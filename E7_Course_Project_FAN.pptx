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9" r:id="rId3"/>
    <p:sldId id="258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9B8C3-79B2-2C45-95FE-A88854CBB00C}" v="22" dt="2025-11-20T02:54:19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2"/>
    <p:restoredTop sz="94708"/>
  </p:normalViewPr>
  <p:slideViewPr>
    <p:cSldViewPr snapToGrid="0">
      <p:cViewPr varScale="1">
        <p:scale>
          <a:sx n="118" d="100"/>
          <a:sy n="118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D3585-62CF-3A4C-BBED-32BB438A3E39}" type="datetimeFigureOut">
              <a:t>2025/12/4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BF377-1745-124D-8F17-A5D87F74C50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05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73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3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33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72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84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39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1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9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30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7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F0E8E-7808-468F-AC84-0D06EC45128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95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0" name="Rectangle 1069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en-GB" altLang="zh-CN" sz="4800"/>
              <a:t>0-1 Knapsack Problem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>
            <a:normAutofit/>
          </a:bodyPr>
          <a:lstStyle/>
          <a:p>
            <a:r>
              <a:rPr lang="en-GB" altLang="zh-CN" sz="1600"/>
              <a:t>Course project</a:t>
            </a:r>
            <a:endParaRPr lang="zh-CN" altLang="en-US" sz="1600"/>
          </a:p>
        </p:txBody>
      </p: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9B06619F-6609-98A2-51BC-58E0BF845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4" descr="Uploaded image">
            <a:extLst>
              <a:ext uri="{FF2B5EF4-FFF2-40B4-BE49-F238E27FC236}">
                <a16:creationId xmlns:a16="http://schemas.microsoft.com/office/drawing/2014/main" id="{38BFFAB5-BC08-0D09-A658-20E6C2E233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Uploaded image">
            <a:extLst>
              <a:ext uri="{FF2B5EF4-FFF2-40B4-BE49-F238E27FC236}">
                <a16:creationId xmlns:a16="http://schemas.microsoft.com/office/drawing/2014/main" id="{E45DEBD6-DB23-4074-247A-312F7E1396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11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EF77632-1A0C-4B9F-829B-226E68A78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DCFC27-6BCE-42B6-8372-070EA07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6424" y="4460798"/>
            <a:ext cx="8637073" cy="558063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GB" altLang="zh-CN" sz="3600"/>
              <a:t>0-1 Knapsack Problem</a:t>
            </a:r>
            <a:endParaRPr lang="en-US" altLang="zh-CN" sz="36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BBBDCB-B572-ACE1-0956-DCE9256E1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758" y="649682"/>
            <a:ext cx="3495040" cy="3495040"/>
          </a:xfrm>
          <a:prstGeom prst="rect">
            <a:avLst/>
          </a:prstGeom>
        </p:spPr>
      </p:pic>
      <p:pic>
        <p:nvPicPr>
          <p:cNvPr id="10" name="内容占位符 9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D977518-9009-F7AC-A882-1E1A388B2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796" y="649682"/>
            <a:ext cx="7281330" cy="3495037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A4B1E0-284C-4A01-8141-A24D2B8EE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F82046CE-87C5-4670-A404-6AB453F5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24BAD7-5931-4CA6-BB58-0CBCFCFA6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63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7ABCFA2-55B0-438C-A39A-637FFC624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D2C934-710E-4E0E-9ED4-03F07E019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695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GB" altLang="zh-CN" sz="3600"/>
              <a:t>0-1 Knapsack Problem</a:t>
            </a:r>
            <a:endParaRPr lang="en-US" altLang="zh-CN" sz="36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D0F4F3-8F5C-421F-9FC1-DB3ED0BF6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009" y="3526496"/>
            <a:ext cx="302361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A0489449-9158-5FCE-5D80-C743AE817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04" y="1215699"/>
            <a:ext cx="3692411" cy="3692411"/>
          </a:xfrm>
          <a:prstGeom prst="rect">
            <a:avLst/>
          </a:prstGeom>
        </p:spPr>
      </p:pic>
      <p:pic>
        <p:nvPicPr>
          <p:cNvPr id="10" name="内容占位符 9" descr="文本, 信件&#10;&#10;AI 生成的内容可能不正确。">
            <a:extLst>
              <a:ext uri="{FF2B5EF4-FFF2-40B4-BE49-F238E27FC236}">
                <a16:creationId xmlns:a16="http://schemas.microsoft.com/office/drawing/2014/main" id="{E2338BB4-56AF-0C56-9209-39D76A65C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42" y="1243393"/>
            <a:ext cx="3692411" cy="36370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0A40572-62E5-460B-AD24-B6628527A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D872D4-D7E5-4CD8-9DAC-2BC612F08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54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5069B-C6BF-6455-72A8-445DCC69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7696E49-DA82-7015-D86C-55E6C730D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5686FC8-75FF-54FF-653D-400C64AEE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A5461B-2ABE-CF4B-9B37-4B10136D4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6E4AEC-1139-7D89-BDF7-988101933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3AAF349-BB41-7C55-136F-BF8C194B5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D0D38B-B8DD-2E79-F84E-DB7C5DCCB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34B2F5-AD8B-E8E6-103D-64E44E0B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95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GB" altLang="zh-CN" sz="3600"/>
              <a:t>0-1 Knapsack Problem</a:t>
            </a:r>
            <a:endParaRPr lang="en-US" altLang="zh-CN" sz="36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0222FB1-089B-9602-F9DF-851951A1A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009" y="3526496"/>
            <a:ext cx="302361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7AB3A09-36A9-3290-07A2-D6DB3C102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04" y="1040469"/>
            <a:ext cx="3867642" cy="38676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2BBF9D9-8358-17CA-3AC2-8F263D51E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2E3171-8F9E-63B2-2821-178757B70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35FF001-A83C-2A79-2280-BDCBD778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4566" y="0"/>
            <a:ext cx="3692411" cy="6125417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/>
              <a:t>Capacity: 15</a:t>
            </a:r>
          </a:p>
          <a:p>
            <a:r>
              <a:rPr lang="en-US" altLang="zh-CN"/>
              <a:t>Items(weight, value):</a:t>
            </a:r>
          </a:p>
          <a:p>
            <a:pPr lvl="1"/>
            <a:r>
              <a:rPr lang="en-US" altLang="zh-CN"/>
              <a:t>    (6, 5),</a:t>
            </a:r>
          </a:p>
          <a:p>
            <a:pPr lvl="1"/>
            <a:r>
              <a:rPr lang="en-US" altLang="zh-CN"/>
              <a:t>    (5, 6),</a:t>
            </a:r>
          </a:p>
          <a:p>
            <a:pPr lvl="1"/>
            <a:r>
              <a:rPr lang="en-US" altLang="zh-CN"/>
              <a:t>    (6, 4),</a:t>
            </a:r>
          </a:p>
          <a:p>
            <a:pPr lvl="1"/>
            <a:r>
              <a:rPr lang="en-US" altLang="zh-CN"/>
              <a:t>    (6, 6),</a:t>
            </a:r>
          </a:p>
          <a:p>
            <a:pPr lvl="1"/>
            <a:r>
              <a:rPr lang="en-US" altLang="zh-CN"/>
              <a:t>    (3, 5),</a:t>
            </a:r>
          </a:p>
          <a:p>
            <a:pPr lvl="1"/>
            <a:r>
              <a:rPr lang="en-US" altLang="zh-CN"/>
              <a:t>    (7, 2),</a:t>
            </a:r>
          </a:p>
          <a:p>
            <a:pPr lvl="1"/>
            <a:r>
              <a:rPr lang="en-US" altLang="zh-CN"/>
              <a:t>    (2, 3),</a:t>
            </a:r>
          </a:p>
          <a:p>
            <a:pPr lvl="1"/>
            <a:r>
              <a:rPr lang="en-US" altLang="zh-CN"/>
              <a:t>    (4, 6),</a:t>
            </a:r>
          </a:p>
          <a:p>
            <a:pPr lvl="1"/>
            <a:r>
              <a:rPr lang="en-US" altLang="zh-CN"/>
              <a:t>    (5, 5),</a:t>
            </a:r>
          </a:p>
          <a:p>
            <a:pPr lvl="1"/>
            <a:r>
              <a:rPr lang="en-US" altLang="zh-CN"/>
              <a:t>    (9, 8),</a:t>
            </a:r>
          </a:p>
          <a:p>
            <a:pPr lvl="1"/>
            <a:r>
              <a:rPr lang="en-US" altLang="zh-CN"/>
              <a:t>    (4, 3),</a:t>
            </a:r>
          </a:p>
          <a:p>
            <a:pPr lvl="1"/>
            <a:r>
              <a:rPr lang="en-US" altLang="zh-CN"/>
              <a:t>    (8, 7),</a:t>
            </a:r>
          </a:p>
          <a:p>
            <a:pPr lvl="1"/>
            <a:r>
              <a:rPr lang="en-US" altLang="zh-CN"/>
              <a:t>    (3, 4),</a:t>
            </a:r>
          </a:p>
          <a:p>
            <a:pPr lvl="1"/>
            <a:r>
              <a:rPr lang="en-US" altLang="zh-CN"/>
              <a:t>    (2, 2),</a:t>
            </a:r>
          </a:p>
          <a:p>
            <a:pPr lvl="1"/>
            <a:r>
              <a:rPr lang="en-US" altLang="zh-CN"/>
              <a:t>    (1, 1),</a:t>
            </a:r>
          </a:p>
          <a:p>
            <a:pPr lvl="1"/>
            <a:r>
              <a:rPr lang="en-US" altLang="zh-CN"/>
              <a:t>    (5, 4),</a:t>
            </a:r>
          </a:p>
          <a:p>
            <a:pPr lvl="1"/>
            <a:r>
              <a:rPr lang="en-US" altLang="zh-CN"/>
              <a:t>    (7, 5),</a:t>
            </a:r>
          </a:p>
          <a:p>
            <a:pPr lvl="1"/>
            <a:r>
              <a:rPr lang="en-US" altLang="zh-CN"/>
              <a:t>    (6, 3),</a:t>
            </a:r>
          </a:p>
          <a:p>
            <a:pPr lvl="1"/>
            <a:r>
              <a:rPr lang="en-US" altLang="zh-CN"/>
              <a:t>    (4, 4),</a:t>
            </a:r>
          </a:p>
          <a:p>
            <a:pPr lvl="1"/>
            <a:r>
              <a:rPr lang="en-US" altLang="zh-CN"/>
              <a:t>    (3, 2),</a:t>
            </a:r>
          </a:p>
          <a:p>
            <a:pPr lvl="1"/>
            <a:r>
              <a:rPr lang="en-US" altLang="zh-CN"/>
              <a:t>    (8, 6),</a:t>
            </a:r>
          </a:p>
          <a:p>
            <a:pPr lvl="1"/>
            <a:r>
              <a:rPr lang="en-US" altLang="zh-CN"/>
              <a:t>    (2, 1),</a:t>
            </a:r>
          </a:p>
          <a:p>
            <a:pPr lvl="1"/>
            <a:r>
              <a:rPr lang="en-US" altLang="zh-CN"/>
              <a:t>    (9, 9),</a:t>
            </a:r>
          </a:p>
          <a:p>
            <a:pPr lvl="1"/>
            <a:r>
              <a:rPr lang="en-US" altLang="zh-CN"/>
              <a:t>    (1, 2),</a:t>
            </a:r>
          </a:p>
        </p:txBody>
      </p:sp>
    </p:spTree>
    <p:extLst>
      <p:ext uri="{BB962C8B-B14F-4D97-AF65-F5344CB8AC3E}">
        <p14:creationId xmlns:p14="http://schemas.microsoft.com/office/powerpoint/2010/main" val="2245085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97868-5B41-224E-60C5-83DC33BE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6415479-EDA7-8496-2DC4-833A900E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CN" dirty="0"/>
              <a:t>Task</a:t>
            </a:r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096A38-37B5-0784-B197-EBADBDE0A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3" y="2015731"/>
            <a:ext cx="6966857" cy="4189103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Prove that the 0-1 Knapsack Problem is NP-hard.</a:t>
            </a:r>
          </a:p>
          <a:p>
            <a:r>
              <a:rPr lang="en-US" altLang="zh-CN" dirty="0"/>
              <a:t>Design and implement a brute-force algorithm.</a:t>
            </a:r>
          </a:p>
          <a:p>
            <a:r>
              <a:rPr lang="en-US" altLang="zh-CN" dirty="0"/>
              <a:t>Design and implement a greedy algorithm.</a:t>
            </a:r>
          </a:p>
          <a:p>
            <a:r>
              <a:rPr lang="en-US" altLang="zh-CN" dirty="0"/>
              <a:t>Design and implement a divide and conquer algorithm.</a:t>
            </a:r>
          </a:p>
          <a:p>
            <a:r>
              <a:rPr lang="en-US" altLang="zh-CN" dirty="0"/>
              <a:t>Design and implement a dynamic programming algorithm.</a:t>
            </a:r>
          </a:p>
          <a:p>
            <a:r>
              <a:rPr lang="en-US" altLang="zh-CN" dirty="0"/>
              <a:t>You could implement another algorithm. (optional)</a:t>
            </a:r>
          </a:p>
          <a:p>
            <a:r>
              <a:rPr lang="en-US" altLang="zh-CN" dirty="0"/>
              <a:t>Compare</a:t>
            </a:r>
            <a:r>
              <a:rPr lang="zh-CN" altLang="en-US" dirty="0"/>
              <a:t> </a:t>
            </a:r>
            <a:r>
              <a:rPr lang="en-GB" altLang="zh-CN" dirty="0"/>
              <a:t>the total value of the solutions.</a:t>
            </a:r>
            <a:endParaRPr lang="en-US" altLang="zh-CN" dirty="0"/>
          </a:p>
          <a:p>
            <a:r>
              <a:rPr lang="en-US" altLang="zh-CN" dirty="0"/>
              <a:t>Compare the running time of the solutions.</a:t>
            </a:r>
          </a:p>
          <a:p>
            <a:r>
              <a:rPr lang="en-US" altLang="zh-CN" dirty="0"/>
              <a:t>Analyse the results.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FFA7BB-7B08-1E95-D956-1E706EDE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669" y="804520"/>
            <a:ext cx="4660762" cy="46607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592860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192</TotalTime>
  <Words>237</Words>
  <Application>Microsoft Macintosh PowerPoint</Application>
  <PresentationFormat>宽屏</PresentationFormat>
  <Paragraphs>41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Gill Sans MT</vt:lpstr>
      <vt:lpstr>画廊</vt:lpstr>
      <vt:lpstr>0-1 Knapsack Problem</vt:lpstr>
      <vt:lpstr>0-1 Knapsack Problem</vt:lpstr>
      <vt:lpstr>0-1 Knapsack Problem</vt:lpstr>
      <vt:lpstr>0-1 Knapsack Problem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 Change</dc:title>
  <dc:creator>1351252606@qq.com</dc:creator>
  <cp:lastModifiedBy>Fan B</cp:lastModifiedBy>
  <cp:revision>9</cp:revision>
  <dcterms:created xsi:type="dcterms:W3CDTF">2021-10-07T02:35:10Z</dcterms:created>
  <dcterms:modified xsi:type="dcterms:W3CDTF">2025-12-04T08:32:57Z</dcterms:modified>
</cp:coreProperties>
</file>