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315"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16"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317" r:id="rId37"/>
    <p:sldId id="289" r:id="rId38"/>
    <p:sldId id="290" r:id="rId39"/>
    <p:sldId id="291" r:id="rId40"/>
    <p:sldId id="292" r:id="rId41"/>
    <p:sldId id="293" r:id="rId42"/>
    <p:sldId id="294" r:id="rId43"/>
    <p:sldId id="295" r:id="rId44"/>
    <p:sldId id="318" r:id="rId45"/>
    <p:sldId id="296" r:id="rId46"/>
    <p:sldId id="297" r:id="rId47"/>
    <p:sldId id="298" r:id="rId48"/>
    <p:sldId id="319"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57ACFB-E0FC-C149-8D0B-F941C17F9897}" v="21" dt="2025-11-04T09:25:03.27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92"/>
    <p:restoredTop sz="94708"/>
  </p:normalViewPr>
  <p:slideViewPr>
    <p:cSldViewPr>
      <p:cViewPr varScale="1">
        <p:scale>
          <a:sx n="104" d="100"/>
          <a:sy n="104" d="100"/>
        </p:scale>
        <p:origin x="448" y="208"/>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n B" userId="db9ed596-3ff8-44ed-9ddf-677f7b64b4c6" providerId="ADAL" clId="{EB6FE681-8D19-5C4E-AAB3-6401E0652CD5}"/>
    <pc:docChg chg="undo custSel addSld delSld modSld">
      <pc:chgData name="Fan B" userId="db9ed596-3ff8-44ed-9ddf-677f7b64b4c6" providerId="ADAL" clId="{EB6FE681-8D19-5C4E-AAB3-6401E0652CD5}" dt="2025-11-04T09:25:08.224" v="52" actId="14100"/>
      <pc:docMkLst>
        <pc:docMk/>
      </pc:docMkLst>
      <pc:sldChg chg="modSp mod">
        <pc:chgData name="Fan B" userId="db9ed596-3ff8-44ed-9ddf-677f7b64b4c6" providerId="ADAL" clId="{EB6FE681-8D19-5C4E-AAB3-6401E0652CD5}" dt="2025-10-14T09:11:12.591" v="0" actId="14100"/>
        <pc:sldMkLst>
          <pc:docMk/>
          <pc:sldMk cId="0" sldId="256"/>
        </pc:sldMkLst>
        <pc:spChg chg="mod">
          <ac:chgData name="Fan B" userId="db9ed596-3ff8-44ed-9ddf-677f7b64b4c6" providerId="ADAL" clId="{EB6FE681-8D19-5C4E-AAB3-6401E0652CD5}" dt="2025-10-14T09:11:12.591" v="0" actId="14100"/>
          <ac:spMkLst>
            <pc:docMk/>
            <pc:sldMk cId="0" sldId="256"/>
            <ac:spMk id="9" creationId="{00000000-0000-0000-0000-000000000000}"/>
          </ac:spMkLst>
        </pc:spChg>
      </pc:sldChg>
      <pc:sldChg chg="addSp delSp modSp mod">
        <pc:chgData name="Fan B" userId="db9ed596-3ff8-44ed-9ddf-677f7b64b4c6" providerId="ADAL" clId="{EB6FE681-8D19-5C4E-AAB3-6401E0652CD5}" dt="2025-10-14T09:12:40.109" v="7" actId="1076"/>
        <pc:sldMkLst>
          <pc:docMk/>
          <pc:sldMk cId="0" sldId="257"/>
        </pc:sldMkLst>
        <pc:picChg chg="add mod">
          <ac:chgData name="Fan B" userId="db9ed596-3ff8-44ed-9ddf-677f7b64b4c6" providerId="ADAL" clId="{EB6FE681-8D19-5C4E-AAB3-6401E0652CD5}" dt="2025-10-14T09:12:40.109" v="7" actId="1076"/>
          <ac:picMkLst>
            <pc:docMk/>
            <pc:sldMk cId="0" sldId="257"/>
            <ac:picMk id="1026" creationId="{761AF98B-219F-61C0-797F-E2B932F6BD5D}"/>
          </ac:picMkLst>
        </pc:picChg>
      </pc:sldChg>
      <pc:sldChg chg="modSp mod">
        <pc:chgData name="Fan B" userId="db9ed596-3ff8-44ed-9ddf-677f7b64b4c6" providerId="ADAL" clId="{EB6FE681-8D19-5C4E-AAB3-6401E0652CD5}" dt="2025-10-14T09:11:42.092" v="1" actId="14100"/>
        <pc:sldMkLst>
          <pc:docMk/>
          <pc:sldMk cId="0" sldId="258"/>
        </pc:sldMkLst>
        <pc:spChg chg="mod">
          <ac:chgData name="Fan B" userId="db9ed596-3ff8-44ed-9ddf-677f7b64b4c6" providerId="ADAL" clId="{EB6FE681-8D19-5C4E-AAB3-6401E0652CD5}" dt="2025-10-14T09:11:42.092" v="1" actId="14100"/>
          <ac:spMkLst>
            <pc:docMk/>
            <pc:sldMk cId="0" sldId="258"/>
            <ac:spMk id="7" creationId="{00000000-0000-0000-0000-000000000000}"/>
          </ac:spMkLst>
        </pc:spChg>
      </pc:sldChg>
      <pc:sldChg chg="modSp mod">
        <pc:chgData name="Fan B" userId="db9ed596-3ff8-44ed-9ddf-677f7b64b4c6" providerId="ADAL" clId="{EB6FE681-8D19-5C4E-AAB3-6401E0652CD5}" dt="2025-10-14T09:22:22.840" v="8" actId="14100"/>
        <pc:sldMkLst>
          <pc:docMk/>
          <pc:sldMk cId="0" sldId="259"/>
        </pc:sldMkLst>
        <pc:spChg chg="mod">
          <ac:chgData name="Fan B" userId="db9ed596-3ff8-44ed-9ddf-677f7b64b4c6" providerId="ADAL" clId="{EB6FE681-8D19-5C4E-AAB3-6401E0652CD5}" dt="2025-10-14T09:22:22.840" v="8" actId="14100"/>
          <ac:spMkLst>
            <pc:docMk/>
            <pc:sldMk cId="0" sldId="259"/>
            <ac:spMk id="2" creationId="{00000000-0000-0000-0000-000000000000}"/>
          </ac:spMkLst>
        </pc:spChg>
      </pc:sldChg>
      <pc:sldChg chg="mod modShow">
        <pc:chgData name="Fan B" userId="db9ed596-3ff8-44ed-9ddf-677f7b64b4c6" providerId="ADAL" clId="{EB6FE681-8D19-5C4E-AAB3-6401E0652CD5}" dt="2025-10-14T09:43:58.860" v="9" actId="729"/>
        <pc:sldMkLst>
          <pc:docMk/>
          <pc:sldMk cId="0" sldId="263"/>
        </pc:sldMkLst>
      </pc:sldChg>
      <pc:sldChg chg="mod modShow">
        <pc:chgData name="Fan B" userId="db9ed596-3ff8-44ed-9ddf-677f7b64b4c6" providerId="ADAL" clId="{EB6FE681-8D19-5C4E-AAB3-6401E0652CD5}" dt="2025-10-14T09:43:58.860" v="9" actId="729"/>
        <pc:sldMkLst>
          <pc:docMk/>
          <pc:sldMk cId="0" sldId="264"/>
        </pc:sldMkLst>
      </pc:sldChg>
      <pc:sldChg chg="mod modShow">
        <pc:chgData name="Fan B" userId="db9ed596-3ff8-44ed-9ddf-677f7b64b4c6" providerId="ADAL" clId="{EB6FE681-8D19-5C4E-AAB3-6401E0652CD5}" dt="2025-10-14T09:43:58.860" v="9" actId="729"/>
        <pc:sldMkLst>
          <pc:docMk/>
          <pc:sldMk cId="0" sldId="265"/>
        </pc:sldMkLst>
      </pc:sldChg>
      <pc:sldChg chg="mod modShow">
        <pc:chgData name="Fan B" userId="db9ed596-3ff8-44ed-9ddf-677f7b64b4c6" providerId="ADAL" clId="{EB6FE681-8D19-5C4E-AAB3-6401E0652CD5}" dt="2025-10-14T09:43:58.860" v="9" actId="729"/>
        <pc:sldMkLst>
          <pc:docMk/>
          <pc:sldMk cId="0" sldId="266"/>
        </pc:sldMkLst>
      </pc:sldChg>
      <pc:sldChg chg="modSp mod">
        <pc:chgData name="Fan B" userId="db9ed596-3ff8-44ed-9ddf-677f7b64b4c6" providerId="ADAL" clId="{EB6FE681-8D19-5C4E-AAB3-6401E0652CD5}" dt="2025-10-21T08:07:43.820" v="13" actId="14100"/>
        <pc:sldMkLst>
          <pc:docMk/>
          <pc:sldMk cId="0" sldId="267"/>
        </pc:sldMkLst>
        <pc:spChg chg="mod">
          <ac:chgData name="Fan B" userId="db9ed596-3ff8-44ed-9ddf-677f7b64b4c6" providerId="ADAL" clId="{EB6FE681-8D19-5C4E-AAB3-6401E0652CD5}" dt="2025-10-21T08:07:43.820" v="13" actId="14100"/>
          <ac:spMkLst>
            <pc:docMk/>
            <pc:sldMk cId="0" sldId="267"/>
            <ac:spMk id="7" creationId="{00000000-0000-0000-0000-000000000000}"/>
          </ac:spMkLst>
        </pc:spChg>
      </pc:sldChg>
      <pc:sldChg chg="modSp">
        <pc:chgData name="Fan B" userId="db9ed596-3ff8-44ed-9ddf-677f7b64b4c6" providerId="ADAL" clId="{EB6FE681-8D19-5C4E-AAB3-6401E0652CD5}" dt="2025-10-21T08:12:34.057" v="14"/>
        <pc:sldMkLst>
          <pc:docMk/>
          <pc:sldMk cId="0" sldId="268"/>
        </pc:sldMkLst>
        <pc:spChg chg="mod">
          <ac:chgData name="Fan B" userId="db9ed596-3ff8-44ed-9ddf-677f7b64b4c6" providerId="ADAL" clId="{EB6FE681-8D19-5C4E-AAB3-6401E0652CD5}" dt="2025-10-21T08:12:34.057" v="14"/>
          <ac:spMkLst>
            <pc:docMk/>
            <pc:sldMk cId="0" sldId="268"/>
            <ac:spMk id="6" creationId="{00000000-0000-0000-0000-000000000000}"/>
          </ac:spMkLst>
        </pc:spChg>
      </pc:sldChg>
      <pc:sldChg chg="modSp">
        <pc:chgData name="Fan B" userId="db9ed596-3ff8-44ed-9ddf-677f7b64b4c6" providerId="ADAL" clId="{EB6FE681-8D19-5C4E-AAB3-6401E0652CD5}" dt="2025-10-21T08:22:53.065" v="16"/>
        <pc:sldMkLst>
          <pc:docMk/>
          <pc:sldMk cId="0" sldId="269"/>
        </pc:sldMkLst>
        <pc:spChg chg="mod">
          <ac:chgData name="Fan B" userId="db9ed596-3ff8-44ed-9ddf-677f7b64b4c6" providerId="ADAL" clId="{EB6FE681-8D19-5C4E-AAB3-6401E0652CD5}" dt="2025-10-21T08:22:53.065" v="16"/>
          <ac:spMkLst>
            <pc:docMk/>
            <pc:sldMk cId="0" sldId="269"/>
            <ac:spMk id="5" creationId="{00000000-0000-0000-0000-000000000000}"/>
          </ac:spMkLst>
        </pc:spChg>
      </pc:sldChg>
      <pc:sldChg chg="modSp mod">
        <pc:chgData name="Fan B" userId="db9ed596-3ff8-44ed-9ddf-677f7b64b4c6" providerId="ADAL" clId="{EB6FE681-8D19-5C4E-AAB3-6401E0652CD5}" dt="2025-10-21T08:40:08.471" v="17" actId="14100"/>
        <pc:sldMkLst>
          <pc:docMk/>
          <pc:sldMk cId="0" sldId="275"/>
        </pc:sldMkLst>
        <pc:spChg chg="mod">
          <ac:chgData name="Fan B" userId="db9ed596-3ff8-44ed-9ddf-677f7b64b4c6" providerId="ADAL" clId="{EB6FE681-8D19-5C4E-AAB3-6401E0652CD5}" dt="2025-10-21T08:40:08.471" v="17" actId="14100"/>
          <ac:spMkLst>
            <pc:docMk/>
            <pc:sldMk cId="0" sldId="275"/>
            <ac:spMk id="7" creationId="{00000000-0000-0000-0000-000000000000}"/>
          </ac:spMkLst>
        </pc:spChg>
      </pc:sldChg>
      <pc:sldChg chg="modSp">
        <pc:chgData name="Fan B" userId="db9ed596-3ff8-44ed-9ddf-677f7b64b4c6" providerId="ADAL" clId="{EB6FE681-8D19-5C4E-AAB3-6401E0652CD5}" dt="2025-10-21T08:50:03.947" v="23"/>
        <pc:sldMkLst>
          <pc:docMk/>
          <pc:sldMk cId="0" sldId="276"/>
        </pc:sldMkLst>
        <pc:spChg chg="mod">
          <ac:chgData name="Fan B" userId="db9ed596-3ff8-44ed-9ddf-677f7b64b4c6" providerId="ADAL" clId="{EB6FE681-8D19-5C4E-AAB3-6401E0652CD5}" dt="2025-10-21T08:50:03.947" v="23"/>
          <ac:spMkLst>
            <pc:docMk/>
            <pc:sldMk cId="0" sldId="276"/>
            <ac:spMk id="6" creationId="{00000000-0000-0000-0000-000000000000}"/>
          </ac:spMkLst>
        </pc:spChg>
      </pc:sldChg>
      <pc:sldChg chg="addSp delSp modSp mod">
        <pc:chgData name="Fan B" userId="db9ed596-3ff8-44ed-9ddf-677f7b64b4c6" providerId="ADAL" clId="{EB6FE681-8D19-5C4E-AAB3-6401E0652CD5}" dt="2025-10-21T09:12:34.337" v="29" actId="1076"/>
        <pc:sldMkLst>
          <pc:docMk/>
          <pc:sldMk cId="0" sldId="283"/>
        </pc:sldMkLst>
        <pc:picChg chg="add mod">
          <ac:chgData name="Fan B" userId="db9ed596-3ff8-44ed-9ddf-677f7b64b4c6" providerId="ADAL" clId="{EB6FE681-8D19-5C4E-AAB3-6401E0652CD5}" dt="2025-10-21T09:12:34.337" v="29" actId="1076"/>
          <ac:picMkLst>
            <pc:docMk/>
            <pc:sldMk cId="0" sldId="283"/>
            <ac:picMk id="57" creationId="{2C10903F-B68E-F917-E3EC-5360274E784B}"/>
          </ac:picMkLst>
        </pc:picChg>
      </pc:sldChg>
      <pc:sldChg chg="addSp delSp modSp mod">
        <pc:chgData name="Fan B" userId="db9ed596-3ff8-44ed-9ddf-677f7b64b4c6" providerId="ADAL" clId="{EB6FE681-8D19-5C4E-AAB3-6401E0652CD5}" dt="2025-10-21T09:13:12.393" v="36" actId="1076"/>
        <pc:sldMkLst>
          <pc:docMk/>
          <pc:sldMk cId="0" sldId="284"/>
        </pc:sldMkLst>
        <pc:spChg chg="mod">
          <ac:chgData name="Fan B" userId="db9ed596-3ff8-44ed-9ddf-677f7b64b4c6" providerId="ADAL" clId="{EB6FE681-8D19-5C4E-AAB3-6401E0652CD5}" dt="2025-10-21T09:12:54.068" v="31" actId="1076"/>
          <ac:spMkLst>
            <pc:docMk/>
            <pc:sldMk cId="0" sldId="284"/>
            <ac:spMk id="57" creationId="{00000000-0000-0000-0000-000000000000}"/>
          </ac:spMkLst>
        </pc:spChg>
        <pc:picChg chg="add mod">
          <ac:chgData name="Fan B" userId="db9ed596-3ff8-44ed-9ddf-677f7b64b4c6" providerId="ADAL" clId="{EB6FE681-8D19-5C4E-AAB3-6401E0652CD5}" dt="2025-10-21T09:13:12.393" v="36" actId="1076"/>
          <ac:picMkLst>
            <pc:docMk/>
            <pc:sldMk cId="0" sldId="284"/>
            <ac:picMk id="64" creationId="{5D27DBF7-1169-ABEE-59DA-37BCEAB737BE}"/>
          </ac:picMkLst>
        </pc:picChg>
      </pc:sldChg>
      <pc:sldChg chg="addSp modSp new">
        <pc:chgData name="Fan B" userId="db9ed596-3ff8-44ed-9ddf-677f7b64b4c6" providerId="ADAL" clId="{EB6FE681-8D19-5C4E-AAB3-6401E0652CD5}" dt="2025-10-21T09:27:20.788" v="44"/>
        <pc:sldMkLst>
          <pc:docMk/>
          <pc:sldMk cId="240147240" sldId="315"/>
        </pc:sldMkLst>
        <pc:spChg chg="mod">
          <ac:chgData name="Fan B" userId="db9ed596-3ff8-44ed-9ddf-677f7b64b4c6" providerId="ADAL" clId="{EB6FE681-8D19-5C4E-AAB3-6401E0652CD5}" dt="2025-10-21T09:27:20.788" v="44"/>
          <ac:spMkLst>
            <pc:docMk/>
            <pc:sldMk cId="240147240" sldId="315"/>
            <ac:spMk id="2" creationId="{2D67557B-08BE-E2A0-B7F0-2240F9B28378}"/>
          </ac:spMkLst>
        </pc:spChg>
        <pc:picChg chg="add">
          <ac:chgData name="Fan B" userId="db9ed596-3ff8-44ed-9ddf-677f7b64b4c6" providerId="ADAL" clId="{EB6FE681-8D19-5C4E-AAB3-6401E0652CD5}" dt="2025-10-14T09:52:37.682" v="12"/>
          <ac:picMkLst>
            <pc:docMk/>
            <pc:sldMk cId="240147240" sldId="315"/>
            <ac:picMk id="2050" creationId="{2CD5F6CC-9590-CBE9-B0C8-E71241E1C172}"/>
          </ac:picMkLst>
        </pc:picChg>
      </pc:sldChg>
      <pc:sldChg chg="addSp delSp modSp new mod">
        <pc:chgData name="Fan B" userId="db9ed596-3ff8-44ed-9ddf-677f7b64b4c6" providerId="ADAL" clId="{EB6FE681-8D19-5C4E-AAB3-6401E0652CD5}" dt="2025-10-21T08:48:29.376" v="22" actId="478"/>
        <pc:sldMkLst>
          <pc:docMk/>
          <pc:sldMk cId="508909947" sldId="316"/>
        </pc:sldMkLst>
        <pc:spChg chg="mod">
          <ac:chgData name="Fan B" userId="db9ed596-3ff8-44ed-9ddf-677f7b64b4c6" providerId="ADAL" clId="{EB6FE681-8D19-5C4E-AAB3-6401E0652CD5}" dt="2025-10-21T08:47:48.139" v="19"/>
          <ac:spMkLst>
            <pc:docMk/>
            <pc:sldMk cId="508909947" sldId="316"/>
            <ac:spMk id="2" creationId="{EA7D6814-170C-B512-DA65-E2A758E7051E}"/>
          </ac:spMkLst>
        </pc:spChg>
        <pc:picChg chg="add mod">
          <ac:chgData name="Fan B" userId="db9ed596-3ff8-44ed-9ddf-677f7b64b4c6" providerId="ADAL" clId="{EB6FE681-8D19-5C4E-AAB3-6401E0652CD5}" dt="2025-10-21T08:48:26.497" v="21" actId="14100"/>
          <ac:picMkLst>
            <pc:docMk/>
            <pc:sldMk cId="508909947" sldId="316"/>
            <ac:picMk id="1026" creationId="{51CF69B5-6543-BF73-87BF-E3EED562ACE0}"/>
          </ac:picMkLst>
        </pc:picChg>
      </pc:sldChg>
      <pc:sldChg chg="addSp modSp new mod">
        <pc:chgData name="Fan B" userId="db9ed596-3ff8-44ed-9ddf-677f7b64b4c6" providerId="ADAL" clId="{EB6FE681-8D19-5C4E-AAB3-6401E0652CD5}" dt="2025-10-21T09:27:09.811" v="43" actId="14100"/>
        <pc:sldMkLst>
          <pc:docMk/>
          <pc:sldMk cId="2953013911" sldId="317"/>
        </pc:sldMkLst>
        <pc:spChg chg="mod">
          <ac:chgData name="Fan B" userId="db9ed596-3ff8-44ed-9ddf-677f7b64b4c6" providerId="ADAL" clId="{EB6FE681-8D19-5C4E-AAB3-6401E0652CD5}" dt="2025-10-21T09:26:50.369" v="38"/>
          <ac:spMkLst>
            <pc:docMk/>
            <pc:sldMk cId="2953013911" sldId="317"/>
            <ac:spMk id="2" creationId="{1A53F148-6889-E008-5BD6-B833D08F3D3F}"/>
          </ac:spMkLst>
        </pc:spChg>
        <pc:picChg chg="add mod">
          <ac:chgData name="Fan B" userId="db9ed596-3ff8-44ed-9ddf-677f7b64b4c6" providerId="ADAL" clId="{EB6FE681-8D19-5C4E-AAB3-6401E0652CD5}" dt="2025-10-21T09:27:09.811" v="43" actId="14100"/>
          <ac:picMkLst>
            <pc:docMk/>
            <pc:sldMk cId="2953013911" sldId="317"/>
            <ac:picMk id="4" creationId="{A9170189-C9AD-5BF6-A355-AF33880D87A9}"/>
          </ac:picMkLst>
        </pc:picChg>
      </pc:sldChg>
      <pc:sldChg chg="addSp modSp new mod">
        <pc:chgData name="Fan B" userId="db9ed596-3ff8-44ed-9ddf-677f7b64b4c6" providerId="ADAL" clId="{EB6FE681-8D19-5C4E-AAB3-6401E0652CD5}" dt="2025-11-04T09:25:08.224" v="52" actId="14100"/>
        <pc:sldMkLst>
          <pc:docMk/>
          <pc:sldMk cId="620299134" sldId="319"/>
        </pc:sldMkLst>
        <pc:spChg chg="mod">
          <ac:chgData name="Fan B" userId="db9ed596-3ff8-44ed-9ddf-677f7b64b4c6" providerId="ADAL" clId="{EB6FE681-8D19-5C4E-AAB3-6401E0652CD5}" dt="2025-11-04T09:23:25.219" v="47"/>
          <ac:spMkLst>
            <pc:docMk/>
            <pc:sldMk cId="620299134" sldId="319"/>
            <ac:spMk id="2" creationId="{1EF29F30-2A2E-F443-F3E5-3B56E7FF1D66}"/>
          </ac:spMkLst>
        </pc:spChg>
        <pc:picChg chg="add mod">
          <ac:chgData name="Fan B" userId="db9ed596-3ff8-44ed-9ddf-677f7b64b4c6" providerId="ADAL" clId="{EB6FE681-8D19-5C4E-AAB3-6401E0652CD5}" dt="2025-11-04T09:25:08.224" v="52" actId="14100"/>
          <ac:picMkLst>
            <pc:docMk/>
            <pc:sldMk cId="620299134" sldId="319"/>
            <ac:picMk id="4" creationId="{790C8C9F-A4DF-53A7-D557-23BC6E86FB7B}"/>
          </ac:picMkLst>
        </pc:picChg>
      </pc:sldChg>
      <pc:sldChg chg="del">
        <pc:chgData name="Fan B" userId="db9ed596-3ff8-44ed-9ddf-677f7b64b4c6" providerId="ADAL" clId="{EB6FE681-8D19-5C4E-AAB3-6401E0652CD5}" dt="2025-11-04T07:14:39.625" v="45" actId="2696"/>
        <pc:sldMkLst>
          <pc:docMk/>
          <pc:sldMk cId="3655653394" sldId="31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100" b="0" i="0">
                <a:solidFill>
                  <a:schemeClr val="tx1"/>
                </a:solidFill>
                <a:latin typeface="Arial MT"/>
                <a:cs typeface="Arial MT"/>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11/4/25</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Lucida Sans Unicode"/>
                <a:cs typeface="Lucida Sans Unicode"/>
              </a:defRPr>
            </a:lvl1pPr>
          </a:lstStyle>
          <a:p>
            <a:pPr marL="74295">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11/4/25</a:t>
            </a:fld>
            <a:endParaRPr lang="en-US"/>
          </a:p>
        </p:txBody>
      </p:sp>
      <p:sp>
        <p:nvSpPr>
          <p:cNvPr id="6" name="Holder 6"/>
          <p:cNvSpPr>
            <a:spLocks noGrp="1"/>
          </p:cNvSpPr>
          <p:nvPr>
            <p:ph type="sldNum" sz="quarter" idx="7"/>
          </p:nvPr>
        </p:nvSpPr>
        <p:spPr/>
        <p:txBody>
          <a:bodyPr lIns="0" tIns="0" rIns="0" bIns="0"/>
          <a:lstStyle>
            <a:lvl1pPr>
              <a:defRPr sz="900" b="0" i="0">
                <a:solidFill>
                  <a:schemeClr val="tx1"/>
                </a:solidFill>
                <a:latin typeface="Lucida Sans Unicode"/>
                <a:cs typeface="Lucida Sans Unicode"/>
              </a:defRPr>
            </a:lvl1pPr>
          </a:lstStyle>
          <a:p>
            <a:pPr marL="74295">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chemeClr val="tx1"/>
                </a:solidFill>
                <a:latin typeface="Arial MT"/>
                <a:cs typeface="Arial MT"/>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11/4/25</a:t>
            </a:fld>
            <a:endParaRPr lang="en-US"/>
          </a:p>
        </p:txBody>
      </p:sp>
      <p:sp>
        <p:nvSpPr>
          <p:cNvPr id="7" name="Holder 7"/>
          <p:cNvSpPr>
            <a:spLocks noGrp="1"/>
          </p:cNvSpPr>
          <p:nvPr>
            <p:ph type="sldNum" sz="quarter" idx="7"/>
          </p:nvPr>
        </p:nvSpPr>
        <p:spPr/>
        <p:txBody>
          <a:bodyPr lIns="0" tIns="0" rIns="0" bIns="0"/>
          <a:lstStyle>
            <a:lvl1pPr>
              <a:defRPr sz="900" b="0" i="0">
                <a:solidFill>
                  <a:schemeClr val="tx1"/>
                </a:solidFill>
                <a:latin typeface="Lucida Sans Unicode"/>
                <a:cs typeface="Lucida Sans Unicode"/>
              </a:defRPr>
            </a:lvl1pPr>
          </a:lstStyle>
          <a:p>
            <a:pPr marL="74295">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11/4/25</a:t>
            </a:fld>
            <a:endParaRPr lang="en-US"/>
          </a:p>
        </p:txBody>
      </p:sp>
      <p:sp>
        <p:nvSpPr>
          <p:cNvPr id="5" name="Holder 5"/>
          <p:cNvSpPr>
            <a:spLocks noGrp="1"/>
          </p:cNvSpPr>
          <p:nvPr>
            <p:ph type="sldNum" sz="quarter" idx="7"/>
          </p:nvPr>
        </p:nvSpPr>
        <p:spPr/>
        <p:txBody>
          <a:bodyPr lIns="0" tIns="0" rIns="0" bIns="0"/>
          <a:lstStyle>
            <a:lvl1pPr>
              <a:defRPr sz="900" b="0" i="0">
                <a:solidFill>
                  <a:schemeClr val="tx1"/>
                </a:solidFill>
                <a:latin typeface="Lucida Sans Unicode"/>
                <a:cs typeface="Lucida Sans Unicode"/>
              </a:defRPr>
            </a:lvl1pPr>
          </a:lstStyle>
          <a:p>
            <a:pPr marL="74295">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7573" y="220725"/>
            <a:ext cx="9763760" cy="7324725"/>
          </a:xfrm>
          <a:custGeom>
            <a:avLst/>
            <a:gdLst/>
            <a:ahLst/>
            <a:cxnLst/>
            <a:rect l="l" t="t" r="r" b="b"/>
            <a:pathLst>
              <a:path w="9763760" h="7324725">
                <a:moveTo>
                  <a:pt x="9763252" y="0"/>
                </a:moveTo>
                <a:lnTo>
                  <a:pt x="0" y="0"/>
                </a:lnTo>
                <a:lnTo>
                  <a:pt x="0" y="7324725"/>
                </a:lnTo>
                <a:lnTo>
                  <a:pt x="9763252" y="7324725"/>
                </a:lnTo>
                <a:lnTo>
                  <a:pt x="9763252" y="0"/>
                </a:lnTo>
                <a:close/>
              </a:path>
            </a:pathLst>
          </a:custGeom>
          <a:solidFill>
            <a:srgbClr val="005493">
              <a:alpha val="4998"/>
            </a:srgbClr>
          </a:solidFill>
        </p:spPr>
        <p:txBody>
          <a:bodyPr wrap="square" lIns="0" tIns="0" rIns="0" bIns="0" rtlCol="0"/>
          <a:lstStyle/>
          <a:p>
            <a:endParaRPr/>
          </a:p>
        </p:txBody>
      </p:sp>
      <p:sp>
        <p:nvSpPr>
          <p:cNvPr id="17" name="bg object 17"/>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11/4/25</a:t>
            </a:fld>
            <a:endParaRPr lang="en-US"/>
          </a:p>
        </p:txBody>
      </p:sp>
      <p:sp>
        <p:nvSpPr>
          <p:cNvPr id="4" name="Holder 4"/>
          <p:cNvSpPr>
            <a:spLocks noGrp="1"/>
          </p:cNvSpPr>
          <p:nvPr>
            <p:ph type="sldNum" sz="quarter" idx="7"/>
          </p:nvPr>
        </p:nvSpPr>
        <p:spPr/>
        <p:txBody>
          <a:bodyPr lIns="0" tIns="0" rIns="0" bIns="0"/>
          <a:lstStyle>
            <a:lvl1pPr>
              <a:defRPr sz="900" b="0" i="0">
                <a:solidFill>
                  <a:schemeClr val="tx1"/>
                </a:solidFill>
                <a:latin typeface="Lucida Sans Unicode"/>
                <a:cs typeface="Lucida Sans Unicode"/>
              </a:defRPr>
            </a:lvl1pPr>
          </a:lstStyle>
          <a:p>
            <a:pPr marL="74295">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7573" y="220725"/>
            <a:ext cx="9763760" cy="7324725"/>
          </a:xfrm>
          <a:custGeom>
            <a:avLst/>
            <a:gdLst/>
            <a:ahLst/>
            <a:cxnLst/>
            <a:rect l="l" t="t" r="r" b="b"/>
            <a:pathLst>
              <a:path w="9763760" h="7324725">
                <a:moveTo>
                  <a:pt x="9763252" y="0"/>
                </a:moveTo>
                <a:lnTo>
                  <a:pt x="0" y="0"/>
                </a:lnTo>
                <a:lnTo>
                  <a:pt x="0" y="7324725"/>
                </a:lnTo>
                <a:lnTo>
                  <a:pt x="9763252" y="7324725"/>
                </a:lnTo>
                <a:lnTo>
                  <a:pt x="9763252" y="0"/>
                </a:lnTo>
                <a:close/>
              </a:path>
            </a:pathLst>
          </a:custGeom>
          <a:solidFill>
            <a:srgbClr val="005493">
              <a:alpha val="4998"/>
            </a:srgbClr>
          </a:solidFill>
        </p:spPr>
        <p:txBody>
          <a:bodyPr wrap="square" lIns="0" tIns="0" rIns="0" bIns="0" rtlCol="0"/>
          <a:lstStyle/>
          <a:p>
            <a:endParaRPr/>
          </a:p>
        </p:txBody>
      </p:sp>
      <p:sp>
        <p:nvSpPr>
          <p:cNvPr id="2" name="Holder 2"/>
          <p:cNvSpPr>
            <a:spLocks noGrp="1"/>
          </p:cNvSpPr>
          <p:nvPr>
            <p:ph type="title"/>
          </p:nvPr>
        </p:nvSpPr>
        <p:spPr>
          <a:xfrm>
            <a:off x="745267" y="475073"/>
            <a:ext cx="6357620" cy="346075"/>
          </a:xfrm>
          <a:prstGeom prst="rect">
            <a:avLst/>
          </a:prstGeom>
        </p:spPr>
        <p:txBody>
          <a:bodyPr wrap="square" lIns="0" tIns="0" rIns="0" bIns="0">
            <a:spAutoFit/>
          </a:bodyPr>
          <a:lstStyle>
            <a:lvl1pPr>
              <a:defRPr sz="2100" b="0" i="0">
                <a:solidFill>
                  <a:schemeClr val="tx1"/>
                </a:solidFill>
                <a:latin typeface="Arial MT"/>
                <a:cs typeface="Arial MT"/>
              </a:defRPr>
            </a:lvl1pPr>
          </a:lstStyle>
          <a:p>
            <a:endParaRPr/>
          </a:p>
        </p:txBody>
      </p:sp>
      <p:sp>
        <p:nvSpPr>
          <p:cNvPr id="3" name="Holder 3"/>
          <p:cNvSpPr>
            <a:spLocks noGrp="1"/>
          </p:cNvSpPr>
          <p:nvPr>
            <p:ph type="body" idx="1"/>
          </p:nvPr>
        </p:nvSpPr>
        <p:spPr>
          <a:xfrm>
            <a:off x="1897737" y="3391912"/>
            <a:ext cx="6762115" cy="38239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11/4/25</a:t>
            </a:fld>
            <a:endParaRPr lang="en-US"/>
          </a:p>
        </p:txBody>
      </p:sp>
      <p:sp>
        <p:nvSpPr>
          <p:cNvPr id="6" name="Holder 6"/>
          <p:cNvSpPr>
            <a:spLocks noGrp="1"/>
          </p:cNvSpPr>
          <p:nvPr>
            <p:ph type="sldNum" sz="quarter" idx="7"/>
          </p:nvPr>
        </p:nvSpPr>
        <p:spPr>
          <a:xfrm>
            <a:off x="9421831" y="7234878"/>
            <a:ext cx="234315" cy="161290"/>
          </a:xfrm>
          <a:prstGeom prst="rect">
            <a:avLst/>
          </a:prstGeom>
        </p:spPr>
        <p:txBody>
          <a:bodyPr wrap="square" lIns="0" tIns="0" rIns="0" bIns="0">
            <a:spAutoFit/>
          </a:bodyPr>
          <a:lstStyle>
            <a:lvl1pPr>
              <a:defRPr sz="900" b="0" i="0">
                <a:solidFill>
                  <a:schemeClr val="tx1"/>
                </a:solidFill>
                <a:latin typeface="Lucida Sans Unicode"/>
                <a:cs typeface="Lucida Sans Unicode"/>
              </a:defRPr>
            </a:lvl1pPr>
          </a:lstStyle>
          <a:p>
            <a:pPr marL="74295">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www.cs.princeton.edu/~wayne/kleinberg-tardos"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29"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32" Type="http://schemas.openxmlformats.org/officeDocument/2006/relationships/image" Target="../media/image43.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28" Type="http://schemas.openxmlformats.org/officeDocument/2006/relationships/image" Target="../media/image39.png"/><Relationship Id="rId10" Type="http://schemas.openxmlformats.org/officeDocument/2006/relationships/image" Target="../media/image21.png"/><Relationship Id="rId19" Type="http://schemas.openxmlformats.org/officeDocument/2006/relationships/image" Target="../media/image30.png"/><Relationship Id="rId31" Type="http://schemas.openxmlformats.org/officeDocument/2006/relationships/image" Target="../media/image42.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50.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7.png"/><Relationship Id="rId10" Type="http://schemas.openxmlformats.org/officeDocument/2006/relationships/image" Target="../media/image54.png"/><Relationship Id="rId4" Type="http://schemas.openxmlformats.org/officeDocument/2006/relationships/image" Target="../media/image49.png"/><Relationship Id="rId9"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4.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0.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3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9" Type="http://schemas.openxmlformats.org/officeDocument/2006/relationships/image" Target="../media/image7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6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7573" y="220725"/>
            <a:ext cx="9763760" cy="7324725"/>
          </a:xfrm>
          <a:custGeom>
            <a:avLst/>
            <a:gdLst/>
            <a:ahLst/>
            <a:cxnLst/>
            <a:rect l="l" t="t" r="r" b="b"/>
            <a:pathLst>
              <a:path w="9763760" h="7324725">
                <a:moveTo>
                  <a:pt x="9763252" y="0"/>
                </a:moveTo>
                <a:lnTo>
                  <a:pt x="0" y="0"/>
                </a:lnTo>
                <a:lnTo>
                  <a:pt x="0" y="7324725"/>
                </a:lnTo>
                <a:lnTo>
                  <a:pt x="9763252" y="7324725"/>
                </a:lnTo>
                <a:lnTo>
                  <a:pt x="9763252" y="0"/>
                </a:lnTo>
                <a:close/>
              </a:path>
            </a:pathLst>
          </a:custGeom>
          <a:solidFill>
            <a:srgbClr val="000000">
              <a:alpha val="79998"/>
            </a:srgbClr>
          </a:solidFill>
        </p:spPr>
        <p:txBody>
          <a:bodyPr wrap="square" lIns="0" tIns="0" rIns="0" bIns="0" rtlCol="0"/>
          <a:lstStyle/>
          <a:p>
            <a:endParaRPr/>
          </a:p>
        </p:txBody>
      </p:sp>
      <p:grpSp>
        <p:nvGrpSpPr>
          <p:cNvPr id="3" name="object 3"/>
          <p:cNvGrpSpPr/>
          <p:nvPr/>
        </p:nvGrpSpPr>
        <p:grpSpPr>
          <a:xfrm>
            <a:off x="640936" y="1527350"/>
            <a:ext cx="3337560" cy="3832225"/>
            <a:chOff x="640936" y="1527350"/>
            <a:chExt cx="3337560" cy="3832225"/>
          </a:xfrm>
        </p:grpSpPr>
        <p:pic>
          <p:nvPicPr>
            <p:cNvPr id="4" name="object 4"/>
            <p:cNvPicPr/>
            <p:nvPr/>
          </p:nvPicPr>
          <p:blipFill>
            <a:blip r:embed="rId2" cstate="print"/>
            <a:stretch>
              <a:fillRect/>
            </a:stretch>
          </p:blipFill>
          <p:spPr>
            <a:xfrm>
              <a:off x="640936" y="1527350"/>
              <a:ext cx="3337527" cy="3832049"/>
            </a:xfrm>
            <a:prstGeom prst="rect">
              <a:avLst/>
            </a:prstGeom>
          </p:spPr>
        </p:pic>
        <p:pic>
          <p:nvPicPr>
            <p:cNvPr id="5" name="object 5"/>
            <p:cNvPicPr/>
            <p:nvPr/>
          </p:nvPicPr>
          <p:blipFill>
            <a:blip r:embed="rId3" cstate="print"/>
            <a:stretch>
              <a:fillRect/>
            </a:stretch>
          </p:blipFill>
          <p:spPr>
            <a:xfrm>
              <a:off x="3276600" y="1638300"/>
              <a:ext cx="558800" cy="609600"/>
            </a:xfrm>
            <a:prstGeom prst="rect">
              <a:avLst/>
            </a:prstGeom>
          </p:spPr>
        </p:pic>
      </p:grpSp>
      <p:sp>
        <p:nvSpPr>
          <p:cNvPr id="6" name="object 6"/>
          <p:cNvSpPr txBox="1"/>
          <p:nvPr/>
        </p:nvSpPr>
        <p:spPr>
          <a:xfrm>
            <a:off x="500179" y="5573185"/>
            <a:ext cx="3634104" cy="854075"/>
          </a:xfrm>
          <a:prstGeom prst="rect">
            <a:avLst/>
          </a:prstGeom>
        </p:spPr>
        <p:txBody>
          <a:bodyPr vert="horz" wrap="square" lIns="0" tIns="12700" rIns="0" bIns="0" rtlCol="0">
            <a:spAutoFit/>
          </a:bodyPr>
          <a:lstStyle/>
          <a:p>
            <a:pPr marL="285115" marR="344805" indent="457834">
              <a:lnSpc>
                <a:spcPct val="131100"/>
              </a:lnSpc>
              <a:spcBef>
                <a:spcPts val="100"/>
              </a:spcBef>
            </a:pPr>
            <a:r>
              <a:rPr sz="1050" b="1" dirty="0">
                <a:solidFill>
                  <a:srgbClr val="FFFFFF"/>
                </a:solidFill>
                <a:latin typeface="Trebuchet MS"/>
                <a:cs typeface="Trebuchet MS"/>
              </a:rPr>
              <a:t>Lecture</a:t>
            </a:r>
            <a:r>
              <a:rPr sz="1050" b="1" spc="80" dirty="0">
                <a:solidFill>
                  <a:srgbClr val="FFFFFF"/>
                </a:solidFill>
                <a:latin typeface="Trebuchet MS"/>
                <a:cs typeface="Trebuchet MS"/>
              </a:rPr>
              <a:t> </a:t>
            </a:r>
            <a:r>
              <a:rPr sz="1050" b="1" spc="70" dirty="0">
                <a:solidFill>
                  <a:srgbClr val="FFFFFF"/>
                </a:solidFill>
                <a:latin typeface="Trebuchet MS"/>
                <a:cs typeface="Trebuchet MS"/>
              </a:rPr>
              <a:t>slides</a:t>
            </a:r>
            <a:r>
              <a:rPr sz="1050" b="1" spc="85" dirty="0">
                <a:solidFill>
                  <a:srgbClr val="FFFFFF"/>
                </a:solidFill>
                <a:latin typeface="Trebuchet MS"/>
                <a:cs typeface="Trebuchet MS"/>
              </a:rPr>
              <a:t> </a:t>
            </a:r>
            <a:r>
              <a:rPr sz="1050" b="1" spc="60" dirty="0">
                <a:solidFill>
                  <a:srgbClr val="FFFFFF"/>
                </a:solidFill>
                <a:latin typeface="Trebuchet MS"/>
                <a:cs typeface="Trebuchet MS"/>
              </a:rPr>
              <a:t>by</a:t>
            </a:r>
            <a:r>
              <a:rPr sz="1050" b="1" spc="85" dirty="0">
                <a:solidFill>
                  <a:srgbClr val="FFFFFF"/>
                </a:solidFill>
                <a:latin typeface="Trebuchet MS"/>
                <a:cs typeface="Trebuchet MS"/>
              </a:rPr>
              <a:t> </a:t>
            </a:r>
            <a:r>
              <a:rPr sz="1050" b="1" spc="50" dirty="0">
                <a:solidFill>
                  <a:srgbClr val="FFFFFF"/>
                </a:solidFill>
                <a:latin typeface="Trebuchet MS"/>
                <a:cs typeface="Trebuchet MS"/>
              </a:rPr>
              <a:t>Kevin</a:t>
            </a:r>
            <a:r>
              <a:rPr sz="1050" b="1" spc="80" dirty="0">
                <a:solidFill>
                  <a:srgbClr val="FFFFFF"/>
                </a:solidFill>
                <a:latin typeface="Trebuchet MS"/>
                <a:cs typeface="Trebuchet MS"/>
              </a:rPr>
              <a:t> </a:t>
            </a:r>
            <a:r>
              <a:rPr sz="1050" b="1" spc="-20" dirty="0">
                <a:solidFill>
                  <a:srgbClr val="FFFFFF"/>
                </a:solidFill>
                <a:latin typeface="Trebuchet MS"/>
                <a:cs typeface="Trebuchet MS"/>
              </a:rPr>
              <a:t>Wayne </a:t>
            </a:r>
            <a:r>
              <a:rPr sz="1050" b="1" spc="65" dirty="0">
                <a:solidFill>
                  <a:srgbClr val="FFFFFF"/>
                </a:solidFill>
                <a:latin typeface="Trebuchet MS"/>
                <a:cs typeface="Trebuchet MS"/>
              </a:rPr>
              <a:t>Copyright</a:t>
            </a:r>
            <a:r>
              <a:rPr sz="1050" b="1" spc="45" dirty="0">
                <a:solidFill>
                  <a:srgbClr val="FFFFFF"/>
                </a:solidFill>
                <a:latin typeface="Trebuchet MS"/>
                <a:cs typeface="Trebuchet MS"/>
              </a:rPr>
              <a:t> </a:t>
            </a:r>
            <a:r>
              <a:rPr sz="1050" b="1" spc="125" dirty="0">
                <a:solidFill>
                  <a:srgbClr val="FFFFFF"/>
                </a:solidFill>
                <a:latin typeface="Trebuchet MS"/>
                <a:cs typeface="Trebuchet MS"/>
              </a:rPr>
              <a:t>©</a:t>
            </a:r>
            <a:r>
              <a:rPr sz="1050" b="1" spc="50" dirty="0">
                <a:solidFill>
                  <a:srgbClr val="FFFFFF"/>
                </a:solidFill>
                <a:latin typeface="Trebuchet MS"/>
                <a:cs typeface="Trebuchet MS"/>
              </a:rPr>
              <a:t> </a:t>
            </a:r>
            <a:r>
              <a:rPr sz="1050" b="1" spc="75" dirty="0">
                <a:solidFill>
                  <a:srgbClr val="FFFFFF"/>
                </a:solidFill>
                <a:latin typeface="Trebuchet MS"/>
                <a:cs typeface="Trebuchet MS"/>
              </a:rPr>
              <a:t>2005</a:t>
            </a:r>
            <a:r>
              <a:rPr sz="1050" b="1" spc="50" dirty="0">
                <a:solidFill>
                  <a:srgbClr val="FFFFFF"/>
                </a:solidFill>
                <a:latin typeface="Trebuchet MS"/>
                <a:cs typeface="Trebuchet MS"/>
              </a:rPr>
              <a:t> </a:t>
            </a:r>
            <a:r>
              <a:rPr sz="1050" b="1" spc="80" dirty="0">
                <a:solidFill>
                  <a:srgbClr val="FFFFFF"/>
                </a:solidFill>
                <a:latin typeface="Trebuchet MS"/>
                <a:cs typeface="Trebuchet MS"/>
              </a:rPr>
              <a:t>Pearson-Addison</a:t>
            </a:r>
            <a:r>
              <a:rPr sz="1050" b="1" spc="45" dirty="0">
                <a:solidFill>
                  <a:srgbClr val="FFFFFF"/>
                </a:solidFill>
                <a:latin typeface="Trebuchet MS"/>
                <a:cs typeface="Trebuchet MS"/>
              </a:rPr>
              <a:t> </a:t>
            </a:r>
            <a:r>
              <a:rPr sz="1050" b="1" spc="-10" dirty="0">
                <a:solidFill>
                  <a:srgbClr val="FFFFFF"/>
                </a:solidFill>
                <a:latin typeface="Trebuchet MS"/>
                <a:cs typeface="Trebuchet MS"/>
              </a:rPr>
              <a:t>Wesley</a:t>
            </a:r>
            <a:endParaRPr sz="1050">
              <a:latin typeface="Trebuchet MS"/>
              <a:cs typeface="Trebuchet MS"/>
            </a:endParaRPr>
          </a:p>
          <a:p>
            <a:pPr marL="709930">
              <a:lnSpc>
                <a:spcPct val="100000"/>
              </a:lnSpc>
              <a:spcBef>
                <a:spcPts val="390"/>
              </a:spcBef>
            </a:pPr>
            <a:r>
              <a:rPr sz="1050" b="1" spc="65" dirty="0">
                <a:solidFill>
                  <a:srgbClr val="FFFFFF"/>
                </a:solidFill>
                <a:latin typeface="Trebuchet MS"/>
                <a:cs typeface="Trebuchet MS"/>
              </a:rPr>
              <a:t>Copyright</a:t>
            </a:r>
            <a:r>
              <a:rPr sz="1050" b="1" spc="40" dirty="0">
                <a:solidFill>
                  <a:srgbClr val="FFFFFF"/>
                </a:solidFill>
                <a:latin typeface="Trebuchet MS"/>
                <a:cs typeface="Trebuchet MS"/>
              </a:rPr>
              <a:t> </a:t>
            </a:r>
            <a:r>
              <a:rPr sz="1050" b="1" spc="125" dirty="0">
                <a:solidFill>
                  <a:srgbClr val="FFFFFF"/>
                </a:solidFill>
                <a:latin typeface="Trebuchet MS"/>
                <a:cs typeface="Trebuchet MS"/>
              </a:rPr>
              <a:t>©</a:t>
            </a:r>
            <a:r>
              <a:rPr sz="1050" b="1" spc="40" dirty="0">
                <a:solidFill>
                  <a:srgbClr val="FFFFFF"/>
                </a:solidFill>
                <a:latin typeface="Trebuchet MS"/>
                <a:cs typeface="Trebuchet MS"/>
              </a:rPr>
              <a:t> </a:t>
            </a:r>
            <a:r>
              <a:rPr sz="1050" b="1" spc="75" dirty="0">
                <a:solidFill>
                  <a:srgbClr val="FFFFFF"/>
                </a:solidFill>
                <a:latin typeface="Trebuchet MS"/>
                <a:cs typeface="Trebuchet MS"/>
              </a:rPr>
              <a:t>2013</a:t>
            </a:r>
            <a:r>
              <a:rPr sz="1050" b="1" spc="40" dirty="0">
                <a:solidFill>
                  <a:srgbClr val="FFFFFF"/>
                </a:solidFill>
                <a:latin typeface="Trebuchet MS"/>
                <a:cs typeface="Trebuchet MS"/>
              </a:rPr>
              <a:t> </a:t>
            </a:r>
            <a:r>
              <a:rPr sz="1050" b="1" spc="50" dirty="0">
                <a:solidFill>
                  <a:srgbClr val="FFFFFF"/>
                </a:solidFill>
                <a:latin typeface="Trebuchet MS"/>
                <a:cs typeface="Trebuchet MS"/>
              </a:rPr>
              <a:t>Kevin</a:t>
            </a:r>
            <a:r>
              <a:rPr sz="1050" b="1" spc="40" dirty="0">
                <a:solidFill>
                  <a:srgbClr val="FFFFFF"/>
                </a:solidFill>
                <a:latin typeface="Trebuchet MS"/>
                <a:cs typeface="Trebuchet MS"/>
              </a:rPr>
              <a:t> </a:t>
            </a:r>
            <a:r>
              <a:rPr sz="1050" b="1" spc="-20" dirty="0">
                <a:solidFill>
                  <a:srgbClr val="FFFFFF"/>
                </a:solidFill>
                <a:latin typeface="Trebuchet MS"/>
                <a:cs typeface="Trebuchet MS"/>
              </a:rPr>
              <a:t>Wayne</a:t>
            </a:r>
            <a:endParaRPr sz="1050">
              <a:latin typeface="Trebuchet MS"/>
              <a:cs typeface="Trebuchet MS"/>
            </a:endParaRPr>
          </a:p>
          <a:p>
            <a:pPr marL="12700">
              <a:lnSpc>
                <a:spcPct val="100000"/>
              </a:lnSpc>
              <a:spcBef>
                <a:spcPts val="605"/>
              </a:spcBef>
            </a:pPr>
            <a:r>
              <a:rPr sz="800" b="1" spc="145" dirty="0">
                <a:solidFill>
                  <a:srgbClr val="FFFFFF"/>
                </a:solidFill>
                <a:latin typeface="Trebuchet MS"/>
                <a:cs typeface="Trebuchet MS"/>
                <a:hlinkClick r:id="rId4"/>
              </a:rPr>
              <a:t>http://www.cs.princeton.edu/~wayne/kleinberg-</a:t>
            </a:r>
            <a:r>
              <a:rPr sz="800" b="1" spc="135" dirty="0">
                <a:solidFill>
                  <a:srgbClr val="FFFFFF"/>
                </a:solidFill>
                <a:latin typeface="Trebuchet MS"/>
                <a:cs typeface="Trebuchet MS"/>
                <a:hlinkClick r:id="rId4"/>
              </a:rPr>
              <a:t>tardos </a:t>
            </a:r>
            <a:endParaRPr sz="800">
              <a:latin typeface="Trebuchet MS"/>
              <a:cs typeface="Trebuchet MS"/>
            </a:endParaRPr>
          </a:p>
        </p:txBody>
      </p:sp>
      <p:sp>
        <p:nvSpPr>
          <p:cNvPr id="7" name="object 7"/>
          <p:cNvSpPr/>
          <p:nvPr/>
        </p:nvSpPr>
        <p:spPr>
          <a:xfrm>
            <a:off x="4487059" y="1985146"/>
            <a:ext cx="4893945" cy="0"/>
          </a:xfrm>
          <a:custGeom>
            <a:avLst/>
            <a:gdLst/>
            <a:ahLst/>
            <a:cxnLst/>
            <a:rect l="l" t="t" r="r" b="b"/>
            <a:pathLst>
              <a:path w="4893945">
                <a:moveTo>
                  <a:pt x="0" y="0"/>
                </a:moveTo>
                <a:lnTo>
                  <a:pt x="4893381" y="0"/>
                </a:lnTo>
              </a:path>
            </a:pathLst>
          </a:custGeom>
          <a:ln w="14306">
            <a:solidFill>
              <a:srgbClr val="FFFFFF"/>
            </a:solidFill>
          </a:ln>
        </p:spPr>
        <p:txBody>
          <a:bodyPr wrap="square" lIns="0" tIns="0" rIns="0" bIns="0" rtlCol="0"/>
          <a:lstStyle/>
          <a:p>
            <a:endParaRPr/>
          </a:p>
        </p:txBody>
      </p:sp>
      <p:sp>
        <p:nvSpPr>
          <p:cNvPr id="8" name="object 8"/>
          <p:cNvSpPr txBox="1"/>
          <p:nvPr/>
        </p:nvSpPr>
        <p:spPr>
          <a:xfrm>
            <a:off x="7236185" y="7189404"/>
            <a:ext cx="2122170" cy="163195"/>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FFFFFF"/>
                </a:solidFill>
                <a:latin typeface="Lucida Sans Unicode"/>
                <a:cs typeface="Lucida Sans Unicode"/>
              </a:rPr>
              <a:t>Last</a:t>
            </a:r>
            <a:r>
              <a:rPr sz="900" spc="-15" dirty="0">
                <a:solidFill>
                  <a:srgbClr val="FFFFFF"/>
                </a:solidFill>
                <a:latin typeface="Lucida Sans Unicode"/>
                <a:cs typeface="Lucida Sans Unicode"/>
              </a:rPr>
              <a:t> </a:t>
            </a:r>
            <a:r>
              <a:rPr sz="900" dirty="0">
                <a:solidFill>
                  <a:srgbClr val="FFFFFF"/>
                </a:solidFill>
                <a:latin typeface="Lucida Sans Unicode"/>
                <a:cs typeface="Lucida Sans Unicode"/>
              </a:rPr>
              <a:t>updated</a:t>
            </a:r>
            <a:r>
              <a:rPr sz="900" spc="-15" dirty="0">
                <a:solidFill>
                  <a:srgbClr val="FFFFFF"/>
                </a:solidFill>
                <a:latin typeface="Lucida Sans Unicode"/>
                <a:cs typeface="Lucida Sans Unicode"/>
              </a:rPr>
              <a:t> </a:t>
            </a:r>
            <a:r>
              <a:rPr sz="900" dirty="0">
                <a:solidFill>
                  <a:srgbClr val="FFFFFF"/>
                </a:solidFill>
                <a:latin typeface="Lucida Sans Unicode"/>
                <a:cs typeface="Lucida Sans Unicode"/>
              </a:rPr>
              <a:t>on</a:t>
            </a:r>
            <a:r>
              <a:rPr sz="900" spc="-10" dirty="0">
                <a:solidFill>
                  <a:srgbClr val="FFFFFF"/>
                </a:solidFill>
                <a:latin typeface="Lucida Sans Unicode"/>
                <a:cs typeface="Lucida Sans Unicode"/>
              </a:rPr>
              <a:t> </a:t>
            </a:r>
            <a:r>
              <a:rPr sz="900" dirty="0">
                <a:solidFill>
                  <a:srgbClr val="FFFFFF"/>
                </a:solidFill>
                <a:latin typeface="Lucida Sans Unicode"/>
                <a:cs typeface="Lucida Sans Unicode"/>
              </a:rPr>
              <a:t>Oct</a:t>
            </a:r>
            <a:r>
              <a:rPr sz="900" spc="-15" dirty="0">
                <a:solidFill>
                  <a:srgbClr val="FFFFFF"/>
                </a:solidFill>
                <a:latin typeface="Lucida Sans Unicode"/>
                <a:cs typeface="Lucida Sans Unicode"/>
              </a:rPr>
              <a:t> </a:t>
            </a:r>
            <a:r>
              <a:rPr sz="900" dirty="0">
                <a:solidFill>
                  <a:srgbClr val="FFFFFF"/>
                </a:solidFill>
                <a:latin typeface="Lucida Sans Unicode"/>
                <a:cs typeface="Lucida Sans Unicode"/>
              </a:rPr>
              <a:t>2,</a:t>
            </a:r>
            <a:r>
              <a:rPr sz="900" spc="-10" dirty="0">
                <a:solidFill>
                  <a:srgbClr val="FFFFFF"/>
                </a:solidFill>
                <a:latin typeface="Lucida Sans Unicode"/>
                <a:cs typeface="Lucida Sans Unicode"/>
              </a:rPr>
              <a:t> </a:t>
            </a:r>
            <a:r>
              <a:rPr sz="900" dirty="0">
                <a:solidFill>
                  <a:srgbClr val="FFFFFF"/>
                </a:solidFill>
                <a:latin typeface="Lucida Sans Unicode"/>
                <a:cs typeface="Lucida Sans Unicode"/>
              </a:rPr>
              <a:t>2013</a:t>
            </a:r>
            <a:r>
              <a:rPr sz="900" spc="-15" dirty="0">
                <a:solidFill>
                  <a:srgbClr val="FFFFFF"/>
                </a:solidFill>
                <a:latin typeface="Lucida Sans Unicode"/>
                <a:cs typeface="Lucida Sans Unicode"/>
              </a:rPr>
              <a:t> </a:t>
            </a:r>
            <a:r>
              <a:rPr sz="900" dirty="0">
                <a:solidFill>
                  <a:srgbClr val="FFFFFF"/>
                </a:solidFill>
                <a:latin typeface="Lucida Sans Unicode"/>
                <a:cs typeface="Lucida Sans Unicode"/>
              </a:rPr>
              <a:t>9:51</a:t>
            </a:r>
            <a:r>
              <a:rPr sz="900" spc="-10" dirty="0">
                <a:solidFill>
                  <a:srgbClr val="FFFFFF"/>
                </a:solidFill>
                <a:latin typeface="Lucida Sans Unicode"/>
                <a:cs typeface="Lucida Sans Unicode"/>
              </a:rPr>
              <a:t> </a:t>
            </a:r>
            <a:r>
              <a:rPr sz="900" spc="-25" dirty="0">
                <a:solidFill>
                  <a:srgbClr val="FFFFFF"/>
                </a:solidFill>
                <a:latin typeface="Lucida Sans Unicode"/>
                <a:cs typeface="Lucida Sans Unicode"/>
              </a:rPr>
              <a:t>AM</a:t>
            </a:r>
            <a:endParaRPr sz="900">
              <a:latin typeface="Lucida Sans Unicode"/>
              <a:cs typeface="Lucida Sans Unicode"/>
            </a:endParaRPr>
          </a:p>
        </p:txBody>
      </p:sp>
      <p:sp>
        <p:nvSpPr>
          <p:cNvPr id="9" name="object 9"/>
          <p:cNvSpPr txBox="1">
            <a:spLocks noGrp="1"/>
          </p:cNvSpPr>
          <p:nvPr>
            <p:ph type="title"/>
          </p:nvPr>
        </p:nvSpPr>
        <p:spPr>
          <a:xfrm>
            <a:off x="4512540" y="1428813"/>
            <a:ext cx="4555259" cy="437515"/>
          </a:xfrm>
          <a:prstGeom prst="rect">
            <a:avLst/>
          </a:prstGeom>
        </p:spPr>
        <p:txBody>
          <a:bodyPr vert="horz" wrap="square" lIns="0" tIns="12700" rIns="0" bIns="0" rtlCol="0">
            <a:spAutoFit/>
          </a:bodyPr>
          <a:lstStyle/>
          <a:p>
            <a:pPr marL="12700">
              <a:lnSpc>
                <a:spcPct val="100000"/>
              </a:lnSpc>
              <a:spcBef>
                <a:spcPts val="100"/>
              </a:spcBef>
              <a:tabLst>
                <a:tab pos="523875" algn="l"/>
              </a:tabLst>
            </a:pPr>
            <a:r>
              <a:rPr sz="2700" b="1" cap="small" spc="-25" dirty="0">
                <a:solidFill>
                  <a:srgbClr val="FFFFFF"/>
                </a:solidFill>
                <a:latin typeface="Tahoma"/>
                <a:cs typeface="Tahoma"/>
              </a:rPr>
              <a:t>5.</a:t>
            </a:r>
            <a:r>
              <a:rPr sz="2700" b="1" cap="small" dirty="0">
                <a:solidFill>
                  <a:srgbClr val="FFFFFF"/>
                </a:solidFill>
                <a:latin typeface="Tahoma"/>
                <a:cs typeface="Tahoma"/>
              </a:rPr>
              <a:t>	</a:t>
            </a:r>
            <a:r>
              <a:rPr sz="2700" b="1" cap="small" spc="-200" dirty="0">
                <a:solidFill>
                  <a:srgbClr val="FFFFFF"/>
                </a:solidFill>
                <a:latin typeface="Tahoma"/>
                <a:cs typeface="Tahoma"/>
              </a:rPr>
              <a:t>Divide</a:t>
            </a:r>
            <a:r>
              <a:rPr sz="2700" b="1" cap="small" spc="55" dirty="0">
                <a:solidFill>
                  <a:srgbClr val="FFFFFF"/>
                </a:solidFill>
                <a:latin typeface="Tahoma"/>
                <a:cs typeface="Tahoma"/>
              </a:rPr>
              <a:t> </a:t>
            </a:r>
            <a:r>
              <a:rPr sz="2700" b="1" cap="small" dirty="0">
                <a:solidFill>
                  <a:srgbClr val="FFFFFF"/>
                </a:solidFill>
                <a:latin typeface="Tahoma"/>
                <a:cs typeface="Tahoma"/>
              </a:rPr>
              <a:t>And</a:t>
            </a:r>
            <a:r>
              <a:rPr sz="2700" b="1" cap="small" spc="55" dirty="0">
                <a:solidFill>
                  <a:srgbClr val="FFFFFF"/>
                </a:solidFill>
                <a:latin typeface="Tahoma"/>
                <a:cs typeface="Tahoma"/>
              </a:rPr>
              <a:t> </a:t>
            </a:r>
            <a:r>
              <a:rPr sz="2700" b="1" cap="small" spc="-10" dirty="0">
                <a:solidFill>
                  <a:srgbClr val="FFFFFF"/>
                </a:solidFill>
                <a:latin typeface="Tahoma"/>
                <a:cs typeface="Tahoma"/>
              </a:rPr>
              <a:t>Conquer</a:t>
            </a:r>
            <a:r>
              <a:rPr sz="2700" b="1" cap="small" spc="55" dirty="0">
                <a:solidFill>
                  <a:srgbClr val="FFFFFF"/>
                </a:solidFill>
                <a:latin typeface="Tahoma"/>
                <a:cs typeface="Tahoma"/>
              </a:rPr>
              <a:t> </a:t>
            </a:r>
            <a:r>
              <a:rPr sz="2700" b="1" cap="small" spc="-925" dirty="0">
                <a:solidFill>
                  <a:srgbClr val="FFFFFF"/>
                </a:solidFill>
                <a:latin typeface="Tahoma"/>
                <a:cs typeface="Tahoma"/>
              </a:rPr>
              <a:t>I</a:t>
            </a:r>
            <a:endParaRPr sz="2700">
              <a:latin typeface="Tahoma"/>
              <a:cs typeface="Tahoma"/>
            </a:endParaRPr>
          </a:p>
        </p:txBody>
      </p:sp>
      <p:sp>
        <p:nvSpPr>
          <p:cNvPr id="10" name="object 10"/>
          <p:cNvSpPr txBox="1"/>
          <p:nvPr/>
        </p:nvSpPr>
        <p:spPr>
          <a:xfrm>
            <a:off x="4512541" y="2115505"/>
            <a:ext cx="2877820" cy="2409825"/>
          </a:xfrm>
          <a:prstGeom prst="rect">
            <a:avLst/>
          </a:prstGeom>
        </p:spPr>
        <p:txBody>
          <a:bodyPr vert="horz" wrap="square" lIns="0" tIns="146685" rIns="0" bIns="0" rtlCol="0">
            <a:spAutoFit/>
          </a:bodyPr>
          <a:lstStyle/>
          <a:p>
            <a:pPr marL="250825" indent="-238125">
              <a:lnSpc>
                <a:spcPct val="100000"/>
              </a:lnSpc>
              <a:spcBef>
                <a:spcPts val="1155"/>
              </a:spcBef>
              <a:buFont typeface="Lucida Sans Unicode"/>
              <a:buChar char="‣"/>
              <a:tabLst>
                <a:tab pos="250825" algn="l"/>
              </a:tabLst>
            </a:pPr>
            <a:r>
              <a:rPr sz="2250" i="1" spc="-145" dirty="0">
                <a:solidFill>
                  <a:srgbClr val="FFFFFF"/>
                </a:solidFill>
                <a:latin typeface="Verdana"/>
                <a:cs typeface="Verdana"/>
              </a:rPr>
              <a:t>mergesort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FFFFFF"/>
                </a:solidFill>
                <a:latin typeface="Verdana"/>
                <a:cs typeface="Verdana"/>
              </a:rPr>
              <a:t>counting</a:t>
            </a:r>
            <a:r>
              <a:rPr sz="2250" i="1" spc="-80" dirty="0">
                <a:solidFill>
                  <a:srgbClr val="FFFFFF"/>
                </a:solidFill>
                <a:latin typeface="Verdana"/>
                <a:cs typeface="Verdana"/>
              </a:rPr>
              <a:t> </a:t>
            </a:r>
            <a:r>
              <a:rPr sz="2250" i="1" spc="-110" dirty="0">
                <a:solidFill>
                  <a:srgbClr val="FFFFFF"/>
                </a:solidFill>
                <a:latin typeface="Verdana"/>
                <a:cs typeface="Verdana"/>
              </a:rPr>
              <a:t>inversions</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50" dirty="0">
                <a:solidFill>
                  <a:srgbClr val="FFFFFF"/>
                </a:solidFill>
                <a:latin typeface="Verdana"/>
                <a:cs typeface="Verdana"/>
              </a:rPr>
              <a:t>closest</a:t>
            </a:r>
            <a:r>
              <a:rPr sz="2250" i="1" spc="-110" dirty="0">
                <a:solidFill>
                  <a:srgbClr val="FFFFFF"/>
                </a:solidFill>
                <a:latin typeface="Verdana"/>
                <a:cs typeface="Verdana"/>
              </a:rPr>
              <a:t> </a:t>
            </a:r>
            <a:r>
              <a:rPr sz="2250" i="1" spc="-125" dirty="0">
                <a:solidFill>
                  <a:srgbClr val="FFFFFF"/>
                </a:solidFill>
                <a:latin typeface="Verdana"/>
                <a:cs typeface="Verdana"/>
              </a:rPr>
              <a:t>pair</a:t>
            </a:r>
            <a:r>
              <a:rPr sz="2250" i="1" spc="-110" dirty="0">
                <a:solidFill>
                  <a:srgbClr val="FFFFFF"/>
                </a:solidFill>
                <a:latin typeface="Verdana"/>
                <a:cs typeface="Verdana"/>
              </a:rPr>
              <a:t> </a:t>
            </a:r>
            <a:r>
              <a:rPr sz="2250" i="1" spc="-170" dirty="0">
                <a:solidFill>
                  <a:srgbClr val="FFFFFF"/>
                </a:solidFill>
                <a:latin typeface="Verdana"/>
                <a:cs typeface="Verdana"/>
              </a:rPr>
              <a:t>of</a:t>
            </a:r>
            <a:r>
              <a:rPr sz="2250" i="1" spc="-110" dirty="0">
                <a:solidFill>
                  <a:srgbClr val="FFFFFF"/>
                </a:solidFill>
                <a:latin typeface="Verdana"/>
                <a:cs typeface="Verdana"/>
              </a:rPr>
              <a:t> </a:t>
            </a:r>
            <a:r>
              <a:rPr sz="2250" i="1" spc="-40" dirty="0">
                <a:solidFill>
                  <a:srgbClr val="FFFFFF"/>
                </a:solidFill>
                <a:latin typeface="Verdana"/>
                <a:cs typeface="Verdana"/>
              </a:rPr>
              <a:t>points</a:t>
            </a:r>
            <a:endParaRPr sz="2250">
              <a:latin typeface="Verdana"/>
              <a:cs typeface="Verdana"/>
            </a:endParaRPr>
          </a:p>
          <a:p>
            <a:pPr marL="250825" indent="-238125">
              <a:lnSpc>
                <a:spcPct val="100000"/>
              </a:lnSpc>
              <a:spcBef>
                <a:spcPts val="1050"/>
              </a:spcBef>
              <a:buFont typeface="Lucida Sans Unicode"/>
              <a:buChar char="‣"/>
              <a:tabLst>
                <a:tab pos="250825" algn="l"/>
              </a:tabLst>
            </a:pPr>
            <a:r>
              <a:rPr sz="2250" i="1" spc="-195" dirty="0">
                <a:solidFill>
                  <a:srgbClr val="FFFFFF"/>
                </a:solidFill>
                <a:latin typeface="Verdana"/>
                <a:cs typeface="Verdana"/>
              </a:rPr>
              <a:t>randomized</a:t>
            </a:r>
            <a:r>
              <a:rPr sz="2250" i="1" spc="-50" dirty="0">
                <a:solidFill>
                  <a:srgbClr val="FFFFFF"/>
                </a:solidFill>
                <a:latin typeface="Verdana"/>
                <a:cs typeface="Verdana"/>
              </a:rPr>
              <a:t> </a:t>
            </a:r>
            <a:r>
              <a:rPr sz="2250" i="1" spc="-200" dirty="0">
                <a:solidFill>
                  <a:srgbClr val="FFFFFF"/>
                </a:solidFill>
                <a:latin typeface="Verdana"/>
                <a:cs typeface="Verdana"/>
              </a:rPr>
              <a:t>quicksort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FFFFFF"/>
                </a:solidFill>
                <a:latin typeface="Verdana"/>
                <a:cs typeface="Verdana"/>
              </a:rPr>
              <a:t>median</a:t>
            </a:r>
            <a:r>
              <a:rPr sz="2250" i="1" spc="-105" dirty="0">
                <a:solidFill>
                  <a:srgbClr val="FFFFFF"/>
                </a:solidFill>
                <a:latin typeface="Verdana"/>
                <a:cs typeface="Verdana"/>
              </a:rPr>
              <a:t> </a:t>
            </a:r>
            <a:r>
              <a:rPr sz="2250" i="1" spc="-175" dirty="0">
                <a:solidFill>
                  <a:srgbClr val="FFFFFF"/>
                </a:solidFill>
                <a:latin typeface="Verdana"/>
                <a:cs typeface="Verdana"/>
              </a:rPr>
              <a:t>and</a:t>
            </a:r>
            <a:r>
              <a:rPr sz="2250" i="1" spc="-110" dirty="0">
                <a:solidFill>
                  <a:srgbClr val="FFFFFF"/>
                </a:solidFill>
                <a:latin typeface="Verdana"/>
                <a:cs typeface="Verdana"/>
              </a:rPr>
              <a:t> </a:t>
            </a:r>
            <a:r>
              <a:rPr sz="2250" i="1" spc="-155" dirty="0">
                <a:solidFill>
                  <a:srgbClr val="FFFFFF"/>
                </a:solidFill>
                <a:latin typeface="Verdana"/>
                <a:cs typeface="Verdana"/>
              </a:rPr>
              <a:t>selection</a:t>
            </a:r>
            <a:endParaRPr sz="2250">
              <a:latin typeface="Verdana"/>
              <a:cs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Divide-</a:t>
            </a:r>
            <a:r>
              <a:rPr spc="-25" dirty="0"/>
              <a:t>and-</a:t>
            </a:r>
            <a:r>
              <a:rPr dirty="0"/>
              <a:t>conquer</a:t>
            </a:r>
            <a:r>
              <a:rPr spc="305" dirty="0"/>
              <a:t> </a:t>
            </a:r>
            <a:r>
              <a:rPr spc="50" dirty="0"/>
              <a:t>paradigm</a:t>
            </a:r>
          </a:p>
        </p:txBody>
      </p:sp>
      <p:sp>
        <p:nvSpPr>
          <p:cNvPr id="4" name="object 4"/>
          <p:cNvSpPr txBox="1"/>
          <p:nvPr/>
        </p:nvSpPr>
        <p:spPr>
          <a:xfrm>
            <a:off x="618267" y="1218991"/>
            <a:ext cx="8796020" cy="4676775"/>
          </a:xfrm>
          <a:prstGeom prst="rect">
            <a:avLst/>
          </a:prstGeom>
        </p:spPr>
        <p:txBody>
          <a:bodyPr vert="horz" wrap="square" lIns="0" tIns="12700" rIns="0" bIns="0" rtlCol="0">
            <a:spAutoFit/>
          </a:bodyPr>
          <a:lstStyle/>
          <a:p>
            <a:pPr marL="139700">
              <a:lnSpc>
                <a:spcPts val="1980"/>
              </a:lnSpc>
              <a:spcBef>
                <a:spcPts val="100"/>
              </a:spcBef>
            </a:pPr>
            <a:r>
              <a:rPr sz="1800" spc="-55" dirty="0">
                <a:solidFill>
                  <a:srgbClr val="0048AA"/>
                </a:solidFill>
                <a:latin typeface="Lucida Sans Unicode"/>
                <a:cs typeface="Lucida Sans Unicode"/>
              </a:rPr>
              <a:t>Divide-</a:t>
            </a:r>
            <a:r>
              <a:rPr sz="1800" spc="-60" dirty="0">
                <a:solidFill>
                  <a:srgbClr val="0048AA"/>
                </a:solidFill>
                <a:latin typeface="Lucida Sans Unicode"/>
                <a:cs typeface="Lucida Sans Unicode"/>
              </a:rPr>
              <a:t>and-</a:t>
            </a:r>
            <a:r>
              <a:rPr sz="1800" spc="-10" dirty="0">
                <a:solidFill>
                  <a:srgbClr val="0048AA"/>
                </a:solidFill>
                <a:latin typeface="Lucida Sans Unicode"/>
                <a:cs typeface="Lucida Sans Unicode"/>
              </a:rPr>
              <a:t>conquer.</a:t>
            </a:r>
            <a:endParaRPr sz="1800">
              <a:latin typeface="Lucida Sans Unicode"/>
              <a:cs typeface="Lucida Sans Unicode"/>
            </a:endParaRPr>
          </a:p>
          <a:p>
            <a:pPr marL="234950">
              <a:lnSpc>
                <a:spcPts val="2960"/>
              </a:lnSpc>
            </a:pPr>
            <a:r>
              <a:rPr sz="4275" spc="2175" baseline="-8771" dirty="0">
                <a:latin typeface="Yu Gothic UI"/>
                <a:cs typeface="Yu Gothic UI"/>
              </a:rPr>
              <a:t>・</a:t>
            </a:r>
            <a:r>
              <a:rPr sz="1800" dirty="0">
                <a:latin typeface="Lucida Sans Unicode"/>
                <a:cs typeface="Lucida Sans Unicode"/>
              </a:rPr>
              <a:t>Divide</a:t>
            </a:r>
            <a:r>
              <a:rPr sz="1800" spc="10" dirty="0">
                <a:latin typeface="Lucida Sans Unicode"/>
                <a:cs typeface="Lucida Sans Unicode"/>
              </a:rPr>
              <a:t> </a:t>
            </a:r>
            <a:r>
              <a:rPr sz="1800" dirty="0">
                <a:latin typeface="Lucida Sans Unicode"/>
                <a:cs typeface="Lucida Sans Unicode"/>
              </a:rPr>
              <a:t>up</a:t>
            </a:r>
            <a:r>
              <a:rPr sz="1800" spc="10" dirty="0">
                <a:latin typeface="Lucida Sans Unicode"/>
                <a:cs typeface="Lucida Sans Unicode"/>
              </a:rPr>
              <a:t> </a:t>
            </a:r>
            <a:r>
              <a:rPr sz="1800" dirty="0">
                <a:latin typeface="Lucida Sans Unicode"/>
                <a:cs typeface="Lucida Sans Unicode"/>
              </a:rPr>
              <a:t>problem</a:t>
            </a:r>
            <a:r>
              <a:rPr sz="1800" spc="15" dirty="0">
                <a:latin typeface="Lucida Sans Unicode"/>
                <a:cs typeface="Lucida Sans Unicode"/>
              </a:rPr>
              <a:t> </a:t>
            </a:r>
            <a:r>
              <a:rPr sz="1800" dirty="0">
                <a:latin typeface="Lucida Sans Unicode"/>
                <a:cs typeface="Lucida Sans Unicode"/>
              </a:rPr>
              <a:t>into</a:t>
            </a:r>
            <a:r>
              <a:rPr sz="1800" spc="10" dirty="0">
                <a:latin typeface="Lucida Sans Unicode"/>
                <a:cs typeface="Lucida Sans Unicode"/>
              </a:rPr>
              <a:t> </a:t>
            </a:r>
            <a:r>
              <a:rPr sz="1800" dirty="0">
                <a:latin typeface="Lucida Sans Unicode"/>
                <a:cs typeface="Lucida Sans Unicode"/>
              </a:rPr>
              <a:t>several</a:t>
            </a:r>
            <a:r>
              <a:rPr sz="1800" spc="15" dirty="0">
                <a:latin typeface="Lucida Sans Unicode"/>
                <a:cs typeface="Lucida Sans Unicode"/>
              </a:rPr>
              <a:t> </a:t>
            </a:r>
            <a:r>
              <a:rPr sz="1800" spc="-10" dirty="0">
                <a:latin typeface="Lucida Sans Unicode"/>
                <a:cs typeface="Lucida Sans Unicode"/>
              </a:rPr>
              <a:t>subproblems.</a:t>
            </a:r>
            <a:endParaRPr sz="1800">
              <a:latin typeface="Lucida Sans Unicode"/>
              <a:cs typeface="Lucida Sans Unicode"/>
            </a:endParaRPr>
          </a:p>
          <a:p>
            <a:pPr marL="234950">
              <a:lnSpc>
                <a:spcPts val="2855"/>
              </a:lnSpc>
            </a:pPr>
            <a:r>
              <a:rPr sz="4275" spc="2175" baseline="-8771" dirty="0">
                <a:latin typeface="Yu Gothic UI"/>
                <a:cs typeface="Yu Gothic UI"/>
              </a:rPr>
              <a:t>・</a:t>
            </a:r>
            <a:r>
              <a:rPr sz="1800" dirty="0">
                <a:latin typeface="Lucida Sans Unicode"/>
                <a:cs typeface="Lucida Sans Unicode"/>
              </a:rPr>
              <a:t>Solve</a:t>
            </a:r>
            <a:r>
              <a:rPr sz="1800" spc="15" dirty="0">
                <a:latin typeface="Lucida Sans Unicode"/>
                <a:cs typeface="Lucida Sans Unicode"/>
              </a:rPr>
              <a:t> </a:t>
            </a:r>
            <a:r>
              <a:rPr sz="1800" dirty="0">
                <a:latin typeface="Lucida Sans Unicode"/>
                <a:cs typeface="Lucida Sans Unicode"/>
              </a:rPr>
              <a:t>each</a:t>
            </a:r>
            <a:r>
              <a:rPr sz="1800" spc="20" dirty="0">
                <a:latin typeface="Lucida Sans Unicode"/>
                <a:cs typeface="Lucida Sans Unicode"/>
              </a:rPr>
              <a:t> </a:t>
            </a:r>
            <a:r>
              <a:rPr sz="1800" dirty="0">
                <a:latin typeface="Lucida Sans Unicode"/>
                <a:cs typeface="Lucida Sans Unicode"/>
              </a:rPr>
              <a:t>subproblem</a:t>
            </a:r>
            <a:r>
              <a:rPr sz="1800" spc="15" dirty="0">
                <a:latin typeface="Lucida Sans Unicode"/>
                <a:cs typeface="Lucida Sans Unicode"/>
              </a:rPr>
              <a:t> </a:t>
            </a:r>
            <a:r>
              <a:rPr sz="1800" spc="-10" dirty="0">
                <a:latin typeface="Lucida Sans Unicode"/>
                <a:cs typeface="Lucida Sans Unicode"/>
              </a:rPr>
              <a:t>recursively.</a:t>
            </a:r>
            <a:endParaRPr sz="1800">
              <a:latin typeface="Lucida Sans Unicode"/>
              <a:cs typeface="Lucida Sans Unicode"/>
            </a:endParaRPr>
          </a:p>
          <a:p>
            <a:pPr marL="234950">
              <a:lnSpc>
                <a:spcPts val="3135"/>
              </a:lnSpc>
            </a:pPr>
            <a:r>
              <a:rPr sz="4275" spc="2175" baseline="-8771" dirty="0">
                <a:latin typeface="Yu Gothic UI"/>
                <a:cs typeface="Yu Gothic UI"/>
              </a:rPr>
              <a:t>・</a:t>
            </a:r>
            <a:r>
              <a:rPr sz="1800" dirty="0">
                <a:latin typeface="Lucida Sans Unicode"/>
                <a:cs typeface="Lucida Sans Unicode"/>
              </a:rPr>
              <a:t>Combine solutions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subproblems into</a:t>
            </a:r>
            <a:r>
              <a:rPr sz="1800" spc="5" dirty="0">
                <a:latin typeface="Lucida Sans Unicode"/>
                <a:cs typeface="Lucida Sans Unicode"/>
              </a:rPr>
              <a:t> </a:t>
            </a:r>
            <a:r>
              <a:rPr sz="1800" dirty="0">
                <a:latin typeface="Lucida Sans Unicode"/>
                <a:cs typeface="Lucida Sans Unicode"/>
              </a:rPr>
              <a:t>overall</a:t>
            </a:r>
            <a:r>
              <a:rPr sz="1800" spc="5" dirty="0">
                <a:latin typeface="Lucida Sans Unicode"/>
                <a:cs typeface="Lucida Sans Unicode"/>
              </a:rPr>
              <a:t> </a:t>
            </a:r>
            <a:r>
              <a:rPr sz="1800" spc="-10" dirty="0">
                <a:latin typeface="Lucida Sans Unicode"/>
                <a:cs typeface="Lucida Sans Unicode"/>
              </a:rPr>
              <a:t>solution.</a:t>
            </a:r>
            <a:endParaRPr sz="1800">
              <a:latin typeface="Lucida Sans Unicode"/>
              <a:cs typeface="Lucida Sans Unicode"/>
            </a:endParaRPr>
          </a:p>
          <a:p>
            <a:pPr>
              <a:lnSpc>
                <a:spcPct val="100000"/>
              </a:lnSpc>
              <a:spcBef>
                <a:spcPts val="570"/>
              </a:spcBef>
            </a:pPr>
            <a:endParaRPr sz="1800">
              <a:latin typeface="Lucida Sans Unicode"/>
              <a:cs typeface="Lucida Sans Unicode"/>
            </a:endParaRPr>
          </a:p>
          <a:p>
            <a:pPr marL="139700">
              <a:lnSpc>
                <a:spcPts val="1980"/>
              </a:lnSpc>
            </a:pPr>
            <a:r>
              <a:rPr sz="1800" dirty="0">
                <a:solidFill>
                  <a:srgbClr val="0048AA"/>
                </a:solidFill>
                <a:latin typeface="Lucida Sans Unicode"/>
                <a:cs typeface="Lucida Sans Unicode"/>
              </a:rPr>
              <a:t>Most common </a:t>
            </a:r>
            <a:r>
              <a:rPr sz="1800" spc="-10" dirty="0">
                <a:solidFill>
                  <a:srgbClr val="0048AA"/>
                </a:solidFill>
                <a:latin typeface="Lucida Sans Unicode"/>
                <a:cs typeface="Lucida Sans Unicode"/>
              </a:rPr>
              <a:t>usage.</a:t>
            </a:r>
            <a:endParaRPr sz="1800">
              <a:latin typeface="Lucida Sans Unicode"/>
              <a:cs typeface="Lucida Sans Unicode"/>
            </a:endParaRPr>
          </a:p>
          <a:p>
            <a:pPr marL="234950">
              <a:lnSpc>
                <a:spcPts val="2960"/>
              </a:lnSpc>
            </a:pPr>
            <a:r>
              <a:rPr sz="4275" spc="2175" baseline="-6822" dirty="0">
                <a:latin typeface="Yu Gothic UI"/>
                <a:cs typeface="Yu Gothic UI"/>
              </a:rPr>
              <a:t>・</a:t>
            </a:r>
            <a:r>
              <a:rPr sz="1800" dirty="0">
                <a:latin typeface="Lucida Sans Unicode"/>
                <a:cs typeface="Lucida Sans Unicode"/>
              </a:rPr>
              <a:t>Divide problem</a:t>
            </a:r>
            <a:r>
              <a:rPr sz="1800" spc="5" dirty="0">
                <a:latin typeface="Lucida Sans Unicode"/>
                <a:cs typeface="Lucida Sans Unicode"/>
              </a:rPr>
              <a:t> </a:t>
            </a:r>
            <a:r>
              <a:rPr sz="1800" dirty="0">
                <a:latin typeface="Lucida Sans Unicode"/>
                <a:cs typeface="Lucida Sans Unicode"/>
              </a:rPr>
              <a:t>of size</a:t>
            </a:r>
            <a:r>
              <a:rPr sz="1800" spc="5" dirty="0">
                <a:latin typeface="Lucida Sans Unicode"/>
                <a:cs typeface="Lucida Sans Unicode"/>
              </a:rPr>
              <a:t> </a:t>
            </a:r>
            <a:r>
              <a:rPr sz="1800" i="1" dirty="0">
                <a:latin typeface="Times New Roman"/>
                <a:cs typeface="Times New Roman"/>
              </a:rPr>
              <a:t>n</a:t>
            </a:r>
            <a:r>
              <a:rPr sz="1800" i="1" spc="114" dirty="0">
                <a:latin typeface="Times New Roman"/>
                <a:cs typeface="Times New Roman"/>
              </a:rPr>
              <a:t> </a:t>
            </a:r>
            <a:r>
              <a:rPr sz="1800" dirty="0">
                <a:latin typeface="Lucida Sans Unicode"/>
                <a:cs typeface="Lucida Sans Unicode"/>
              </a:rPr>
              <a:t>into</a:t>
            </a:r>
            <a:r>
              <a:rPr sz="1800" spc="5" dirty="0">
                <a:latin typeface="Lucida Sans Unicode"/>
                <a:cs typeface="Lucida Sans Unicode"/>
              </a:rPr>
              <a:t> </a:t>
            </a:r>
            <a:r>
              <a:rPr sz="1800" dirty="0">
                <a:solidFill>
                  <a:srgbClr val="8D3124"/>
                </a:solidFill>
                <a:latin typeface="Lucida Sans Unicode"/>
                <a:cs typeface="Lucida Sans Unicode"/>
              </a:rPr>
              <a:t>two </a:t>
            </a:r>
            <a:r>
              <a:rPr sz="1800" dirty="0">
                <a:latin typeface="Lucida Sans Unicode"/>
                <a:cs typeface="Lucida Sans Unicode"/>
              </a:rPr>
              <a:t>subproblems</a:t>
            </a:r>
            <a:r>
              <a:rPr sz="1800" spc="5" dirty="0">
                <a:latin typeface="Lucida Sans Unicode"/>
                <a:cs typeface="Lucida Sans Unicode"/>
              </a:rPr>
              <a:t> </a:t>
            </a:r>
            <a:r>
              <a:rPr sz="1800" dirty="0">
                <a:latin typeface="Lucida Sans Unicode"/>
                <a:cs typeface="Lucida Sans Unicode"/>
              </a:rPr>
              <a:t>of size</a:t>
            </a:r>
            <a:r>
              <a:rPr sz="1800" spc="5" dirty="0">
                <a:latin typeface="Lucida Sans Unicode"/>
                <a:cs typeface="Lucida Sans Unicode"/>
              </a:rPr>
              <a:t> </a:t>
            </a:r>
            <a:r>
              <a:rPr sz="1800" i="1" dirty="0">
                <a:latin typeface="Times New Roman"/>
                <a:cs typeface="Times New Roman"/>
              </a:rPr>
              <a:t>n</a:t>
            </a:r>
            <a:r>
              <a:rPr sz="1800" i="1" spc="-150" dirty="0">
                <a:latin typeface="Times New Roman"/>
                <a:cs typeface="Times New Roman"/>
              </a:rPr>
              <a:t> </a:t>
            </a:r>
            <a:r>
              <a:rPr sz="1800" spc="-75" dirty="0">
                <a:latin typeface="Times New Roman"/>
                <a:cs typeface="Times New Roman"/>
              </a:rPr>
              <a:t>/ </a:t>
            </a:r>
            <a:r>
              <a:rPr sz="1800" dirty="0">
                <a:latin typeface="Times New Roman"/>
                <a:cs typeface="Times New Roman"/>
              </a:rPr>
              <a:t>2</a:t>
            </a:r>
            <a:r>
              <a:rPr sz="1800" spc="120" dirty="0">
                <a:latin typeface="Times New Roman"/>
                <a:cs typeface="Times New Roman"/>
              </a:rPr>
              <a:t> </a:t>
            </a:r>
            <a:r>
              <a:rPr sz="1800" dirty="0">
                <a:latin typeface="Lucida Sans Unicode"/>
                <a:cs typeface="Lucida Sans Unicode"/>
              </a:rPr>
              <a:t>in </a:t>
            </a:r>
            <a:r>
              <a:rPr sz="1800" dirty="0">
                <a:solidFill>
                  <a:srgbClr val="8D3124"/>
                </a:solidFill>
                <a:latin typeface="Lucida Sans Unicode"/>
                <a:cs typeface="Lucida Sans Unicode"/>
              </a:rPr>
              <a:t>linear</a:t>
            </a:r>
            <a:r>
              <a:rPr sz="1800" spc="5" dirty="0">
                <a:solidFill>
                  <a:srgbClr val="8D3124"/>
                </a:solidFill>
                <a:latin typeface="Lucida Sans Unicode"/>
                <a:cs typeface="Lucida Sans Unicode"/>
              </a:rPr>
              <a:t> </a:t>
            </a:r>
            <a:r>
              <a:rPr sz="1800" spc="-10" dirty="0">
                <a:solidFill>
                  <a:srgbClr val="8D3124"/>
                </a:solidFill>
                <a:latin typeface="Lucida Sans Unicode"/>
                <a:cs typeface="Lucida Sans Unicode"/>
              </a:rPr>
              <a:t>time</a:t>
            </a:r>
            <a:r>
              <a:rPr sz="1800" spc="-10" dirty="0">
                <a:latin typeface="Lucida Sans Unicode"/>
                <a:cs typeface="Lucida Sans Unicode"/>
              </a:rPr>
              <a:t>.</a:t>
            </a:r>
            <a:endParaRPr sz="1800">
              <a:latin typeface="Lucida Sans Unicode"/>
              <a:cs typeface="Lucida Sans Unicode"/>
            </a:endParaRPr>
          </a:p>
          <a:p>
            <a:pPr marL="234950">
              <a:lnSpc>
                <a:spcPts val="2855"/>
              </a:lnSpc>
            </a:pPr>
            <a:r>
              <a:rPr sz="4275" spc="2175" baseline="-8771" dirty="0">
                <a:latin typeface="Yu Gothic UI"/>
                <a:cs typeface="Yu Gothic UI"/>
              </a:rPr>
              <a:t>・</a:t>
            </a:r>
            <a:r>
              <a:rPr sz="1800" dirty="0">
                <a:latin typeface="Lucida Sans Unicode"/>
                <a:cs typeface="Lucida Sans Unicode"/>
              </a:rPr>
              <a:t>Solve</a:t>
            </a:r>
            <a:r>
              <a:rPr sz="1800" spc="60" dirty="0">
                <a:latin typeface="Lucida Sans Unicode"/>
                <a:cs typeface="Lucida Sans Unicode"/>
              </a:rPr>
              <a:t> </a:t>
            </a:r>
            <a:r>
              <a:rPr sz="1800" dirty="0">
                <a:latin typeface="Lucida Sans Unicode"/>
                <a:cs typeface="Lucida Sans Unicode"/>
              </a:rPr>
              <a:t>two</a:t>
            </a:r>
            <a:r>
              <a:rPr sz="1800" spc="60" dirty="0">
                <a:latin typeface="Lucida Sans Unicode"/>
                <a:cs typeface="Lucida Sans Unicode"/>
              </a:rPr>
              <a:t> </a:t>
            </a:r>
            <a:r>
              <a:rPr sz="1800" dirty="0">
                <a:latin typeface="Lucida Sans Unicode"/>
                <a:cs typeface="Lucida Sans Unicode"/>
              </a:rPr>
              <a:t>subproblems</a:t>
            </a:r>
            <a:r>
              <a:rPr sz="1800" spc="60" dirty="0">
                <a:latin typeface="Lucida Sans Unicode"/>
                <a:cs typeface="Lucida Sans Unicode"/>
              </a:rPr>
              <a:t> </a:t>
            </a:r>
            <a:r>
              <a:rPr sz="1800" spc="-10" dirty="0">
                <a:latin typeface="Lucida Sans Unicode"/>
                <a:cs typeface="Lucida Sans Unicode"/>
              </a:rPr>
              <a:t>recursively.</a:t>
            </a:r>
            <a:endParaRPr sz="1800">
              <a:latin typeface="Lucida Sans Unicode"/>
              <a:cs typeface="Lucida Sans Unicode"/>
            </a:endParaRPr>
          </a:p>
          <a:p>
            <a:pPr marL="234950">
              <a:lnSpc>
                <a:spcPts val="3135"/>
              </a:lnSpc>
            </a:pPr>
            <a:r>
              <a:rPr sz="4275" spc="2175" baseline="-8771" dirty="0">
                <a:latin typeface="Yu Gothic UI"/>
                <a:cs typeface="Yu Gothic UI"/>
              </a:rPr>
              <a:t>・</a:t>
            </a:r>
            <a:r>
              <a:rPr sz="1800" dirty="0">
                <a:latin typeface="Lucida Sans Unicode"/>
                <a:cs typeface="Lucida Sans Unicode"/>
              </a:rPr>
              <a:t>Combine</a:t>
            </a:r>
            <a:r>
              <a:rPr sz="1800" spc="15" dirty="0">
                <a:latin typeface="Lucida Sans Unicode"/>
                <a:cs typeface="Lucida Sans Unicode"/>
              </a:rPr>
              <a:t> </a:t>
            </a:r>
            <a:r>
              <a:rPr sz="1800" dirty="0">
                <a:latin typeface="Lucida Sans Unicode"/>
                <a:cs typeface="Lucida Sans Unicode"/>
              </a:rPr>
              <a:t>two</a:t>
            </a:r>
            <a:r>
              <a:rPr sz="1800" spc="15" dirty="0">
                <a:latin typeface="Lucida Sans Unicode"/>
                <a:cs typeface="Lucida Sans Unicode"/>
              </a:rPr>
              <a:t> </a:t>
            </a:r>
            <a:r>
              <a:rPr sz="1800" dirty="0">
                <a:latin typeface="Lucida Sans Unicode"/>
                <a:cs typeface="Lucida Sans Unicode"/>
              </a:rPr>
              <a:t>solutions</a:t>
            </a:r>
            <a:r>
              <a:rPr sz="1800" spc="20" dirty="0">
                <a:latin typeface="Lucida Sans Unicode"/>
                <a:cs typeface="Lucida Sans Unicode"/>
              </a:rPr>
              <a:t> </a:t>
            </a:r>
            <a:r>
              <a:rPr sz="1800" dirty="0">
                <a:latin typeface="Lucida Sans Unicode"/>
                <a:cs typeface="Lucida Sans Unicode"/>
              </a:rPr>
              <a:t>into</a:t>
            </a:r>
            <a:r>
              <a:rPr sz="1800" spc="15" dirty="0">
                <a:latin typeface="Lucida Sans Unicode"/>
                <a:cs typeface="Lucida Sans Unicode"/>
              </a:rPr>
              <a:t> </a:t>
            </a:r>
            <a:r>
              <a:rPr sz="1800" dirty="0">
                <a:latin typeface="Lucida Sans Unicode"/>
                <a:cs typeface="Lucida Sans Unicode"/>
              </a:rPr>
              <a:t>overall</a:t>
            </a:r>
            <a:r>
              <a:rPr sz="1800" spc="20" dirty="0">
                <a:latin typeface="Lucida Sans Unicode"/>
                <a:cs typeface="Lucida Sans Unicode"/>
              </a:rPr>
              <a:t> </a:t>
            </a:r>
            <a:r>
              <a:rPr sz="1800" dirty="0">
                <a:latin typeface="Lucida Sans Unicode"/>
                <a:cs typeface="Lucida Sans Unicode"/>
              </a:rPr>
              <a:t>solution</a:t>
            </a:r>
            <a:r>
              <a:rPr sz="1800" spc="15" dirty="0">
                <a:latin typeface="Lucida Sans Unicode"/>
                <a:cs typeface="Lucida Sans Unicode"/>
              </a:rPr>
              <a:t> </a:t>
            </a:r>
            <a:r>
              <a:rPr sz="1800" dirty="0">
                <a:latin typeface="Lucida Sans Unicode"/>
                <a:cs typeface="Lucida Sans Unicode"/>
              </a:rPr>
              <a:t>in</a:t>
            </a:r>
            <a:r>
              <a:rPr sz="1800" spc="20" dirty="0">
                <a:latin typeface="Lucida Sans Unicode"/>
                <a:cs typeface="Lucida Sans Unicode"/>
              </a:rPr>
              <a:t> </a:t>
            </a:r>
            <a:r>
              <a:rPr sz="1800" dirty="0">
                <a:solidFill>
                  <a:srgbClr val="8D3124"/>
                </a:solidFill>
                <a:latin typeface="Lucida Sans Unicode"/>
                <a:cs typeface="Lucida Sans Unicode"/>
              </a:rPr>
              <a:t>linear</a:t>
            </a:r>
            <a:r>
              <a:rPr sz="1800" spc="15" dirty="0">
                <a:solidFill>
                  <a:srgbClr val="8D3124"/>
                </a:solidFill>
                <a:latin typeface="Lucida Sans Unicode"/>
                <a:cs typeface="Lucida Sans Unicode"/>
              </a:rPr>
              <a:t> </a:t>
            </a:r>
            <a:r>
              <a:rPr sz="1800" spc="-10" dirty="0">
                <a:solidFill>
                  <a:srgbClr val="8D3124"/>
                </a:solidFill>
                <a:latin typeface="Lucida Sans Unicode"/>
                <a:cs typeface="Lucida Sans Unicode"/>
              </a:rPr>
              <a:t>time</a:t>
            </a:r>
            <a:r>
              <a:rPr sz="1800" spc="-10" dirty="0">
                <a:latin typeface="Lucida Sans Unicode"/>
                <a:cs typeface="Lucida Sans Unicode"/>
              </a:rPr>
              <a:t>.</a:t>
            </a:r>
            <a:endParaRPr sz="1800">
              <a:latin typeface="Lucida Sans Unicode"/>
              <a:cs typeface="Lucida Sans Unicode"/>
            </a:endParaRPr>
          </a:p>
          <a:p>
            <a:pPr>
              <a:lnSpc>
                <a:spcPct val="100000"/>
              </a:lnSpc>
              <a:spcBef>
                <a:spcPts val="575"/>
              </a:spcBef>
            </a:pPr>
            <a:endParaRPr sz="1800">
              <a:latin typeface="Lucida Sans Unicode"/>
              <a:cs typeface="Lucida Sans Unicode"/>
            </a:endParaRPr>
          </a:p>
          <a:p>
            <a:pPr marL="139700">
              <a:lnSpc>
                <a:spcPts val="1980"/>
              </a:lnSpc>
            </a:pPr>
            <a:r>
              <a:rPr sz="1800" spc="-10" dirty="0">
                <a:solidFill>
                  <a:srgbClr val="0048AA"/>
                </a:solidFill>
                <a:latin typeface="Lucida Sans Unicode"/>
                <a:cs typeface="Lucida Sans Unicode"/>
              </a:rPr>
              <a:t>Consequence.</a:t>
            </a:r>
            <a:endParaRPr sz="1800">
              <a:latin typeface="Lucida Sans Unicode"/>
              <a:cs typeface="Lucida Sans Unicode"/>
            </a:endParaRPr>
          </a:p>
          <a:p>
            <a:pPr marL="234950">
              <a:lnSpc>
                <a:spcPts val="2960"/>
              </a:lnSpc>
              <a:tabLst>
                <a:tab pos="2030095" algn="l"/>
              </a:tabLst>
            </a:pPr>
            <a:r>
              <a:rPr sz="4275" spc="2175" baseline="-3898" dirty="0">
                <a:latin typeface="Yu Gothic UI"/>
                <a:cs typeface="Yu Gothic UI"/>
              </a:rPr>
              <a:t>・</a:t>
            </a:r>
            <a:r>
              <a:rPr sz="1800" dirty="0">
                <a:latin typeface="Lucida Sans Unicode"/>
                <a:cs typeface="Lucida Sans Unicode"/>
              </a:rPr>
              <a:t>Brute </a:t>
            </a:r>
            <a:r>
              <a:rPr sz="1800" spc="-10" dirty="0">
                <a:latin typeface="Lucida Sans Unicode"/>
                <a:cs typeface="Lucida Sans Unicode"/>
              </a:rPr>
              <a:t>force:</a:t>
            </a:r>
            <a:r>
              <a:rPr sz="1800" dirty="0">
                <a:latin typeface="Lucida Sans Unicode"/>
                <a:cs typeface="Lucida Sans Unicode"/>
              </a:rPr>
              <a:t>	</a:t>
            </a:r>
            <a:r>
              <a:rPr sz="1800" spc="-10" dirty="0">
                <a:latin typeface="Times New Roman"/>
                <a:cs typeface="Times New Roman"/>
              </a:rPr>
              <a:t>Θ(</a:t>
            </a:r>
            <a:r>
              <a:rPr sz="1800" i="1" spc="-10" dirty="0">
                <a:latin typeface="Times New Roman"/>
                <a:cs typeface="Times New Roman"/>
              </a:rPr>
              <a:t>n</a:t>
            </a:r>
            <a:r>
              <a:rPr sz="2100" spc="-15" baseline="19841" dirty="0">
                <a:latin typeface="Times New Roman"/>
                <a:cs typeface="Times New Roman"/>
              </a:rPr>
              <a:t>2</a:t>
            </a:r>
            <a:r>
              <a:rPr sz="1800" spc="-10" dirty="0">
                <a:latin typeface="Times New Roman"/>
                <a:cs typeface="Times New Roman"/>
              </a:rPr>
              <a:t>)</a:t>
            </a:r>
            <a:r>
              <a:rPr sz="1800" spc="-10" dirty="0">
                <a:latin typeface="Lucida Sans Unicode"/>
                <a:cs typeface="Lucida Sans Unicode"/>
              </a:rPr>
              <a:t>.</a:t>
            </a:r>
            <a:endParaRPr sz="1800">
              <a:latin typeface="Lucida Sans Unicode"/>
              <a:cs typeface="Lucida Sans Unicode"/>
            </a:endParaRPr>
          </a:p>
          <a:p>
            <a:pPr marL="234950">
              <a:lnSpc>
                <a:spcPts val="3135"/>
              </a:lnSpc>
              <a:tabLst>
                <a:tab pos="2994025" algn="l"/>
              </a:tabLst>
            </a:pPr>
            <a:r>
              <a:rPr sz="4275" spc="2175" baseline="-6822" dirty="0">
                <a:latin typeface="Yu Gothic UI"/>
                <a:cs typeface="Yu Gothic UI"/>
              </a:rPr>
              <a:t>・</a:t>
            </a:r>
            <a:r>
              <a:rPr sz="1800" spc="-55" dirty="0">
                <a:latin typeface="Lucida Sans Unicode"/>
                <a:cs typeface="Lucida Sans Unicode"/>
              </a:rPr>
              <a:t>Divide-</a:t>
            </a:r>
            <a:r>
              <a:rPr sz="1800" spc="-60" dirty="0">
                <a:latin typeface="Lucida Sans Unicode"/>
                <a:cs typeface="Lucida Sans Unicode"/>
              </a:rPr>
              <a:t>and-</a:t>
            </a:r>
            <a:r>
              <a:rPr sz="1800" spc="-10" dirty="0">
                <a:latin typeface="Lucida Sans Unicode"/>
                <a:cs typeface="Lucida Sans Unicode"/>
              </a:rPr>
              <a:t>conquer:</a:t>
            </a:r>
            <a:r>
              <a:rPr sz="1800" dirty="0">
                <a:latin typeface="Lucida Sans Unicode"/>
                <a:cs typeface="Lucida Sans Unicode"/>
              </a:rPr>
              <a:t>	</a:t>
            </a:r>
            <a:r>
              <a:rPr sz="1800" dirty="0">
                <a:latin typeface="Times New Roman"/>
                <a:cs typeface="Times New Roman"/>
              </a:rPr>
              <a:t>Θ(</a:t>
            </a:r>
            <a:r>
              <a:rPr sz="1800" i="1" dirty="0">
                <a:latin typeface="Times New Roman"/>
                <a:cs typeface="Times New Roman"/>
              </a:rPr>
              <a:t>n</a:t>
            </a:r>
            <a:r>
              <a:rPr sz="1800" i="1" spc="-15" dirty="0">
                <a:latin typeface="Times New Roman"/>
                <a:cs typeface="Times New Roman"/>
              </a:rPr>
              <a:t> </a:t>
            </a:r>
            <a:r>
              <a:rPr sz="1800" dirty="0">
                <a:latin typeface="Times New Roman"/>
                <a:cs typeface="Times New Roman"/>
              </a:rPr>
              <a:t>log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p:txBody>
      </p:sp>
      <p:pic>
        <p:nvPicPr>
          <p:cNvPr id="1026" name="Picture 2" descr="Julius Caesar - Divide and Conquer&quot; Poster for Sale by SpaceArt1 | Redbubble">
            <a:extLst>
              <a:ext uri="{FF2B5EF4-FFF2-40B4-BE49-F238E27FC236}">
                <a16:creationId xmlns:a16="http://schemas.microsoft.com/office/drawing/2014/main" id="{761AF98B-219F-61C0-797F-E2B932F6B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9253" y="4495800"/>
            <a:ext cx="2362200" cy="314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0936" y="1527350"/>
            <a:ext cx="3337560" cy="3832225"/>
            <a:chOff x="640936" y="1527350"/>
            <a:chExt cx="3337560" cy="3832225"/>
          </a:xfrm>
        </p:grpSpPr>
        <p:pic>
          <p:nvPicPr>
            <p:cNvPr id="3" name="object 3"/>
            <p:cNvPicPr/>
            <p:nvPr/>
          </p:nvPicPr>
          <p:blipFill>
            <a:blip r:embed="rId2" cstate="print"/>
            <a:stretch>
              <a:fillRect/>
            </a:stretch>
          </p:blipFill>
          <p:spPr>
            <a:xfrm>
              <a:off x="640936" y="1527350"/>
              <a:ext cx="3337527" cy="3832049"/>
            </a:xfrm>
            <a:prstGeom prst="rect">
              <a:avLst/>
            </a:prstGeom>
          </p:spPr>
        </p:pic>
        <p:pic>
          <p:nvPicPr>
            <p:cNvPr id="4" name="object 4"/>
            <p:cNvPicPr/>
            <p:nvPr/>
          </p:nvPicPr>
          <p:blipFill>
            <a:blip r:embed="rId3" cstate="print"/>
            <a:stretch>
              <a:fillRect/>
            </a:stretch>
          </p:blipFill>
          <p:spPr>
            <a:xfrm>
              <a:off x="3276600" y="1641798"/>
              <a:ext cx="552411" cy="606101"/>
            </a:xfrm>
            <a:prstGeom prst="rect">
              <a:avLst/>
            </a:prstGeom>
          </p:spPr>
        </p:pic>
      </p:grpSp>
      <p:sp>
        <p:nvSpPr>
          <p:cNvPr id="5" name="object 5"/>
          <p:cNvSpPr/>
          <p:nvPr/>
        </p:nvSpPr>
        <p:spPr>
          <a:xfrm>
            <a:off x="4487092" y="1985145"/>
            <a:ext cx="4893310" cy="0"/>
          </a:xfrm>
          <a:custGeom>
            <a:avLst/>
            <a:gdLst/>
            <a:ahLst/>
            <a:cxnLst/>
            <a:rect l="l" t="t" r="r" b="b"/>
            <a:pathLst>
              <a:path w="4893309">
                <a:moveTo>
                  <a:pt x="0" y="0"/>
                </a:moveTo>
                <a:lnTo>
                  <a:pt x="4892688" y="0"/>
                </a:lnTo>
              </a:path>
            </a:pathLst>
          </a:custGeom>
          <a:ln w="19074">
            <a:solidFill>
              <a:srgbClr val="000000"/>
            </a:solidFill>
          </a:ln>
        </p:spPr>
        <p:txBody>
          <a:bodyPr wrap="square" lIns="0" tIns="0" rIns="0" bIns="0" rtlCol="0"/>
          <a:lstStyle/>
          <a:p>
            <a:endParaRPr/>
          </a:p>
        </p:txBody>
      </p:sp>
      <p:sp>
        <p:nvSpPr>
          <p:cNvPr id="6" name="object 6"/>
          <p:cNvSpPr txBox="1"/>
          <p:nvPr/>
        </p:nvSpPr>
        <p:spPr>
          <a:xfrm>
            <a:off x="1773707" y="5444059"/>
            <a:ext cx="1082675" cy="254635"/>
          </a:xfrm>
          <a:prstGeom prst="rect">
            <a:avLst/>
          </a:prstGeom>
        </p:spPr>
        <p:txBody>
          <a:bodyPr vert="horz" wrap="square" lIns="0" tIns="12700" rIns="0" bIns="0" rtlCol="0">
            <a:spAutoFit/>
          </a:bodyPr>
          <a:lstStyle/>
          <a:p>
            <a:pPr marL="12700">
              <a:lnSpc>
                <a:spcPct val="100000"/>
              </a:lnSpc>
              <a:spcBef>
                <a:spcPts val="100"/>
              </a:spcBef>
            </a:pPr>
            <a:r>
              <a:rPr sz="1500" b="1" cap="small" spc="85" dirty="0">
                <a:latin typeface="Trebuchet MS"/>
                <a:cs typeface="Trebuchet MS"/>
              </a:rPr>
              <a:t>Section</a:t>
            </a:r>
            <a:r>
              <a:rPr sz="1500" b="1" cap="small" spc="65" dirty="0">
                <a:latin typeface="Trebuchet MS"/>
                <a:cs typeface="Trebuchet MS"/>
              </a:rPr>
              <a:t> </a:t>
            </a:r>
            <a:r>
              <a:rPr sz="1500" b="1" cap="small" spc="-45" dirty="0">
                <a:latin typeface="Trebuchet MS"/>
                <a:cs typeface="Trebuchet MS"/>
              </a:rPr>
              <a:t>5.1</a:t>
            </a:r>
            <a:endParaRPr sz="1500">
              <a:latin typeface="Trebuchet MS"/>
              <a:cs typeface="Trebuchet MS"/>
            </a:endParaRPr>
          </a:p>
        </p:txBody>
      </p:sp>
      <p:sp>
        <p:nvSpPr>
          <p:cNvPr id="7" name="object 7"/>
          <p:cNvSpPr txBox="1">
            <a:spLocks noGrp="1"/>
          </p:cNvSpPr>
          <p:nvPr>
            <p:ph type="title"/>
          </p:nvPr>
        </p:nvSpPr>
        <p:spPr>
          <a:xfrm>
            <a:off x="4512541" y="1428813"/>
            <a:ext cx="4631459" cy="437515"/>
          </a:xfrm>
          <a:prstGeom prst="rect">
            <a:avLst/>
          </a:prstGeom>
        </p:spPr>
        <p:txBody>
          <a:bodyPr vert="horz" wrap="square" lIns="0" tIns="12700" rIns="0" bIns="0" rtlCol="0">
            <a:spAutoFit/>
          </a:bodyPr>
          <a:lstStyle/>
          <a:p>
            <a:pPr marL="12700">
              <a:lnSpc>
                <a:spcPct val="100000"/>
              </a:lnSpc>
              <a:spcBef>
                <a:spcPts val="100"/>
              </a:spcBef>
              <a:tabLst>
                <a:tab pos="523875" algn="l"/>
              </a:tabLst>
            </a:pPr>
            <a:r>
              <a:rPr sz="2700" b="1" cap="small" spc="-25" dirty="0">
                <a:latin typeface="Tahoma"/>
                <a:cs typeface="Tahoma"/>
              </a:rPr>
              <a:t>5.</a:t>
            </a:r>
            <a:r>
              <a:rPr sz="2700" b="1" cap="small" dirty="0">
                <a:latin typeface="Tahoma"/>
                <a:cs typeface="Tahoma"/>
              </a:rPr>
              <a:t>	</a:t>
            </a:r>
            <a:r>
              <a:rPr sz="2700" b="1" cap="small" spc="-200" dirty="0">
                <a:latin typeface="Tahoma"/>
                <a:cs typeface="Tahoma"/>
              </a:rPr>
              <a:t>Divide</a:t>
            </a:r>
            <a:r>
              <a:rPr sz="2700" b="1" cap="small" spc="100" dirty="0">
                <a:latin typeface="Tahoma"/>
                <a:cs typeface="Tahoma"/>
              </a:rPr>
              <a:t> </a:t>
            </a:r>
            <a:r>
              <a:rPr sz="2700" b="1" cap="small" dirty="0">
                <a:latin typeface="Tahoma"/>
                <a:cs typeface="Tahoma"/>
              </a:rPr>
              <a:t>and</a:t>
            </a:r>
            <a:r>
              <a:rPr sz="2700" b="1" cap="small" spc="105" dirty="0">
                <a:latin typeface="Tahoma"/>
                <a:cs typeface="Tahoma"/>
              </a:rPr>
              <a:t> </a:t>
            </a:r>
            <a:r>
              <a:rPr sz="2700" b="1" cap="small" spc="-80" dirty="0">
                <a:latin typeface="Tahoma"/>
                <a:cs typeface="Tahoma"/>
              </a:rPr>
              <a:t>Conquer</a:t>
            </a:r>
            <a:endParaRPr sz="2700">
              <a:latin typeface="Tahoma"/>
              <a:cs typeface="Tahoma"/>
            </a:endParaRPr>
          </a:p>
        </p:txBody>
      </p:sp>
      <p:sp>
        <p:nvSpPr>
          <p:cNvPr id="8" name="object 8"/>
          <p:cNvSpPr txBox="1"/>
          <p:nvPr/>
        </p:nvSpPr>
        <p:spPr>
          <a:xfrm>
            <a:off x="4512541" y="2115505"/>
            <a:ext cx="2877820" cy="2409825"/>
          </a:xfrm>
          <a:prstGeom prst="rect">
            <a:avLst/>
          </a:prstGeom>
        </p:spPr>
        <p:txBody>
          <a:bodyPr vert="horz" wrap="square" lIns="0" tIns="146685" rIns="0" bIns="0" rtlCol="0">
            <a:spAutoFit/>
          </a:bodyPr>
          <a:lstStyle/>
          <a:p>
            <a:pPr marL="250825" indent="-238125">
              <a:lnSpc>
                <a:spcPct val="100000"/>
              </a:lnSpc>
              <a:spcBef>
                <a:spcPts val="1155"/>
              </a:spcBef>
              <a:buFont typeface="Lucida Sans Unicode"/>
              <a:buChar char="‣"/>
              <a:tabLst>
                <a:tab pos="250825" algn="l"/>
              </a:tabLst>
            </a:pPr>
            <a:r>
              <a:rPr sz="2250" i="1" spc="-145" dirty="0">
                <a:latin typeface="Verdana"/>
                <a:cs typeface="Verdana"/>
              </a:rPr>
              <a:t>mergesort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counting</a:t>
            </a:r>
            <a:r>
              <a:rPr sz="2250" i="1" spc="-80" dirty="0">
                <a:solidFill>
                  <a:srgbClr val="D5D5D5"/>
                </a:solidFill>
                <a:latin typeface="Verdana"/>
                <a:cs typeface="Verdana"/>
              </a:rPr>
              <a:t> </a:t>
            </a:r>
            <a:r>
              <a:rPr sz="2250" i="1" spc="-110" dirty="0">
                <a:solidFill>
                  <a:srgbClr val="D5D5D5"/>
                </a:solidFill>
                <a:latin typeface="Verdana"/>
                <a:cs typeface="Verdana"/>
              </a:rPr>
              <a:t>inversions</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50" dirty="0">
                <a:solidFill>
                  <a:srgbClr val="D5D5D5"/>
                </a:solidFill>
                <a:latin typeface="Verdana"/>
                <a:cs typeface="Verdana"/>
              </a:rPr>
              <a:t>closest</a:t>
            </a:r>
            <a:r>
              <a:rPr sz="2250" i="1" spc="-110" dirty="0">
                <a:solidFill>
                  <a:srgbClr val="D5D5D5"/>
                </a:solidFill>
                <a:latin typeface="Verdana"/>
                <a:cs typeface="Verdana"/>
              </a:rPr>
              <a:t> </a:t>
            </a:r>
            <a:r>
              <a:rPr sz="2250" i="1" spc="-125" dirty="0">
                <a:solidFill>
                  <a:srgbClr val="D5D5D5"/>
                </a:solidFill>
                <a:latin typeface="Verdana"/>
                <a:cs typeface="Verdana"/>
              </a:rPr>
              <a:t>pair</a:t>
            </a:r>
            <a:r>
              <a:rPr sz="2250" i="1" spc="-110" dirty="0">
                <a:solidFill>
                  <a:srgbClr val="D5D5D5"/>
                </a:solidFill>
                <a:latin typeface="Verdana"/>
                <a:cs typeface="Verdana"/>
              </a:rPr>
              <a:t> </a:t>
            </a:r>
            <a:r>
              <a:rPr sz="2250" i="1" spc="-170" dirty="0">
                <a:solidFill>
                  <a:srgbClr val="D5D5D5"/>
                </a:solidFill>
                <a:latin typeface="Verdana"/>
                <a:cs typeface="Verdana"/>
              </a:rPr>
              <a:t>of</a:t>
            </a:r>
            <a:r>
              <a:rPr sz="2250" i="1" spc="-110" dirty="0">
                <a:solidFill>
                  <a:srgbClr val="D5D5D5"/>
                </a:solidFill>
                <a:latin typeface="Verdana"/>
                <a:cs typeface="Verdana"/>
              </a:rPr>
              <a:t> </a:t>
            </a:r>
            <a:r>
              <a:rPr sz="2250" i="1" spc="-40" dirty="0">
                <a:solidFill>
                  <a:srgbClr val="D5D5D5"/>
                </a:solidFill>
                <a:latin typeface="Verdana"/>
                <a:cs typeface="Verdana"/>
              </a:rPr>
              <a:t>points</a:t>
            </a:r>
            <a:endParaRPr sz="2250">
              <a:latin typeface="Verdana"/>
              <a:cs typeface="Verdana"/>
            </a:endParaRPr>
          </a:p>
          <a:p>
            <a:pPr marL="250825" indent="-238125">
              <a:lnSpc>
                <a:spcPct val="100000"/>
              </a:lnSpc>
              <a:spcBef>
                <a:spcPts val="1050"/>
              </a:spcBef>
              <a:buFont typeface="Lucida Sans Unicode"/>
              <a:buChar char="‣"/>
              <a:tabLst>
                <a:tab pos="250825" algn="l"/>
              </a:tabLst>
            </a:pPr>
            <a:r>
              <a:rPr sz="2250" i="1" spc="-195" dirty="0">
                <a:solidFill>
                  <a:srgbClr val="D5D5D5"/>
                </a:solidFill>
                <a:latin typeface="Verdana"/>
                <a:cs typeface="Verdana"/>
              </a:rPr>
              <a:t>randomized</a:t>
            </a:r>
            <a:r>
              <a:rPr sz="2250" i="1" spc="-50" dirty="0">
                <a:solidFill>
                  <a:srgbClr val="D5D5D5"/>
                </a:solidFill>
                <a:latin typeface="Verdana"/>
                <a:cs typeface="Verdana"/>
              </a:rPr>
              <a:t> </a:t>
            </a:r>
            <a:r>
              <a:rPr sz="2250" i="1" spc="-200" dirty="0">
                <a:solidFill>
                  <a:srgbClr val="D5D5D5"/>
                </a:solidFill>
                <a:latin typeface="Verdana"/>
                <a:cs typeface="Verdana"/>
              </a:rPr>
              <a:t>quicksort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median</a:t>
            </a:r>
            <a:r>
              <a:rPr sz="2250" i="1" spc="-105" dirty="0">
                <a:solidFill>
                  <a:srgbClr val="D5D5D5"/>
                </a:solidFill>
                <a:latin typeface="Verdana"/>
                <a:cs typeface="Verdana"/>
              </a:rPr>
              <a:t> </a:t>
            </a:r>
            <a:r>
              <a:rPr sz="2250" i="1" spc="-175" dirty="0">
                <a:solidFill>
                  <a:srgbClr val="D5D5D5"/>
                </a:solidFill>
                <a:latin typeface="Verdana"/>
                <a:cs typeface="Verdana"/>
              </a:rPr>
              <a:t>and</a:t>
            </a:r>
            <a:r>
              <a:rPr sz="2250" i="1" spc="-110" dirty="0">
                <a:solidFill>
                  <a:srgbClr val="D5D5D5"/>
                </a:solidFill>
                <a:latin typeface="Verdana"/>
                <a:cs typeface="Verdana"/>
              </a:rPr>
              <a:t> </a:t>
            </a:r>
            <a:r>
              <a:rPr sz="2250" i="1" spc="-155" dirty="0">
                <a:solidFill>
                  <a:srgbClr val="D5D5D5"/>
                </a:solidFill>
                <a:latin typeface="Verdana"/>
                <a:cs typeface="Verdana"/>
              </a:rPr>
              <a:t>selection</a:t>
            </a:r>
            <a:endParaRPr sz="2250">
              <a:latin typeface="Verdana"/>
              <a:cs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5267" y="1131247"/>
            <a:ext cx="8322533" cy="750570"/>
          </a:xfrm>
          <a:prstGeom prst="rect">
            <a:avLst/>
          </a:prstGeom>
        </p:spPr>
        <p:txBody>
          <a:bodyPr vert="horz" wrap="square" lIns="0" tIns="12700" rIns="0" bIns="0" rtlCol="0">
            <a:spAutoFit/>
          </a:bodyPr>
          <a:lstStyle/>
          <a:p>
            <a:pPr marL="12700" marR="5080">
              <a:lnSpc>
                <a:spcPct val="132100"/>
              </a:lnSpc>
              <a:spcBef>
                <a:spcPts val="100"/>
              </a:spcBef>
              <a:tabLst>
                <a:tab pos="1137285" algn="l"/>
              </a:tabLst>
            </a:pPr>
            <a:r>
              <a:rPr sz="1800" spc="-10" dirty="0">
                <a:solidFill>
                  <a:srgbClr val="0048AA"/>
                </a:solidFill>
                <a:latin typeface="Lucida Sans Unicode"/>
                <a:cs typeface="Lucida Sans Unicode"/>
              </a:rPr>
              <a:t>Problem.</a:t>
            </a:r>
            <a:r>
              <a:rPr sz="1800" dirty="0">
                <a:solidFill>
                  <a:srgbClr val="0048AA"/>
                </a:solidFill>
                <a:latin typeface="Lucida Sans Unicode"/>
                <a:cs typeface="Lucida Sans Unicode"/>
              </a:rPr>
              <a:t>	</a:t>
            </a:r>
            <a:r>
              <a:rPr sz="1800" dirty="0">
                <a:latin typeface="Lucida Sans Unicode"/>
                <a:cs typeface="Lucida Sans Unicode"/>
              </a:rPr>
              <a:t>Given</a:t>
            </a:r>
            <a:r>
              <a:rPr sz="1800" spc="-5" dirty="0">
                <a:latin typeface="Lucida Sans Unicode"/>
                <a:cs typeface="Lucida Sans Unicode"/>
              </a:rPr>
              <a:t> </a:t>
            </a:r>
            <a:r>
              <a:rPr sz="1800" dirty="0">
                <a:latin typeface="Lucida Sans Unicode"/>
                <a:cs typeface="Lucida Sans Unicode"/>
              </a:rPr>
              <a:t>a</a:t>
            </a:r>
            <a:r>
              <a:rPr sz="1800" spc="-5" dirty="0">
                <a:latin typeface="Lucida Sans Unicode"/>
                <a:cs typeface="Lucida Sans Unicode"/>
              </a:rPr>
              <a:t> </a:t>
            </a:r>
            <a:r>
              <a:rPr sz="1800" dirty="0">
                <a:latin typeface="Lucida Sans Unicode"/>
                <a:cs typeface="Lucida Sans Unicode"/>
              </a:rPr>
              <a:t>list of</a:t>
            </a:r>
            <a:r>
              <a:rPr sz="1800" spc="-5" dirty="0">
                <a:latin typeface="Lucida Sans Unicode"/>
                <a:cs typeface="Lucida Sans Unicode"/>
              </a:rPr>
              <a:t> </a:t>
            </a:r>
            <a:r>
              <a:rPr sz="1800" i="1" dirty="0">
                <a:latin typeface="Times New Roman"/>
                <a:cs typeface="Times New Roman"/>
              </a:rPr>
              <a:t>n</a:t>
            </a:r>
            <a:r>
              <a:rPr sz="1800" i="1" spc="110" dirty="0">
                <a:latin typeface="Times New Roman"/>
                <a:cs typeface="Times New Roman"/>
              </a:rPr>
              <a:t> </a:t>
            </a:r>
            <a:r>
              <a:rPr sz="1800" dirty="0">
                <a:latin typeface="Lucida Sans Unicode"/>
                <a:cs typeface="Lucida Sans Unicode"/>
              </a:rPr>
              <a:t>elements from</a:t>
            </a:r>
            <a:r>
              <a:rPr sz="1800" spc="-5" dirty="0">
                <a:latin typeface="Lucida Sans Unicode"/>
                <a:cs typeface="Lucida Sans Unicode"/>
              </a:rPr>
              <a:t> </a:t>
            </a:r>
            <a:r>
              <a:rPr sz="1800" dirty="0">
                <a:latin typeface="Lucida Sans Unicode"/>
                <a:cs typeface="Lucida Sans Unicode"/>
              </a:rPr>
              <a:t>a</a:t>
            </a:r>
            <a:r>
              <a:rPr sz="1800" spc="-5" dirty="0">
                <a:latin typeface="Lucida Sans Unicode"/>
                <a:cs typeface="Lucida Sans Unicode"/>
              </a:rPr>
              <a:t> </a:t>
            </a:r>
            <a:r>
              <a:rPr sz="1800" spc="-50" dirty="0">
                <a:latin typeface="Lucida Sans Unicode"/>
                <a:cs typeface="Lucida Sans Unicode"/>
              </a:rPr>
              <a:t>totally-</a:t>
            </a:r>
            <a:r>
              <a:rPr sz="1800" spc="-10" dirty="0">
                <a:latin typeface="Lucida Sans Unicode"/>
                <a:cs typeface="Lucida Sans Unicode"/>
              </a:rPr>
              <a:t>ordered</a:t>
            </a:r>
            <a:r>
              <a:rPr sz="1800" dirty="0">
                <a:latin typeface="Lucida Sans Unicode"/>
                <a:cs typeface="Lucida Sans Unicode"/>
              </a:rPr>
              <a:t> </a:t>
            </a:r>
            <a:r>
              <a:rPr sz="1800" spc="-10" dirty="0">
                <a:latin typeface="Lucida Sans Unicode"/>
                <a:cs typeface="Lucida Sans Unicode"/>
              </a:rPr>
              <a:t>universe, </a:t>
            </a:r>
            <a:r>
              <a:rPr sz="1800" dirty="0">
                <a:latin typeface="Lucida Sans Unicode"/>
                <a:cs typeface="Lucida Sans Unicode"/>
              </a:rPr>
              <a:t>rearrange</a:t>
            </a:r>
            <a:r>
              <a:rPr sz="1800" spc="-40" dirty="0">
                <a:latin typeface="Lucida Sans Unicode"/>
                <a:cs typeface="Lucida Sans Unicode"/>
              </a:rPr>
              <a:t> </a:t>
            </a:r>
            <a:r>
              <a:rPr sz="1800" dirty="0">
                <a:latin typeface="Lucida Sans Unicode"/>
                <a:cs typeface="Lucida Sans Unicode"/>
              </a:rPr>
              <a:t>them</a:t>
            </a:r>
            <a:r>
              <a:rPr sz="1800" spc="-30" dirty="0">
                <a:latin typeface="Lucida Sans Unicode"/>
                <a:cs typeface="Lucida Sans Unicode"/>
              </a:rPr>
              <a:t> </a:t>
            </a:r>
            <a:r>
              <a:rPr sz="1800" dirty="0">
                <a:latin typeface="Lucida Sans Unicode"/>
                <a:cs typeface="Lucida Sans Unicode"/>
              </a:rPr>
              <a:t>in</a:t>
            </a:r>
            <a:r>
              <a:rPr sz="1800" spc="-35" dirty="0">
                <a:latin typeface="Lucida Sans Unicode"/>
                <a:cs typeface="Lucida Sans Unicode"/>
              </a:rPr>
              <a:t> </a:t>
            </a:r>
            <a:r>
              <a:rPr sz="1800" dirty="0">
                <a:latin typeface="Lucida Sans Unicode"/>
                <a:cs typeface="Lucida Sans Unicode"/>
              </a:rPr>
              <a:t>ascending</a:t>
            </a:r>
            <a:r>
              <a:rPr sz="1800" spc="-30" dirty="0">
                <a:latin typeface="Lucida Sans Unicode"/>
                <a:cs typeface="Lucida Sans Unicode"/>
              </a:rPr>
              <a:t> </a:t>
            </a:r>
            <a:r>
              <a:rPr sz="1800" spc="-10" dirty="0">
                <a:latin typeface="Lucida Sans Unicode"/>
                <a:cs typeface="Lucida Sans Unicode"/>
              </a:rPr>
              <a:t>order.</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p:nvPr/>
        </p:nvSpPr>
        <p:spPr>
          <a:xfrm>
            <a:off x="9483454" y="7227554"/>
            <a:ext cx="98425"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4</a:t>
            </a:r>
            <a:endParaRPr sz="900">
              <a:latin typeface="Lucida Sans Unicode"/>
              <a:cs typeface="Lucida Sans Unicode"/>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Sorting</a:t>
            </a:r>
            <a:r>
              <a:rPr spc="250" dirty="0"/>
              <a:t> </a:t>
            </a:r>
            <a:r>
              <a:rPr spc="-10" dirty="0"/>
              <a:t>problem</a:t>
            </a:r>
          </a:p>
        </p:txBody>
      </p:sp>
      <p:pic>
        <p:nvPicPr>
          <p:cNvPr id="6" name="object 6"/>
          <p:cNvPicPr/>
          <p:nvPr/>
        </p:nvPicPr>
        <p:blipFill>
          <a:blip r:embed="rId2" cstate="print"/>
          <a:stretch>
            <a:fillRect/>
          </a:stretch>
        </p:blipFill>
        <p:spPr>
          <a:xfrm>
            <a:off x="2832100" y="2247900"/>
            <a:ext cx="4178300" cy="482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7467" y="1218991"/>
            <a:ext cx="8705850" cy="6126480"/>
          </a:xfrm>
          <a:prstGeom prst="rect">
            <a:avLst/>
          </a:prstGeom>
        </p:spPr>
        <p:txBody>
          <a:bodyPr vert="horz" wrap="square" lIns="0" tIns="12700" rIns="0" bIns="0" rtlCol="0">
            <a:spAutoFit/>
          </a:bodyPr>
          <a:lstStyle/>
          <a:p>
            <a:pPr marL="190500">
              <a:lnSpc>
                <a:spcPts val="1980"/>
              </a:lnSpc>
              <a:spcBef>
                <a:spcPts val="100"/>
              </a:spcBef>
            </a:pPr>
            <a:r>
              <a:rPr sz="1800" dirty="0">
                <a:solidFill>
                  <a:srgbClr val="0048AA"/>
                </a:solidFill>
                <a:latin typeface="Lucida Sans Unicode"/>
                <a:cs typeface="Lucida Sans Unicode"/>
              </a:rPr>
              <a:t>Obvious</a:t>
            </a:r>
            <a:r>
              <a:rPr sz="1800" spc="70" dirty="0">
                <a:solidFill>
                  <a:srgbClr val="0048AA"/>
                </a:solidFill>
                <a:latin typeface="Lucida Sans Unicode"/>
                <a:cs typeface="Lucida Sans Unicode"/>
              </a:rPr>
              <a:t> </a:t>
            </a:r>
            <a:r>
              <a:rPr sz="1800" spc="-10" dirty="0">
                <a:solidFill>
                  <a:srgbClr val="0048AA"/>
                </a:solidFill>
                <a:latin typeface="Lucida Sans Unicode"/>
                <a:cs typeface="Lucida Sans Unicode"/>
              </a:rPr>
              <a:t>applications.</a:t>
            </a:r>
            <a:endParaRPr sz="1800">
              <a:latin typeface="Lucida Sans Unicode"/>
              <a:cs typeface="Lucida Sans Unicode"/>
            </a:endParaRPr>
          </a:p>
          <a:p>
            <a:pPr marL="285750">
              <a:lnSpc>
                <a:spcPts val="2960"/>
              </a:lnSpc>
            </a:pPr>
            <a:r>
              <a:rPr sz="4275" spc="2175" baseline="-8771" dirty="0">
                <a:latin typeface="Yu Gothic UI"/>
                <a:cs typeface="Yu Gothic UI"/>
              </a:rPr>
              <a:t>・</a:t>
            </a:r>
            <a:r>
              <a:rPr sz="1800" dirty="0">
                <a:latin typeface="Lucida Sans Unicode"/>
                <a:cs typeface="Lucida Sans Unicode"/>
              </a:rPr>
              <a:t>Organize</a:t>
            </a:r>
            <a:r>
              <a:rPr sz="1800" spc="-35" dirty="0">
                <a:latin typeface="Lucida Sans Unicode"/>
                <a:cs typeface="Lucida Sans Unicode"/>
              </a:rPr>
              <a:t> </a:t>
            </a:r>
            <a:r>
              <a:rPr sz="1800" dirty="0">
                <a:latin typeface="Lucida Sans Unicode"/>
                <a:cs typeface="Lucida Sans Unicode"/>
              </a:rPr>
              <a:t>an</a:t>
            </a:r>
            <a:r>
              <a:rPr sz="1800" spc="-30" dirty="0">
                <a:latin typeface="Lucida Sans Unicode"/>
                <a:cs typeface="Lucida Sans Unicode"/>
              </a:rPr>
              <a:t> </a:t>
            </a:r>
            <a:r>
              <a:rPr sz="1800" dirty="0">
                <a:latin typeface="Lucida Sans Unicode"/>
                <a:cs typeface="Lucida Sans Unicode"/>
              </a:rPr>
              <a:t>MP3</a:t>
            </a:r>
            <a:r>
              <a:rPr sz="1800" spc="-30" dirty="0">
                <a:latin typeface="Lucida Sans Unicode"/>
                <a:cs typeface="Lucida Sans Unicode"/>
              </a:rPr>
              <a:t> </a:t>
            </a:r>
            <a:r>
              <a:rPr sz="1800" spc="-10" dirty="0">
                <a:latin typeface="Lucida Sans Unicode"/>
                <a:cs typeface="Lucida Sans Unicode"/>
              </a:rPr>
              <a:t>library.</a:t>
            </a:r>
            <a:endParaRPr sz="1800">
              <a:latin typeface="Lucida Sans Unicode"/>
              <a:cs typeface="Lucida Sans Unicode"/>
            </a:endParaRPr>
          </a:p>
          <a:p>
            <a:pPr marL="285750">
              <a:lnSpc>
                <a:spcPts val="2855"/>
              </a:lnSpc>
            </a:pPr>
            <a:r>
              <a:rPr sz="4275" spc="2175" baseline="-8771" dirty="0">
                <a:latin typeface="Yu Gothic UI"/>
                <a:cs typeface="Yu Gothic UI"/>
              </a:rPr>
              <a:t>・</a:t>
            </a:r>
            <a:r>
              <a:rPr sz="1800" dirty="0">
                <a:latin typeface="Lucida Sans Unicode"/>
                <a:cs typeface="Lucida Sans Unicode"/>
              </a:rPr>
              <a:t>Display</a:t>
            </a:r>
            <a:r>
              <a:rPr sz="1800" spc="20" dirty="0">
                <a:latin typeface="Lucida Sans Unicode"/>
                <a:cs typeface="Lucida Sans Unicode"/>
              </a:rPr>
              <a:t> </a:t>
            </a:r>
            <a:r>
              <a:rPr sz="1800" dirty="0">
                <a:latin typeface="Lucida Sans Unicode"/>
                <a:cs typeface="Lucida Sans Unicode"/>
              </a:rPr>
              <a:t>Google</a:t>
            </a:r>
            <a:r>
              <a:rPr sz="1800" spc="20" dirty="0">
                <a:latin typeface="Lucida Sans Unicode"/>
                <a:cs typeface="Lucida Sans Unicode"/>
              </a:rPr>
              <a:t> </a:t>
            </a:r>
            <a:r>
              <a:rPr sz="1800" dirty="0">
                <a:latin typeface="Lucida Sans Unicode"/>
                <a:cs typeface="Lucida Sans Unicode"/>
              </a:rPr>
              <a:t>PageRank</a:t>
            </a:r>
            <a:r>
              <a:rPr sz="1800" spc="25" dirty="0">
                <a:latin typeface="Lucida Sans Unicode"/>
                <a:cs typeface="Lucida Sans Unicode"/>
              </a:rPr>
              <a:t> </a:t>
            </a:r>
            <a:r>
              <a:rPr sz="1800" spc="-10" dirty="0">
                <a:latin typeface="Lucida Sans Unicode"/>
                <a:cs typeface="Lucida Sans Unicode"/>
              </a:rPr>
              <a:t>results.</a:t>
            </a:r>
            <a:endParaRPr sz="1800">
              <a:latin typeface="Lucida Sans Unicode"/>
              <a:cs typeface="Lucida Sans Unicode"/>
            </a:endParaRPr>
          </a:p>
          <a:p>
            <a:pPr marL="285750">
              <a:lnSpc>
                <a:spcPts val="3135"/>
              </a:lnSpc>
            </a:pPr>
            <a:r>
              <a:rPr sz="4275" spc="2175" baseline="-8771" dirty="0">
                <a:latin typeface="Yu Gothic UI"/>
                <a:cs typeface="Yu Gothic UI"/>
              </a:rPr>
              <a:t>・</a:t>
            </a:r>
            <a:r>
              <a:rPr sz="1800" dirty="0">
                <a:latin typeface="Lucida Sans Unicode"/>
                <a:cs typeface="Lucida Sans Unicode"/>
              </a:rPr>
              <a:t>List</a:t>
            </a:r>
            <a:r>
              <a:rPr sz="1800" spc="-5" dirty="0">
                <a:latin typeface="Lucida Sans Unicode"/>
                <a:cs typeface="Lucida Sans Unicode"/>
              </a:rPr>
              <a:t> </a:t>
            </a:r>
            <a:r>
              <a:rPr sz="1800" dirty="0">
                <a:latin typeface="Lucida Sans Unicode"/>
                <a:cs typeface="Lucida Sans Unicode"/>
              </a:rPr>
              <a:t>RSS</a:t>
            </a:r>
            <a:r>
              <a:rPr sz="1800" spc="5" dirty="0">
                <a:latin typeface="Lucida Sans Unicode"/>
                <a:cs typeface="Lucida Sans Unicode"/>
              </a:rPr>
              <a:t> </a:t>
            </a:r>
            <a:r>
              <a:rPr sz="1800" dirty="0">
                <a:latin typeface="Lucida Sans Unicode"/>
                <a:cs typeface="Lucida Sans Unicode"/>
              </a:rPr>
              <a:t>news</a:t>
            </a:r>
            <a:r>
              <a:rPr sz="1800" spc="10" dirty="0">
                <a:latin typeface="Lucida Sans Unicode"/>
                <a:cs typeface="Lucida Sans Unicode"/>
              </a:rPr>
              <a:t> </a:t>
            </a:r>
            <a:r>
              <a:rPr sz="1800" dirty="0">
                <a:latin typeface="Lucida Sans Unicode"/>
                <a:cs typeface="Lucida Sans Unicode"/>
              </a:rPr>
              <a:t>items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reverse</a:t>
            </a:r>
            <a:r>
              <a:rPr sz="1800" spc="10" dirty="0">
                <a:latin typeface="Lucida Sans Unicode"/>
                <a:cs typeface="Lucida Sans Unicode"/>
              </a:rPr>
              <a:t> </a:t>
            </a:r>
            <a:r>
              <a:rPr sz="1800" dirty="0">
                <a:latin typeface="Lucida Sans Unicode"/>
                <a:cs typeface="Lucida Sans Unicode"/>
              </a:rPr>
              <a:t>chronological</a:t>
            </a:r>
            <a:r>
              <a:rPr sz="1800" spc="5" dirty="0">
                <a:latin typeface="Lucida Sans Unicode"/>
                <a:cs typeface="Lucida Sans Unicode"/>
              </a:rPr>
              <a:t> </a:t>
            </a:r>
            <a:r>
              <a:rPr sz="1800" spc="-10" dirty="0">
                <a:latin typeface="Lucida Sans Unicode"/>
                <a:cs typeface="Lucida Sans Unicode"/>
              </a:rPr>
              <a:t>order.</a:t>
            </a:r>
            <a:endParaRPr sz="1800">
              <a:latin typeface="Lucida Sans Unicode"/>
              <a:cs typeface="Lucida Sans Unicode"/>
            </a:endParaRPr>
          </a:p>
          <a:p>
            <a:pPr>
              <a:lnSpc>
                <a:spcPct val="100000"/>
              </a:lnSpc>
              <a:spcBef>
                <a:spcPts val="570"/>
              </a:spcBef>
            </a:pPr>
            <a:endParaRPr sz="1800">
              <a:latin typeface="Lucida Sans Unicode"/>
              <a:cs typeface="Lucida Sans Unicode"/>
            </a:endParaRPr>
          </a:p>
          <a:p>
            <a:pPr marL="190500">
              <a:lnSpc>
                <a:spcPts val="1980"/>
              </a:lnSpc>
            </a:pPr>
            <a:r>
              <a:rPr sz="1800" dirty="0">
                <a:solidFill>
                  <a:srgbClr val="0048AA"/>
                </a:solidFill>
                <a:latin typeface="Lucida Sans Unicode"/>
                <a:cs typeface="Lucida Sans Unicode"/>
              </a:rPr>
              <a:t>Some</a:t>
            </a:r>
            <a:r>
              <a:rPr sz="1800" spc="-20" dirty="0">
                <a:solidFill>
                  <a:srgbClr val="0048AA"/>
                </a:solidFill>
                <a:latin typeface="Lucida Sans Unicode"/>
                <a:cs typeface="Lucida Sans Unicode"/>
              </a:rPr>
              <a:t> </a:t>
            </a:r>
            <a:r>
              <a:rPr sz="1800" dirty="0">
                <a:solidFill>
                  <a:srgbClr val="0048AA"/>
                </a:solidFill>
                <a:latin typeface="Lucida Sans Unicode"/>
                <a:cs typeface="Lucida Sans Unicode"/>
              </a:rPr>
              <a:t>problems</a:t>
            </a:r>
            <a:r>
              <a:rPr sz="1800" spc="-15" dirty="0">
                <a:solidFill>
                  <a:srgbClr val="0048AA"/>
                </a:solidFill>
                <a:latin typeface="Lucida Sans Unicode"/>
                <a:cs typeface="Lucida Sans Unicode"/>
              </a:rPr>
              <a:t> </a:t>
            </a:r>
            <a:r>
              <a:rPr sz="1800" dirty="0">
                <a:solidFill>
                  <a:srgbClr val="0048AA"/>
                </a:solidFill>
                <a:latin typeface="Lucida Sans Unicode"/>
                <a:cs typeface="Lucida Sans Unicode"/>
              </a:rPr>
              <a:t>become</a:t>
            </a:r>
            <a:r>
              <a:rPr sz="1800" spc="-15" dirty="0">
                <a:solidFill>
                  <a:srgbClr val="0048AA"/>
                </a:solidFill>
                <a:latin typeface="Lucida Sans Unicode"/>
                <a:cs typeface="Lucida Sans Unicode"/>
              </a:rPr>
              <a:t> </a:t>
            </a:r>
            <a:r>
              <a:rPr sz="1800" dirty="0">
                <a:solidFill>
                  <a:srgbClr val="0048AA"/>
                </a:solidFill>
                <a:latin typeface="Lucida Sans Unicode"/>
                <a:cs typeface="Lucida Sans Unicode"/>
              </a:rPr>
              <a:t>easier</a:t>
            </a:r>
            <a:r>
              <a:rPr sz="1800" spc="-20" dirty="0">
                <a:solidFill>
                  <a:srgbClr val="0048AA"/>
                </a:solidFill>
                <a:latin typeface="Lucida Sans Unicode"/>
                <a:cs typeface="Lucida Sans Unicode"/>
              </a:rPr>
              <a:t> </a:t>
            </a:r>
            <a:r>
              <a:rPr sz="1800" dirty="0">
                <a:solidFill>
                  <a:srgbClr val="0048AA"/>
                </a:solidFill>
                <a:latin typeface="Lucida Sans Unicode"/>
                <a:cs typeface="Lucida Sans Unicode"/>
              </a:rPr>
              <a:t>once</a:t>
            </a:r>
            <a:r>
              <a:rPr sz="1800" spc="-15" dirty="0">
                <a:solidFill>
                  <a:srgbClr val="0048AA"/>
                </a:solidFill>
                <a:latin typeface="Lucida Sans Unicode"/>
                <a:cs typeface="Lucida Sans Unicode"/>
              </a:rPr>
              <a:t> </a:t>
            </a:r>
            <a:r>
              <a:rPr sz="1800" dirty="0">
                <a:solidFill>
                  <a:srgbClr val="0048AA"/>
                </a:solidFill>
                <a:latin typeface="Lucida Sans Unicode"/>
                <a:cs typeface="Lucida Sans Unicode"/>
              </a:rPr>
              <a:t>elements</a:t>
            </a:r>
            <a:r>
              <a:rPr sz="1800" spc="-15" dirty="0">
                <a:solidFill>
                  <a:srgbClr val="0048AA"/>
                </a:solidFill>
                <a:latin typeface="Lucida Sans Unicode"/>
                <a:cs typeface="Lucida Sans Unicode"/>
              </a:rPr>
              <a:t> </a:t>
            </a:r>
            <a:r>
              <a:rPr sz="1800" dirty="0">
                <a:solidFill>
                  <a:srgbClr val="0048AA"/>
                </a:solidFill>
                <a:latin typeface="Lucida Sans Unicode"/>
                <a:cs typeface="Lucida Sans Unicode"/>
              </a:rPr>
              <a:t>are</a:t>
            </a:r>
            <a:r>
              <a:rPr sz="1800" spc="-20" dirty="0">
                <a:solidFill>
                  <a:srgbClr val="0048AA"/>
                </a:solidFill>
                <a:latin typeface="Lucida Sans Unicode"/>
                <a:cs typeface="Lucida Sans Unicode"/>
              </a:rPr>
              <a:t> </a:t>
            </a:r>
            <a:r>
              <a:rPr sz="1800" spc="-10" dirty="0">
                <a:solidFill>
                  <a:srgbClr val="0048AA"/>
                </a:solidFill>
                <a:latin typeface="Lucida Sans Unicode"/>
                <a:cs typeface="Lucida Sans Unicode"/>
              </a:rPr>
              <a:t>sorted.</a:t>
            </a:r>
            <a:endParaRPr sz="1800">
              <a:latin typeface="Lucida Sans Unicode"/>
              <a:cs typeface="Lucida Sans Unicode"/>
            </a:endParaRPr>
          </a:p>
          <a:p>
            <a:pPr marL="285750">
              <a:lnSpc>
                <a:spcPts val="2960"/>
              </a:lnSpc>
            </a:pPr>
            <a:r>
              <a:rPr sz="4275" spc="2175" baseline="-8771" dirty="0">
                <a:latin typeface="Yu Gothic UI"/>
                <a:cs typeface="Yu Gothic UI"/>
              </a:rPr>
              <a:t>・</a:t>
            </a:r>
            <a:r>
              <a:rPr sz="1800" dirty="0">
                <a:latin typeface="Lucida Sans Unicode"/>
                <a:cs typeface="Lucida Sans Unicode"/>
              </a:rPr>
              <a:t>Identify</a:t>
            </a:r>
            <a:r>
              <a:rPr sz="1800" spc="-10" dirty="0">
                <a:latin typeface="Lucida Sans Unicode"/>
                <a:cs typeface="Lucida Sans Unicode"/>
              </a:rPr>
              <a:t> </a:t>
            </a:r>
            <a:r>
              <a:rPr sz="1800" dirty="0">
                <a:latin typeface="Lucida Sans Unicode"/>
                <a:cs typeface="Lucida Sans Unicode"/>
              </a:rPr>
              <a:t>statistical</a:t>
            </a:r>
            <a:r>
              <a:rPr sz="1800" spc="-5" dirty="0">
                <a:latin typeface="Lucida Sans Unicode"/>
                <a:cs typeface="Lucida Sans Unicode"/>
              </a:rPr>
              <a:t> </a:t>
            </a:r>
            <a:r>
              <a:rPr sz="1800" spc="-10" dirty="0">
                <a:latin typeface="Lucida Sans Unicode"/>
                <a:cs typeface="Lucida Sans Unicode"/>
              </a:rPr>
              <a:t>outliers.</a:t>
            </a:r>
            <a:endParaRPr sz="1800">
              <a:latin typeface="Lucida Sans Unicode"/>
              <a:cs typeface="Lucida Sans Unicode"/>
            </a:endParaRPr>
          </a:p>
          <a:p>
            <a:pPr marL="285750">
              <a:lnSpc>
                <a:spcPts val="2855"/>
              </a:lnSpc>
            </a:pPr>
            <a:r>
              <a:rPr sz="4275" spc="2175" baseline="-8771" dirty="0">
                <a:latin typeface="Yu Gothic UI"/>
                <a:cs typeface="Yu Gothic UI"/>
              </a:rPr>
              <a:t>・</a:t>
            </a:r>
            <a:r>
              <a:rPr sz="1800" dirty="0">
                <a:latin typeface="Lucida Sans Unicode"/>
                <a:cs typeface="Lucida Sans Unicode"/>
              </a:rPr>
              <a:t>Binary search in</a:t>
            </a:r>
            <a:r>
              <a:rPr sz="1800" spc="5" dirty="0">
                <a:latin typeface="Lucida Sans Unicode"/>
                <a:cs typeface="Lucida Sans Unicode"/>
              </a:rPr>
              <a:t> </a:t>
            </a:r>
            <a:r>
              <a:rPr sz="1800" dirty="0">
                <a:latin typeface="Lucida Sans Unicode"/>
                <a:cs typeface="Lucida Sans Unicode"/>
              </a:rPr>
              <a:t>a </a:t>
            </a:r>
            <a:r>
              <a:rPr sz="1800" spc="-10" dirty="0">
                <a:latin typeface="Lucida Sans Unicode"/>
                <a:cs typeface="Lucida Sans Unicode"/>
              </a:rPr>
              <a:t>database.</a:t>
            </a:r>
            <a:endParaRPr sz="1800">
              <a:latin typeface="Lucida Sans Unicode"/>
              <a:cs typeface="Lucida Sans Unicode"/>
            </a:endParaRPr>
          </a:p>
          <a:p>
            <a:pPr marL="285750">
              <a:lnSpc>
                <a:spcPts val="3135"/>
              </a:lnSpc>
            </a:pPr>
            <a:r>
              <a:rPr sz="4275" spc="2175" baseline="-8771" dirty="0">
                <a:latin typeface="Yu Gothic UI"/>
                <a:cs typeface="Yu Gothic UI"/>
              </a:rPr>
              <a:t>・</a:t>
            </a:r>
            <a:r>
              <a:rPr sz="1800" dirty="0">
                <a:latin typeface="Lucida Sans Unicode"/>
                <a:cs typeface="Lucida Sans Unicode"/>
              </a:rPr>
              <a:t>Remove</a:t>
            </a:r>
            <a:r>
              <a:rPr sz="1800" spc="-5" dirty="0">
                <a:latin typeface="Lucida Sans Unicode"/>
                <a:cs typeface="Lucida Sans Unicode"/>
              </a:rPr>
              <a:t> </a:t>
            </a:r>
            <a:r>
              <a:rPr sz="1800" dirty="0">
                <a:latin typeface="Lucida Sans Unicode"/>
                <a:cs typeface="Lucida Sans Unicode"/>
              </a:rPr>
              <a:t>duplicates in a mailing </a:t>
            </a:r>
            <a:r>
              <a:rPr sz="1800" spc="-10" dirty="0">
                <a:latin typeface="Lucida Sans Unicode"/>
                <a:cs typeface="Lucida Sans Unicode"/>
              </a:rPr>
              <a:t>list.</a:t>
            </a:r>
            <a:endParaRPr sz="1800">
              <a:latin typeface="Lucida Sans Unicode"/>
              <a:cs typeface="Lucida Sans Unicode"/>
            </a:endParaRPr>
          </a:p>
          <a:p>
            <a:pPr>
              <a:lnSpc>
                <a:spcPct val="100000"/>
              </a:lnSpc>
              <a:spcBef>
                <a:spcPts val="575"/>
              </a:spcBef>
            </a:pPr>
            <a:endParaRPr sz="1800">
              <a:latin typeface="Lucida Sans Unicode"/>
              <a:cs typeface="Lucida Sans Unicode"/>
            </a:endParaRPr>
          </a:p>
          <a:p>
            <a:pPr marL="190500">
              <a:lnSpc>
                <a:spcPts val="1980"/>
              </a:lnSpc>
            </a:pPr>
            <a:r>
              <a:rPr sz="1800" spc="-40" dirty="0">
                <a:solidFill>
                  <a:srgbClr val="0048AA"/>
                </a:solidFill>
                <a:latin typeface="Lucida Sans Unicode"/>
                <a:cs typeface="Lucida Sans Unicode"/>
              </a:rPr>
              <a:t>Non-</a:t>
            </a:r>
            <a:r>
              <a:rPr sz="1800" spc="-20" dirty="0">
                <a:solidFill>
                  <a:srgbClr val="0048AA"/>
                </a:solidFill>
                <a:latin typeface="Lucida Sans Unicode"/>
                <a:cs typeface="Lucida Sans Unicode"/>
              </a:rPr>
              <a:t>obvious</a:t>
            </a:r>
            <a:r>
              <a:rPr sz="1800" spc="-45" dirty="0">
                <a:solidFill>
                  <a:srgbClr val="0048AA"/>
                </a:solidFill>
                <a:latin typeface="Lucida Sans Unicode"/>
                <a:cs typeface="Lucida Sans Unicode"/>
              </a:rPr>
              <a:t> </a:t>
            </a:r>
            <a:r>
              <a:rPr sz="1800" spc="-10" dirty="0">
                <a:solidFill>
                  <a:srgbClr val="0048AA"/>
                </a:solidFill>
                <a:latin typeface="Lucida Sans Unicode"/>
                <a:cs typeface="Lucida Sans Unicode"/>
              </a:rPr>
              <a:t>applications.</a:t>
            </a:r>
            <a:endParaRPr sz="1800">
              <a:latin typeface="Lucida Sans Unicode"/>
              <a:cs typeface="Lucida Sans Unicode"/>
            </a:endParaRPr>
          </a:p>
          <a:p>
            <a:pPr marL="285750">
              <a:lnSpc>
                <a:spcPts val="2960"/>
              </a:lnSpc>
            </a:pPr>
            <a:r>
              <a:rPr sz="4275" spc="2175" baseline="-8771" dirty="0">
                <a:latin typeface="Yu Gothic UI"/>
                <a:cs typeface="Yu Gothic UI"/>
              </a:rPr>
              <a:t>・</a:t>
            </a:r>
            <a:r>
              <a:rPr sz="1800" dirty="0">
                <a:latin typeface="Lucida Sans Unicode"/>
                <a:cs typeface="Lucida Sans Unicode"/>
              </a:rPr>
              <a:t>Convex</a:t>
            </a:r>
            <a:r>
              <a:rPr sz="1800" spc="65" dirty="0">
                <a:latin typeface="Lucida Sans Unicode"/>
                <a:cs typeface="Lucida Sans Unicode"/>
              </a:rPr>
              <a:t> </a:t>
            </a:r>
            <a:r>
              <a:rPr sz="1800" spc="-10" dirty="0">
                <a:latin typeface="Lucida Sans Unicode"/>
                <a:cs typeface="Lucida Sans Unicode"/>
              </a:rPr>
              <a:t>hull.</a:t>
            </a:r>
            <a:endParaRPr sz="1800">
              <a:latin typeface="Lucida Sans Unicode"/>
              <a:cs typeface="Lucida Sans Unicode"/>
            </a:endParaRPr>
          </a:p>
          <a:p>
            <a:pPr marL="285750">
              <a:lnSpc>
                <a:spcPts val="2855"/>
              </a:lnSpc>
            </a:pPr>
            <a:r>
              <a:rPr sz="4275" spc="2175" baseline="-8771" dirty="0">
                <a:latin typeface="Yu Gothic UI"/>
                <a:cs typeface="Yu Gothic UI"/>
              </a:rPr>
              <a:t>・</a:t>
            </a:r>
            <a:r>
              <a:rPr sz="1800" dirty="0">
                <a:latin typeface="Lucida Sans Unicode"/>
                <a:cs typeface="Lucida Sans Unicode"/>
              </a:rPr>
              <a:t>Closest</a:t>
            </a:r>
            <a:r>
              <a:rPr sz="1800" spc="-15" dirty="0">
                <a:latin typeface="Lucida Sans Unicode"/>
                <a:cs typeface="Lucida Sans Unicode"/>
              </a:rPr>
              <a:t> </a:t>
            </a:r>
            <a:r>
              <a:rPr sz="1800" dirty="0">
                <a:latin typeface="Lucida Sans Unicode"/>
                <a:cs typeface="Lucida Sans Unicode"/>
              </a:rPr>
              <a:t>pair</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points.</a:t>
            </a:r>
            <a:endParaRPr sz="1800">
              <a:latin typeface="Lucida Sans Unicode"/>
              <a:cs typeface="Lucida Sans Unicode"/>
            </a:endParaRPr>
          </a:p>
          <a:p>
            <a:pPr marL="285750">
              <a:lnSpc>
                <a:spcPts val="2855"/>
              </a:lnSpc>
            </a:pPr>
            <a:r>
              <a:rPr sz="4275" spc="2175" baseline="-8771" dirty="0">
                <a:latin typeface="Yu Gothic UI"/>
                <a:cs typeface="Yu Gothic UI"/>
              </a:rPr>
              <a:t>・</a:t>
            </a:r>
            <a:r>
              <a:rPr sz="1800" dirty="0">
                <a:latin typeface="Lucida Sans Unicode"/>
                <a:cs typeface="Lucida Sans Unicode"/>
              </a:rPr>
              <a:t>Interval</a:t>
            </a:r>
            <a:r>
              <a:rPr sz="1800" spc="15" dirty="0">
                <a:latin typeface="Lucida Sans Unicode"/>
                <a:cs typeface="Lucida Sans Unicode"/>
              </a:rPr>
              <a:t> </a:t>
            </a:r>
            <a:r>
              <a:rPr sz="1800" dirty="0">
                <a:latin typeface="Lucida Sans Unicode"/>
                <a:cs typeface="Lucida Sans Unicode"/>
              </a:rPr>
              <a:t>scheduling</a:t>
            </a:r>
            <a:r>
              <a:rPr sz="1800" spc="10" dirty="0">
                <a:latin typeface="Lucida Sans Unicode"/>
                <a:cs typeface="Lucida Sans Unicode"/>
              </a:rPr>
              <a:t> / </a:t>
            </a:r>
            <a:r>
              <a:rPr sz="1800" dirty="0">
                <a:latin typeface="Lucida Sans Unicode"/>
                <a:cs typeface="Lucida Sans Unicode"/>
              </a:rPr>
              <a:t>interval</a:t>
            </a:r>
            <a:r>
              <a:rPr sz="1800" spc="15" dirty="0">
                <a:latin typeface="Lucida Sans Unicode"/>
                <a:cs typeface="Lucida Sans Unicode"/>
              </a:rPr>
              <a:t> </a:t>
            </a:r>
            <a:r>
              <a:rPr sz="1800" spc="-10" dirty="0">
                <a:latin typeface="Lucida Sans Unicode"/>
                <a:cs typeface="Lucida Sans Unicode"/>
              </a:rPr>
              <a:t>partitioning.</a:t>
            </a:r>
            <a:endParaRPr sz="1800">
              <a:latin typeface="Lucida Sans Unicode"/>
              <a:cs typeface="Lucida Sans Unicode"/>
            </a:endParaRPr>
          </a:p>
          <a:p>
            <a:pPr marL="285750">
              <a:lnSpc>
                <a:spcPts val="2855"/>
              </a:lnSpc>
            </a:pPr>
            <a:r>
              <a:rPr sz="4275" spc="2175" baseline="-8771" dirty="0">
                <a:latin typeface="Yu Gothic UI"/>
                <a:cs typeface="Yu Gothic UI"/>
              </a:rPr>
              <a:t>・</a:t>
            </a:r>
            <a:r>
              <a:rPr sz="1800" dirty="0">
                <a:latin typeface="Lucida Sans Unicode"/>
                <a:cs typeface="Lucida Sans Unicode"/>
              </a:rPr>
              <a:t>Minimum</a:t>
            </a:r>
            <a:r>
              <a:rPr sz="1800" spc="-15" dirty="0">
                <a:latin typeface="Lucida Sans Unicode"/>
                <a:cs typeface="Lucida Sans Unicode"/>
              </a:rPr>
              <a:t> </a:t>
            </a:r>
            <a:r>
              <a:rPr sz="1800" dirty="0">
                <a:latin typeface="Lucida Sans Unicode"/>
                <a:cs typeface="Lucida Sans Unicode"/>
              </a:rPr>
              <a:t>spanning</a:t>
            </a:r>
            <a:r>
              <a:rPr sz="1800" spc="-15" dirty="0">
                <a:latin typeface="Lucida Sans Unicode"/>
                <a:cs typeface="Lucida Sans Unicode"/>
              </a:rPr>
              <a:t> </a:t>
            </a:r>
            <a:r>
              <a:rPr sz="1800" dirty="0">
                <a:latin typeface="Lucida Sans Unicode"/>
                <a:cs typeface="Lucida Sans Unicode"/>
              </a:rPr>
              <a:t>trees</a:t>
            </a:r>
            <a:r>
              <a:rPr sz="1800" spc="-10" dirty="0">
                <a:latin typeface="Lucida Sans Unicode"/>
                <a:cs typeface="Lucida Sans Unicode"/>
              </a:rPr>
              <a:t> </a:t>
            </a:r>
            <a:r>
              <a:rPr sz="1800" dirty="0">
                <a:latin typeface="Lucida Sans Unicode"/>
                <a:cs typeface="Lucida Sans Unicode"/>
              </a:rPr>
              <a:t>(Kruskal's</a:t>
            </a:r>
            <a:r>
              <a:rPr sz="1800" spc="-15" dirty="0">
                <a:latin typeface="Lucida Sans Unicode"/>
                <a:cs typeface="Lucida Sans Unicode"/>
              </a:rPr>
              <a:t> </a:t>
            </a:r>
            <a:r>
              <a:rPr sz="1800" spc="-10" dirty="0">
                <a:latin typeface="Lucida Sans Unicode"/>
                <a:cs typeface="Lucida Sans Unicode"/>
              </a:rPr>
              <a:t>algorithm).</a:t>
            </a:r>
            <a:endParaRPr sz="1800">
              <a:latin typeface="Lucida Sans Unicode"/>
              <a:cs typeface="Lucida Sans Unicode"/>
            </a:endParaRPr>
          </a:p>
          <a:p>
            <a:pPr marL="285750">
              <a:lnSpc>
                <a:spcPts val="2855"/>
              </a:lnSpc>
            </a:pPr>
            <a:r>
              <a:rPr sz="4275" spc="2175" baseline="-8771" dirty="0">
                <a:latin typeface="Yu Gothic UI"/>
                <a:cs typeface="Yu Gothic UI"/>
              </a:rPr>
              <a:t>・</a:t>
            </a:r>
            <a:r>
              <a:rPr sz="1800" dirty="0">
                <a:latin typeface="Lucida Sans Unicode"/>
                <a:cs typeface="Lucida Sans Unicode"/>
              </a:rPr>
              <a:t>Scheduling</a:t>
            </a:r>
            <a:r>
              <a:rPr sz="1800" spc="5" dirty="0">
                <a:latin typeface="Lucida Sans Unicode"/>
                <a:cs typeface="Lucida Sans Unicode"/>
              </a:rPr>
              <a:t> </a:t>
            </a:r>
            <a:r>
              <a:rPr sz="1800" dirty="0">
                <a:latin typeface="Lucida Sans Unicode"/>
                <a:cs typeface="Lucida Sans Unicode"/>
              </a:rPr>
              <a:t>to</a:t>
            </a:r>
            <a:r>
              <a:rPr sz="1800" spc="10" dirty="0">
                <a:latin typeface="Lucida Sans Unicode"/>
                <a:cs typeface="Lucida Sans Unicode"/>
              </a:rPr>
              <a:t> </a:t>
            </a:r>
            <a:r>
              <a:rPr sz="1800" dirty="0">
                <a:latin typeface="Lucida Sans Unicode"/>
                <a:cs typeface="Lucida Sans Unicode"/>
              </a:rPr>
              <a:t>minimize</a:t>
            </a:r>
            <a:r>
              <a:rPr sz="1800" spc="10" dirty="0">
                <a:latin typeface="Lucida Sans Unicode"/>
                <a:cs typeface="Lucida Sans Unicode"/>
              </a:rPr>
              <a:t> </a:t>
            </a:r>
            <a:r>
              <a:rPr sz="1800" dirty="0">
                <a:latin typeface="Lucida Sans Unicode"/>
                <a:cs typeface="Lucida Sans Unicode"/>
              </a:rPr>
              <a:t>maximum</a:t>
            </a:r>
            <a:r>
              <a:rPr sz="1800" spc="10" dirty="0">
                <a:latin typeface="Lucida Sans Unicode"/>
                <a:cs typeface="Lucida Sans Unicode"/>
              </a:rPr>
              <a:t> </a:t>
            </a:r>
            <a:r>
              <a:rPr sz="1800" dirty="0">
                <a:latin typeface="Lucida Sans Unicode"/>
                <a:cs typeface="Lucida Sans Unicode"/>
              </a:rPr>
              <a:t>lateness</a:t>
            </a:r>
            <a:r>
              <a:rPr sz="1800" spc="5" dirty="0">
                <a:latin typeface="Lucida Sans Unicode"/>
                <a:cs typeface="Lucida Sans Unicode"/>
              </a:rPr>
              <a:t> </a:t>
            </a:r>
            <a:r>
              <a:rPr sz="1800" dirty="0">
                <a:latin typeface="Lucida Sans Unicode"/>
                <a:cs typeface="Lucida Sans Unicode"/>
              </a:rPr>
              <a:t>or</a:t>
            </a:r>
            <a:r>
              <a:rPr sz="1800" spc="10" dirty="0">
                <a:latin typeface="Lucida Sans Unicode"/>
                <a:cs typeface="Lucida Sans Unicode"/>
              </a:rPr>
              <a:t> </a:t>
            </a:r>
            <a:r>
              <a:rPr sz="1800" dirty="0">
                <a:latin typeface="Lucida Sans Unicode"/>
                <a:cs typeface="Lucida Sans Unicode"/>
              </a:rPr>
              <a:t>average</a:t>
            </a:r>
            <a:r>
              <a:rPr sz="1800" spc="10" dirty="0">
                <a:latin typeface="Lucida Sans Unicode"/>
                <a:cs typeface="Lucida Sans Unicode"/>
              </a:rPr>
              <a:t> </a:t>
            </a:r>
            <a:r>
              <a:rPr sz="1800" dirty="0">
                <a:latin typeface="Lucida Sans Unicode"/>
                <a:cs typeface="Lucida Sans Unicode"/>
              </a:rPr>
              <a:t>completion</a:t>
            </a:r>
            <a:r>
              <a:rPr sz="1800" spc="10" dirty="0">
                <a:latin typeface="Lucida Sans Unicode"/>
                <a:cs typeface="Lucida Sans Unicode"/>
              </a:rPr>
              <a:t> </a:t>
            </a:r>
            <a:r>
              <a:rPr sz="1800" spc="-10" dirty="0">
                <a:latin typeface="Lucida Sans Unicode"/>
                <a:cs typeface="Lucida Sans Unicode"/>
              </a:rPr>
              <a:t>time.</a:t>
            </a:r>
            <a:endParaRPr sz="1800">
              <a:latin typeface="Lucida Sans Unicode"/>
              <a:cs typeface="Lucida Sans Unicode"/>
            </a:endParaRPr>
          </a:p>
          <a:p>
            <a:pPr marL="285750">
              <a:lnSpc>
                <a:spcPts val="3135"/>
              </a:lnSpc>
            </a:pPr>
            <a:r>
              <a:rPr sz="4275" spc="2175" baseline="-8771" dirty="0">
                <a:latin typeface="Yu Gothic UI"/>
                <a:cs typeface="Yu Gothic UI"/>
              </a:rPr>
              <a:t>・</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p:nvPr/>
        </p:nvSpPr>
        <p:spPr>
          <a:xfrm>
            <a:off x="9483454" y="7227554"/>
            <a:ext cx="98425"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5</a:t>
            </a:r>
            <a:endParaRPr sz="900">
              <a:latin typeface="Lucida Sans Unicode"/>
              <a:cs typeface="Lucida Sans Unicode"/>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Sorting</a:t>
            </a:r>
            <a:r>
              <a:rPr spc="250" dirty="0"/>
              <a:t> </a:t>
            </a:r>
            <a:r>
              <a:rPr spc="-10" dirty="0"/>
              <a:t>applications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 dirty="0"/>
              <a:t>Mergesort</a:t>
            </a:r>
          </a:p>
        </p:txBody>
      </p:sp>
      <p:sp>
        <p:nvSpPr>
          <p:cNvPr id="4" name="object 4"/>
          <p:cNvSpPr txBox="1"/>
          <p:nvPr/>
        </p:nvSpPr>
        <p:spPr>
          <a:xfrm>
            <a:off x="789841" y="1081652"/>
            <a:ext cx="5003165" cy="1189990"/>
          </a:xfrm>
          <a:prstGeom prst="rect">
            <a:avLst/>
          </a:prstGeom>
        </p:spPr>
        <p:txBody>
          <a:bodyPr vert="horz" wrap="square" lIns="0" tIns="16510" rIns="0" bIns="0" rtlCol="0">
            <a:spAutoFit/>
          </a:bodyPr>
          <a:lstStyle/>
          <a:p>
            <a:pPr marL="63500">
              <a:lnSpc>
                <a:spcPts val="3135"/>
              </a:lnSpc>
              <a:spcBef>
                <a:spcPts val="130"/>
              </a:spcBef>
            </a:pPr>
            <a:r>
              <a:rPr sz="4275" spc="2175" baseline="-8771" dirty="0">
                <a:latin typeface="Yu Gothic UI"/>
                <a:cs typeface="Yu Gothic UI"/>
              </a:rPr>
              <a:t>・</a:t>
            </a:r>
            <a:r>
              <a:rPr sz="1800" dirty="0">
                <a:latin typeface="Lucida Sans Unicode"/>
                <a:cs typeface="Lucida Sans Unicode"/>
              </a:rPr>
              <a:t>Recursively</a:t>
            </a:r>
            <a:r>
              <a:rPr sz="1800" spc="55" dirty="0">
                <a:latin typeface="Lucida Sans Unicode"/>
                <a:cs typeface="Lucida Sans Unicode"/>
              </a:rPr>
              <a:t> </a:t>
            </a:r>
            <a:r>
              <a:rPr sz="1800" dirty="0">
                <a:latin typeface="Lucida Sans Unicode"/>
                <a:cs typeface="Lucida Sans Unicode"/>
              </a:rPr>
              <a:t>sort</a:t>
            </a:r>
            <a:r>
              <a:rPr sz="1800" spc="55" dirty="0">
                <a:latin typeface="Lucida Sans Unicode"/>
                <a:cs typeface="Lucida Sans Unicode"/>
              </a:rPr>
              <a:t> </a:t>
            </a:r>
            <a:r>
              <a:rPr sz="1800" dirty="0">
                <a:latin typeface="Lucida Sans Unicode"/>
                <a:cs typeface="Lucida Sans Unicode"/>
              </a:rPr>
              <a:t>left</a:t>
            </a:r>
            <a:r>
              <a:rPr sz="1800" spc="55" dirty="0">
                <a:latin typeface="Lucida Sans Unicode"/>
                <a:cs typeface="Lucida Sans Unicode"/>
              </a:rPr>
              <a:t> </a:t>
            </a:r>
            <a:r>
              <a:rPr sz="1800" spc="-10" dirty="0">
                <a:latin typeface="Lucida Sans Unicode"/>
                <a:cs typeface="Lucida Sans Unicode"/>
              </a:rPr>
              <a:t>half.</a:t>
            </a:r>
            <a:endParaRPr sz="1800">
              <a:latin typeface="Lucida Sans Unicode"/>
              <a:cs typeface="Lucida Sans Unicode"/>
            </a:endParaRPr>
          </a:p>
          <a:p>
            <a:pPr marL="63500">
              <a:lnSpc>
                <a:spcPts val="2855"/>
              </a:lnSpc>
            </a:pPr>
            <a:r>
              <a:rPr sz="4275" spc="2175" baseline="-8771" dirty="0">
                <a:latin typeface="Yu Gothic UI"/>
                <a:cs typeface="Yu Gothic UI"/>
              </a:rPr>
              <a:t>・</a:t>
            </a:r>
            <a:r>
              <a:rPr sz="1800" dirty="0">
                <a:latin typeface="Lucida Sans Unicode"/>
                <a:cs typeface="Lucida Sans Unicode"/>
              </a:rPr>
              <a:t>Recursively</a:t>
            </a:r>
            <a:r>
              <a:rPr sz="1800" spc="50" dirty="0">
                <a:latin typeface="Lucida Sans Unicode"/>
                <a:cs typeface="Lucida Sans Unicode"/>
              </a:rPr>
              <a:t> </a:t>
            </a:r>
            <a:r>
              <a:rPr sz="1800" dirty="0">
                <a:latin typeface="Lucida Sans Unicode"/>
                <a:cs typeface="Lucida Sans Unicode"/>
              </a:rPr>
              <a:t>sort</a:t>
            </a:r>
            <a:r>
              <a:rPr sz="1800" spc="50" dirty="0">
                <a:latin typeface="Lucida Sans Unicode"/>
                <a:cs typeface="Lucida Sans Unicode"/>
              </a:rPr>
              <a:t> </a:t>
            </a:r>
            <a:r>
              <a:rPr sz="1800" dirty="0">
                <a:latin typeface="Lucida Sans Unicode"/>
                <a:cs typeface="Lucida Sans Unicode"/>
              </a:rPr>
              <a:t>right</a:t>
            </a:r>
            <a:r>
              <a:rPr sz="1800" spc="55" dirty="0">
                <a:latin typeface="Lucida Sans Unicode"/>
                <a:cs typeface="Lucida Sans Unicode"/>
              </a:rPr>
              <a:t> </a:t>
            </a:r>
            <a:r>
              <a:rPr sz="1800" spc="-10" dirty="0">
                <a:latin typeface="Lucida Sans Unicode"/>
                <a:cs typeface="Lucida Sans Unicode"/>
              </a:rPr>
              <a:t>half.</a:t>
            </a:r>
            <a:endParaRPr sz="1800">
              <a:latin typeface="Lucida Sans Unicode"/>
              <a:cs typeface="Lucida Sans Unicode"/>
            </a:endParaRPr>
          </a:p>
          <a:p>
            <a:pPr marL="63500">
              <a:lnSpc>
                <a:spcPts val="3135"/>
              </a:lnSpc>
            </a:pPr>
            <a:r>
              <a:rPr sz="4275" spc="2175" baseline="-8771" dirty="0">
                <a:latin typeface="Yu Gothic UI"/>
                <a:cs typeface="Yu Gothic UI"/>
              </a:rPr>
              <a:t>・</a:t>
            </a:r>
            <a:r>
              <a:rPr sz="1800" dirty="0">
                <a:latin typeface="Lucida Sans Unicode"/>
                <a:cs typeface="Lucida Sans Unicode"/>
              </a:rPr>
              <a:t>Merge</a:t>
            </a:r>
            <a:r>
              <a:rPr sz="1800" spc="20" dirty="0">
                <a:latin typeface="Lucida Sans Unicode"/>
                <a:cs typeface="Lucida Sans Unicode"/>
              </a:rPr>
              <a:t> </a:t>
            </a:r>
            <a:r>
              <a:rPr sz="1800" dirty="0">
                <a:latin typeface="Lucida Sans Unicode"/>
                <a:cs typeface="Lucida Sans Unicode"/>
              </a:rPr>
              <a:t>two</a:t>
            </a:r>
            <a:r>
              <a:rPr sz="1800" spc="25" dirty="0">
                <a:latin typeface="Lucida Sans Unicode"/>
                <a:cs typeface="Lucida Sans Unicode"/>
              </a:rPr>
              <a:t> </a:t>
            </a:r>
            <a:r>
              <a:rPr sz="1800" dirty="0">
                <a:latin typeface="Lucida Sans Unicode"/>
                <a:cs typeface="Lucida Sans Unicode"/>
              </a:rPr>
              <a:t>halves</a:t>
            </a:r>
            <a:r>
              <a:rPr sz="1800" spc="25" dirty="0">
                <a:latin typeface="Lucida Sans Unicode"/>
                <a:cs typeface="Lucida Sans Unicode"/>
              </a:rPr>
              <a:t> </a:t>
            </a:r>
            <a:r>
              <a:rPr sz="1800" dirty="0">
                <a:latin typeface="Lucida Sans Unicode"/>
                <a:cs typeface="Lucida Sans Unicode"/>
              </a:rPr>
              <a:t>to</a:t>
            </a:r>
            <a:r>
              <a:rPr sz="1800" spc="25" dirty="0">
                <a:latin typeface="Lucida Sans Unicode"/>
                <a:cs typeface="Lucida Sans Unicode"/>
              </a:rPr>
              <a:t> </a:t>
            </a:r>
            <a:r>
              <a:rPr sz="1800" dirty="0">
                <a:latin typeface="Lucida Sans Unicode"/>
                <a:cs typeface="Lucida Sans Unicode"/>
              </a:rPr>
              <a:t>make</a:t>
            </a:r>
            <a:r>
              <a:rPr sz="1800" spc="25" dirty="0">
                <a:latin typeface="Lucida Sans Unicode"/>
                <a:cs typeface="Lucida Sans Unicode"/>
              </a:rPr>
              <a:t> </a:t>
            </a:r>
            <a:r>
              <a:rPr sz="1800" dirty="0">
                <a:latin typeface="Lucida Sans Unicode"/>
                <a:cs typeface="Lucida Sans Unicode"/>
              </a:rPr>
              <a:t>sorted</a:t>
            </a:r>
            <a:r>
              <a:rPr sz="1800" spc="20" dirty="0">
                <a:latin typeface="Lucida Sans Unicode"/>
                <a:cs typeface="Lucida Sans Unicode"/>
              </a:rPr>
              <a:t> </a:t>
            </a:r>
            <a:r>
              <a:rPr sz="1800" spc="-10" dirty="0">
                <a:latin typeface="Lucida Sans Unicode"/>
                <a:cs typeface="Lucida Sans Unicode"/>
              </a:rPr>
              <a:t>whole.</a:t>
            </a:r>
            <a:endParaRPr sz="1800">
              <a:latin typeface="Lucida Sans Unicode"/>
              <a:cs typeface="Lucida Sans Unicode"/>
            </a:endParaRPr>
          </a:p>
        </p:txBody>
      </p:sp>
      <p:grpSp>
        <p:nvGrpSpPr>
          <p:cNvPr id="5" name="object 5"/>
          <p:cNvGrpSpPr/>
          <p:nvPr/>
        </p:nvGrpSpPr>
        <p:grpSpPr>
          <a:xfrm>
            <a:off x="7392205" y="1504424"/>
            <a:ext cx="1911350" cy="2740025"/>
            <a:chOff x="7392205" y="1504424"/>
            <a:chExt cx="1911350" cy="2740025"/>
          </a:xfrm>
        </p:grpSpPr>
        <p:sp>
          <p:nvSpPr>
            <p:cNvPr id="6" name="object 6"/>
            <p:cNvSpPr/>
            <p:nvPr/>
          </p:nvSpPr>
          <p:spPr>
            <a:xfrm>
              <a:off x="7396000" y="2794391"/>
              <a:ext cx="1907539" cy="1449705"/>
            </a:xfrm>
            <a:custGeom>
              <a:avLst/>
              <a:gdLst/>
              <a:ahLst/>
              <a:cxnLst/>
              <a:rect l="l" t="t" r="r" b="b"/>
              <a:pathLst>
                <a:path w="1907540" h="1449704">
                  <a:moveTo>
                    <a:pt x="0" y="0"/>
                  </a:moveTo>
                  <a:lnTo>
                    <a:pt x="1907480" y="0"/>
                  </a:lnTo>
                  <a:lnTo>
                    <a:pt x="1907480" y="1449685"/>
                  </a:lnTo>
                  <a:lnTo>
                    <a:pt x="0" y="1449685"/>
                  </a:lnTo>
                  <a:lnTo>
                    <a:pt x="0" y="0"/>
                  </a:lnTo>
                  <a:close/>
                </a:path>
              </a:pathLst>
            </a:custGeom>
            <a:solidFill>
              <a:srgbClr val="FFFFFF"/>
            </a:solidFill>
          </p:spPr>
          <p:txBody>
            <a:bodyPr wrap="square" lIns="0" tIns="0" rIns="0" bIns="0" rtlCol="0"/>
            <a:lstStyle/>
            <a:p>
              <a:endParaRPr/>
            </a:p>
          </p:txBody>
        </p:sp>
        <p:pic>
          <p:nvPicPr>
            <p:cNvPr id="7" name="object 7"/>
            <p:cNvPicPr/>
            <p:nvPr/>
          </p:nvPicPr>
          <p:blipFill>
            <a:blip r:embed="rId2" cstate="print"/>
            <a:stretch>
              <a:fillRect/>
            </a:stretch>
          </p:blipFill>
          <p:spPr>
            <a:xfrm>
              <a:off x="7510316" y="2854087"/>
              <a:ext cx="1741455" cy="1297125"/>
            </a:xfrm>
            <a:prstGeom prst="rect">
              <a:avLst/>
            </a:prstGeom>
          </p:spPr>
        </p:pic>
        <p:pic>
          <p:nvPicPr>
            <p:cNvPr id="8" name="object 8"/>
            <p:cNvPicPr/>
            <p:nvPr/>
          </p:nvPicPr>
          <p:blipFill>
            <a:blip r:embed="rId3" cstate="print"/>
            <a:stretch>
              <a:fillRect/>
            </a:stretch>
          </p:blipFill>
          <p:spPr>
            <a:xfrm>
              <a:off x="7392205" y="1504424"/>
              <a:ext cx="1904194" cy="1289575"/>
            </a:xfrm>
            <a:prstGeom prst="rect">
              <a:avLst/>
            </a:prstGeom>
          </p:spPr>
        </p:pic>
      </p:grpSp>
      <p:graphicFrame>
        <p:nvGraphicFramePr>
          <p:cNvPr id="9" name="object 9"/>
          <p:cNvGraphicFramePr>
            <a:graphicFrameLocks noGrp="1"/>
          </p:cNvGraphicFramePr>
          <p:nvPr/>
        </p:nvGraphicFramePr>
        <p:xfrm>
          <a:off x="1549571" y="6477261"/>
          <a:ext cx="4768846"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gridCol w="476885">
                  <a:extLst>
                    <a:ext uri="{9D8B030D-6E8A-4147-A177-3AD203B41FA5}">
                      <a16:colId xmlns:a16="http://schemas.microsoft.com/office/drawing/2014/main" val="20005"/>
                    </a:ext>
                  </a:extLst>
                </a:gridCol>
                <a:gridCol w="476885">
                  <a:extLst>
                    <a:ext uri="{9D8B030D-6E8A-4147-A177-3AD203B41FA5}">
                      <a16:colId xmlns:a16="http://schemas.microsoft.com/office/drawing/2014/main" val="20006"/>
                    </a:ext>
                  </a:extLst>
                </a:gridCol>
                <a:gridCol w="476885">
                  <a:extLst>
                    <a:ext uri="{9D8B030D-6E8A-4147-A177-3AD203B41FA5}">
                      <a16:colId xmlns:a16="http://schemas.microsoft.com/office/drawing/2014/main" val="20007"/>
                    </a:ext>
                  </a:extLst>
                </a:gridCol>
                <a:gridCol w="476885">
                  <a:extLst>
                    <a:ext uri="{9D8B030D-6E8A-4147-A177-3AD203B41FA5}">
                      <a16:colId xmlns:a16="http://schemas.microsoft.com/office/drawing/2014/main" val="20008"/>
                    </a:ext>
                  </a:extLst>
                </a:gridCol>
                <a:gridCol w="476885">
                  <a:extLst>
                    <a:ext uri="{9D8B030D-6E8A-4147-A177-3AD203B41FA5}">
                      <a16:colId xmlns:a16="http://schemas.microsoft.com/office/drawing/2014/main" val="20009"/>
                    </a:ext>
                  </a:extLst>
                </a:gridCol>
              </a:tblGrid>
              <a:tr h="476250">
                <a:tc>
                  <a:txBody>
                    <a:bodyPr/>
                    <a:lstStyle/>
                    <a:p>
                      <a:pPr algn="ctr">
                        <a:lnSpc>
                          <a:spcPct val="100000"/>
                        </a:lnSpc>
                        <a:spcBef>
                          <a:spcPts val="900"/>
                        </a:spcBef>
                      </a:pPr>
                      <a:r>
                        <a:rPr sz="1350" spc="-50" dirty="0">
                          <a:latin typeface="Lucida Sans Unicode"/>
                          <a:cs typeface="Lucida Sans Unicode"/>
                        </a:rPr>
                        <a:t>A</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G</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H</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I</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L</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M</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O</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R</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S</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635" algn="ctr">
                        <a:lnSpc>
                          <a:spcPct val="100000"/>
                        </a:lnSpc>
                        <a:spcBef>
                          <a:spcPts val="900"/>
                        </a:spcBef>
                      </a:pPr>
                      <a:r>
                        <a:rPr sz="1350" spc="-50" dirty="0">
                          <a:latin typeface="Lucida Sans Unicode"/>
                          <a:cs typeface="Lucida Sans Unicode"/>
                        </a:rPr>
                        <a:t>T</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9" name="object 19"/>
          <p:cNvSpPr txBox="1">
            <a:spLocks noGrp="1"/>
          </p:cNvSpPr>
          <p:nvPr>
            <p:ph type="sldNum" sz="quarter" idx="7"/>
          </p:nvPr>
        </p:nvSpPr>
        <p:spPr>
          <a:prstGeom prst="rect">
            <a:avLst/>
          </a:prstGeom>
        </p:spPr>
        <p:txBody>
          <a:bodyPr vert="horz" wrap="square" lIns="0" tIns="5080" rIns="0" bIns="0" rtlCol="0">
            <a:spAutoFit/>
          </a:bodyPr>
          <a:lstStyle/>
          <a:p>
            <a:pPr marL="74295">
              <a:lnSpc>
                <a:spcPct val="100000"/>
              </a:lnSpc>
              <a:spcBef>
                <a:spcPts val="40"/>
              </a:spcBef>
            </a:pPr>
            <a:fld id="{81D60167-4931-47E6-BA6A-407CBD079E47}" type="slidenum">
              <a:rPr spc="-50" dirty="0"/>
              <a:t>6</a:t>
            </a:fld>
            <a:endParaRPr spc="-50" dirty="0"/>
          </a:p>
        </p:txBody>
      </p:sp>
      <p:sp>
        <p:nvSpPr>
          <p:cNvPr id="10" name="object 10"/>
          <p:cNvSpPr txBox="1"/>
          <p:nvPr/>
        </p:nvSpPr>
        <p:spPr>
          <a:xfrm>
            <a:off x="1293817" y="6178439"/>
            <a:ext cx="1115695"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merge</a:t>
            </a:r>
            <a:r>
              <a:rPr sz="1200" b="1" spc="35" dirty="0">
                <a:latin typeface="Trebuchet MS"/>
                <a:cs typeface="Trebuchet MS"/>
              </a:rPr>
              <a:t> </a:t>
            </a:r>
            <a:r>
              <a:rPr sz="1200" b="1" spc="55" dirty="0">
                <a:latin typeface="Trebuchet MS"/>
                <a:cs typeface="Trebuchet MS"/>
              </a:rPr>
              <a:t>results</a:t>
            </a:r>
            <a:endParaRPr sz="1200">
              <a:latin typeface="Trebuchet MS"/>
              <a:cs typeface="Trebuchet MS"/>
            </a:endParaRPr>
          </a:p>
        </p:txBody>
      </p:sp>
      <p:graphicFrame>
        <p:nvGraphicFramePr>
          <p:cNvPr id="11" name="object 11"/>
          <p:cNvGraphicFramePr>
            <a:graphicFrameLocks noGrp="1"/>
          </p:cNvGraphicFramePr>
          <p:nvPr/>
        </p:nvGraphicFramePr>
        <p:xfrm>
          <a:off x="1529702" y="3356623"/>
          <a:ext cx="4768846"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gridCol w="476885">
                  <a:extLst>
                    <a:ext uri="{9D8B030D-6E8A-4147-A177-3AD203B41FA5}">
                      <a16:colId xmlns:a16="http://schemas.microsoft.com/office/drawing/2014/main" val="20005"/>
                    </a:ext>
                  </a:extLst>
                </a:gridCol>
                <a:gridCol w="476885">
                  <a:extLst>
                    <a:ext uri="{9D8B030D-6E8A-4147-A177-3AD203B41FA5}">
                      <a16:colId xmlns:a16="http://schemas.microsoft.com/office/drawing/2014/main" val="20006"/>
                    </a:ext>
                  </a:extLst>
                </a:gridCol>
                <a:gridCol w="476885">
                  <a:extLst>
                    <a:ext uri="{9D8B030D-6E8A-4147-A177-3AD203B41FA5}">
                      <a16:colId xmlns:a16="http://schemas.microsoft.com/office/drawing/2014/main" val="20007"/>
                    </a:ext>
                  </a:extLst>
                </a:gridCol>
                <a:gridCol w="476885">
                  <a:extLst>
                    <a:ext uri="{9D8B030D-6E8A-4147-A177-3AD203B41FA5}">
                      <a16:colId xmlns:a16="http://schemas.microsoft.com/office/drawing/2014/main" val="20008"/>
                    </a:ext>
                  </a:extLst>
                </a:gridCol>
                <a:gridCol w="476885">
                  <a:extLst>
                    <a:ext uri="{9D8B030D-6E8A-4147-A177-3AD203B41FA5}">
                      <a16:colId xmlns:a16="http://schemas.microsoft.com/office/drawing/2014/main" val="20009"/>
                    </a:ext>
                  </a:extLst>
                </a:gridCol>
              </a:tblGrid>
              <a:tr h="476250">
                <a:tc>
                  <a:txBody>
                    <a:bodyPr/>
                    <a:lstStyle/>
                    <a:p>
                      <a:pPr algn="ctr">
                        <a:lnSpc>
                          <a:spcPct val="100000"/>
                        </a:lnSpc>
                        <a:spcBef>
                          <a:spcPts val="900"/>
                        </a:spcBef>
                      </a:pPr>
                      <a:r>
                        <a:rPr sz="1350" spc="-50" dirty="0">
                          <a:latin typeface="Lucida Sans Unicode"/>
                          <a:cs typeface="Lucida Sans Unicode"/>
                        </a:rPr>
                        <a:t>A</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L</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G</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O</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R</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I</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T</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H</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M</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635" algn="ctr">
                        <a:lnSpc>
                          <a:spcPct val="100000"/>
                        </a:lnSpc>
                        <a:spcBef>
                          <a:spcPts val="900"/>
                        </a:spcBef>
                      </a:pPr>
                      <a:r>
                        <a:rPr sz="1350" spc="-50" dirty="0">
                          <a:latin typeface="Lucida Sans Unicode"/>
                          <a:cs typeface="Lucida Sans Unicode"/>
                        </a:rPr>
                        <a:t>S</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2" name="object 12"/>
          <p:cNvSpPr txBox="1"/>
          <p:nvPr/>
        </p:nvSpPr>
        <p:spPr>
          <a:xfrm>
            <a:off x="1294488" y="2992947"/>
            <a:ext cx="438784" cy="208915"/>
          </a:xfrm>
          <a:prstGeom prst="rect">
            <a:avLst/>
          </a:prstGeom>
        </p:spPr>
        <p:txBody>
          <a:bodyPr vert="horz" wrap="square" lIns="0" tIns="12700" rIns="0" bIns="0" rtlCol="0">
            <a:spAutoFit/>
          </a:bodyPr>
          <a:lstStyle/>
          <a:p>
            <a:pPr marL="12700">
              <a:lnSpc>
                <a:spcPct val="100000"/>
              </a:lnSpc>
              <a:spcBef>
                <a:spcPts val="100"/>
              </a:spcBef>
            </a:pPr>
            <a:r>
              <a:rPr sz="1200" b="1" spc="40" dirty="0">
                <a:latin typeface="Trebuchet MS"/>
                <a:cs typeface="Trebuchet MS"/>
              </a:rPr>
              <a:t>input</a:t>
            </a:r>
            <a:endParaRPr sz="1200">
              <a:latin typeface="Trebuchet MS"/>
              <a:cs typeface="Trebuchet MS"/>
            </a:endParaRPr>
          </a:p>
        </p:txBody>
      </p:sp>
      <p:graphicFrame>
        <p:nvGraphicFramePr>
          <p:cNvPr id="13" name="object 13"/>
          <p:cNvGraphicFramePr>
            <a:graphicFrameLocks noGrp="1"/>
          </p:cNvGraphicFramePr>
          <p:nvPr/>
        </p:nvGraphicFramePr>
        <p:xfrm>
          <a:off x="4172357" y="4436257"/>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algn="ctr">
                        <a:lnSpc>
                          <a:spcPct val="100000"/>
                        </a:lnSpc>
                        <a:spcBef>
                          <a:spcPts val="900"/>
                        </a:spcBef>
                      </a:pPr>
                      <a:r>
                        <a:rPr sz="1350" spc="-50" dirty="0">
                          <a:solidFill>
                            <a:srgbClr val="929292"/>
                          </a:solidFill>
                          <a:latin typeface="Lucida Sans Unicode"/>
                          <a:cs typeface="Lucida Sans Unicode"/>
                        </a:rPr>
                        <a:t>I</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algn="ctr">
                        <a:lnSpc>
                          <a:spcPct val="100000"/>
                        </a:lnSpc>
                        <a:spcBef>
                          <a:spcPts val="900"/>
                        </a:spcBef>
                      </a:pPr>
                      <a:r>
                        <a:rPr sz="1350" spc="-50" dirty="0">
                          <a:solidFill>
                            <a:srgbClr val="929292"/>
                          </a:solidFill>
                          <a:latin typeface="Lucida Sans Unicode"/>
                          <a:cs typeface="Lucida Sans Unicode"/>
                        </a:rPr>
                        <a:t>T</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solidFill>
                            <a:srgbClr val="929292"/>
                          </a:solidFill>
                          <a:latin typeface="Lucida Sans Unicode"/>
                          <a:cs typeface="Lucida Sans Unicode"/>
                        </a:rPr>
                        <a:t>H</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solidFill>
                            <a:srgbClr val="929292"/>
                          </a:solidFill>
                          <a:latin typeface="Lucida Sans Unicode"/>
                          <a:cs typeface="Lucida Sans Unicode"/>
                        </a:rPr>
                        <a:t>M</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635" algn="ctr">
                        <a:lnSpc>
                          <a:spcPct val="100000"/>
                        </a:lnSpc>
                        <a:spcBef>
                          <a:spcPts val="900"/>
                        </a:spcBef>
                      </a:pPr>
                      <a:r>
                        <a:rPr sz="1350" spc="-50" dirty="0">
                          <a:solidFill>
                            <a:srgbClr val="929292"/>
                          </a:solidFill>
                          <a:latin typeface="Lucida Sans Unicode"/>
                          <a:cs typeface="Lucida Sans Unicode"/>
                        </a:rPr>
                        <a:t>S</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4" name="object 14"/>
          <p:cNvGraphicFramePr>
            <a:graphicFrameLocks noGrp="1"/>
          </p:cNvGraphicFramePr>
          <p:nvPr/>
        </p:nvGraphicFramePr>
        <p:xfrm>
          <a:off x="1530497" y="4436257"/>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algn="ctr">
                        <a:lnSpc>
                          <a:spcPct val="100000"/>
                        </a:lnSpc>
                        <a:spcBef>
                          <a:spcPts val="900"/>
                        </a:spcBef>
                      </a:pPr>
                      <a:r>
                        <a:rPr sz="1350" spc="-50" dirty="0">
                          <a:latin typeface="Lucida Sans Unicode"/>
                          <a:cs typeface="Lucida Sans Unicode"/>
                        </a:rPr>
                        <a:t>A</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G</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L</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O</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635" algn="ctr">
                        <a:lnSpc>
                          <a:spcPct val="100000"/>
                        </a:lnSpc>
                        <a:spcBef>
                          <a:spcPts val="900"/>
                        </a:spcBef>
                      </a:pPr>
                      <a:r>
                        <a:rPr sz="1350" spc="-50" dirty="0">
                          <a:latin typeface="Lucida Sans Unicode"/>
                          <a:cs typeface="Lucida Sans Unicode"/>
                        </a:rPr>
                        <a:t>R</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5" name="object 15"/>
          <p:cNvSpPr txBox="1"/>
          <p:nvPr/>
        </p:nvSpPr>
        <p:spPr>
          <a:xfrm>
            <a:off x="1298436" y="4070674"/>
            <a:ext cx="1008380"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sort</a:t>
            </a:r>
            <a:r>
              <a:rPr sz="1200" b="1" spc="90" dirty="0">
                <a:latin typeface="Trebuchet MS"/>
                <a:cs typeface="Trebuchet MS"/>
              </a:rPr>
              <a:t> </a:t>
            </a:r>
            <a:r>
              <a:rPr sz="1200" b="1" dirty="0">
                <a:latin typeface="Trebuchet MS"/>
                <a:cs typeface="Trebuchet MS"/>
              </a:rPr>
              <a:t>left</a:t>
            </a:r>
            <a:r>
              <a:rPr sz="1200" b="1" spc="95" dirty="0">
                <a:latin typeface="Trebuchet MS"/>
                <a:cs typeface="Trebuchet MS"/>
              </a:rPr>
              <a:t> </a:t>
            </a:r>
            <a:r>
              <a:rPr sz="1200" b="1" spc="30" dirty="0">
                <a:latin typeface="Trebuchet MS"/>
                <a:cs typeface="Trebuchet MS"/>
              </a:rPr>
              <a:t>half</a:t>
            </a:r>
            <a:endParaRPr sz="1200">
              <a:latin typeface="Trebuchet MS"/>
              <a:cs typeface="Trebuchet MS"/>
            </a:endParaRPr>
          </a:p>
        </p:txBody>
      </p:sp>
      <p:graphicFrame>
        <p:nvGraphicFramePr>
          <p:cNvPr id="16" name="object 16"/>
          <p:cNvGraphicFramePr>
            <a:graphicFrameLocks noGrp="1"/>
          </p:cNvGraphicFramePr>
          <p:nvPr/>
        </p:nvGraphicFramePr>
        <p:xfrm>
          <a:off x="4172357" y="5466297"/>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algn="ctr">
                        <a:lnSpc>
                          <a:spcPct val="100000"/>
                        </a:lnSpc>
                        <a:spcBef>
                          <a:spcPts val="900"/>
                        </a:spcBef>
                      </a:pPr>
                      <a:r>
                        <a:rPr sz="1350" spc="-50" dirty="0">
                          <a:latin typeface="Lucida Sans Unicode"/>
                          <a:cs typeface="Lucida Sans Unicode"/>
                        </a:rPr>
                        <a:t>H</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I</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M</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latin typeface="Lucida Sans Unicode"/>
                          <a:cs typeface="Lucida Sans Unicode"/>
                        </a:rPr>
                        <a:t>S</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635" algn="ctr">
                        <a:lnSpc>
                          <a:spcPct val="100000"/>
                        </a:lnSpc>
                        <a:spcBef>
                          <a:spcPts val="900"/>
                        </a:spcBef>
                      </a:pPr>
                      <a:r>
                        <a:rPr sz="1350" spc="-50" dirty="0">
                          <a:latin typeface="Lucida Sans Unicode"/>
                          <a:cs typeface="Lucida Sans Unicode"/>
                        </a:rPr>
                        <a:t>T</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7" name="object 17"/>
          <p:cNvSpPr txBox="1"/>
          <p:nvPr/>
        </p:nvSpPr>
        <p:spPr>
          <a:xfrm>
            <a:off x="1298436" y="5148399"/>
            <a:ext cx="1125855"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sort</a:t>
            </a:r>
            <a:r>
              <a:rPr sz="1200" b="1" spc="40" dirty="0">
                <a:latin typeface="Trebuchet MS"/>
                <a:cs typeface="Trebuchet MS"/>
              </a:rPr>
              <a:t> </a:t>
            </a:r>
            <a:r>
              <a:rPr sz="1200" b="1" spc="60" dirty="0">
                <a:latin typeface="Trebuchet MS"/>
                <a:cs typeface="Trebuchet MS"/>
              </a:rPr>
              <a:t>right</a:t>
            </a:r>
            <a:r>
              <a:rPr sz="1200" b="1" spc="45" dirty="0">
                <a:latin typeface="Trebuchet MS"/>
                <a:cs typeface="Trebuchet MS"/>
              </a:rPr>
              <a:t> </a:t>
            </a:r>
            <a:r>
              <a:rPr sz="1200" b="1" spc="30" dirty="0">
                <a:latin typeface="Trebuchet MS"/>
                <a:cs typeface="Trebuchet MS"/>
              </a:rPr>
              <a:t>half</a:t>
            </a:r>
            <a:endParaRPr sz="1200">
              <a:latin typeface="Trebuchet MS"/>
              <a:cs typeface="Trebuchet MS"/>
            </a:endParaRPr>
          </a:p>
        </p:txBody>
      </p:sp>
      <p:graphicFrame>
        <p:nvGraphicFramePr>
          <p:cNvPr id="18" name="object 18"/>
          <p:cNvGraphicFramePr>
            <a:graphicFrameLocks noGrp="1"/>
          </p:cNvGraphicFramePr>
          <p:nvPr/>
        </p:nvGraphicFramePr>
        <p:xfrm>
          <a:off x="1530497" y="5466297"/>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algn="ctr">
                        <a:lnSpc>
                          <a:spcPct val="100000"/>
                        </a:lnSpc>
                        <a:spcBef>
                          <a:spcPts val="900"/>
                        </a:spcBef>
                      </a:pPr>
                      <a:r>
                        <a:rPr sz="1350" spc="-50" dirty="0">
                          <a:solidFill>
                            <a:srgbClr val="929292"/>
                          </a:solidFill>
                          <a:latin typeface="Lucida Sans Unicode"/>
                          <a:cs typeface="Lucida Sans Unicode"/>
                        </a:rPr>
                        <a:t>A</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algn="ctr">
                        <a:lnSpc>
                          <a:spcPct val="100000"/>
                        </a:lnSpc>
                        <a:spcBef>
                          <a:spcPts val="900"/>
                        </a:spcBef>
                      </a:pPr>
                      <a:r>
                        <a:rPr sz="1350" spc="-50" dirty="0">
                          <a:solidFill>
                            <a:srgbClr val="929292"/>
                          </a:solidFill>
                          <a:latin typeface="Lucida Sans Unicode"/>
                          <a:cs typeface="Lucida Sans Unicode"/>
                        </a:rPr>
                        <a:t>G</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solidFill>
                            <a:srgbClr val="929292"/>
                          </a:solidFill>
                          <a:latin typeface="Lucida Sans Unicode"/>
                          <a:cs typeface="Lucida Sans Unicode"/>
                        </a:rPr>
                        <a:t>L</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900"/>
                        </a:spcBef>
                      </a:pPr>
                      <a:r>
                        <a:rPr sz="1350" spc="-50" dirty="0">
                          <a:solidFill>
                            <a:srgbClr val="929292"/>
                          </a:solidFill>
                          <a:latin typeface="Lucida Sans Unicode"/>
                          <a:cs typeface="Lucida Sans Unicode"/>
                        </a:rPr>
                        <a:t>O</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635" algn="ctr">
                        <a:lnSpc>
                          <a:spcPct val="100000"/>
                        </a:lnSpc>
                        <a:spcBef>
                          <a:spcPts val="900"/>
                        </a:spcBef>
                      </a:pPr>
                      <a:r>
                        <a:rPr sz="1350" spc="-50" dirty="0">
                          <a:solidFill>
                            <a:srgbClr val="929292"/>
                          </a:solidFill>
                          <a:latin typeface="Lucida Sans Unicode"/>
                          <a:cs typeface="Lucida Sans Unicode"/>
                        </a:rPr>
                        <a:t>R</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65" dirty="0"/>
              <a:t>Merging</a:t>
            </a:r>
          </a:p>
        </p:txBody>
      </p:sp>
      <p:sp>
        <p:nvSpPr>
          <p:cNvPr id="4" name="object 4"/>
          <p:cNvSpPr txBox="1"/>
          <p:nvPr/>
        </p:nvSpPr>
        <p:spPr>
          <a:xfrm>
            <a:off x="732567" y="1218991"/>
            <a:ext cx="6972300" cy="690245"/>
          </a:xfrm>
          <a:prstGeom prst="rect">
            <a:avLst/>
          </a:prstGeom>
        </p:spPr>
        <p:txBody>
          <a:bodyPr vert="horz" wrap="square" lIns="0" tIns="12700" rIns="0" bIns="0" rtlCol="0">
            <a:spAutoFit/>
          </a:bodyPr>
          <a:lstStyle/>
          <a:p>
            <a:pPr marL="25400">
              <a:lnSpc>
                <a:spcPts val="1980"/>
              </a:lnSpc>
              <a:spcBef>
                <a:spcPts val="100"/>
              </a:spcBef>
              <a:tabLst>
                <a:tab pos="740410" algn="l"/>
              </a:tabLst>
            </a:pPr>
            <a:r>
              <a:rPr sz="1800" spc="-10" dirty="0">
                <a:solidFill>
                  <a:srgbClr val="0048AA"/>
                </a:solidFill>
                <a:latin typeface="Lucida Sans Unicode"/>
                <a:cs typeface="Lucida Sans Unicode"/>
              </a:rPr>
              <a:t>Goal.</a:t>
            </a:r>
            <a:r>
              <a:rPr sz="1800" dirty="0">
                <a:solidFill>
                  <a:srgbClr val="0048AA"/>
                </a:solidFill>
                <a:latin typeface="Lucida Sans Unicode"/>
                <a:cs typeface="Lucida Sans Unicode"/>
              </a:rPr>
              <a:t>	</a:t>
            </a:r>
            <a:r>
              <a:rPr sz="1800" dirty="0">
                <a:latin typeface="Lucida Sans Unicode"/>
                <a:cs typeface="Lucida Sans Unicode"/>
              </a:rPr>
              <a:t>Combine</a:t>
            </a:r>
            <a:r>
              <a:rPr sz="1800" spc="15" dirty="0">
                <a:latin typeface="Lucida Sans Unicode"/>
                <a:cs typeface="Lucida Sans Unicode"/>
              </a:rPr>
              <a:t> </a:t>
            </a:r>
            <a:r>
              <a:rPr sz="1800" dirty="0">
                <a:latin typeface="Lucida Sans Unicode"/>
                <a:cs typeface="Lucida Sans Unicode"/>
              </a:rPr>
              <a:t>two</a:t>
            </a:r>
            <a:r>
              <a:rPr sz="1800" spc="15" dirty="0">
                <a:latin typeface="Lucida Sans Unicode"/>
                <a:cs typeface="Lucida Sans Unicode"/>
              </a:rPr>
              <a:t> </a:t>
            </a:r>
            <a:r>
              <a:rPr sz="1800" dirty="0">
                <a:latin typeface="Lucida Sans Unicode"/>
                <a:cs typeface="Lucida Sans Unicode"/>
              </a:rPr>
              <a:t>sorted</a:t>
            </a:r>
            <a:r>
              <a:rPr sz="1800" spc="20" dirty="0">
                <a:latin typeface="Lucida Sans Unicode"/>
                <a:cs typeface="Lucida Sans Unicode"/>
              </a:rPr>
              <a:t> </a:t>
            </a:r>
            <a:r>
              <a:rPr sz="1800" dirty="0">
                <a:latin typeface="Lucida Sans Unicode"/>
                <a:cs typeface="Lucida Sans Unicode"/>
              </a:rPr>
              <a:t>lists</a:t>
            </a:r>
            <a:r>
              <a:rPr sz="1800" spc="15" dirty="0">
                <a:latin typeface="Lucida Sans Unicode"/>
                <a:cs typeface="Lucida Sans Unicode"/>
              </a:rPr>
              <a:t> </a:t>
            </a:r>
            <a:r>
              <a:rPr sz="1800" i="1" dirty="0">
                <a:latin typeface="Times New Roman"/>
                <a:cs typeface="Times New Roman"/>
              </a:rPr>
              <a:t>A</a:t>
            </a:r>
            <a:r>
              <a:rPr sz="1800" i="1" spc="135" dirty="0">
                <a:latin typeface="Times New Roman"/>
                <a:cs typeface="Times New Roman"/>
              </a:rPr>
              <a:t> </a:t>
            </a:r>
            <a:r>
              <a:rPr sz="1800" dirty="0">
                <a:latin typeface="Lucida Sans Unicode"/>
                <a:cs typeface="Lucida Sans Unicode"/>
              </a:rPr>
              <a:t>and</a:t>
            </a:r>
            <a:r>
              <a:rPr sz="1800" spc="15" dirty="0">
                <a:latin typeface="Lucida Sans Unicode"/>
                <a:cs typeface="Lucida Sans Unicode"/>
              </a:rPr>
              <a:t> </a:t>
            </a:r>
            <a:r>
              <a:rPr sz="1800" i="1" dirty="0">
                <a:latin typeface="Times New Roman"/>
                <a:cs typeface="Times New Roman"/>
              </a:rPr>
              <a:t>B</a:t>
            </a:r>
            <a:r>
              <a:rPr sz="1800" i="1" spc="15" dirty="0">
                <a:latin typeface="Times New Roman"/>
                <a:cs typeface="Times New Roman"/>
              </a:rPr>
              <a:t> </a:t>
            </a:r>
            <a:r>
              <a:rPr sz="1800" dirty="0">
                <a:latin typeface="Lucida Sans Unicode"/>
                <a:cs typeface="Lucida Sans Unicode"/>
              </a:rPr>
              <a:t>into</a:t>
            </a:r>
            <a:r>
              <a:rPr sz="1800" spc="15" dirty="0">
                <a:latin typeface="Lucida Sans Unicode"/>
                <a:cs typeface="Lucida Sans Unicode"/>
              </a:rPr>
              <a:t> </a:t>
            </a:r>
            <a:r>
              <a:rPr sz="1800" dirty="0">
                <a:latin typeface="Lucida Sans Unicode"/>
                <a:cs typeface="Lucida Sans Unicode"/>
              </a:rPr>
              <a:t>a</a:t>
            </a:r>
            <a:r>
              <a:rPr sz="1800" spc="20" dirty="0">
                <a:latin typeface="Lucida Sans Unicode"/>
                <a:cs typeface="Lucida Sans Unicode"/>
              </a:rPr>
              <a:t> </a:t>
            </a:r>
            <a:r>
              <a:rPr sz="1800" dirty="0">
                <a:latin typeface="Lucida Sans Unicode"/>
                <a:cs typeface="Lucida Sans Unicode"/>
              </a:rPr>
              <a:t>sorted</a:t>
            </a:r>
            <a:r>
              <a:rPr sz="1800" spc="15" dirty="0">
                <a:latin typeface="Lucida Sans Unicode"/>
                <a:cs typeface="Lucida Sans Unicode"/>
              </a:rPr>
              <a:t> </a:t>
            </a:r>
            <a:r>
              <a:rPr sz="1800" dirty="0">
                <a:latin typeface="Lucida Sans Unicode"/>
                <a:cs typeface="Lucida Sans Unicode"/>
              </a:rPr>
              <a:t>whole</a:t>
            </a:r>
            <a:r>
              <a:rPr sz="1800" spc="20" dirty="0">
                <a:latin typeface="Lucida Sans Unicode"/>
                <a:cs typeface="Lucida Sans Unicode"/>
              </a:rPr>
              <a:t> </a:t>
            </a:r>
            <a:r>
              <a:rPr sz="1800" i="1" spc="-25" dirty="0">
                <a:latin typeface="Times New Roman"/>
                <a:cs typeface="Times New Roman"/>
              </a:rPr>
              <a:t>C</a:t>
            </a:r>
            <a:r>
              <a:rPr sz="1800" spc="-25" dirty="0">
                <a:latin typeface="Lucida Sans Unicode"/>
                <a:cs typeface="Lucida Sans Unicode"/>
              </a:rPr>
              <a:t>.</a:t>
            </a:r>
            <a:endParaRPr sz="1800">
              <a:latin typeface="Lucida Sans Unicode"/>
              <a:cs typeface="Lucida Sans Unicode"/>
            </a:endParaRPr>
          </a:p>
          <a:p>
            <a:pPr marL="120650">
              <a:lnSpc>
                <a:spcPts val="3240"/>
              </a:lnSpc>
            </a:pPr>
            <a:r>
              <a:rPr sz="4275" spc="2175" baseline="-6822" dirty="0">
                <a:latin typeface="Yu Gothic UI"/>
                <a:cs typeface="Yu Gothic UI"/>
              </a:rPr>
              <a:t>・</a:t>
            </a:r>
            <a:r>
              <a:rPr sz="1800" dirty="0">
                <a:latin typeface="Lucida Sans Unicode"/>
                <a:cs typeface="Lucida Sans Unicode"/>
              </a:rPr>
              <a:t>Scan</a:t>
            </a:r>
            <a:r>
              <a:rPr sz="1800" spc="-20" dirty="0">
                <a:latin typeface="Lucida Sans Unicode"/>
                <a:cs typeface="Lucida Sans Unicode"/>
              </a:rPr>
              <a:t> </a:t>
            </a:r>
            <a:r>
              <a:rPr sz="1800" i="1" dirty="0">
                <a:latin typeface="Times New Roman"/>
                <a:cs typeface="Times New Roman"/>
              </a:rPr>
              <a:t>A</a:t>
            </a:r>
            <a:r>
              <a:rPr sz="1800" i="1" spc="100" dirty="0">
                <a:latin typeface="Times New Roman"/>
                <a:cs typeface="Times New Roman"/>
              </a:rPr>
              <a:t> </a:t>
            </a:r>
            <a:r>
              <a:rPr sz="1800" dirty="0">
                <a:latin typeface="Lucida Sans Unicode"/>
                <a:cs typeface="Lucida Sans Unicode"/>
              </a:rPr>
              <a:t>and</a:t>
            </a:r>
            <a:r>
              <a:rPr sz="1800" spc="-15" dirty="0">
                <a:latin typeface="Lucida Sans Unicode"/>
                <a:cs typeface="Lucida Sans Unicode"/>
              </a:rPr>
              <a:t> </a:t>
            </a:r>
            <a:r>
              <a:rPr sz="1800" i="1" dirty="0">
                <a:latin typeface="Times New Roman"/>
                <a:cs typeface="Times New Roman"/>
              </a:rPr>
              <a:t>B</a:t>
            </a:r>
            <a:r>
              <a:rPr sz="1800" i="1" spc="100" dirty="0">
                <a:latin typeface="Times New Roman"/>
                <a:cs typeface="Times New Roman"/>
              </a:rPr>
              <a:t> </a:t>
            </a:r>
            <a:r>
              <a:rPr sz="1800" dirty="0">
                <a:latin typeface="Lucida Sans Unicode"/>
                <a:cs typeface="Lucida Sans Unicode"/>
              </a:rPr>
              <a:t>from</a:t>
            </a:r>
            <a:r>
              <a:rPr sz="1800" spc="-15" dirty="0">
                <a:latin typeface="Lucida Sans Unicode"/>
                <a:cs typeface="Lucida Sans Unicode"/>
              </a:rPr>
              <a:t> </a:t>
            </a:r>
            <a:r>
              <a:rPr sz="1800" dirty="0">
                <a:latin typeface="Lucida Sans Unicode"/>
                <a:cs typeface="Lucida Sans Unicode"/>
              </a:rPr>
              <a:t>left</a:t>
            </a:r>
            <a:r>
              <a:rPr sz="1800" spc="-20" dirty="0">
                <a:latin typeface="Lucida Sans Unicode"/>
                <a:cs typeface="Lucida Sans Unicode"/>
              </a:rPr>
              <a:t> </a:t>
            </a:r>
            <a:r>
              <a:rPr sz="1800" dirty="0">
                <a:latin typeface="Lucida Sans Unicode"/>
                <a:cs typeface="Lucida Sans Unicode"/>
              </a:rPr>
              <a:t>to</a:t>
            </a:r>
            <a:r>
              <a:rPr sz="1800" spc="-15" dirty="0">
                <a:latin typeface="Lucida Sans Unicode"/>
                <a:cs typeface="Lucida Sans Unicode"/>
              </a:rPr>
              <a:t> </a:t>
            </a:r>
            <a:r>
              <a:rPr sz="1800" spc="-10" dirty="0">
                <a:latin typeface="Lucida Sans Unicode"/>
                <a:cs typeface="Lucida Sans Unicode"/>
              </a:rPr>
              <a:t>right.</a:t>
            </a:r>
            <a:endParaRPr sz="1800">
              <a:latin typeface="Lucida Sans Unicode"/>
              <a:cs typeface="Lucida Sans Unicode"/>
            </a:endParaRPr>
          </a:p>
        </p:txBody>
      </p:sp>
      <p:sp>
        <p:nvSpPr>
          <p:cNvPr id="5" name="object 5"/>
          <p:cNvSpPr txBox="1"/>
          <p:nvPr/>
        </p:nvSpPr>
        <p:spPr>
          <a:xfrm>
            <a:off x="815241" y="1806495"/>
            <a:ext cx="2458085" cy="465455"/>
          </a:xfrm>
          <a:prstGeom prst="rect">
            <a:avLst/>
          </a:prstGeom>
        </p:spPr>
        <p:txBody>
          <a:bodyPr vert="horz" wrap="square" lIns="0" tIns="16510" rIns="0" bIns="0" rtlCol="0">
            <a:spAutoFit/>
          </a:bodyPr>
          <a:lstStyle/>
          <a:p>
            <a:pPr marL="38100">
              <a:lnSpc>
                <a:spcPct val="100000"/>
              </a:lnSpc>
              <a:spcBef>
                <a:spcPts val="130"/>
              </a:spcBef>
            </a:pPr>
            <a:r>
              <a:rPr sz="4275" spc="2175" baseline="-6822" dirty="0">
                <a:latin typeface="Yu Gothic UI"/>
                <a:cs typeface="Yu Gothic UI"/>
              </a:rPr>
              <a:t>・</a:t>
            </a:r>
            <a:r>
              <a:rPr sz="1800" dirty="0">
                <a:latin typeface="Lucida Sans Unicode"/>
                <a:cs typeface="Lucida Sans Unicode"/>
              </a:rPr>
              <a:t>Compare</a:t>
            </a:r>
            <a:r>
              <a:rPr sz="1800" spc="-30"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359" baseline="-6944" dirty="0">
                <a:latin typeface="Times New Roman"/>
                <a:cs typeface="Times New Roman"/>
              </a:rPr>
              <a:t> </a:t>
            </a:r>
            <a:r>
              <a:rPr sz="1800" dirty="0">
                <a:latin typeface="Lucida Sans Unicode"/>
                <a:cs typeface="Lucida Sans Unicode"/>
              </a:rPr>
              <a:t>and</a:t>
            </a:r>
            <a:r>
              <a:rPr sz="1800" spc="-25" dirty="0">
                <a:latin typeface="Lucida Sans Unicode"/>
                <a:cs typeface="Lucida Sans Unicode"/>
              </a:rPr>
              <a:t> </a:t>
            </a:r>
            <a:r>
              <a:rPr sz="1800" i="1" spc="-25" dirty="0">
                <a:latin typeface="Times New Roman"/>
                <a:cs typeface="Times New Roman"/>
              </a:rPr>
              <a:t>b</a:t>
            </a:r>
            <a:r>
              <a:rPr sz="1800" i="1" spc="-37" baseline="-6944" dirty="0">
                <a:latin typeface="Times New Roman"/>
                <a:cs typeface="Times New Roman"/>
              </a:rPr>
              <a:t>j</a:t>
            </a:r>
            <a:r>
              <a:rPr sz="1800" spc="-25" dirty="0">
                <a:latin typeface="Lucida Sans Unicode"/>
                <a:cs typeface="Lucida Sans Unicode"/>
              </a:rPr>
              <a:t>.</a:t>
            </a:r>
            <a:endParaRPr sz="1800">
              <a:latin typeface="Lucida Sans Unicode"/>
              <a:cs typeface="Lucida Sans Unicode"/>
            </a:endParaRPr>
          </a:p>
        </p:txBody>
      </p:sp>
      <p:sp>
        <p:nvSpPr>
          <p:cNvPr id="6" name="object 6"/>
          <p:cNvSpPr txBox="1"/>
          <p:nvPr/>
        </p:nvSpPr>
        <p:spPr>
          <a:xfrm>
            <a:off x="815241" y="2531337"/>
            <a:ext cx="821690" cy="465455"/>
          </a:xfrm>
          <a:prstGeom prst="rect">
            <a:avLst/>
          </a:prstGeom>
        </p:spPr>
        <p:txBody>
          <a:bodyPr vert="horz" wrap="square" lIns="0" tIns="16510" rIns="0" bIns="0" rtlCol="0">
            <a:spAutoFit/>
          </a:bodyPr>
          <a:lstStyle/>
          <a:p>
            <a:pPr marL="38100">
              <a:lnSpc>
                <a:spcPct val="100000"/>
              </a:lnSpc>
              <a:spcBef>
                <a:spcPts val="130"/>
              </a:spcBef>
            </a:pPr>
            <a:r>
              <a:rPr sz="4275" spc="2175" baseline="-6822" dirty="0">
                <a:latin typeface="Yu Gothic UI"/>
                <a:cs typeface="Yu Gothic UI"/>
              </a:rPr>
              <a:t>・</a:t>
            </a:r>
            <a:r>
              <a:rPr sz="1800" dirty="0">
                <a:latin typeface="Lucida Sans Unicode"/>
                <a:cs typeface="Lucida Sans Unicode"/>
              </a:rPr>
              <a:t>If </a:t>
            </a:r>
            <a:r>
              <a:rPr sz="1800" i="1" spc="-25" dirty="0">
                <a:latin typeface="Times New Roman"/>
                <a:cs typeface="Times New Roman"/>
              </a:rPr>
              <a:t>a</a:t>
            </a:r>
            <a:r>
              <a:rPr sz="1800" i="1" spc="-37" baseline="-6944" dirty="0">
                <a:latin typeface="Times New Roman"/>
                <a:cs typeface="Times New Roman"/>
              </a:rPr>
              <a:t>i</a:t>
            </a:r>
            <a:endParaRPr sz="1800" baseline="-6944">
              <a:latin typeface="Times New Roman"/>
              <a:cs typeface="Times New Roman"/>
            </a:endParaRPr>
          </a:p>
        </p:txBody>
      </p:sp>
      <p:sp>
        <p:nvSpPr>
          <p:cNvPr id="7" name="object 7"/>
          <p:cNvSpPr txBox="1"/>
          <p:nvPr/>
        </p:nvSpPr>
        <p:spPr>
          <a:xfrm>
            <a:off x="802541" y="2072474"/>
            <a:ext cx="8141334" cy="896619"/>
          </a:xfrm>
          <a:prstGeom prst="rect">
            <a:avLst/>
          </a:prstGeom>
        </p:spPr>
        <p:txBody>
          <a:bodyPr vert="horz" wrap="square" lIns="0" tIns="113030" rIns="0" bIns="0" rtlCol="0">
            <a:spAutoFit/>
          </a:bodyPr>
          <a:lstStyle/>
          <a:p>
            <a:pPr marL="50800">
              <a:lnSpc>
                <a:spcPct val="100000"/>
              </a:lnSpc>
              <a:spcBef>
                <a:spcPts val="890"/>
              </a:spcBef>
            </a:pPr>
            <a:r>
              <a:rPr sz="4275" spc="2175" baseline="-6822" dirty="0">
                <a:latin typeface="Yu Gothic UI"/>
                <a:cs typeface="Yu Gothic UI"/>
              </a:rPr>
              <a:t>・</a:t>
            </a:r>
            <a:r>
              <a:rPr sz="1800" dirty="0">
                <a:latin typeface="Lucida Sans Unicode"/>
                <a:cs typeface="Lucida Sans Unicode"/>
              </a:rPr>
              <a:t>If</a:t>
            </a:r>
            <a:r>
              <a:rPr sz="1800" spc="-10"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209" baseline="-6944" dirty="0">
                <a:latin typeface="Times New Roman"/>
                <a:cs typeface="Times New Roman"/>
              </a:rPr>
              <a:t>  </a:t>
            </a:r>
            <a:r>
              <a:rPr sz="1800" spc="220" dirty="0">
                <a:latin typeface="Times New Roman"/>
                <a:cs typeface="Times New Roman"/>
              </a:rPr>
              <a:t>≤ </a:t>
            </a:r>
            <a:r>
              <a:rPr sz="1800" i="1" dirty="0">
                <a:latin typeface="Times New Roman"/>
                <a:cs typeface="Times New Roman"/>
              </a:rPr>
              <a:t>b</a:t>
            </a:r>
            <a:r>
              <a:rPr sz="1800" i="1" baseline="-6944" dirty="0">
                <a:latin typeface="Times New Roman"/>
                <a:cs typeface="Times New Roman"/>
              </a:rPr>
              <a:t>j</a:t>
            </a:r>
            <a:r>
              <a:rPr sz="1800" spc="-5" dirty="0">
                <a:latin typeface="Lucida Sans Unicode"/>
                <a:cs typeface="Lucida Sans Unicode"/>
              </a:rPr>
              <a:t>, </a:t>
            </a:r>
            <a:r>
              <a:rPr sz="1800" dirty="0">
                <a:latin typeface="Lucida Sans Unicode"/>
                <a:cs typeface="Lucida Sans Unicode"/>
              </a:rPr>
              <a:t>append</a:t>
            </a:r>
            <a:r>
              <a:rPr sz="1800" spc="-10"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390" baseline="-6944" dirty="0">
                <a:latin typeface="Times New Roman"/>
                <a:cs typeface="Times New Roman"/>
              </a:rPr>
              <a:t> </a:t>
            </a:r>
            <a:r>
              <a:rPr sz="1800" dirty="0">
                <a:latin typeface="Lucida Sans Unicode"/>
                <a:cs typeface="Lucida Sans Unicode"/>
              </a:rPr>
              <a:t>to</a:t>
            </a:r>
            <a:r>
              <a:rPr sz="1800" spc="-10" dirty="0">
                <a:latin typeface="Lucida Sans Unicode"/>
                <a:cs typeface="Lucida Sans Unicode"/>
              </a:rPr>
              <a:t> </a:t>
            </a:r>
            <a:r>
              <a:rPr sz="1800" i="1" dirty="0">
                <a:latin typeface="Times New Roman"/>
                <a:cs typeface="Times New Roman"/>
              </a:rPr>
              <a:t>C</a:t>
            </a:r>
            <a:r>
              <a:rPr sz="1800" i="1" spc="440" dirty="0">
                <a:latin typeface="Times New Roman"/>
                <a:cs typeface="Times New Roman"/>
              </a:rPr>
              <a:t> </a:t>
            </a:r>
            <a:r>
              <a:rPr sz="1800" dirty="0">
                <a:latin typeface="Lucida Sans Unicode"/>
                <a:cs typeface="Lucida Sans Unicode"/>
              </a:rPr>
              <a:t>(no</a:t>
            </a:r>
            <a:r>
              <a:rPr sz="1800" spc="-10" dirty="0">
                <a:latin typeface="Lucida Sans Unicode"/>
                <a:cs typeface="Lucida Sans Unicode"/>
              </a:rPr>
              <a:t> </a:t>
            </a:r>
            <a:r>
              <a:rPr sz="1800" dirty="0">
                <a:latin typeface="Lucida Sans Unicode"/>
                <a:cs typeface="Lucida Sans Unicode"/>
              </a:rPr>
              <a:t>larger</a:t>
            </a:r>
            <a:r>
              <a:rPr sz="1800" spc="-10" dirty="0">
                <a:latin typeface="Lucida Sans Unicode"/>
                <a:cs typeface="Lucida Sans Unicode"/>
              </a:rPr>
              <a:t> </a:t>
            </a:r>
            <a:r>
              <a:rPr sz="1800" dirty="0">
                <a:latin typeface="Lucida Sans Unicode"/>
                <a:cs typeface="Lucida Sans Unicode"/>
              </a:rPr>
              <a:t>than</a:t>
            </a:r>
            <a:r>
              <a:rPr sz="1800" spc="-5" dirty="0">
                <a:latin typeface="Lucida Sans Unicode"/>
                <a:cs typeface="Lucida Sans Unicode"/>
              </a:rPr>
              <a:t> </a:t>
            </a:r>
            <a:r>
              <a:rPr sz="1800" dirty="0">
                <a:latin typeface="Lucida Sans Unicode"/>
                <a:cs typeface="Lucida Sans Unicode"/>
              </a:rPr>
              <a:t>any</a:t>
            </a:r>
            <a:r>
              <a:rPr sz="1800" spc="-10" dirty="0">
                <a:latin typeface="Lucida Sans Unicode"/>
                <a:cs typeface="Lucida Sans Unicode"/>
              </a:rPr>
              <a:t> </a:t>
            </a:r>
            <a:r>
              <a:rPr sz="1800" dirty="0">
                <a:latin typeface="Lucida Sans Unicode"/>
                <a:cs typeface="Lucida Sans Unicode"/>
              </a:rPr>
              <a:t>remaining</a:t>
            </a:r>
            <a:r>
              <a:rPr sz="1800" spc="-10" dirty="0">
                <a:latin typeface="Lucida Sans Unicode"/>
                <a:cs typeface="Lucida Sans Unicode"/>
              </a:rPr>
              <a:t> </a:t>
            </a:r>
            <a:r>
              <a:rPr sz="1800" dirty="0">
                <a:latin typeface="Lucida Sans Unicode"/>
                <a:cs typeface="Lucida Sans Unicode"/>
              </a:rPr>
              <a:t>element</a:t>
            </a:r>
            <a:r>
              <a:rPr sz="1800" spc="-5" dirty="0">
                <a:latin typeface="Lucida Sans Unicode"/>
                <a:cs typeface="Lucida Sans Unicode"/>
              </a:rPr>
              <a:t> </a:t>
            </a:r>
            <a:r>
              <a:rPr sz="1800" dirty="0">
                <a:latin typeface="Lucida Sans Unicode"/>
                <a:cs typeface="Lucida Sans Unicode"/>
              </a:rPr>
              <a:t>in</a:t>
            </a:r>
            <a:r>
              <a:rPr sz="1800" spc="-10" dirty="0">
                <a:latin typeface="Lucida Sans Unicode"/>
                <a:cs typeface="Lucida Sans Unicode"/>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910590">
              <a:lnSpc>
                <a:spcPct val="100000"/>
              </a:lnSpc>
              <a:spcBef>
                <a:spcPts val="484"/>
              </a:spcBef>
              <a:tabLst>
                <a:tab pos="3166110" algn="l"/>
              </a:tabLst>
            </a:pPr>
            <a:r>
              <a:rPr sz="1800" dirty="0">
                <a:latin typeface="Times New Roman"/>
                <a:cs typeface="Times New Roman"/>
              </a:rPr>
              <a:t>&gt;</a:t>
            </a:r>
            <a:r>
              <a:rPr sz="1800" spc="425" dirty="0">
                <a:latin typeface="Times New Roman"/>
                <a:cs typeface="Times New Roman"/>
              </a:rPr>
              <a:t> </a:t>
            </a:r>
            <a:r>
              <a:rPr sz="1800" i="1" dirty="0">
                <a:latin typeface="Times New Roman"/>
                <a:cs typeface="Times New Roman"/>
              </a:rPr>
              <a:t>b</a:t>
            </a:r>
            <a:r>
              <a:rPr sz="1800" i="1" baseline="-6944" dirty="0">
                <a:latin typeface="Times New Roman"/>
                <a:cs typeface="Times New Roman"/>
              </a:rPr>
              <a:t>j</a:t>
            </a:r>
            <a:r>
              <a:rPr sz="1800" dirty="0">
                <a:latin typeface="Lucida Sans Unicode"/>
                <a:cs typeface="Lucida Sans Unicode"/>
              </a:rPr>
              <a:t>,</a:t>
            </a:r>
            <a:r>
              <a:rPr sz="1800" spc="-15" dirty="0">
                <a:latin typeface="Lucida Sans Unicode"/>
                <a:cs typeface="Lucida Sans Unicode"/>
              </a:rPr>
              <a:t> </a:t>
            </a:r>
            <a:r>
              <a:rPr sz="1800" dirty="0">
                <a:latin typeface="Lucida Sans Unicode"/>
                <a:cs typeface="Lucida Sans Unicode"/>
              </a:rPr>
              <a:t>append</a:t>
            </a:r>
            <a:r>
              <a:rPr sz="1800" spc="-15" dirty="0">
                <a:latin typeface="Lucida Sans Unicode"/>
                <a:cs typeface="Lucida Sans Unicode"/>
              </a:rPr>
              <a:t> </a:t>
            </a:r>
            <a:r>
              <a:rPr sz="1800" i="1" dirty="0">
                <a:latin typeface="Times New Roman"/>
                <a:cs typeface="Times New Roman"/>
              </a:rPr>
              <a:t>b</a:t>
            </a:r>
            <a:r>
              <a:rPr sz="1800" i="1" baseline="-6944" dirty="0">
                <a:latin typeface="Times New Roman"/>
                <a:cs typeface="Times New Roman"/>
              </a:rPr>
              <a:t>j</a:t>
            </a:r>
            <a:r>
              <a:rPr sz="1800" i="1" spc="375" baseline="-6944" dirty="0">
                <a:latin typeface="Times New Roman"/>
                <a:cs typeface="Times New Roman"/>
              </a:rPr>
              <a:t> </a:t>
            </a:r>
            <a:r>
              <a:rPr sz="1800" dirty="0">
                <a:latin typeface="Lucida Sans Unicode"/>
                <a:cs typeface="Lucida Sans Unicode"/>
              </a:rPr>
              <a:t>to</a:t>
            </a:r>
            <a:r>
              <a:rPr sz="1800" spc="-15" dirty="0">
                <a:latin typeface="Lucida Sans Unicode"/>
                <a:cs typeface="Lucida Sans Unicode"/>
              </a:rPr>
              <a:t> </a:t>
            </a:r>
            <a:r>
              <a:rPr sz="1800" i="1" spc="-50" dirty="0">
                <a:latin typeface="Times New Roman"/>
                <a:cs typeface="Times New Roman"/>
              </a:rPr>
              <a:t>C</a:t>
            </a:r>
            <a:r>
              <a:rPr sz="1800" i="1" dirty="0">
                <a:latin typeface="Times New Roman"/>
                <a:cs typeface="Times New Roman"/>
              </a:rPr>
              <a:t>	</a:t>
            </a:r>
            <a:r>
              <a:rPr sz="1800" dirty="0">
                <a:latin typeface="Lucida Sans Unicode"/>
                <a:cs typeface="Lucida Sans Unicode"/>
              </a:rPr>
              <a:t>(smaller</a:t>
            </a:r>
            <a:r>
              <a:rPr sz="1800" spc="20" dirty="0">
                <a:latin typeface="Lucida Sans Unicode"/>
                <a:cs typeface="Lucida Sans Unicode"/>
              </a:rPr>
              <a:t> </a:t>
            </a:r>
            <a:r>
              <a:rPr sz="1800" dirty="0">
                <a:latin typeface="Lucida Sans Unicode"/>
                <a:cs typeface="Lucida Sans Unicode"/>
              </a:rPr>
              <a:t>than</a:t>
            </a:r>
            <a:r>
              <a:rPr sz="1800" spc="25" dirty="0">
                <a:latin typeface="Lucida Sans Unicode"/>
                <a:cs typeface="Lucida Sans Unicode"/>
              </a:rPr>
              <a:t> </a:t>
            </a:r>
            <a:r>
              <a:rPr sz="1800" dirty="0">
                <a:latin typeface="Lucida Sans Unicode"/>
                <a:cs typeface="Lucida Sans Unicode"/>
              </a:rPr>
              <a:t>every</a:t>
            </a:r>
            <a:r>
              <a:rPr sz="1800" spc="20" dirty="0">
                <a:latin typeface="Lucida Sans Unicode"/>
                <a:cs typeface="Lucida Sans Unicode"/>
              </a:rPr>
              <a:t> </a:t>
            </a:r>
            <a:r>
              <a:rPr sz="1800" dirty="0">
                <a:latin typeface="Lucida Sans Unicode"/>
                <a:cs typeface="Lucida Sans Unicode"/>
              </a:rPr>
              <a:t>remaining</a:t>
            </a:r>
            <a:r>
              <a:rPr sz="1800" spc="25" dirty="0">
                <a:latin typeface="Lucida Sans Unicode"/>
                <a:cs typeface="Lucida Sans Unicode"/>
              </a:rPr>
              <a:t> </a:t>
            </a:r>
            <a:r>
              <a:rPr sz="1800"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in</a:t>
            </a:r>
            <a:r>
              <a:rPr sz="1800" spc="25" dirty="0">
                <a:latin typeface="Lucida Sans Unicode"/>
                <a:cs typeface="Lucida Sans Unicode"/>
              </a:rPr>
              <a:t> </a:t>
            </a:r>
            <a:r>
              <a:rPr sz="1800" i="1" spc="-25" dirty="0">
                <a:latin typeface="Times New Roman"/>
                <a:cs typeface="Times New Roman"/>
              </a:rPr>
              <a:t>A</a:t>
            </a:r>
            <a:r>
              <a:rPr sz="1800" spc="-25" dirty="0">
                <a:latin typeface="Lucida Sans Unicode"/>
                <a:cs typeface="Lucida Sans Unicode"/>
              </a:rPr>
              <a:t>).</a:t>
            </a:r>
            <a:endParaRPr sz="1800">
              <a:latin typeface="Lucida Sans Unicode"/>
              <a:cs typeface="Lucida Sans Unicode"/>
            </a:endParaRPr>
          </a:p>
        </p:txBody>
      </p:sp>
      <p:sp>
        <p:nvSpPr>
          <p:cNvPr id="8" name="object 8"/>
          <p:cNvSpPr txBox="1"/>
          <p:nvPr/>
        </p:nvSpPr>
        <p:spPr>
          <a:xfrm>
            <a:off x="2032816" y="3994375"/>
            <a:ext cx="991235" cy="208915"/>
          </a:xfrm>
          <a:prstGeom prst="rect">
            <a:avLst/>
          </a:prstGeom>
        </p:spPr>
        <p:txBody>
          <a:bodyPr vert="horz" wrap="square" lIns="0" tIns="12700" rIns="0" bIns="0" rtlCol="0">
            <a:spAutoFit/>
          </a:bodyPr>
          <a:lstStyle/>
          <a:p>
            <a:pPr marL="12700">
              <a:lnSpc>
                <a:spcPct val="100000"/>
              </a:lnSpc>
              <a:spcBef>
                <a:spcPts val="100"/>
              </a:spcBef>
            </a:pPr>
            <a:r>
              <a:rPr sz="1200" b="1" spc="60" dirty="0">
                <a:latin typeface="Trebuchet MS"/>
                <a:cs typeface="Trebuchet MS"/>
              </a:rPr>
              <a:t>sorted</a:t>
            </a:r>
            <a:r>
              <a:rPr sz="1200" b="1" spc="45" dirty="0">
                <a:latin typeface="Trebuchet MS"/>
                <a:cs typeface="Trebuchet MS"/>
              </a:rPr>
              <a:t> </a:t>
            </a:r>
            <a:r>
              <a:rPr sz="1200" b="1" spc="55" dirty="0">
                <a:latin typeface="Trebuchet MS"/>
                <a:cs typeface="Trebuchet MS"/>
              </a:rPr>
              <a:t>list</a:t>
            </a:r>
            <a:r>
              <a:rPr sz="1200" b="1" spc="50" dirty="0">
                <a:latin typeface="Trebuchet MS"/>
                <a:cs typeface="Trebuchet MS"/>
              </a:rPr>
              <a:t> </a:t>
            </a:r>
            <a:r>
              <a:rPr sz="1200" b="1" spc="70" dirty="0">
                <a:latin typeface="Trebuchet MS"/>
                <a:cs typeface="Trebuchet MS"/>
              </a:rPr>
              <a:t>A</a:t>
            </a:r>
            <a:endParaRPr sz="1200">
              <a:latin typeface="Trebuchet MS"/>
              <a:cs typeface="Trebuchet MS"/>
            </a:endParaRPr>
          </a:p>
        </p:txBody>
      </p:sp>
      <p:sp>
        <p:nvSpPr>
          <p:cNvPr id="9" name="object 9"/>
          <p:cNvSpPr txBox="1"/>
          <p:nvPr/>
        </p:nvSpPr>
        <p:spPr>
          <a:xfrm>
            <a:off x="5106217" y="4843203"/>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5</a:t>
            </a:r>
            <a:endParaRPr sz="1200">
              <a:latin typeface="Lucida Sans Unicode"/>
              <a:cs typeface="Lucida Sans Unicode"/>
            </a:endParaRPr>
          </a:p>
        </p:txBody>
      </p:sp>
      <p:sp>
        <p:nvSpPr>
          <p:cNvPr id="10" name="object 10"/>
          <p:cNvSpPr txBox="1"/>
          <p:nvPr/>
        </p:nvSpPr>
        <p:spPr>
          <a:xfrm>
            <a:off x="5583087" y="4843203"/>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2</a:t>
            </a:r>
            <a:endParaRPr sz="1200">
              <a:latin typeface="Lucida Sans Unicode"/>
              <a:cs typeface="Lucida Sans Unicode"/>
            </a:endParaRPr>
          </a:p>
        </p:txBody>
      </p:sp>
      <p:graphicFrame>
        <p:nvGraphicFramePr>
          <p:cNvPr id="11" name="object 11"/>
          <p:cNvGraphicFramePr>
            <a:graphicFrameLocks noGrp="1"/>
          </p:cNvGraphicFramePr>
          <p:nvPr/>
        </p:nvGraphicFramePr>
        <p:xfrm>
          <a:off x="2067745" y="5905017"/>
          <a:ext cx="4768846"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gridCol w="476885">
                  <a:extLst>
                    <a:ext uri="{9D8B030D-6E8A-4147-A177-3AD203B41FA5}">
                      <a16:colId xmlns:a16="http://schemas.microsoft.com/office/drawing/2014/main" val="20005"/>
                    </a:ext>
                  </a:extLst>
                </a:gridCol>
                <a:gridCol w="476885">
                  <a:extLst>
                    <a:ext uri="{9D8B030D-6E8A-4147-A177-3AD203B41FA5}">
                      <a16:colId xmlns:a16="http://schemas.microsoft.com/office/drawing/2014/main" val="20006"/>
                    </a:ext>
                  </a:extLst>
                </a:gridCol>
                <a:gridCol w="476885">
                  <a:extLst>
                    <a:ext uri="{9D8B030D-6E8A-4147-A177-3AD203B41FA5}">
                      <a16:colId xmlns:a16="http://schemas.microsoft.com/office/drawing/2014/main" val="20007"/>
                    </a:ext>
                  </a:extLst>
                </a:gridCol>
                <a:gridCol w="476885">
                  <a:extLst>
                    <a:ext uri="{9D8B030D-6E8A-4147-A177-3AD203B41FA5}">
                      <a16:colId xmlns:a16="http://schemas.microsoft.com/office/drawing/2014/main" val="20008"/>
                    </a:ext>
                  </a:extLst>
                </a:gridCol>
                <a:gridCol w="476885">
                  <a:extLst>
                    <a:ext uri="{9D8B030D-6E8A-4147-A177-3AD203B41FA5}">
                      <a16:colId xmlns:a16="http://schemas.microsoft.com/office/drawing/2014/main" val="20009"/>
                    </a:ext>
                  </a:extLst>
                </a:gridCol>
              </a:tblGrid>
              <a:tr h="476250">
                <a:tc>
                  <a:txBody>
                    <a:bodyPr/>
                    <a:lstStyle/>
                    <a:p>
                      <a:pPr marL="4254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6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6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6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6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600">
                        <a:latin typeface="Times New Roman"/>
                        <a:cs typeface="Times New Roman"/>
                      </a:endParaRPr>
                    </a:p>
                  </a:txBody>
                  <a:tcPr marL="0" marR="0" marT="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2" name="object 12"/>
          <p:cNvSpPr txBox="1"/>
          <p:nvPr/>
        </p:nvSpPr>
        <p:spPr>
          <a:xfrm>
            <a:off x="2051892" y="5568045"/>
            <a:ext cx="2172970"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merge</a:t>
            </a:r>
            <a:r>
              <a:rPr sz="1200" b="1" spc="55" dirty="0">
                <a:latin typeface="Trebuchet MS"/>
                <a:cs typeface="Trebuchet MS"/>
              </a:rPr>
              <a:t> </a:t>
            </a:r>
            <a:r>
              <a:rPr sz="1200" b="1" dirty="0">
                <a:latin typeface="Trebuchet MS"/>
                <a:cs typeface="Trebuchet MS"/>
              </a:rPr>
              <a:t>to</a:t>
            </a:r>
            <a:r>
              <a:rPr sz="1200" b="1" spc="60" dirty="0">
                <a:latin typeface="Trebuchet MS"/>
                <a:cs typeface="Trebuchet MS"/>
              </a:rPr>
              <a:t> </a:t>
            </a:r>
            <a:r>
              <a:rPr sz="1200" b="1" spc="70" dirty="0">
                <a:latin typeface="Trebuchet MS"/>
                <a:cs typeface="Trebuchet MS"/>
              </a:rPr>
              <a:t>form</a:t>
            </a:r>
            <a:r>
              <a:rPr sz="1200" b="1" spc="60" dirty="0">
                <a:latin typeface="Trebuchet MS"/>
                <a:cs typeface="Trebuchet MS"/>
              </a:rPr>
              <a:t> </a:t>
            </a:r>
            <a:r>
              <a:rPr sz="1200" b="1" spc="65" dirty="0">
                <a:latin typeface="Trebuchet MS"/>
                <a:cs typeface="Trebuchet MS"/>
              </a:rPr>
              <a:t>sorted</a:t>
            </a:r>
            <a:r>
              <a:rPr sz="1200" b="1" spc="55" dirty="0">
                <a:latin typeface="Trebuchet MS"/>
                <a:cs typeface="Trebuchet MS"/>
              </a:rPr>
              <a:t> list</a:t>
            </a:r>
            <a:r>
              <a:rPr sz="1200" b="1" spc="65" dirty="0">
                <a:latin typeface="Trebuchet MS"/>
                <a:cs typeface="Trebuchet MS"/>
              </a:rPr>
              <a:t> C</a:t>
            </a:r>
            <a:endParaRPr sz="1200">
              <a:latin typeface="Trebuchet MS"/>
              <a:cs typeface="Trebuchet MS"/>
            </a:endParaRPr>
          </a:p>
        </p:txBody>
      </p:sp>
      <p:graphicFrame>
        <p:nvGraphicFramePr>
          <p:cNvPr id="13" name="object 13"/>
          <p:cNvGraphicFramePr>
            <a:graphicFrameLocks noGrp="1"/>
          </p:cNvGraphicFramePr>
          <p:nvPr/>
        </p:nvGraphicFramePr>
        <p:xfrm>
          <a:off x="4906737" y="4331346"/>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solidFill>
                            <a:srgbClr val="BABABA"/>
                          </a:solidFill>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151765">
                        <a:lnSpc>
                          <a:spcPct val="100000"/>
                        </a:lnSpc>
                        <a:spcBef>
                          <a:spcPts val="900"/>
                        </a:spcBef>
                      </a:pPr>
                      <a:r>
                        <a:rPr sz="1350" spc="-25" dirty="0">
                          <a:solidFill>
                            <a:srgbClr val="BABABA"/>
                          </a:solidFill>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825"/>
                        </a:spcBef>
                      </a:pPr>
                      <a:r>
                        <a:rPr sz="1650" i="1" spc="-25" dirty="0">
                          <a:latin typeface="Times New Roman"/>
                          <a:cs typeface="Times New Roman"/>
                        </a:rPr>
                        <a:t>b</a:t>
                      </a:r>
                      <a:r>
                        <a:rPr sz="1650" i="1" spc="-37" baseline="-5050" dirty="0">
                          <a:latin typeface="Times New Roman"/>
                          <a:cs typeface="Times New Roman"/>
                        </a:rPr>
                        <a:t>j</a:t>
                      </a:r>
                      <a:endParaRPr sz="1650" baseline="-5050">
                        <a:latin typeface="Times New Roman"/>
                        <a:cs typeface="Times New Roman"/>
                      </a:endParaRPr>
                    </a:p>
                  </a:txBody>
                  <a:tcPr marL="0" marR="0" marT="104775"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23</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4" name="object 14"/>
          <p:cNvGraphicFramePr>
            <a:graphicFrameLocks noGrp="1"/>
          </p:cNvGraphicFramePr>
          <p:nvPr/>
        </p:nvGraphicFramePr>
        <p:xfrm>
          <a:off x="2045516" y="4331346"/>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solidFill>
                            <a:srgbClr val="BABABA"/>
                          </a:solidFill>
                          <a:latin typeface="Lucida Sans Unicode"/>
                          <a:cs typeface="Lucida Sans Unicode"/>
                        </a:rPr>
                        <a:t>3</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solidFill>
                            <a:srgbClr val="BABABA"/>
                          </a:solidFill>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solidFill>
                            <a:srgbClr val="BABABA"/>
                          </a:solidFill>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825"/>
                        </a:spcBef>
                      </a:pPr>
                      <a:r>
                        <a:rPr sz="1650" i="1" spc="-25" dirty="0">
                          <a:latin typeface="Times New Roman"/>
                          <a:cs typeface="Times New Roman"/>
                        </a:rPr>
                        <a:t>a</a:t>
                      </a:r>
                      <a:r>
                        <a:rPr sz="1650" i="1" spc="-37" baseline="-5050" dirty="0">
                          <a:latin typeface="Times New Roman"/>
                          <a:cs typeface="Times New Roman"/>
                        </a:rPr>
                        <a:t>i</a:t>
                      </a:r>
                      <a:endParaRPr sz="1650" baseline="-5050">
                        <a:latin typeface="Times New Roman"/>
                        <a:cs typeface="Times New Roman"/>
                      </a:endParaRPr>
                    </a:p>
                  </a:txBody>
                  <a:tcPr marL="0" marR="0" marT="104775"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18</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pSp>
        <p:nvGrpSpPr>
          <p:cNvPr id="15" name="object 15"/>
          <p:cNvGrpSpPr/>
          <p:nvPr/>
        </p:nvGrpSpPr>
        <p:grpSpPr>
          <a:xfrm>
            <a:off x="3680227" y="4865441"/>
            <a:ext cx="126364" cy="248285"/>
            <a:chOff x="3680227" y="4865441"/>
            <a:chExt cx="126364" cy="248285"/>
          </a:xfrm>
        </p:grpSpPr>
        <p:sp>
          <p:nvSpPr>
            <p:cNvPr id="16" name="object 16"/>
            <p:cNvSpPr/>
            <p:nvPr/>
          </p:nvSpPr>
          <p:spPr>
            <a:xfrm>
              <a:off x="3743175" y="4977028"/>
              <a:ext cx="0" cy="136525"/>
            </a:xfrm>
            <a:custGeom>
              <a:avLst/>
              <a:gdLst/>
              <a:ahLst/>
              <a:cxnLst/>
              <a:rect l="l" t="t" r="r" b="b"/>
              <a:pathLst>
                <a:path h="136525">
                  <a:moveTo>
                    <a:pt x="0" y="0"/>
                  </a:moveTo>
                  <a:lnTo>
                    <a:pt x="0" y="14306"/>
                  </a:lnTo>
                  <a:lnTo>
                    <a:pt x="0" y="136414"/>
                  </a:lnTo>
                </a:path>
              </a:pathLst>
            </a:custGeom>
            <a:ln w="28612">
              <a:solidFill>
                <a:srgbClr val="003F83"/>
              </a:solidFill>
            </a:ln>
          </p:spPr>
          <p:txBody>
            <a:bodyPr wrap="square" lIns="0" tIns="0" rIns="0" bIns="0" rtlCol="0"/>
            <a:lstStyle/>
            <a:p>
              <a:endParaRPr/>
            </a:p>
          </p:txBody>
        </p:sp>
        <p:sp>
          <p:nvSpPr>
            <p:cNvPr id="17" name="object 17"/>
            <p:cNvSpPr/>
            <p:nvPr/>
          </p:nvSpPr>
          <p:spPr>
            <a:xfrm>
              <a:off x="3680227" y="4865441"/>
              <a:ext cx="126364" cy="126364"/>
            </a:xfrm>
            <a:custGeom>
              <a:avLst/>
              <a:gdLst/>
              <a:ahLst/>
              <a:cxnLst/>
              <a:rect l="l" t="t" r="r" b="b"/>
              <a:pathLst>
                <a:path w="126364" h="126364">
                  <a:moveTo>
                    <a:pt x="62947" y="0"/>
                  </a:moveTo>
                  <a:lnTo>
                    <a:pt x="0" y="125893"/>
                  </a:lnTo>
                  <a:lnTo>
                    <a:pt x="125893" y="125893"/>
                  </a:lnTo>
                  <a:lnTo>
                    <a:pt x="62947" y="0"/>
                  </a:lnTo>
                  <a:close/>
                </a:path>
              </a:pathLst>
            </a:custGeom>
            <a:solidFill>
              <a:srgbClr val="003F83"/>
            </a:solidFill>
          </p:spPr>
          <p:txBody>
            <a:bodyPr wrap="square" lIns="0" tIns="0" rIns="0" bIns="0" rtlCol="0"/>
            <a:lstStyle/>
            <a:p>
              <a:endParaRPr/>
            </a:p>
          </p:txBody>
        </p:sp>
      </p:grpSp>
      <p:grpSp>
        <p:nvGrpSpPr>
          <p:cNvPr id="18" name="object 18"/>
          <p:cNvGrpSpPr/>
          <p:nvPr/>
        </p:nvGrpSpPr>
        <p:grpSpPr>
          <a:xfrm>
            <a:off x="6064577" y="4865441"/>
            <a:ext cx="126364" cy="248285"/>
            <a:chOff x="6064577" y="4865441"/>
            <a:chExt cx="126364" cy="248285"/>
          </a:xfrm>
        </p:grpSpPr>
        <p:sp>
          <p:nvSpPr>
            <p:cNvPr id="19" name="object 19"/>
            <p:cNvSpPr/>
            <p:nvPr/>
          </p:nvSpPr>
          <p:spPr>
            <a:xfrm>
              <a:off x="6127525" y="4977028"/>
              <a:ext cx="0" cy="136525"/>
            </a:xfrm>
            <a:custGeom>
              <a:avLst/>
              <a:gdLst/>
              <a:ahLst/>
              <a:cxnLst/>
              <a:rect l="l" t="t" r="r" b="b"/>
              <a:pathLst>
                <a:path h="136525">
                  <a:moveTo>
                    <a:pt x="0" y="0"/>
                  </a:moveTo>
                  <a:lnTo>
                    <a:pt x="0" y="14306"/>
                  </a:lnTo>
                  <a:lnTo>
                    <a:pt x="0" y="136414"/>
                  </a:lnTo>
                </a:path>
              </a:pathLst>
            </a:custGeom>
            <a:ln w="28612">
              <a:solidFill>
                <a:srgbClr val="003F83"/>
              </a:solidFill>
            </a:ln>
          </p:spPr>
          <p:txBody>
            <a:bodyPr wrap="square" lIns="0" tIns="0" rIns="0" bIns="0" rtlCol="0"/>
            <a:lstStyle/>
            <a:p>
              <a:endParaRPr/>
            </a:p>
          </p:txBody>
        </p:sp>
        <p:sp>
          <p:nvSpPr>
            <p:cNvPr id="20" name="object 20"/>
            <p:cNvSpPr/>
            <p:nvPr/>
          </p:nvSpPr>
          <p:spPr>
            <a:xfrm>
              <a:off x="6064577" y="4865441"/>
              <a:ext cx="126364" cy="126364"/>
            </a:xfrm>
            <a:custGeom>
              <a:avLst/>
              <a:gdLst/>
              <a:ahLst/>
              <a:cxnLst/>
              <a:rect l="l" t="t" r="r" b="b"/>
              <a:pathLst>
                <a:path w="126364" h="126364">
                  <a:moveTo>
                    <a:pt x="62947" y="0"/>
                  </a:moveTo>
                  <a:lnTo>
                    <a:pt x="0" y="125893"/>
                  </a:lnTo>
                  <a:lnTo>
                    <a:pt x="125893" y="125893"/>
                  </a:lnTo>
                  <a:lnTo>
                    <a:pt x="62947" y="0"/>
                  </a:lnTo>
                  <a:close/>
                </a:path>
              </a:pathLst>
            </a:custGeom>
            <a:solidFill>
              <a:srgbClr val="003F83"/>
            </a:solidFill>
          </p:spPr>
          <p:txBody>
            <a:bodyPr wrap="square" lIns="0" tIns="0" rIns="0" bIns="0" rtlCol="0"/>
            <a:lstStyle/>
            <a:p>
              <a:endParaRPr/>
            </a:p>
          </p:txBody>
        </p:sp>
      </p:grpSp>
      <p:grpSp>
        <p:nvGrpSpPr>
          <p:cNvPr id="21" name="object 21"/>
          <p:cNvGrpSpPr/>
          <p:nvPr/>
        </p:nvGrpSpPr>
        <p:grpSpPr>
          <a:xfrm>
            <a:off x="4624430" y="6467725"/>
            <a:ext cx="126364" cy="248285"/>
            <a:chOff x="4624430" y="6467725"/>
            <a:chExt cx="126364" cy="248285"/>
          </a:xfrm>
        </p:grpSpPr>
        <p:sp>
          <p:nvSpPr>
            <p:cNvPr id="22" name="object 22"/>
            <p:cNvSpPr/>
            <p:nvPr/>
          </p:nvSpPr>
          <p:spPr>
            <a:xfrm>
              <a:off x="4687377" y="6579312"/>
              <a:ext cx="0" cy="136525"/>
            </a:xfrm>
            <a:custGeom>
              <a:avLst/>
              <a:gdLst/>
              <a:ahLst/>
              <a:cxnLst/>
              <a:rect l="l" t="t" r="r" b="b"/>
              <a:pathLst>
                <a:path h="136525">
                  <a:moveTo>
                    <a:pt x="0" y="0"/>
                  </a:moveTo>
                  <a:lnTo>
                    <a:pt x="0" y="14306"/>
                  </a:lnTo>
                  <a:lnTo>
                    <a:pt x="0" y="136414"/>
                  </a:lnTo>
                </a:path>
              </a:pathLst>
            </a:custGeom>
            <a:ln w="28612">
              <a:solidFill>
                <a:srgbClr val="003F83"/>
              </a:solidFill>
            </a:ln>
          </p:spPr>
          <p:txBody>
            <a:bodyPr wrap="square" lIns="0" tIns="0" rIns="0" bIns="0" rtlCol="0"/>
            <a:lstStyle/>
            <a:p>
              <a:endParaRPr/>
            </a:p>
          </p:txBody>
        </p:sp>
        <p:sp>
          <p:nvSpPr>
            <p:cNvPr id="23" name="object 23"/>
            <p:cNvSpPr/>
            <p:nvPr/>
          </p:nvSpPr>
          <p:spPr>
            <a:xfrm>
              <a:off x="4624430" y="6467725"/>
              <a:ext cx="126364" cy="126364"/>
            </a:xfrm>
            <a:custGeom>
              <a:avLst/>
              <a:gdLst/>
              <a:ahLst/>
              <a:cxnLst/>
              <a:rect l="l" t="t" r="r" b="b"/>
              <a:pathLst>
                <a:path w="126364" h="126365">
                  <a:moveTo>
                    <a:pt x="62946" y="0"/>
                  </a:moveTo>
                  <a:lnTo>
                    <a:pt x="0" y="125893"/>
                  </a:lnTo>
                  <a:lnTo>
                    <a:pt x="125893" y="125893"/>
                  </a:lnTo>
                  <a:lnTo>
                    <a:pt x="62946" y="0"/>
                  </a:lnTo>
                  <a:close/>
                </a:path>
              </a:pathLst>
            </a:custGeom>
            <a:solidFill>
              <a:srgbClr val="003F83"/>
            </a:solidFill>
          </p:spPr>
          <p:txBody>
            <a:bodyPr wrap="square" lIns="0" tIns="0" rIns="0" bIns="0" rtlCol="0"/>
            <a:lstStyle/>
            <a:p>
              <a:endParaRPr/>
            </a:p>
          </p:txBody>
        </p:sp>
      </p:grpSp>
      <p:sp>
        <p:nvSpPr>
          <p:cNvPr id="24" name="object 24"/>
          <p:cNvSpPr txBox="1"/>
          <p:nvPr/>
        </p:nvSpPr>
        <p:spPr>
          <a:xfrm>
            <a:off x="4894037" y="3994375"/>
            <a:ext cx="975360" cy="208915"/>
          </a:xfrm>
          <a:prstGeom prst="rect">
            <a:avLst/>
          </a:prstGeom>
        </p:spPr>
        <p:txBody>
          <a:bodyPr vert="horz" wrap="square" lIns="0" tIns="12700" rIns="0" bIns="0" rtlCol="0">
            <a:spAutoFit/>
          </a:bodyPr>
          <a:lstStyle/>
          <a:p>
            <a:pPr marL="12700">
              <a:lnSpc>
                <a:spcPct val="100000"/>
              </a:lnSpc>
              <a:spcBef>
                <a:spcPts val="100"/>
              </a:spcBef>
            </a:pPr>
            <a:r>
              <a:rPr sz="1200" b="1" spc="60" dirty="0">
                <a:latin typeface="Trebuchet MS"/>
                <a:cs typeface="Trebuchet MS"/>
              </a:rPr>
              <a:t>sorted</a:t>
            </a:r>
            <a:r>
              <a:rPr sz="1200" b="1" spc="45" dirty="0">
                <a:latin typeface="Trebuchet MS"/>
                <a:cs typeface="Trebuchet MS"/>
              </a:rPr>
              <a:t> </a:t>
            </a:r>
            <a:r>
              <a:rPr sz="1200" b="1" spc="55" dirty="0">
                <a:latin typeface="Trebuchet MS"/>
                <a:cs typeface="Trebuchet MS"/>
              </a:rPr>
              <a:t>list</a:t>
            </a:r>
            <a:r>
              <a:rPr sz="1200" b="1" spc="50" dirty="0">
                <a:latin typeface="Trebuchet MS"/>
                <a:cs typeface="Trebuchet MS"/>
              </a:rPr>
              <a:t> </a:t>
            </a:r>
            <a:r>
              <a:rPr sz="1200" b="1" spc="-50" dirty="0">
                <a:latin typeface="Trebuchet MS"/>
                <a:cs typeface="Trebuchet MS"/>
              </a:rPr>
              <a:t>B</a:t>
            </a:r>
            <a:endParaRPr sz="1200">
              <a:latin typeface="Trebuchet MS"/>
              <a:cs typeface="Trebuchet MS"/>
            </a:endParaRPr>
          </a:p>
        </p:txBody>
      </p:sp>
      <p:pic>
        <p:nvPicPr>
          <p:cNvPr id="25" name="object 25"/>
          <p:cNvPicPr/>
          <p:nvPr/>
        </p:nvPicPr>
        <p:blipFill>
          <a:blip r:embed="rId2" cstate="print"/>
          <a:stretch>
            <a:fillRect/>
          </a:stretch>
        </p:blipFill>
        <p:spPr>
          <a:xfrm>
            <a:off x="8819385" y="1377704"/>
            <a:ext cx="553214" cy="515020"/>
          </a:xfrm>
          <a:prstGeom prst="rect">
            <a:avLst/>
          </a:prstGeom>
        </p:spPr>
      </p:pic>
      <p:sp>
        <p:nvSpPr>
          <p:cNvPr id="26" name="object 26"/>
          <p:cNvSpPr txBox="1">
            <a:spLocks noGrp="1"/>
          </p:cNvSpPr>
          <p:nvPr>
            <p:ph type="sldNum" sz="quarter" idx="7"/>
          </p:nvPr>
        </p:nvSpPr>
        <p:spPr>
          <a:prstGeom prst="rect">
            <a:avLst/>
          </a:prstGeom>
        </p:spPr>
        <p:txBody>
          <a:bodyPr vert="horz" wrap="square" lIns="0" tIns="5080" rIns="0" bIns="0" rtlCol="0">
            <a:spAutoFit/>
          </a:bodyPr>
          <a:lstStyle/>
          <a:p>
            <a:pPr marL="74295">
              <a:lnSpc>
                <a:spcPct val="100000"/>
              </a:lnSpc>
              <a:spcBef>
                <a:spcPts val="40"/>
              </a:spcBef>
            </a:pPr>
            <a:fld id="{81D60167-4931-47E6-BA6A-407CBD079E47}" type="slidenum">
              <a:rPr spc="-50" dirty="0"/>
              <a:t>7</a:t>
            </a:fld>
            <a:endParaRPr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67557B-08BE-E2A0-B7F0-2240F9B28378}"/>
              </a:ext>
            </a:extLst>
          </p:cNvPr>
          <p:cNvSpPr>
            <a:spLocks noGrp="1"/>
          </p:cNvSpPr>
          <p:nvPr>
            <p:ph type="title"/>
          </p:nvPr>
        </p:nvSpPr>
        <p:spPr>
          <a:xfrm>
            <a:off x="745267" y="475073"/>
            <a:ext cx="6357620" cy="323165"/>
          </a:xfrm>
        </p:spPr>
        <p:txBody>
          <a:bodyPr/>
          <a:lstStyle/>
          <a:p>
            <a:r>
              <a:rPr kumimoji="1" lang="en-GB" altLang="zh-CN"/>
              <a:t>https://www.youtube.com/watch?v=ib4BHvr5-Ao</a:t>
            </a:r>
            <a:endParaRPr kumimoji="1" lang="zh-CN" altLang="en-US"/>
          </a:p>
        </p:txBody>
      </p:sp>
      <p:pic>
        <p:nvPicPr>
          <p:cNvPr id="2050" name="Picture 2" descr="Ancient Julius Caesar Life Changing Quote Divide and conquer #juliuscaesar  #ancientphilosophy - YouTube">
            <a:extLst>
              <a:ext uri="{FF2B5EF4-FFF2-40B4-BE49-F238E27FC236}">
                <a16:creationId xmlns:a16="http://schemas.microsoft.com/office/drawing/2014/main" id="{2CD5F6CC-9590-CBE9-B0C8-E71241E1C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7275"/>
            <a:ext cx="10058400"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47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50" dirty="0"/>
              <a:t>A</a:t>
            </a:r>
            <a:r>
              <a:rPr spc="50" dirty="0"/>
              <a:t> </a:t>
            </a:r>
            <a:r>
              <a:rPr dirty="0"/>
              <a:t>useful</a:t>
            </a:r>
            <a:r>
              <a:rPr spc="50" dirty="0"/>
              <a:t> </a:t>
            </a:r>
            <a:r>
              <a:rPr dirty="0"/>
              <a:t>recurrence</a:t>
            </a:r>
            <a:r>
              <a:rPr spc="55" dirty="0"/>
              <a:t> </a:t>
            </a:r>
            <a:r>
              <a:rPr spc="-10" dirty="0"/>
              <a:t>relation</a:t>
            </a:r>
          </a:p>
        </p:txBody>
      </p:sp>
      <p:sp>
        <p:nvSpPr>
          <p:cNvPr id="4" name="object 4"/>
          <p:cNvSpPr txBox="1"/>
          <p:nvPr/>
        </p:nvSpPr>
        <p:spPr>
          <a:xfrm>
            <a:off x="719867" y="4480782"/>
            <a:ext cx="3044190" cy="300355"/>
          </a:xfrm>
          <a:prstGeom prst="rect">
            <a:avLst/>
          </a:prstGeom>
        </p:spPr>
        <p:txBody>
          <a:bodyPr vert="horz" wrap="square" lIns="0" tIns="12700" rIns="0" bIns="0" rtlCol="0">
            <a:spAutoFit/>
          </a:bodyPr>
          <a:lstStyle/>
          <a:p>
            <a:pPr marL="38100">
              <a:lnSpc>
                <a:spcPct val="100000"/>
              </a:lnSpc>
              <a:spcBef>
                <a:spcPts val="100"/>
              </a:spcBef>
              <a:tabLst>
                <a:tab pos="1160780" algn="l"/>
              </a:tabLst>
            </a:pPr>
            <a:r>
              <a:rPr sz="1800" spc="-10" dirty="0">
                <a:solidFill>
                  <a:srgbClr val="0048AA"/>
                </a:solidFill>
                <a:latin typeface="Lucida Sans Unicode"/>
                <a:cs typeface="Lucida Sans Unicode"/>
              </a:rPr>
              <a:t>Solution.</a:t>
            </a:r>
            <a:r>
              <a:rPr sz="1800" dirty="0">
                <a:solidFill>
                  <a:srgbClr val="0048AA"/>
                </a:solidFill>
                <a:latin typeface="Lucida Sans Unicode"/>
                <a:cs typeface="Lucida Sans Unicode"/>
              </a:rPr>
              <a:t>	</a:t>
            </a:r>
            <a:r>
              <a:rPr sz="1800" i="1" dirty="0">
                <a:latin typeface="Times New Roman"/>
                <a:cs typeface="Times New Roman"/>
              </a:rPr>
              <a:t>T</a:t>
            </a:r>
            <a:r>
              <a:rPr sz="1800" i="1" spc="-150"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5" dirty="0">
                <a:latin typeface="Times New Roman"/>
                <a:cs typeface="Times New Roman"/>
              </a:rPr>
              <a:t> </a:t>
            </a:r>
            <a:r>
              <a:rPr sz="1800" dirty="0">
                <a:latin typeface="Lucida Sans Unicode"/>
                <a:cs typeface="Lucida Sans Unicode"/>
              </a:rPr>
              <a:t>is</a:t>
            </a:r>
            <a:r>
              <a:rPr sz="1800" spc="-120"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log</a:t>
            </a:r>
            <a:r>
              <a:rPr sz="2100" baseline="-17857" dirty="0">
                <a:latin typeface="Times New Roman"/>
                <a:cs typeface="Times New Roman"/>
              </a:rPr>
              <a:t>2</a:t>
            </a:r>
            <a:r>
              <a:rPr sz="2100" spc="150" baseline="-17857" dirty="0">
                <a:latin typeface="Times New Roman"/>
                <a:cs typeface="Times New Roman"/>
              </a:rPr>
              <a:t>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p:txBody>
      </p:sp>
      <p:sp>
        <p:nvSpPr>
          <p:cNvPr id="5" name="object 5"/>
          <p:cNvSpPr txBox="1"/>
          <p:nvPr/>
        </p:nvSpPr>
        <p:spPr>
          <a:xfrm>
            <a:off x="745267" y="5480302"/>
            <a:ext cx="7642225" cy="750570"/>
          </a:xfrm>
          <a:prstGeom prst="rect">
            <a:avLst/>
          </a:prstGeom>
        </p:spPr>
        <p:txBody>
          <a:bodyPr vert="horz" wrap="square" lIns="0" tIns="12700" rIns="0" bIns="0" rtlCol="0">
            <a:spAutoFit/>
          </a:bodyPr>
          <a:lstStyle/>
          <a:p>
            <a:pPr marL="12700" marR="5080">
              <a:lnSpc>
                <a:spcPct val="132100"/>
              </a:lnSpc>
              <a:spcBef>
                <a:spcPts val="100"/>
              </a:spcBef>
              <a:tabLst>
                <a:tab pos="1999614" algn="l"/>
              </a:tabLst>
            </a:pPr>
            <a:r>
              <a:rPr sz="1800" dirty="0">
                <a:solidFill>
                  <a:srgbClr val="0048AA"/>
                </a:solidFill>
                <a:latin typeface="Lucida Sans Unicode"/>
                <a:cs typeface="Lucida Sans Unicode"/>
              </a:rPr>
              <a:t>Assorted </a:t>
            </a:r>
            <a:r>
              <a:rPr sz="1800" spc="-10" dirty="0">
                <a:solidFill>
                  <a:srgbClr val="0048AA"/>
                </a:solidFill>
                <a:latin typeface="Lucida Sans Unicode"/>
                <a:cs typeface="Lucida Sans Unicode"/>
              </a:rPr>
              <a:t>proofs.</a:t>
            </a:r>
            <a:r>
              <a:rPr sz="1800" dirty="0">
                <a:solidFill>
                  <a:srgbClr val="0048AA"/>
                </a:solidFill>
                <a:latin typeface="Lucida Sans Unicode"/>
                <a:cs typeface="Lucida Sans Unicode"/>
              </a:rPr>
              <a:t>	</a:t>
            </a:r>
            <a:r>
              <a:rPr sz="1800" dirty="0">
                <a:latin typeface="Lucida Sans Unicode"/>
                <a:cs typeface="Lucida Sans Unicode"/>
              </a:rPr>
              <a:t>We describe</a:t>
            </a:r>
            <a:r>
              <a:rPr sz="1800" spc="5" dirty="0">
                <a:latin typeface="Lucida Sans Unicode"/>
                <a:cs typeface="Lucida Sans Unicode"/>
              </a:rPr>
              <a:t> </a:t>
            </a:r>
            <a:r>
              <a:rPr sz="1800" dirty="0">
                <a:latin typeface="Lucida Sans Unicode"/>
                <a:cs typeface="Lucida Sans Unicode"/>
              </a:rPr>
              <a:t>several</a:t>
            </a:r>
            <a:r>
              <a:rPr sz="1800" spc="5" dirty="0">
                <a:latin typeface="Lucida Sans Unicode"/>
                <a:cs typeface="Lucida Sans Unicode"/>
              </a:rPr>
              <a:t> </a:t>
            </a:r>
            <a:r>
              <a:rPr sz="1800" spc="50" dirty="0">
                <a:latin typeface="Lucida Sans Unicode"/>
                <a:cs typeface="Lucida Sans Unicode"/>
              </a:rPr>
              <a:t>ways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prove</a:t>
            </a:r>
            <a:r>
              <a:rPr sz="1800" spc="5" dirty="0">
                <a:latin typeface="Lucida Sans Unicode"/>
                <a:cs typeface="Lucida Sans Unicode"/>
              </a:rPr>
              <a:t> </a:t>
            </a:r>
            <a:r>
              <a:rPr sz="1800" dirty="0">
                <a:latin typeface="Lucida Sans Unicode"/>
                <a:cs typeface="Lucida Sans Unicode"/>
              </a:rPr>
              <a:t>this</a:t>
            </a:r>
            <a:r>
              <a:rPr sz="1800" spc="5" dirty="0">
                <a:latin typeface="Lucida Sans Unicode"/>
                <a:cs typeface="Lucida Sans Unicode"/>
              </a:rPr>
              <a:t> </a:t>
            </a:r>
            <a:r>
              <a:rPr sz="1800" spc="-10" dirty="0">
                <a:latin typeface="Lucida Sans Unicode"/>
                <a:cs typeface="Lucida Sans Unicode"/>
              </a:rPr>
              <a:t>recurrence. </a:t>
            </a:r>
            <a:r>
              <a:rPr sz="1800" dirty="0">
                <a:latin typeface="Lucida Sans Unicode"/>
                <a:cs typeface="Lucida Sans Unicode"/>
              </a:rPr>
              <a:t>Initially</a:t>
            </a:r>
            <a:r>
              <a:rPr sz="1800" spc="15" dirty="0">
                <a:latin typeface="Lucida Sans Unicode"/>
                <a:cs typeface="Lucida Sans Unicode"/>
              </a:rPr>
              <a:t> </a:t>
            </a:r>
            <a:r>
              <a:rPr sz="1800" spc="55" dirty="0">
                <a:latin typeface="Lucida Sans Unicode"/>
                <a:cs typeface="Lucida Sans Unicode"/>
              </a:rPr>
              <a:t>we</a:t>
            </a:r>
            <a:r>
              <a:rPr sz="1800" spc="15" dirty="0">
                <a:latin typeface="Lucida Sans Unicode"/>
                <a:cs typeface="Lucida Sans Unicode"/>
              </a:rPr>
              <a:t> </a:t>
            </a:r>
            <a:r>
              <a:rPr sz="1800" dirty="0">
                <a:latin typeface="Lucida Sans Unicode"/>
                <a:cs typeface="Lucida Sans Unicode"/>
              </a:rPr>
              <a:t>assume</a:t>
            </a:r>
            <a:r>
              <a:rPr sz="1800" spc="15" dirty="0">
                <a:latin typeface="Lucida Sans Unicode"/>
                <a:cs typeface="Lucida Sans Unicode"/>
              </a:rPr>
              <a:t> </a:t>
            </a:r>
            <a:r>
              <a:rPr sz="1800" i="1" dirty="0">
                <a:latin typeface="Times New Roman"/>
                <a:cs typeface="Times New Roman"/>
              </a:rPr>
              <a:t>n</a:t>
            </a:r>
            <a:r>
              <a:rPr sz="1800" i="1" spc="130" dirty="0">
                <a:latin typeface="Times New Roman"/>
                <a:cs typeface="Times New Roman"/>
              </a:rPr>
              <a:t> </a:t>
            </a:r>
            <a:r>
              <a:rPr sz="1800" dirty="0">
                <a:latin typeface="Lucida Sans Unicode"/>
                <a:cs typeface="Lucida Sans Unicode"/>
              </a:rPr>
              <a:t>is</a:t>
            </a:r>
            <a:r>
              <a:rPr sz="1800" spc="15" dirty="0">
                <a:latin typeface="Lucida Sans Unicode"/>
                <a:cs typeface="Lucida Sans Unicode"/>
              </a:rPr>
              <a:t> </a:t>
            </a:r>
            <a:r>
              <a:rPr sz="1800" dirty="0">
                <a:latin typeface="Lucida Sans Unicode"/>
                <a:cs typeface="Lucida Sans Unicode"/>
              </a:rPr>
              <a:t>a</a:t>
            </a:r>
            <a:r>
              <a:rPr sz="1800" spc="15" dirty="0">
                <a:latin typeface="Lucida Sans Unicode"/>
                <a:cs typeface="Lucida Sans Unicode"/>
              </a:rPr>
              <a:t> </a:t>
            </a:r>
            <a:r>
              <a:rPr sz="1800" dirty="0">
                <a:latin typeface="Lucida Sans Unicode"/>
                <a:cs typeface="Lucida Sans Unicode"/>
              </a:rPr>
              <a:t>power</a:t>
            </a:r>
            <a:r>
              <a:rPr sz="1800" spc="15" dirty="0">
                <a:latin typeface="Lucida Sans Unicode"/>
                <a:cs typeface="Lucida Sans Unicode"/>
              </a:rPr>
              <a:t> </a:t>
            </a:r>
            <a:r>
              <a:rPr sz="1800" dirty="0">
                <a:latin typeface="Lucida Sans Unicode"/>
                <a:cs typeface="Lucida Sans Unicode"/>
              </a:rPr>
              <a:t>of</a:t>
            </a:r>
            <a:r>
              <a:rPr sz="1800" spc="15" dirty="0">
                <a:latin typeface="Lucida Sans Unicode"/>
                <a:cs typeface="Lucida Sans Unicode"/>
              </a:rPr>
              <a:t> </a:t>
            </a:r>
            <a:r>
              <a:rPr sz="1800" dirty="0">
                <a:latin typeface="Times New Roman"/>
                <a:cs typeface="Times New Roman"/>
              </a:rPr>
              <a:t>2</a:t>
            </a:r>
            <a:r>
              <a:rPr sz="1800" spc="130" dirty="0">
                <a:latin typeface="Times New Roman"/>
                <a:cs typeface="Times New Roman"/>
              </a:rPr>
              <a:t> </a:t>
            </a:r>
            <a:r>
              <a:rPr sz="1800" dirty="0">
                <a:latin typeface="Lucida Sans Unicode"/>
                <a:cs typeface="Lucida Sans Unicode"/>
              </a:rPr>
              <a:t>and</a:t>
            </a:r>
            <a:r>
              <a:rPr sz="1800" spc="15" dirty="0">
                <a:latin typeface="Lucida Sans Unicode"/>
                <a:cs typeface="Lucida Sans Unicode"/>
              </a:rPr>
              <a:t> </a:t>
            </a:r>
            <a:r>
              <a:rPr sz="1800" dirty="0">
                <a:latin typeface="Lucida Sans Unicode"/>
                <a:cs typeface="Lucida Sans Unicode"/>
              </a:rPr>
              <a:t>replace</a:t>
            </a:r>
            <a:r>
              <a:rPr sz="1800" spc="20" dirty="0">
                <a:latin typeface="Lucida Sans Unicode"/>
                <a:cs typeface="Lucida Sans Unicode"/>
              </a:rPr>
              <a:t> </a:t>
            </a:r>
            <a:r>
              <a:rPr sz="1800" dirty="0">
                <a:latin typeface="Times New Roman"/>
                <a:cs typeface="Times New Roman"/>
              </a:rPr>
              <a:t>≤</a:t>
            </a:r>
            <a:r>
              <a:rPr sz="1800" spc="130" dirty="0">
                <a:latin typeface="Times New Roman"/>
                <a:cs typeface="Times New Roman"/>
              </a:rPr>
              <a:t> </a:t>
            </a:r>
            <a:r>
              <a:rPr sz="1800" dirty="0">
                <a:latin typeface="Lucida Sans Unicode"/>
                <a:cs typeface="Lucida Sans Unicode"/>
              </a:rPr>
              <a:t>with</a:t>
            </a:r>
            <a:r>
              <a:rPr sz="1800" spc="15" dirty="0">
                <a:latin typeface="Lucida Sans Unicode"/>
                <a:cs typeface="Lucida Sans Unicode"/>
              </a:rPr>
              <a:t> </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p:txBody>
      </p:sp>
      <p:sp>
        <p:nvSpPr>
          <p:cNvPr id="6" name="object 6"/>
          <p:cNvSpPr/>
          <p:nvPr/>
        </p:nvSpPr>
        <p:spPr>
          <a:xfrm>
            <a:off x="2634822" y="2971313"/>
            <a:ext cx="124460" cy="715645"/>
          </a:xfrm>
          <a:custGeom>
            <a:avLst/>
            <a:gdLst/>
            <a:ahLst/>
            <a:cxnLst/>
            <a:rect l="l" t="t" r="r" b="b"/>
            <a:pathLst>
              <a:path w="124460" h="715645">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graphicFrame>
        <p:nvGraphicFramePr>
          <p:cNvPr id="7" name="object 7"/>
          <p:cNvGraphicFramePr>
            <a:graphicFrameLocks noGrp="1"/>
          </p:cNvGraphicFramePr>
          <p:nvPr/>
        </p:nvGraphicFramePr>
        <p:xfrm>
          <a:off x="2803460" y="3062871"/>
          <a:ext cx="4026535" cy="592455"/>
        </p:xfrm>
        <a:graphic>
          <a:graphicData uri="http://schemas.openxmlformats.org/drawingml/2006/table">
            <a:tbl>
              <a:tblPr firstRow="1" bandRow="1">
                <a:tableStyleId>{2D5ABB26-0587-4C30-8999-92F81FD0307C}</a:tableStyleId>
              </a:tblPr>
              <a:tblGrid>
                <a:gridCol w="1080770">
                  <a:extLst>
                    <a:ext uri="{9D8B030D-6E8A-4147-A177-3AD203B41FA5}">
                      <a16:colId xmlns:a16="http://schemas.microsoft.com/office/drawing/2014/main" val="20000"/>
                    </a:ext>
                  </a:extLst>
                </a:gridCol>
                <a:gridCol w="271780">
                  <a:extLst>
                    <a:ext uri="{9D8B030D-6E8A-4147-A177-3AD203B41FA5}">
                      <a16:colId xmlns:a16="http://schemas.microsoft.com/office/drawing/2014/main" val="20001"/>
                    </a:ext>
                  </a:extLst>
                </a:gridCol>
                <a:gridCol w="1134745">
                  <a:extLst>
                    <a:ext uri="{9D8B030D-6E8A-4147-A177-3AD203B41FA5}">
                      <a16:colId xmlns:a16="http://schemas.microsoft.com/office/drawing/2014/main" val="20002"/>
                    </a:ext>
                  </a:extLst>
                </a:gridCol>
                <a:gridCol w="516255">
                  <a:extLst>
                    <a:ext uri="{9D8B030D-6E8A-4147-A177-3AD203B41FA5}">
                      <a16:colId xmlns:a16="http://schemas.microsoft.com/office/drawing/2014/main" val="20003"/>
                    </a:ext>
                  </a:extLst>
                </a:gridCol>
                <a:gridCol w="1022985">
                  <a:extLst>
                    <a:ext uri="{9D8B030D-6E8A-4147-A177-3AD203B41FA5}">
                      <a16:colId xmlns:a16="http://schemas.microsoft.com/office/drawing/2014/main" val="20004"/>
                    </a:ext>
                  </a:extLst>
                </a:gridCol>
              </a:tblGrid>
              <a:tr h="290830">
                <a:tc>
                  <a:txBody>
                    <a:bodyPr/>
                    <a:lstStyle/>
                    <a:p>
                      <a:pPr marL="75565">
                        <a:lnSpc>
                          <a:spcPts val="1710"/>
                        </a:lnSpc>
                      </a:pPr>
                      <a:r>
                        <a:rPr sz="1800" spc="-50" dirty="0">
                          <a:latin typeface="Times New Roman"/>
                          <a:cs typeface="Times New Roman"/>
                        </a:rPr>
                        <a:t>0</a:t>
                      </a: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00965">
                        <a:lnSpc>
                          <a:spcPts val="1710"/>
                        </a:lnSpc>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a:t>
                      </a:r>
                      <a:endParaRPr sz="1800">
                        <a:latin typeface="Times New Roman"/>
                        <a:cs typeface="Times New Roman"/>
                      </a:endParaRPr>
                    </a:p>
                  </a:txBody>
                  <a:tcPr marL="0" marR="0" marT="0" marB="0"/>
                </a:tc>
                <a:extLst>
                  <a:ext uri="{0D108BD9-81ED-4DB2-BD59-A6C34878D82A}">
                    <a16:rowId xmlns:a16="http://schemas.microsoft.com/office/drawing/2014/main" val="10000"/>
                  </a:ext>
                </a:extLst>
              </a:tr>
              <a:tr h="301625">
                <a:tc>
                  <a:txBody>
                    <a:bodyPr/>
                    <a:lstStyle/>
                    <a:p>
                      <a:pPr marL="31750">
                        <a:lnSpc>
                          <a:spcPct val="100000"/>
                        </a:lnSpc>
                        <a:spcBef>
                          <a:spcPts val="40"/>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45"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a:t>
                      </a:r>
                      <a:r>
                        <a:rPr sz="1800" spc="-235" dirty="0">
                          <a:latin typeface="Times New Roman"/>
                          <a:cs typeface="Times New Roman"/>
                        </a:rPr>
                        <a:t>2</a:t>
                      </a:r>
                      <a:r>
                        <a:rPr sz="1800" spc="-235" dirty="0">
                          <a:latin typeface="Symbol"/>
                          <a:cs typeface="Symbol"/>
                        </a:rPr>
                        <a:t></a:t>
                      </a:r>
                      <a:r>
                        <a:rPr sz="1800" spc="-145" dirty="0">
                          <a:latin typeface="Times New Roman"/>
                          <a:cs typeface="Times New Roman"/>
                        </a:rPr>
                        <a:t> </a:t>
                      </a:r>
                      <a:r>
                        <a:rPr sz="1800" spc="-50" dirty="0">
                          <a:latin typeface="Times New Roman"/>
                          <a:cs typeface="Times New Roman"/>
                        </a:rPr>
                        <a:t>)</a:t>
                      </a:r>
                      <a:endParaRPr sz="1800">
                        <a:latin typeface="Times New Roman"/>
                        <a:cs typeface="Times New Roman"/>
                      </a:endParaRPr>
                    </a:p>
                  </a:txBody>
                  <a:tcPr marL="0" marR="0" marT="5080" marB="0"/>
                </a:tc>
                <a:tc>
                  <a:txBody>
                    <a:bodyPr/>
                    <a:lstStyle/>
                    <a:p>
                      <a:pPr marL="57150">
                        <a:lnSpc>
                          <a:spcPct val="100000"/>
                        </a:lnSpc>
                        <a:spcBef>
                          <a:spcPts val="40"/>
                        </a:spcBef>
                      </a:pPr>
                      <a:r>
                        <a:rPr sz="1800" spc="-50" dirty="0">
                          <a:latin typeface="Times New Roman"/>
                          <a:cs typeface="Times New Roman"/>
                        </a:rPr>
                        <a:t>+</a:t>
                      </a:r>
                      <a:endParaRPr sz="1800">
                        <a:latin typeface="Times New Roman"/>
                        <a:cs typeface="Times New Roman"/>
                      </a:endParaRPr>
                    </a:p>
                  </a:txBody>
                  <a:tcPr marL="0" marR="0" marT="5080" marB="0"/>
                </a:tc>
                <a:tc>
                  <a:txBody>
                    <a:bodyPr/>
                    <a:lstStyle/>
                    <a:p>
                      <a:pPr marL="85725">
                        <a:lnSpc>
                          <a:spcPct val="100000"/>
                        </a:lnSpc>
                        <a:spcBef>
                          <a:spcPts val="40"/>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 </a:t>
                      </a:r>
                      <a:r>
                        <a:rPr sz="1800" dirty="0">
                          <a:latin typeface="Times New Roman"/>
                          <a:cs typeface="Times New Roman"/>
                        </a:rPr>
                        <a:t>/ 2</a:t>
                      </a:r>
                      <a:r>
                        <a:rPr sz="1800" dirty="0">
                          <a:latin typeface="Symbol"/>
                          <a:cs typeface="Symbol"/>
                        </a:rPr>
                        <a:t></a:t>
                      </a:r>
                      <a:r>
                        <a:rPr sz="1800" spc="-150" dirty="0">
                          <a:latin typeface="Times New Roman"/>
                          <a:cs typeface="Times New Roman"/>
                        </a:rPr>
                        <a:t> </a:t>
                      </a:r>
                      <a:r>
                        <a:rPr sz="1800" spc="-50" dirty="0">
                          <a:latin typeface="Times New Roman"/>
                          <a:cs typeface="Times New Roman"/>
                        </a:rPr>
                        <a:t>)</a:t>
                      </a:r>
                      <a:endParaRPr sz="1800">
                        <a:latin typeface="Times New Roman"/>
                        <a:cs typeface="Times New Roman"/>
                      </a:endParaRPr>
                    </a:p>
                  </a:txBody>
                  <a:tcPr marL="0" marR="0" marT="5080" marB="0"/>
                </a:tc>
                <a:tc>
                  <a:txBody>
                    <a:bodyPr/>
                    <a:lstStyle/>
                    <a:p>
                      <a:pPr marL="57150">
                        <a:lnSpc>
                          <a:spcPct val="100000"/>
                        </a:lnSpc>
                        <a:spcBef>
                          <a:spcPts val="40"/>
                        </a:spcBef>
                      </a:pPr>
                      <a:r>
                        <a:rPr sz="1800" dirty="0">
                          <a:latin typeface="Times New Roman"/>
                          <a:cs typeface="Times New Roman"/>
                        </a:rPr>
                        <a:t>+</a:t>
                      </a:r>
                      <a:r>
                        <a:rPr sz="1800" spc="450" dirty="0">
                          <a:latin typeface="Times New Roman"/>
                          <a:cs typeface="Times New Roman"/>
                        </a:rPr>
                        <a:t> </a:t>
                      </a:r>
                      <a:r>
                        <a:rPr sz="1800" i="1" spc="-50" dirty="0">
                          <a:latin typeface="Times New Roman"/>
                          <a:cs typeface="Times New Roman"/>
                        </a:rPr>
                        <a:t>n</a:t>
                      </a:r>
                      <a:endParaRPr sz="1800">
                        <a:latin typeface="Times New Roman"/>
                        <a:cs typeface="Times New Roman"/>
                      </a:endParaRPr>
                    </a:p>
                  </a:txBody>
                  <a:tcPr marL="0" marR="0" marT="5080" marB="0"/>
                </a:tc>
                <a:tc>
                  <a:txBody>
                    <a:bodyPr/>
                    <a:lstStyle/>
                    <a:p>
                      <a:pPr marL="100965">
                        <a:lnSpc>
                          <a:spcPct val="100000"/>
                        </a:lnSpc>
                        <a:spcBef>
                          <a:spcPts val="40"/>
                        </a:spcBef>
                      </a:pPr>
                      <a:r>
                        <a:rPr sz="1800" spc="-10" dirty="0">
                          <a:latin typeface="Times New Roman"/>
                          <a:cs typeface="Times New Roman"/>
                        </a:rPr>
                        <a:t>otherwise</a:t>
                      </a:r>
                      <a:endParaRPr sz="1800">
                        <a:latin typeface="Times New Roman"/>
                        <a:cs typeface="Times New Roman"/>
                      </a:endParaRPr>
                    </a:p>
                  </a:txBody>
                  <a:tcPr marL="0" marR="0" marT="5080" marB="0"/>
                </a:tc>
                <a:extLst>
                  <a:ext uri="{0D108BD9-81ED-4DB2-BD59-A6C34878D82A}">
                    <a16:rowId xmlns:a16="http://schemas.microsoft.com/office/drawing/2014/main" val="10001"/>
                  </a:ext>
                </a:extLst>
              </a:tr>
            </a:tbl>
          </a:graphicData>
        </a:graphic>
      </p:graphicFrame>
      <p:sp>
        <p:nvSpPr>
          <p:cNvPr id="9" name="object 9"/>
          <p:cNvSpPr txBox="1">
            <a:spLocks noGrp="1"/>
          </p:cNvSpPr>
          <p:nvPr>
            <p:ph type="sldNum" sz="quarter" idx="7"/>
          </p:nvPr>
        </p:nvSpPr>
        <p:spPr>
          <a:prstGeom prst="rect">
            <a:avLst/>
          </a:prstGeom>
        </p:spPr>
        <p:txBody>
          <a:bodyPr vert="horz" wrap="square" lIns="0" tIns="5080" rIns="0" bIns="0" rtlCol="0">
            <a:spAutoFit/>
          </a:bodyPr>
          <a:lstStyle/>
          <a:p>
            <a:pPr marL="74295">
              <a:lnSpc>
                <a:spcPct val="100000"/>
              </a:lnSpc>
              <a:spcBef>
                <a:spcPts val="40"/>
              </a:spcBef>
            </a:pPr>
            <a:fld id="{81D60167-4931-47E6-BA6A-407CBD079E47}" type="slidenum">
              <a:rPr spc="-50" dirty="0"/>
              <a:t>9</a:t>
            </a:fld>
            <a:endParaRPr spc="-50" dirty="0"/>
          </a:p>
        </p:txBody>
      </p:sp>
      <p:sp>
        <p:nvSpPr>
          <p:cNvPr id="8" name="object 8"/>
          <p:cNvSpPr txBox="1"/>
          <p:nvPr/>
        </p:nvSpPr>
        <p:spPr>
          <a:xfrm>
            <a:off x="745267" y="1131247"/>
            <a:ext cx="7662545" cy="2362200"/>
          </a:xfrm>
          <a:prstGeom prst="rect">
            <a:avLst/>
          </a:prstGeom>
        </p:spPr>
        <p:txBody>
          <a:bodyPr vert="horz" wrap="square" lIns="0" tIns="12700" rIns="0" bIns="0" rtlCol="0">
            <a:spAutoFit/>
          </a:bodyPr>
          <a:lstStyle/>
          <a:p>
            <a:pPr marL="12700" marR="5080">
              <a:lnSpc>
                <a:spcPct val="132100"/>
              </a:lnSpc>
              <a:spcBef>
                <a:spcPts val="100"/>
              </a:spcBef>
              <a:tabLst>
                <a:tab pos="612140" algn="l"/>
                <a:tab pos="752475" algn="l"/>
                <a:tab pos="1189355" algn="l"/>
              </a:tabLst>
            </a:pPr>
            <a:r>
              <a:rPr sz="1800" spc="-20" dirty="0">
                <a:solidFill>
                  <a:srgbClr val="0048AA"/>
                </a:solidFill>
                <a:latin typeface="Lucida Sans Unicode"/>
                <a:cs typeface="Lucida Sans Unicode"/>
              </a:rPr>
              <a:t>Def.</a:t>
            </a:r>
            <a:r>
              <a:rPr sz="1800" dirty="0">
                <a:solidFill>
                  <a:srgbClr val="0048AA"/>
                </a:solidFill>
                <a:latin typeface="Lucida Sans Unicode"/>
                <a:cs typeface="Lucida Sans Unicode"/>
              </a:rPr>
              <a:t>	</a:t>
            </a:r>
            <a:r>
              <a:rPr sz="1800" i="1" dirty="0">
                <a:latin typeface="Times New Roman"/>
                <a:cs typeface="Times New Roman"/>
              </a:rPr>
              <a:t>T</a:t>
            </a:r>
            <a:r>
              <a:rPr sz="1800" i="1" spc="-150" dirty="0">
                <a:latin typeface="Times New Roman"/>
                <a:cs typeface="Times New Roman"/>
              </a:rPr>
              <a:t> </a:t>
            </a:r>
            <a:r>
              <a:rPr sz="1800" spc="-25" dirty="0">
                <a:latin typeface="Times New Roman"/>
                <a:cs typeface="Times New Roman"/>
              </a:rPr>
              <a:t>(</a:t>
            </a:r>
            <a:r>
              <a:rPr sz="1800" i="1" spc="-25" dirty="0">
                <a:latin typeface="Times New Roman"/>
                <a:cs typeface="Times New Roman"/>
              </a:rPr>
              <a:t>n</a:t>
            </a:r>
            <a:r>
              <a:rPr sz="1800" spc="-25" dirty="0">
                <a:latin typeface="Times New Roman"/>
                <a:cs typeface="Times New Roman"/>
              </a:rPr>
              <a:t>)</a:t>
            </a:r>
            <a:r>
              <a:rPr sz="1800" dirty="0">
                <a:latin typeface="Times New Roman"/>
                <a:cs typeface="Times New Roman"/>
              </a:rPr>
              <a:t>	</a:t>
            </a:r>
            <a:r>
              <a:rPr sz="1800" spc="-285" dirty="0">
                <a:latin typeface="Lucida Sans Unicode"/>
                <a:cs typeface="Lucida Sans Unicode"/>
              </a:rPr>
              <a:t>=</a:t>
            </a:r>
            <a:r>
              <a:rPr sz="1800" dirty="0">
                <a:latin typeface="Lucida Sans Unicode"/>
                <a:cs typeface="Lucida Sans Unicode"/>
              </a:rPr>
              <a:t> max</a:t>
            </a:r>
            <a:r>
              <a:rPr sz="1800" spc="-20" dirty="0">
                <a:latin typeface="Lucida Sans Unicode"/>
                <a:cs typeface="Lucida Sans Unicode"/>
              </a:rPr>
              <a:t> </a:t>
            </a:r>
            <a:r>
              <a:rPr sz="1800" dirty="0">
                <a:latin typeface="Lucida Sans Unicode"/>
                <a:cs typeface="Lucida Sans Unicode"/>
              </a:rPr>
              <a:t>number</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compares</a:t>
            </a:r>
            <a:r>
              <a:rPr sz="1800" spc="-10" dirty="0">
                <a:latin typeface="Lucida Sans Unicode"/>
                <a:cs typeface="Lucida Sans Unicode"/>
              </a:rPr>
              <a:t> </a:t>
            </a:r>
            <a:r>
              <a:rPr sz="1800" dirty="0">
                <a:latin typeface="Lucida Sans Unicode"/>
                <a:cs typeface="Lucida Sans Unicode"/>
              </a:rPr>
              <a:t>to</a:t>
            </a:r>
            <a:r>
              <a:rPr sz="1800" spc="-10" dirty="0">
                <a:latin typeface="Lucida Sans Unicode"/>
                <a:cs typeface="Lucida Sans Unicode"/>
              </a:rPr>
              <a:t> </a:t>
            </a:r>
            <a:r>
              <a:rPr sz="1800" dirty="0">
                <a:latin typeface="Lucida Sans Unicode"/>
                <a:cs typeface="Lucida Sans Unicode"/>
              </a:rPr>
              <a:t>mergesort</a:t>
            </a:r>
            <a:r>
              <a:rPr sz="1800" spc="-10" dirty="0">
                <a:latin typeface="Lucida Sans Unicode"/>
                <a:cs typeface="Lucida Sans Unicode"/>
              </a:rPr>
              <a:t> </a:t>
            </a:r>
            <a:r>
              <a:rPr sz="1800" dirty="0">
                <a:latin typeface="Lucida Sans Unicode"/>
                <a:cs typeface="Lucida Sans Unicode"/>
              </a:rPr>
              <a:t>a</a:t>
            </a:r>
            <a:r>
              <a:rPr sz="1800" spc="-10" dirty="0">
                <a:latin typeface="Lucida Sans Unicode"/>
                <a:cs typeface="Lucida Sans Unicode"/>
              </a:rPr>
              <a:t> </a:t>
            </a:r>
            <a:r>
              <a:rPr sz="1800" dirty="0">
                <a:latin typeface="Lucida Sans Unicode"/>
                <a:cs typeface="Lucida Sans Unicode"/>
              </a:rPr>
              <a:t>list</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size</a:t>
            </a:r>
            <a:r>
              <a:rPr sz="1800" spc="-10" dirty="0">
                <a:latin typeface="Lucida Sans Unicode"/>
                <a:cs typeface="Lucida Sans Unicode"/>
              </a:rPr>
              <a:t> </a:t>
            </a:r>
            <a:r>
              <a:rPr sz="1800" dirty="0">
                <a:latin typeface="Times New Roman"/>
                <a:cs typeface="Times New Roman"/>
              </a:rPr>
              <a:t>≤</a:t>
            </a:r>
            <a:r>
              <a:rPr sz="1800" spc="105"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 </a:t>
            </a:r>
            <a:r>
              <a:rPr sz="1800" spc="-10" dirty="0">
                <a:solidFill>
                  <a:srgbClr val="0048AA"/>
                </a:solidFill>
                <a:latin typeface="Lucida Sans Unicode"/>
                <a:cs typeface="Lucida Sans Unicode"/>
              </a:rPr>
              <a:t>Note.</a:t>
            </a:r>
            <a:r>
              <a:rPr sz="1800" dirty="0">
                <a:solidFill>
                  <a:srgbClr val="0048AA"/>
                </a:solidFill>
                <a:latin typeface="Lucida Sans Unicode"/>
                <a:cs typeface="Lucida Sans Unicode"/>
              </a:rPr>
              <a:t>		</a:t>
            </a:r>
            <a:r>
              <a:rPr sz="1800" i="1" dirty="0">
                <a:latin typeface="Times New Roman"/>
                <a:cs typeface="Times New Roman"/>
              </a:rPr>
              <a:t>T</a:t>
            </a:r>
            <a:r>
              <a:rPr sz="1800" i="1" spc="-150"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Lucida Sans Unicode"/>
                <a:cs typeface="Lucida Sans Unicode"/>
              </a:rPr>
              <a:t>is monotone </a:t>
            </a:r>
            <a:r>
              <a:rPr sz="1800" spc="-10" dirty="0">
                <a:latin typeface="Lucida Sans Unicode"/>
                <a:cs typeface="Lucida Sans Unicode"/>
              </a:rPr>
              <a:t>nondecreasing.</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12700">
              <a:lnSpc>
                <a:spcPct val="100000"/>
              </a:lnSpc>
            </a:pPr>
            <a:r>
              <a:rPr sz="1800" dirty="0">
                <a:solidFill>
                  <a:srgbClr val="0048AA"/>
                </a:solidFill>
                <a:latin typeface="Lucida Sans Unicode"/>
                <a:cs typeface="Lucida Sans Unicode"/>
              </a:rPr>
              <a:t>Mergesort</a:t>
            </a:r>
            <a:r>
              <a:rPr sz="1800" spc="-40" dirty="0">
                <a:solidFill>
                  <a:srgbClr val="0048AA"/>
                </a:solidFill>
                <a:latin typeface="Lucida Sans Unicode"/>
                <a:cs typeface="Lucida Sans Unicode"/>
              </a:rPr>
              <a:t> </a:t>
            </a:r>
            <a:r>
              <a:rPr sz="1800" spc="-10" dirty="0">
                <a:solidFill>
                  <a:srgbClr val="0048AA"/>
                </a:solidFill>
                <a:latin typeface="Lucida Sans Unicode"/>
                <a:cs typeface="Lucida Sans Unicode"/>
              </a:rPr>
              <a:t>recurrence.</a:t>
            </a:r>
            <a:endParaRPr sz="1800">
              <a:latin typeface="Lucida Sans Unicode"/>
              <a:cs typeface="Lucida Sans Unicode"/>
            </a:endParaRPr>
          </a:p>
          <a:p>
            <a:pPr>
              <a:lnSpc>
                <a:spcPct val="100000"/>
              </a:lnSpc>
              <a:spcBef>
                <a:spcPts val="2055"/>
              </a:spcBef>
            </a:pPr>
            <a:endParaRPr sz="1800">
              <a:latin typeface="Lucida Sans Unicode"/>
              <a:cs typeface="Lucida Sans Unicode"/>
            </a:endParaRPr>
          </a:p>
          <a:p>
            <a:pPr marL="1049655">
              <a:lnSpc>
                <a:spcPct val="100000"/>
              </a:lnSpc>
              <a:spcBef>
                <a:spcPts val="5"/>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19867" y="1218991"/>
            <a:ext cx="8142605" cy="300355"/>
          </a:xfrm>
          <a:prstGeom prst="rect">
            <a:avLst/>
          </a:prstGeom>
        </p:spPr>
        <p:txBody>
          <a:bodyPr vert="horz" wrap="square" lIns="0" tIns="12700" rIns="0" bIns="0" rtlCol="0">
            <a:spAutoFit/>
          </a:bodyPr>
          <a:lstStyle/>
          <a:p>
            <a:pPr marL="38100">
              <a:lnSpc>
                <a:spcPct val="100000"/>
              </a:lnSpc>
              <a:spcBef>
                <a:spcPts val="100"/>
              </a:spcBef>
              <a:tabLst>
                <a:tab pos="15125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If</a:t>
            </a:r>
            <a:r>
              <a:rPr sz="1800" spc="-125" dirty="0">
                <a:latin typeface="Lucida Sans Unicode"/>
                <a:cs typeface="Lucida Sans Unicode"/>
              </a:rPr>
              <a:t> </a:t>
            </a:r>
            <a:r>
              <a:rPr sz="1800" i="1" dirty="0">
                <a:latin typeface="Times New Roman"/>
                <a:cs typeface="Times New Roman"/>
              </a:rPr>
              <a:t>T</a:t>
            </a:r>
            <a:r>
              <a:rPr sz="1800" i="1" spc="-150"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Lucida Sans Unicode"/>
                <a:cs typeface="Lucida Sans Unicode"/>
              </a:rPr>
              <a:t>satisfies the</a:t>
            </a:r>
            <a:r>
              <a:rPr sz="1800" spc="-5" dirty="0">
                <a:latin typeface="Lucida Sans Unicode"/>
                <a:cs typeface="Lucida Sans Unicode"/>
              </a:rPr>
              <a:t> </a:t>
            </a:r>
            <a:r>
              <a:rPr sz="1800" dirty="0">
                <a:latin typeface="Lucida Sans Unicode"/>
                <a:cs typeface="Lucida Sans Unicode"/>
              </a:rPr>
              <a:t>following recurrence, then </a:t>
            </a:r>
            <a:r>
              <a:rPr sz="1800" i="1" dirty="0">
                <a:latin typeface="Times New Roman"/>
                <a:cs typeface="Times New Roman"/>
              </a:rPr>
              <a:t>T</a:t>
            </a:r>
            <a:r>
              <a:rPr sz="1800" i="1" spc="-150"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Symbol"/>
                <a:cs typeface="Symbol"/>
              </a:rPr>
              <a:t></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log</a:t>
            </a:r>
            <a:r>
              <a:rPr sz="1800" baseline="-6944" dirty="0">
                <a:latin typeface="Times New Roman"/>
                <a:cs typeface="Times New Roman"/>
              </a:rPr>
              <a:t>2</a:t>
            </a:r>
            <a:r>
              <a:rPr sz="1800" spc="225" baseline="-6944"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p:txBody>
      </p:sp>
      <p:sp>
        <p:nvSpPr>
          <p:cNvPr id="4" name="object 4"/>
          <p:cNvSpPr txBox="1"/>
          <p:nvPr/>
        </p:nvSpPr>
        <p:spPr>
          <a:xfrm>
            <a:off x="745267" y="3031097"/>
            <a:ext cx="52578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48AA"/>
                </a:solidFill>
                <a:latin typeface="Lucida Sans Unicode"/>
                <a:cs typeface="Lucida Sans Unicode"/>
              </a:rPr>
              <a:t>Pf</a:t>
            </a:r>
            <a:r>
              <a:rPr sz="1800" spc="-20" dirty="0">
                <a:solidFill>
                  <a:srgbClr val="0048AA"/>
                </a:solidFill>
                <a:latin typeface="Lucida Sans Unicode"/>
                <a:cs typeface="Lucida Sans Unicode"/>
              </a:rPr>
              <a:t> </a:t>
            </a:r>
            <a:r>
              <a:rPr sz="1800" spc="-25" dirty="0">
                <a:solidFill>
                  <a:srgbClr val="0048AA"/>
                </a:solidFill>
                <a:latin typeface="Lucida Sans Unicode"/>
                <a:cs typeface="Lucida Sans Unicode"/>
              </a:rPr>
              <a:t>1.</a:t>
            </a:r>
            <a:endParaRPr sz="1800">
              <a:latin typeface="Lucida Sans Unicode"/>
              <a:cs typeface="Lucida Sans Unicode"/>
            </a:endParaRPr>
          </a:p>
        </p:txBody>
      </p:sp>
      <p:sp>
        <p:nvSpPr>
          <p:cNvPr id="5" name="object 5"/>
          <p:cNvSpPr txBox="1"/>
          <p:nvPr/>
        </p:nvSpPr>
        <p:spPr>
          <a:xfrm>
            <a:off x="9483454" y="7227554"/>
            <a:ext cx="98425" cy="163195"/>
          </a:xfrm>
          <a:prstGeom prst="rect">
            <a:avLst/>
          </a:prstGeom>
        </p:spPr>
        <p:txBody>
          <a:bodyPr vert="horz" wrap="square" lIns="0" tIns="12700" rIns="0" bIns="0" rtlCol="0">
            <a:spAutoFit/>
          </a:bodyPr>
          <a:lstStyle/>
          <a:p>
            <a:pPr marL="12700">
              <a:lnSpc>
                <a:spcPct val="100000"/>
              </a:lnSpc>
              <a:spcBef>
                <a:spcPts val="100"/>
              </a:spcBef>
            </a:pPr>
            <a:r>
              <a:rPr sz="900" spc="-50" dirty="0">
                <a:latin typeface="Lucida Sans Unicode"/>
                <a:cs typeface="Lucida Sans Unicode"/>
              </a:rPr>
              <a:t>9</a:t>
            </a:r>
            <a:endParaRPr sz="900">
              <a:latin typeface="Lucida Sans Unicode"/>
              <a:cs typeface="Lucida Sans Unicode"/>
            </a:endParaRPr>
          </a:p>
        </p:txBody>
      </p:sp>
      <p:sp>
        <p:nvSpPr>
          <p:cNvPr id="6" name="object 6"/>
          <p:cNvSpPr txBox="1">
            <a:spLocks noGrp="1"/>
          </p:cNvSpPr>
          <p:nvPr>
            <p:ph type="title"/>
          </p:nvPr>
        </p:nvSpPr>
        <p:spPr>
          <a:xfrm>
            <a:off x="745267" y="475073"/>
            <a:ext cx="6760209" cy="346075"/>
          </a:xfrm>
          <a:prstGeom prst="rect">
            <a:avLst/>
          </a:prstGeom>
        </p:spPr>
        <p:txBody>
          <a:bodyPr vert="horz" wrap="square" lIns="0" tIns="12700" rIns="0" bIns="0" rtlCol="0">
            <a:spAutoFit/>
          </a:bodyPr>
          <a:lstStyle/>
          <a:p>
            <a:pPr marL="12700">
              <a:lnSpc>
                <a:spcPct val="100000"/>
              </a:lnSpc>
              <a:spcBef>
                <a:spcPts val="100"/>
              </a:spcBef>
              <a:tabLst>
                <a:tab pos="3973829" algn="l"/>
              </a:tabLst>
            </a:pPr>
            <a:r>
              <a:rPr spc="-10" dirty="0"/>
              <a:t>Divide-</a:t>
            </a:r>
            <a:r>
              <a:rPr spc="-25" dirty="0"/>
              <a:t>and-</a:t>
            </a:r>
            <a:r>
              <a:rPr dirty="0"/>
              <a:t>conquer</a:t>
            </a:r>
            <a:r>
              <a:rPr spc="305" dirty="0"/>
              <a:t> </a:t>
            </a:r>
            <a:r>
              <a:rPr spc="-10" dirty="0"/>
              <a:t>recurrence:</a:t>
            </a:r>
            <a:r>
              <a:rPr dirty="0"/>
              <a:t>	</a:t>
            </a:r>
            <a:r>
              <a:rPr spc="75" dirty="0"/>
              <a:t>proof</a:t>
            </a:r>
            <a:r>
              <a:rPr spc="70" dirty="0"/>
              <a:t> </a:t>
            </a:r>
            <a:r>
              <a:rPr spc="65" dirty="0"/>
              <a:t>by</a:t>
            </a:r>
            <a:r>
              <a:rPr spc="75" dirty="0"/>
              <a:t> </a:t>
            </a:r>
            <a:r>
              <a:rPr dirty="0"/>
              <a:t>recursion</a:t>
            </a:r>
            <a:r>
              <a:rPr spc="75" dirty="0"/>
              <a:t> </a:t>
            </a:r>
            <a:r>
              <a:rPr spc="-20" dirty="0"/>
              <a:t>tree</a:t>
            </a:r>
          </a:p>
        </p:txBody>
      </p:sp>
      <p:grpSp>
        <p:nvGrpSpPr>
          <p:cNvPr id="7" name="object 7"/>
          <p:cNvGrpSpPr/>
          <p:nvPr/>
        </p:nvGrpSpPr>
        <p:grpSpPr>
          <a:xfrm>
            <a:off x="436663" y="3727948"/>
            <a:ext cx="92075" cy="1684020"/>
            <a:chOff x="436663" y="3727948"/>
            <a:chExt cx="92075" cy="1684020"/>
          </a:xfrm>
        </p:grpSpPr>
        <p:sp>
          <p:nvSpPr>
            <p:cNvPr id="8" name="object 8"/>
            <p:cNvSpPr/>
            <p:nvPr/>
          </p:nvSpPr>
          <p:spPr>
            <a:xfrm>
              <a:off x="482442" y="3759132"/>
              <a:ext cx="0" cy="1652270"/>
            </a:xfrm>
            <a:custGeom>
              <a:avLst/>
              <a:gdLst/>
              <a:ahLst/>
              <a:cxnLst/>
              <a:rect l="l" t="t" r="r" b="b"/>
              <a:pathLst>
                <a:path h="1652270">
                  <a:moveTo>
                    <a:pt x="0" y="0"/>
                  </a:moveTo>
                  <a:lnTo>
                    <a:pt x="0" y="1652271"/>
                  </a:lnTo>
                </a:path>
              </a:pathLst>
            </a:custGeom>
            <a:ln w="19074">
              <a:solidFill>
                <a:srgbClr val="8D3124"/>
              </a:solidFill>
            </a:ln>
          </p:spPr>
          <p:txBody>
            <a:bodyPr wrap="square" lIns="0" tIns="0" rIns="0" bIns="0" rtlCol="0"/>
            <a:lstStyle/>
            <a:p>
              <a:endParaRPr/>
            </a:p>
          </p:txBody>
        </p:sp>
        <p:sp>
          <p:nvSpPr>
            <p:cNvPr id="9" name="object 9"/>
            <p:cNvSpPr/>
            <p:nvPr/>
          </p:nvSpPr>
          <p:spPr>
            <a:xfrm>
              <a:off x="436663" y="3727948"/>
              <a:ext cx="92075" cy="46355"/>
            </a:xfrm>
            <a:custGeom>
              <a:avLst/>
              <a:gdLst/>
              <a:ahLst/>
              <a:cxnLst/>
              <a:rect l="l" t="t" r="r" b="b"/>
              <a:pathLst>
                <a:path w="92075" h="46354">
                  <a:moveTo>
                    <a:pt x="91559" y="0"/>
                  </a:moveTo>
                  <a:lnTo>
                    <a:pt x="0" y="0"/>
                  </a:lnTo>
                  <a:lnTo>
                    <a:pt x="45779" y="45778"/>
                  </a:lnTo>
                  <a:lnTo>
                    <a:pt x="91559" y="0"/>
                  </a:lnTo>
                  <a:close/>
                </a:path>
              </a:pathLst>
            </a:custGeom>
            <a:solidFill>
              <a:srgbClr val="8D3124"/>
            </a:solidFill>
          </p:spPr>
          <p:txBody>
            <a:bodyPr wrap="square" lIns="0" tIns="0" rIns="0" bIns="0" rtlCol="0"/>
            <a:lstStyle/>
            <a:p>
              <a:endParaRPr/>
            </a:p>
          </p:txBody>
        </p:sp>
      </p:grpSp>
      <p:grpSp>
        <p:nvGrpSpPr>
          <p:cNvPr id="10" name="object 10"/>
          <p:cNvGrpSpPr/>
          <p:nvPr/>
        </p:nvGrpSpPr>
        <p:grpSpPr>
          <a:xfrm>
            <a:off x="436663" y="5687989"/>
            <a:ext cx="92075" cy="1404620"/>
            <a:chOff x="436663" y="5687989"/>
            <a:chExt cx="92075" cy="1404620"/>
          </a:xfrm>
        </p:grpSpPr>
        <p:sp>
          <p:nvSpPr>
            <p:cNvPr id="11" name="object 11"/>
            <p:cNvSpPr/>
            <p:nvPr/>
          </p:nvSpPr>
          <p:spPr>
            <a:xfrm>
              <a:off x="482442" y="5687989"/>
              <a:ext cx="0" cy="1373505"/>
            </a:xfrm>
            <a:custGeom>
              <a:avLst/>
              <a:gdLst/>
              <a:ahLst/>
              <a:cxnLst/>
              <a:rect l="l" t="t" r="r" b="b"/>
              <a:pathLst>
                <a:path h="1373504">
                  <a:moveTo>
                    <a:pt x="0" y="0"/>
                  </a:moveTo>
                  <a:lnTo>
                    <a:pt x="0" y="1373237"/>
                  </a:lnTo>
                </a:path>
              </a:pathLst>
            </a:custGeom>
            <a:ln w="19074">
              <a:solidFill>
                <a:srgbClr val="8D3124"/>
              </a:solidFill>
            </a:ln>
          </p:spPr>
          <p:txBody>
            <a:bodyPr wrap="square" lIns="0" tIns="0" rIns="0" bIns="0" rtlCol="0"/>
            <a:lstStyle/>
            <a:p>
              <a:endParaRPr/>
            </a:p>
          </p:txBody>
        </p:sp>
        <p:sp>
          <p:nvSpPr>
            <p:cNvPr id="12" name="object 12"/>
            <p:cNvSpPr/>
            <p:nvPr/>
          </p:nvSpPr>
          <p:spPr>
            <a:xfrm>
              <a:off x="436663" y="7046632"/>
              <a:ext cx="92075" cy="46355"/>
            </a:xfrm>
            <a:custGeom>
              <a:avLst/>
              <a:gdLst/>
              <a:ahLst/>
              <a:cxnLst/>
              <a:rect l="l" t="t" r="r" b="b"/>
              <a:pathLst>
                <a:path w="92075" h="46354">
                  <a:moveTo>
                    <a:pt x="45779" y="0"/>
                  </a:moveTo>
                  <a:lnTo>
                    <a:pt x="0" y="45779"/>
                  </a:lnTo>
                  <a:lnTo>
                    <a:pt x="91559" y="45779"/>
                  </a:lnTo>
                  <a:lnTo>
                    <a:pt x="45779" y="0"/>
                  </a:lnTo>
                  <a:close/>
                </a:path>
              </a:pathLst>
            </a:custGeom>
            <a:solidFill>
              <a:srgbClr val="8D3124"/>
            </a:solidFill>
          </p:spPr>
          <p:txBody>
            <a:bodyPr wrap="square" lIns="0" tIns="0" rIns="0" bIns="0" rtlCol="0"/>
            <a:lstStyle/>
            <a:p>
              <a:endParaRPr/>
            </a:p>
          </p:txBody>
        </p:sp>
      </p:grpSp>
      <p:sp>
        <p:nvSpPr>
          <p:cNvPr id="13" name="object 13"/>
          <p:cNvSpPr txBox="1"/>
          <p:nvPr/>
        </p:nvSpPr>
        <p:spPr>
          <a:xfrm>
            <a:off x="242735" y="5411403"/>
            <a:ext cx="506095" cy="276860"/>
          </a:xfrm>
          <a:prstGeom prst="rect">
            <a:avLst/>
          </a:prstGeom>
          <a:solidFill>
            <a:srgbClr val="F2F2F2"/>
          </a:solidFill>
        </p:spPr>
        <p:txBody>
          <a:bodyPr vert="horz" wrap="square" lIns="0" tIns="0" rIns="0" bIns="0" rtlCol="0">
            <a:spAutoFit/>
          </a:bodyPr>
          <a:lstStyle/>
          <a:p>
            <a:pPr marL="19050">
              <a:lnSpc>
                <a:spcPct val="100000"/>
              </a:lnSpc>
            </a:pPr>
            <a:r>
              <a:rPr sz="1500" dirty="0">
                <a:solidFill>
                  <a:srgbClr val="8D3124"/>
                </a:solidFill>
                <a:latin typeface="Times New Roman"/>
                <a:cs typeface="Times New Roman"/>
              </a:rPr>
              <a:t>log</a:t>
            </a:r>
            <a:r>
              <a:rPr sz="1500" spc="-125" dirty="0">
                <a:solidFill>
                  <a:srgbClr val="8D3124"/>
                </a:solidFill>
                <a:latin typeface="Times New Roman"/>
                <a:cs typeface="Times New Roman"/>
              </a:rPr>
              <a:t> </a:t>
            </a:r>
            <a:r>
              <a:rPr sz="1500" baseline="-5555" dirty="0">
                <a:solidFill>
                  <a:srgbClr val="8D3124"/>
                </a:solidFill>
                <a:latin typeface="Times New Roman"/>
                <a:cs typeface="Times New Roman"/>
              </a:rPr>
              <a:t>2 </a:t>
            </a:r>
            <a:r>
              <a:rPr sz="1500" i="1" spc="-50" dirty="0">
                <a:solidFill>
                  <a:srgbClr val="8D3124"/>
                </a:solidFill>
                <a:latin typeface="Times New Roman"/>
                <a:cs typeface="Times New Roman"/>
              </a:rPr>
              <a:t>n</a:t>
            </a:r>
            <a:endParaRPr sz="1500">
              <a:latin typeface="Times New Roman"/>
              <a:cs typeface="Times New Roman"/>
            </a:endParaRPr>
          </a:p>
        </p:txBody>
      </p:sp>
      <p:sp>
        <p:nvSpPr>
          <p:cNvPr id="14" name="object 14"/>
          <p:cNvSpPr/>
          <p:nvPr/>
        </p:nvSpPr>
        <p:spPr>
          <a:xfrm>
            <a:off x="7682120" y="7013862"/>
            <a:ext cx="1602740" cy="635"/>
          </a:xfrm>
          <a:custGeom>
            <a:avLst/>
            <a:gdLst/>
            <a:ahLst/>
            <a:cxnLst/>
            <a:rect l="l" t="t" r="r" b="b"/>
            <a:pathLst>
              <a:path w="1602740" h="634">
                <a:moveTo>
                  <a:pt x="1602299" y="38"/>
                </a:moveTo>
                <a:lnTo>
                  <a:pt x="0" y="0"/>
                </a:lnTo>
              </a:path>
            </a:pathLst>
          </a:custGeom>
          <a:ln w="9537">
            <a:solidFill>
              <a:srgbClr val="8D3124"/>
            </a:solidFill>
          </a:ln>
        </p:spPr>
        <p:txBody>
          <a:bodyPr wrap="square" lIns="0" tIns="0" rIns="0" bIns="0" rtlCol="0"/>
          <a:lstStyle/>
          <a:p>
            <a:endParaRPr/>
          </a:p>
        </p:txBody>
      </p:sp>
      <p:sp>
        <p:nvSpPr>
          <p:cNvPr id="15" name="object 15"/>
          <p:cNvSpPr txBox="1"/>
          <p:nvPr/>
        </p:nvSpPr>
        <p:spPr>
          <a:xfrm>
            <a:off x="8332308" y="7095302"/>
            <a:ext cx="1012825" cy="254635"/>
          </a:xfrm>
          <a:prstGeom prst="rect">
            <a:avLst/>
          </a:prstGeom>
        </p:spPr>
        <p:txBody>
          <a:bodyPr vert="horz" wrap="square" lIns="0" tIns="12700" rIns="0" bIns="0" rtlCol="0">
            <a:spAutoFit/>
          </a:bodyPr>
          <a:lstStyle/>
          <a:p>
            <a:pPr marL="12700">
              <a:lnSpc>
                <a:spcPct val="100000"/>
              </a:lnSpc>
              <a:spcBef>
                <a:spcPts val="100"/>
              </a:spcBef>
            </a:pPr>
            <a:r>
              <a:rPr sz="1500" i="1" dirty="0">
                <a:solidFill>
                  <a:srgbClr val="8D3124"/>
                </a:solidFill>
                <a:latin typeface="Times New Roman"/>
                <a:cs typeface="Times New Roman"/>
              </a:rPr>
              <a:t>T</a:t>
            </a:r>
            <a:r>
              <a:rPr sz="1500" dirty="0">
                <a:solidFill>
                  <a:srgbClr val="8D3124"/>
                </a:solidFill>
                <a:latin typeface="Times New Roman"/>
                <a:cs typeface="Times New Roman"/>
              </a:rPr>
              <a:t>(</a:t>
            </a:r>
            <a:r>
              <a:rPr sz="1500" i="1" dirty="0">
                <a:solidFill>
                  <a:srgbClr val="8D3124"/>
                </a:solidFill>
                <a:latin typeface="Times New Roman"/>
                <a:cs typeface="Times New Roman"/>
              </a:rPr>
              <a:t>n</a:t>
            </a:r>
            <a:r>
              <a:rPr sz="1500" dirty="0">
                <a:solidFill>
                  <a:srgbClr val="8D3124"/>
                </a:solidFill>
                <a:latin typeface="Times New Roman"/>
                <a:cs typeface="Times New Roman"/>
              </a:rPr>
              <a:t>)</a:t>
            </a:r>
            <a:r>
              <a:rPr sz="1500" spc="-5" dirty="0">
                <a:solidFill>
                  <a:srgbClr val="8D3124"/>
                </a:solidFill>
                <a:latin typeface="Times New Roman"/>
                <a:cs typeface="Times New Roman"/>
              </a:rPr>
              <a:t> </a:t>
            </a:r>
            <a:r>
              <a:rPr sz="1500" i="1" dirty="0">
                <a:solidFill>
                  <a:srgbClr val="8D3124"/>
                </a:solidFill>
                <a:latin typeface="Times New Roman"/>
                <a:cs typeface="Times New Roman"/>
              </a:rPr>
              <a:t>=</a:t>
            </a:r>
            <a:r>
              <a:rPr sz="1500" i="1" spc="-5" dirty="0">
                <a:solidFill>
                  <a:srgbClr val="8D3124"/>
                </a:solidFill>
                <a:latin typeface="Times New Roman"/>
                <a:cs typeface="Times New Roman"/>
              </a:rPr>
              <a:t> </a:t>
            </a:r>
            <a:r>
              <a:rPr sz="1500" i="1" dirty="0">
                <a:solidFill>
                  <a:srgbClr val="8D3124"/>
                </a:solidFill>
                <a:latin typeface="Times New Roman"/>
                <a:cs typeface="Times New Roman"/>
              </a:rPr>
              <a:t>n </a:t>
            </a:r>
            <a:r>
              <a:rPr sz="1500" dirty="0">
                <a:solidFill>
                  <a:srgbClr val="8D3124"/>
                </a:solidFill>
                <a:latin typeface="Times New Roman"/>
                <a:cs typeface="Times New Roman"/>
              </a:rPr>
              <a:t>lg</a:t>
            </a:r>
            <a:r>
              <a:rPr sz="1500" spc="-5" dirty="0">
                <a:solidFill>
                  <a:srgbClr val="8D3124"/>
                </a:solidFill>
                <a:latin typeface="Times New Roman"/>
                <a:cs typeface="Times New Roman"/>
              </a:rPr>
              <a:t> </a:t>
            </a:r>
            <a:r>
              <a:rPr sz="1500" i="1" spc="-50" dirty="0">
                <a:solidFill>
                  <a:srgbClr val="8D3124"/>
                </a:solidFill>
                <a:latin typeface="Times New Roman"/>
                <a:cs typeface="Times New Roman"/>
              </a:rPr>
              <a:t>n</a:t>
            </a:r>
            <a:endParaRPr sz="1500">
              <a:latin typeface="Times New Roman"/>
              <a:cs typeface="Times New Roman"/>
            </a:endParaRPr>
          </a:p>
        </p:txBody>
      </p:sp>
      <p:sp>
        <p:nvSpPr>
          <p:cNvPr id="16" name="object 16"/>
          <p:cNvSpPr txBox="1"/>
          <p:nvPr/>
        </p:nvSpPr>
        <p:spPr>
          <a:xfrm>
            <a:off x="7989561" y="3468546"/>
            <a:ext cx="121285" cy="254635"/>
          </a:xfrm>
          <a:prstGeom prst="rect">
            <a:avLst/>
          </a:prstGeom>
        </p:spPr>
        <p:txBody>
          <a:bodyPr vert="horz" wrap="square" lIns="0" tIns="12700" rIns="0" bIns="0" rtlCol="0">
            <a:spAutoFit/>
          </a:bodyPr>
          <a:lstStyle/>
          <a:p>
            <a:pPr marL="12700">
              <a:lnSpc>
                <a:spcPct val="100000"/>
              </a:lnSpc>
              <a:spcBef>
                <a:spcPts val="100"/>
              </a:spcBef>
            </a:pPr>
            <a:r>
              <a:rPr sz="1500" i="1" spc="-50" dirty="0">
                <a:solidFill>
                  <a:srgbClr val="005493"/>
                </a:solidFill>
                <a:latin typeface="Times New Roman"/>
                <a:cs typeface="Times New Roman"/>
              </a:rPr>
              <a:t>n</a:t>
            </a:r>
            <a:endParaRPr sz="1500">
              <a:latin typeface="Times New Roman"/>
              <a:cs typeface="Times New Roman"/>
            </a:endParaRPr>
          </a:p>
        </p:txBody>
      </p:sp>
      <p:sp>
        <p:nvSpPr>
          <p:cNvPr id="17" name="object 17"/>
          <p:cNvSpPr txBox="1"/>
          <p:nvPr/>
        </p:nvSpPr>
        <p:spPr>
          <a:xfrm>
            <a:off x="9004386" y="3468546"/>
            <a:ext cx="323850"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606060"/>
                </a:solidFill>
                <a:latin typeface="Times New Roman"/>
                <a:cs typeface="Times New Roman"/>
              </a:rPr>
              <a:t>=</a:t>
            </a:r>
            <a:r>
              <a:rPr sz="1500" spc="365" dirty="0">
                <a:solidFill>
                  <a:srgbClr val="606060"/>
                </a:solidFill>
                <a:latin typeface="Times New Roman"/>
                <a:cs typeface="Times New Roman"/>
              </a:rPr>
              <a:t> </a:t>
            </a:r>
            <a:r>
              <a:rPr sz="1500" i="1" spc="-50" dirty="0">
                <a:latin typeface="Times New Roman"/>
                <a:cs typeface="Times New Roman"/>
              </a:rPr>
              <a:t>n</a:t>
            </a:r>
            <a:endParaRPr sz="1500">
              <a:latin typeface="Times New Roman"/>
              <a:cs typeface="Times New Roman"/>
            </a:endParaRPr>
          </a:p>
        </p:txBody>
      </p:sp>
      <p:sp>
        <p:nvSpPr>
          <p:cNvPr id="18" name="object 18"/>
          <p:cNvSpPr txBox="1"/>
          <p:nvPr/>
        </p:nvSpPr>
        <p:spPr>
          <a:xfrm>
            <a:off x="8028297" y="4307838"/>
            <a:ext cx="539750"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005493"/>
                </a:solidFill>
                <a:latin typeface="Times New Roman"/>
                <a:cs typeface="Times New Roman"/>
              </a:rPr>
              <a:t>2 </a:t>
            </a:r>
            <a:r>
              <a:rPr sz="1500" spc="-10" dirty="0">
                <a:solidFill>
                  <a:srgbClr val="005493"/>
                </a:solidFill>
                <a:latin typeface="Times New Roman"/>
                <a:cs typeface="Times New Roman"/>
              </a:rPr>
              <a:t>(</a:t>
            </a:r>
            <a:r>
              <a:rPr sz="1500" i="1" spc="-10" dirty="0">
                <a:solidFill>
                  <a:srgbClr val="005493"/>
                </a:solidFill>
                <a:latin typeface="Times New Roman"/>
                <a:cs typeface="Times New Roman"/>
              </a:rPr>
              <a:t>n</a:t>
            </a:r>
            <a:r>
              <a:rPr sz="1500" spc="-10" dirty="0">
                <a:solidFill>
                  <a:srgbClr val="005493"/>
                </a:solidFill>
                <a:latin typeface="Times New Roman"/>
                <a:cs typeface="Times New Roman"/>
              </a:rPr>
              <a:t>/2)</a:t>
            </a:r>
            <a:endParaRPr sz="1500">
              <a:latin typeface="Times New Roman"/>
              <a:cs typeface="Times New Roman"/>
            </a:endParaRPr>
          </a:p>
        </p:txBody>
      </p:sp>
      <p:sp>
        <p:nvSpPr>
          <p:cNvPr id="19" name="object 19"/>
          <p:cNvSpPr txBox="1"/>
          <p:nvPr/>
        </p:nvSpPr>
        <p:spPr>
          <a:xfrm>
            <a:off x="9004386" y="4309532"/>
            <a:ext cx="323850"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606060"/>
                </a:solidFill>
                <a:latin typeface="Times New Roman"/>
                <a:cs typeface="Times New Roman"/>
              </a:rPr>
              <a:t>=</a:t>
            </a:r>
            <a:r>
              <a:rPr sz="1500" spc="365" dirty="0">
                <a:solidFill>
                  <a:srgbClr val="606060"/>
                </a:solidFill>
                <a:latin typeface="Times New Roman"/>
                <a:cs typeface="Times New Roman"/>
              </a:rPr>
              <a:t> </a:t>
            </a:r>
            <a:r>
              <a:rPr sz="1500" i="1" spc="-50" dirty="0">
                <a:latin typeface="Times New Roman"/>
                <a:cs typeface="Times New Roman"/>
              </a:rPr>
              <a:t>n</a:t>
            </a:r>
            <a:endParaRPr sz="1500">
              <a:latin typeface="Times New Roman"/>
              <a:cs typeface="Times New Roman"/>
            </a:endParaRPr>
          </a:p>
        </p:txBody>
      </p:sp>
      <p:sp>
        <p:nvSpPr>
          <p:cNvPr id="20" name="object 20"/>
          <p:cNvSpPr txBox="1"/>
          <p:nvPr/>
        </p:nvSpPr>
        <p:spPr>
          <a:xfrm>
            <a:off x="8036245" y="6059328"/>
            <a:ext cx="523875"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005493"/>
                </a:solidFill>
                <a:latin typeface="Times New Roman"/>
                <a:cs typeface="Times New Roman"/>
              </a:rPr>
              <a:t>8</a:t>
            </a:r>
            <a:r>
              <a:rPr sz="1500" spc="-125" dirty="0">
                <a:solidFill>
                  <a:srgbClr val="005493"/>
                </a:solidFill>
                <a:latin typeface="Times New Roman"/>
                <a:cs typeface="Times New Roman"/>
              </a:rPr>
              <a:t> </a:t>
            </a:r>
            <a:r>
              <a:rPr sz="1500" spc="-10" dirty="0">
                <a:solidFill>
                  <a:srgbClr val="005493"/>
                </a:solidFill>
                <a:latin typeface="Times New Roman"/>
                <a:cs typeface="Times New Roman"/>
              </a:rPr>
              <a:t>(</a:t>
            </a:r>
            <a:r>
              <a:rPr sz="1500" i="1" spc="-10" dirty="0">
                <a:solidFill>
                  <a:srgbClr val="005493"/>
                </a:solidFill>
                <a:latin typeface="Times New Roman"/>
                <a:cs typeface="Times New Roman"/>
              </a:rPr>
              <a:t>n</a:t>
            </a:r>
            <a:r>
              <a:rPr sz="1500" spc="-10" dirty="0">
                <a:solidFill>
                  <a:srgbClr val="005493"/>
                </a:solidFill>
                <a:latin typeface="Times New Roman"/>
                <a:cs typeface="Times New Roman"/>
              </a:rPr>
              <a:t>/8)</a:t>
            </a:r>
            <a:endParaRPr sz="1500">
              <a:latin typeface="Times New Roman"/>
              <a:cs typeface="Times New Roman"/>
            </a:endParaRPr>
          </a:p>
        </p:txBody>
      </p:sp>
      <p:sp>
        <p:nvSpPr>
          <p:cNvPr id="21" name="object 21"/>
          <p:cNvSpPr txBox="1"/>
          <p:nvPr/>
        </p:nvSpPr>
        <p:spPr>
          <a:xfrm>
            <a:off x="9004386" y="6056573"/>
            <a:ext cx="323850"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606060"/>
                </a:solidFill>
                <a:latin typeface="Times New Roman"/>
                <a:cs typeface="Times New Roman"/>
              </a:rPr>
              <a:t>=</a:t>
            </a:r>
            <a:r>
              <a:rPr sz="1500" spc="365" dirty="0">
                <a:solidFill>
                  <a:srgbClr val="606060"/>
                </a:solidFill>
                <a:latin typeface="Times New Roman"/>
                <a:cs typeface="Times New Roman"/>
              </a:rPr>
              <a:t> </a:t>
            </a:r>
            <a:r>
              <a:rPr sz="1500" i="1" spc="-50" dirty="0">
                <a:latin typeface="Times New Roman"/>
                <a:cs typeface="Times New Roman"/>
              </a:rPr>
              <a:t>n</a:t>
            </a:r>
            <a:endParaRPr sz="1500">
              <a:latin typeface="Times New Roman"/>
              <a:cs typeface="Times New Roman"/>
            </a:endParaRPr>
          </a:p>
        </p:txBody>
      </p:sp>
      <p:sp>
        <p:nvSpPr>
          <p:cNvPr id="22" name="object 22"/>
          <p:cNvSpPr txBox="1"/>
          <p:nvPr/>
        </p:nvSpPr>
        <p:spPr>
          <a:xfrm>
            <a:off x="8820586" y="6426412"/>
            <a:ext cx="120014" cy="300355"/>
          </a:xfrm>
          <a:prstGeom prst="rect">
            <a:avLst/>
          </a:prstGeom>
        </p:spPr>
        <p:txBody>
          <a:bodyPr vert="horz" wrap="square" lIns="0" tIns="12700" rIns="0" bIns="0" rtlCol="0">
            <a:spAutoFit/>
          </a:bodyPr>
          <a:lstStyle/>
          <a:p>
            <a:pPr marL="12700">
              <a:lnSpc>
                <a:spcPct val="100000"/>
              </a:lnSpc>
              <a:spcBef>
                <a:spcPts val="100"/>
              </a:spcBef>
            </a:pPr>
            <a:r>
              <a:rPr sz="1800" spc="-750" dirty="0">
                <a:solidFill>
                  <a:srgbClr val="606060"/>
                </a:solidFill>
                <a:latin typeface="Lucida Sans Unicode"/>
                <a:cs typeface="Lucida Sans Unicode"/>
              </a:rPr>
              <a:t>⋮</a:t>
            </a:r>
            <a:endParaRPr sz="1800">
              <a:latin typeface="Lucida Sans Unicode"/>
              <a:cs typeface="Lucida Sans Unicode"/>
            </a:endParaRPr>
          </a:p>
        </p:txBody>
      </p:sp>
      <p:sp>
        <p:nvSpPr>
          <p:cNvPr id="23" name="object 23"/>
          <p:cNvSpPr txBox="1"/>
          <p:nvPr/>
        </p:nvSpPr>
        <p:spPr>
          <a:xfrm>
            <a:off x="4063229" y="3431667"/>
            <a:ext cx="38608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spc="-25" dirty="0">
                <a:latin typeface="Times New Roman"/>
                <a:cs typeface="Times New Roman"/>
              </a:rPr>
              <a:t>(</a:t>
            </a:r>
            <a:r>
              <a:rPr sz="1500" i="1" spc="-25" dirty="0">
                <a:latin typeface="Times New Roman"/>
                <a:cs typeface="Times New Roman"/>
              </a:rPr>
              <a:t>n</a:t>
            </a:r>
            <a:r>
              <a:rPr sz="1500" spc="-25" dirty="0">
                <a:latin typeface="Times New Roman"/>
                <a:cs typeface="Times New Roman"/>
              </a:rPr>
              <a:t>)</a:t>
            </a:r>
            <a:endParaRPr sz="1500">
              <a:latin typeface="Times New Roman"/>
              <a:cs typeface="Times New Roman"/>
            </a:endParaRPr>
          </a:p>
        </p:txBody>
      </p:sp>
      <p:sp>
        <p:nvSpPr>
          <p:cNvPr id="24" name="object 24"/>
          <p:cNvSpPr txBox="1"/>
          <p:nvPr/>
        </p:nvSpPr>
        <p:spPr>
          <a:xfrm>
            <a:off x="8028297" y="5089904"/>
            <a:ext cx="539750"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005493"/>
                </a:solidFill>
                <a:latin typeface="Times New Roman"/>
                <a:cs typeface="Times New Roman"/>
              </a:rPr>
              <a:t>4 </a:t>
            </a:r>
            <a:r>
              <a:rPr sz="1500" spc="-10" dirty="0">
                <a:solidFill>
                  <a:srgbClr val="005493"/>
                </a:solidFill>
                <a:latin typeface="Times New Roman"/>
                <a:cs typeface="Times New Roman"/>
              </a:rPr>
              <a:t>(</a:t>
            </a:r>
            <a:r>
              <a:rPr sz="1500" i="1" spc="-10" dirty="0">
                <a:solidFill>
                  <a:srgbClr val="005493"/>
                </a:solidFill>
                <a:latin typeface="Times New Roman"/>
                <a:cs typeface="Times New Roman"/>
              </a:rPr>
              <a:t>n</a:t>
            </a:r>
            <a:r>
              <a:rPr sz="1500" spc="-10" dirty="0">
                <a:solidFill>
                  <a:srgbClr val="005493"/>
                </a:solidFill>
                <a:latin typeface="Times New Roman"/>
                <a:cs typeface="Times New Roman"/>
              </a:rPr>
              <a:t>/4)</a:t>
            </a:r>
            <a:endParaRPr sz="1500">
              <a:latin typeface="Times New Roman"/>
              <a:cs typeface="Times New Roman"/>
            </a:endParaRPr>
          </a:p>
        </p:txBody>
      </p:sp>
      <p:sp>
        <p:nvSpPr>
          <p:cNvPr id="25" name="object 25"/>
          <p:cNvSpPr txBox="1"/>
          <p:nvPr/>
        </p:nvSpPr>
        <p:spPr>
          <a:xfrm>
            <a:off x="9004386" y="5091599"/>
            <a:ext cx="323850"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606060"/>
                </a:solidFill>
                <a:latin typeface="Times New Roman"/>
                <a:cs typeface="Times New Roman"/>
              </a:rPr>
              <a:t>=</a:t>
            </a:r>
            <a:r>
              <a:rPr sz="1500" spc="365" dirty="0">
                <a:solidFill>
                  <a:srgbClr val="606060"/>
                </a:solidFill>
                <a:latin typeface="Times New Roman"/>
                <a:cs typeface="Times New Roman"/>
              </a:rPr>
              <a:t> </a:t>
            </a:r>
            <a:r>
              <a:rPr sz="1500" i="1" spc="-50" dirty="0">
                <a:latin typeface="Times New Roman"/>
                <a:cs typeface="Times New Roman"/>
              </a:rPr>
              <a:t>n</a:t>
            </a:r>
            <a:endParaRPr sz="1500">
              <a:latin typeface="Times New Roman"/>
              <a:cs typeface="Times New Roman"/>
            </a:endParaRPr>
          </a:p>
        </p:txBody>
      </p:sp>
      <p:sp>
        <p:nvSpPr>
          <p:cNvPr id="26" name="object 26"/>
          <p:cNvSpPr txBox="1"/>
          <p:nvPr/>
        </p:nvSpPr>
        <p:spPr>
          <a:xfrm>
            <a:off x="2250376" y="4293001"/>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2)</a:t>
            </a:r>
            <a:endParaRPr sz="1500">
              <a:latin typeface="Times New Roman"/>
              <a:cs typeface="Times New Roman"/>
            </a:endParaRPr>
          </a:p>
        </p:txBody>
      </p:sp>
      <p:sp>
        <p:nvSpPr>
          <p:cNvPr id="27" name="object 27"/>
          <p:cNvSpPr/>
          <p:nvPr/>
        </p:nvSpPr>
        <p:spPr>
          <a:xfrm>
            <a:off x="2689822" y="3792099"/>
            <a:ext cx="1271270" cy="539750"/>
          </a:xfrm>
          <a:custGeom>
            <a:avLst/>
            <a:gdLst/>
            <a:ahLst/>
            <a:cxnLst/>
            <a:rect l="l" t="t" r="r" b="b"/>
            <a:pathLst>
              <a:path w="1271270" h="539750">
                <a:moveTo>
                  <a:pt x="1270820" y="0"/>
                </a:moveTo>
                <a:lnTo>
                  <a:pt x="0" y="539247"/>
                </a:lnTo>
              </a:path>
            </a:pathLst>
          </a:custGeom>
          <a:ln w="9537">
            <a:solidFill>
              <a:srgbClr val="000000"/>
            </a:solidFill>
          </a:ln>
        </p:spPr>
        <p:txBody>
          <a:bodyPr wrap="square" lIns="0" tIns="0" rIns="0" bIns="0" rtlCol="0"/>
          <a:lstStyle/>
          <a:p>
            <a:endParaRPr/>
          </a:p>
        </p:txBody>
      </p:sp>
      <p:sp>
        <p:nvSpPr>
          <p:cNvPr id="28" name="object 28"/>
          <p:cNvSpPr/>
          <p:nvPr/>
        </p:nvSpPr>
        <p:spPr>
          <a:xfrm>
            <a:off x="4534779" y="3797252"/>
            <a:ext cx="1271270" cy="539750"/>
          </a:xfrm>
          <a:custGeom>
            <a:avLst/>
            <a:gdLst/>
            <a:ahLst/>
            <a:cxnLst/>
            <a:rect l="l" t="t" r="r" b="b"/>
            <a:pathLst>
              <a:path w="1271270" h="539750">
                <a:moveTo>
                  <a:pt x="0" y="0"/>
                </a:moveTo>
                <a:lnTo>
                  <a:pt x="1270820" y="539247"/>
                </a:lnTo>
              </a:path>
            </a:pathLst>
          </a:custGeom>
          <a:ln w="9537">
            <a:solidFill>
              <a:srgbClr val="000000"/>
            </a:solidFill>
          </a:ln>
        </p:spPr>
        <p:txBody>
          <a:bodyPr wrap="square" lIns="0" tIns="0" rIns="0" bIns="0" rtlCol="0"/>
          <a:lstStyle/>
          <a:p>
            <a:endParaRPr/>
          </a:p>
        </p:txBody>
      </p:sp>
      <p:sp>
        <p:nvSpPr>
          <p:cNvPr id="29" name="object 29"/>
          <p:cNvSpPr txBox="1"/>
          <p:nvPr/>
        </p:nvSpPr>
        <p:spPr>
          <a:xfrm>
            <a:off x="5474229" y="4290033"/>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2)</a:t>
            </a:r>
            <a:endParaRPr sz="1500">
              <a:latin typeface="Times New Roman"/>
              <a:cs typeface="Times New Roman"/>
            </a:endParaRPr>
          </a:p>
        </p:txBody>
      </p:sp>
      <p:sp>
        <p:nvSpPr>
          <p:cNvPr id="30" name="object 30"/>
          <p:cNvSpPr txBox="1"/>
          <p:nvPr/>
        </p:nvSpPr>
        <p:spPr>
          <a:xfrm>
            <a:off x="2522404" y="6044915"/>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31" name="object 31"/>
          <p:cNvSpPr txBox="1"/>
          <p:nvPr/>
        </p:nvSpPr>
        <p:spPr>
          <a:xfrm>
            <a:off x="3280627" y="6044915"/>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32" name="object 32"/>
          <p:cNvSpPr/>
          <p:nvPr/>
        </p:nvSpPr>
        <p:spPr>
          <a:xfrm>
            <a:off x="3264228" y="5466297"/>
            <a:ext cx="218440" cy="600075"/>
          </a:xfrm>
          <a:custGeom>
            <a:avLst/>
            <a:gdLst/>
            <a:ahLst/>
            <a:cxnLst/>
            <a:rect l="l" t="t" r="r" b="b"/>
            <a:pathLst>
              <a:path w="218439" h="600075">
                <a:moveTo>
                  <a:pt x="0" y="0"/>
                </a:moveTo>
                <a:lnTo>
                  <a:pt x="218249" y="599632"/>
                </a:lnTo>
              </a:path>
            </a:pathLst>
          </a:custGeom>
          <a:ln w="9537">
            <a:solidFill>
              <a:srgbClr val="000000"/>
            </a:solidFill>
          </a:ln>
        </p:spPr>
        <p:txBody>
          <a:bodyPr wrap="square" lIns="0" tIns="0" rIns="0" bIns="0" rtlCol="0"/>
          <a:lstStyle/>
          <a:p>
            <a:endParaRPr/>
          </a:p>
        </p:txBody>
      </p:sp>
      <p:sp>
        <p:nvSpPr>
          <p:cNvPr id="33" name="object 33"/>
          <p:cNvSpPr/>
          <p:nvPr/>
        </p:nvSpPr>
        <p:spPr>
          <a:xfrm>
            <a:off x="2922958" y="5469119"/>
            <a:ext cx="233679" cy="594360"/>
          </a:xfrm>
          <a:custGeom>
            <a:avLst/>
            <a:gdLst/>
            <a:ahLst/>
            <a:cxnLst/>
            <a:rect l="l" t="t" r="r" b="b"/>
            <a:pathLst>
              <a:path w="233680" h="594360">
                <a:moveTo>
                  <a:pt x="233171" y="0"/>
                </a:moveTo>
                <a:lnTo>
                  <a:pt x="0" y="593989"/>
                </a:lnTo>
              </a:path>
            </a:pathLst>
          </a:custGeom>
          <a:ln w="9537">
            <a:solidFill>
              <a:srgbClr val="000000"/>
            </a:solidFill>
          </a:ln>
        </p:spPr>
        <p:txBody>
          <a:bodyPr wrap="square" lIns="0" tIns="0" rIns="0" bIns="0" rtlCol="0"/>
          <a:lstStyle/>
          <a:p>
            <a:endParaRPr/>
          </a:p>
        </p:txBody>
      </p:sp>
      <p:sp>
        <p:nvSpPr>
          <p:cNvPr id="34" name="object 34"/>
          <p:cNvSpPr txBox="1"/>
          <p:nvPr/>
        </p:nvSpPr>
        <p:spPr>
          <a:xfrm>
            <a:off x="996419" y="6025841"/>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35" name="object 35"/>
          <p:cNvSpPr txBox="1"/>
          <p:nvPr/>
        </p:nvSpPr>
        <p:spPr>
          <a:xfrm>
            <a:off x="1764180" y="6025841"/>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36" name="object 36"/>
          <p:cNvSpPr/>
          <p:nvPr/>
        </p:nvSpPr>
        <p:spPr>
          <a:xfrm>
            <a:off x="1795468" y="5447222"/>
            <a:ext cx="218440" cy="600075"/>
          </a:xfrm>
          <a:custGeom>
            <a:avLst/>
            <a:gdLst/>
            <a:ahLst/>
            <a:cxnLst/>
            <a:rect l="l" t="t" r="r" b="b"/>
            <a:pathLst>
              <a:path w="218439" h="600075">
                <a:moveTo>
                  <a:pt x="0" y="0"/>
                </a:moveTo>
                <a:lnTo>
                  <a:pt x="218248" y="599632"/>
                </a:lnTo>
              </a:path>
            </a:pathLst>
          </a:custGeom>
          <a:ln w="9537">
            <a:solidFill>
              <a:srgbClr val="000000"/>
            </a:solidFill>
          </a:ln>
        </p:spPr>
        <p:txBody>
          <a:bodyPr wrap="square" lIns="0" tIns="0" rIns="0" bIns="0" rtlCol="0"/>
          <a:lstStyle/>
          <a:p>
            <a:endParaRPr/>
          </a:p>
        </p:txBody>
      </p:sp>
      <p:sp>
        <p:nvSpPr>
          <p:cNvPr id="37" name="object 37"/>
          <p:cNvSpPr/>
          <p:nvPr/>
        </p:nvSpPr>
        <p:spPr>
          <a:xfrm>
            <a:off x="1454198" y="5450044"/>
            <a:ext cx="233679" cy="594360"/>
          </a:xfrm>
          <a:custGeom>
            <a:avLst/>
            <a:gdLst/>
            <a:ahLst/>
            <a:cxnLst/>
            <a:rect l="l" t="t" r="r" b="b"/>
            <a:pathLst>
              <a:path w="233680" h="594360">
                <a:moveTo>
                  <a:pt x="233171" y="0"/>
                </a:moveTo>
                <a:lnTo>
                  <a:pt x="0" y="593989"/>
                </a:lnTo>
              </a:path>
            </a:pathLst>
          </a:custGeom>
          <a:ln w="9537">
            <a:solidFill>
              <a:srgbClr val="000000"/>
            </a:solidFill>
          </a:ln>
        </p:spPr>
        <p:txBody>
          <a:bodyPr wrap="square" lIns="0" tIns="0" rIns="0" bIns="0" rtlCol="0"/>
          <a:lstStyle/>
          <a:p>
            <a:endParaRPr/>
          </a:p>
        </p:txBody>
      </p:sp>
      <p:sp>
        <p:nvSpPr>
          <p:cNvPr id="38" name="object 38"/>
          <p:cNvSpPr txBox="1"/>
          <p:nvPr/>
        </p:nvSpPr>
        <p:spPr>
          <a:xfrm>
            <a:off x="5746045" y="6044915"/>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39" name="object 39"/>
          <p:cNvSpPr txBox="1"/>
          <p:nvPr/>
        </p:nvSpPr>
        <p:spPr>
          <a:xfrm>
            <a:off x="6504269" y="6044915"/>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40" name="object 40"/>
          <p:cNvSpPr/>
          <p:nvPr/>
        </p:nvSpPr>
        <p:spPr>
          <a:xfrm>
            <a:off x="6487870" y="5466297"/>
            <a:ext cx="218440" cy="600075"/>
          </a:xfrm>
          <a:custGeom>
            <a:avLst/>
            <a:gdLst/>
            <a:ahLst/>
            <a:cxnLst/>
            <a:rect l="l" t="t" r="r" b="b"/>
            <a:pathLst>
              <a:path w="218440" h="600075">
                <a:moveTo>
                  <a:pt x="0" y="0"/>
                </a:moveTo>
                <a:lnTo>
                  <a:pt x="218249" y="599632"/>
                </a:lnTo>
              </a:path>
            </a:pathLst>
          </a:custGeom>
          <a:ln w="9537">
            <a:solidFill>
              <a:srgbClr val="000000"/>
            </a:solidFill>
          </a:ln>
        </p:spPr>
        <p:txBody>
          <a:bodyPr wrap="square" lIns="0" tIns="0" rIns="0" bIns="0" rtlCol="0"/>
          <a:lstStyle/>
          <a:p>
            <a:endParaRPr/>
          </a:p>
        </p:txBody>
      </p:sp>
      <p:sp>
        <p:nvSpPr>
          <p:cNvPr id="41" name="object 41"/>
          <p:cNvSpPr/>
          <p:nvPr/>
        </p:nvSpPr>
        <p:spPr>
          <a:xfrm>
            <a:off x="6146600" y="5469119"/>
            <a:ext cx="233679" cy="594360"/>
          </a:xfrm>
          <a:custGeom>
            <a:avLst/>
            <a:gdLst/>
            <a:ahLst/>
            <a:cxnLst/>
            <a:rect l="l" t="t" r="r" b="b"/>
            <a:pathLst>
              <a:path w="233679" h="594360">
                <a:moveTo>
                  <a:pt x="233171" y="0"/>
                </a:moveTo>
                <a:lnTo>
                  <a:pt x="0" y="593989"/>
                </a:lnTo>
              </a:path>
            </a:pathLst>
          </a:custGeom>
          <a:ln w="9537">
            <a:solidFill>
              <a:srgbClr val="000000"/>
            </a:solidFill>
          </a:ln>
        </p:spPr>
        <p:txBody>
          <a:bodyPr wrap="square" lIns="0" tIns="0" rIns="0" bIns="0" rtlCol="0"/>
          <a:lstStyle/>
          <a:p>
            <a:endParaRPr/>
          </a:p>
        </p:txBody>
      </p:sp>
      <p:sp>
        <p:nvSpPr>
          <p:cNvPr id="42" name="object 42"/>
          <p:cNvSpPr txBox="1"/>
          <p:nvPr/>
        </p:nvSpPr>
        <p:spPr>
          <a:xfrm>
            <a:off x="4220061" y="6025841"/>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43" name="object 43"/>
          <p:cNvSpPr txBox="1"/>
          <p:nvPr/>
        </p:nvSpPr>
        <p:spPr>
          <a:xfrm>
            <a:off x="4987822" y="6025841"/>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8)</a:t>
            </a:r>
            <a:endParaRPr sz="1500">
              <a:latin typeface="Times New Roman"/>
              <a:cs typeface="Times New Roman"/>
            </a:endParaRPr>
          </a:p>
        </p:txBody>
      </p:sp>
      <p:sp>
        <p:nvSpPr>
          <p:cNvPr id="44" name="object 44"/>
          <p:cNvSpPr/>
          <p:nvPr/>
        </p:nvSpPr>
        <p:spPr>
          <a:xfrm>
            <a:off x="5019110" y="5447222"/>
            <a:ext cx="218440" cy="600075"/>
          </a:xfrm>
          <a:custGeom>
            <a:avLst/>
            <a:gdLst/>
            <a:ahLst/>
            <a:cxnLst/>
            <a:rect l="l" t="t" r="r" b="b"/>
            <a:pathLst>
              <a:path w="218439" h="600075">
                <a:moveTo>
                  <a:pt x="0" y="0"/>
                </a:moveTo>
                <a:lnTo>
                  <a:pt x="218249" y="599632"/>
                </a:lnTo>
              </a:path>
            </a:pathLst>
          </a:custGeom>
          <a:ln w="9537">
            <a:solidFill>
              <a:srgbClr val="000000"/>
            </a:solidFill>
          </a:ln>
        </p:spPr>
        <p:txBody>
          <a:bodyPr wrap="square" lIns="0" tIns="0" rIns="0" bIns="0" rtlCol="0"/>
          <a:lstStyle/>
          <a:p>
            <a:endParaRPr/>
          </a:p>
        </p:txBody>
      </p:sp>
      <p:sp>
        <p:nvSpPr>
          <p:cNvPr id="45" name="object 45"/>
          <p:cNvSpPr/>
          <p:nvPr/>
        </p:nvSpPr>
        <p:spPr>
          <a:xfrm>
            <a:off x="4677840" y="5450044"/>
            <a:ext cx="233679" cy="594360"/>
          </a:xfrm>
          <a:custGeom>
            <a:avLst/>
            <a:gdLst/>
            <a:ahLst/>
            <a:cxnLst/>
            <a:rect l="l" t="t" r="r" b="b"/>
            <a:pathLst>
              <a:path w="233679" h="594360">
                <a:moveTo>
                  <a:pt x="233171" y="0"/>
                </a:moveTo>
                <a:lnTo>
                  <a:pt x="0" y="593989"/>
                </a:lnTo>
              </a:path>
            </a:pathLst>
          </a:custGeom>
          <a:ln w="9537">
            <a:solidFill>
              <a:srgbClr val="000000"/>
            </a:solidFill>
          </a:ln>
        </p:spPr>
        <p:txBody>
          <a:bodyPr wrap="square" lIns="0" tIns="0" rIns="0" bIns="0" rtlCol="0"/>
          <a:lstStyle/>
          <a:p>
            <a:endParaRPr/>
          </a:p>
        </p:txBody>
      </p:sp>
      <p:sp>
        <p:nvSpPr>
          <p:cNvPr id="46" name="object 46"/>
          <p:cNvSpPr txBox="1"/>
          <p:nvPr/>
        </p:nvSpPr>
        <p:spPr>
          <a:xfrm>
            <a:off x="1446160" y="5105164"/>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4)</a:t>
            </a:r>
            <a:endParaRPr sz="1500">
              <a:latin typeface="Times New Roman"/>
              <a:cs typeface="Times New Roman"/>
            </a:endParaRPr>
          </a:p>
        </p:txBody>
      </p:sp>
      <p:sp>
        <p:nvSpPr>
          <p:cNvPr id="47" name="object 47"/>
          <p:cNvSpPr txBox="1"/>
          <p:nvPr/>
        </p:nvSpPr>
        <p:spPr>
          <a:xfrm>
            <a:off x="2864161" y="5105164"/>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4)</a:t>
            </a:r>
            <a:endParaRPr sz="1500">
              <a:latin typeface="Times New Roman"/>
              <a:cs typeface="Times New Roman"/>
            </a:endParaRPr>
          </a:p>
        </p:txBody>
      </p:sp>
      <p:sp>
        <p:nvSpPr>
          <p:cNvPr id="48" name="object 48"/>
          <p:cNvSpPr/>
          <p:nvPr/>
        </p:nvSpPr>
        <p:spPr>
          <a:xfrm>
            <a:off x="2697304" y="4659114"/>
            <a:ext cx="508000" cy="471170"/>
          </a:xfrm>
          <a:custGeom>
            <a:avLst/>
            <a:gdLst/>
            <a:ahLst/>
            <a:cxnLst/>
            <a:rect l="l" t="t" r="r" b="b"/>
            <a:pathLst>
              <a:path w="508000" h="471170">
                <a:moveTo>
                  <a:pt x="0" y="0"/>
                </a:moveTo>
                <a:lnTo>
                  <a:pt x="507602" y="471067"/>
                </a:lnTo>
              </a:path>
            </a:pathLst>
          </a:custGeom>
          <a:ln w="9537">
            <a:solidFill>
              <a:srgbClr val="000000"/>
            </a:solidFill>
          </a:ln>
        </p:spPr>
        <p:txBody>
          <a:bodyPr wrap="square" lIns="0" tIns="0" rIns="0" bIns="0" rtlCol="0"/>
          <a:lstStyle/>
          <a:p>
            <a:endParaRPr/>
          </a:p>
        </p:txBody>
      </p:sp>
      <p:sp>
        <p:nvSpPr>
          <p:cNvPr id="49" name="object 49"/>
          <p:cNvSpPr/>
          <p:nvPr/>
        </p:nvSpPr>
        <p:spPr>
          <a:xfrm>
            <a:off x="1892918" y="4655618"/>
            <a:ext cx="508000" cy="471170"/>
          </a:xfrm>
          <a:custGeom>
            <a:avLst/>
            <a:gdLst/>
            <a:ahLst/>
            <a:cxnLst/>
            <a:rect l="l" t="t" r="r" b="b"/>
            <a:pathLst>
              <a:path w="508000" h="471170">
                <a:moveTo>
                  <a:pt x="507602" y="0"/>
                </a:moveTo>
                <a:lnTo>
                  <a:pt x="0" y="471068"/>
                </a:lnTo>
              </a:path>
            </a:pathLst>
          </a:custGeom>
          <a:ln w="9537">
            <a:solidFill>
              <a:srgbClr val="000000"/>
            </a:solidFill>
          </a:ln>
        </p:spPr>
        <p:txBody>
          <a:bodyPr wrap="square" lIns="0" tIns="0" rIns="0" bIns="0" rtlCol="0"/>
          <a:lstStyle/>
          <a:p>
            <a:endParaRPr/>
          </a:p>
        </p:txBody>
      </p:sp>
      <p:sp>
        <p:nvSpPr>
          <p:cNvPr id="50" name="object 50"/>
          <p:cNvSpPr txBox="1"/>
          <p:nvPr/>
        </p:nvSpPr>
        <p:spPr>
          <a:xfrm>
            <a:off x="4668318" y="5100713"/>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4)</a:t>
            </a:r>
            <a:endParaRPr sz="1500">
              <a:latin typeface="Times New Roman"/>
              <a:cs typeface="Times New Roman"/>
            </a:endParaRPr>
          </a:p>
        </p:txBody>
      </p:sp>
      <p:sp>
        <p:nvSpPr>
          <p:cNvPr id="51" name="object 51"/>
          <p:cNvSpPr txBox="1"/>
          <p:nvPr/>
        </p:nvSpPr>
        <p:spPr>
          <a:xfrm>
            <a:off x="6084623" y="5100713"/>
            <a:ext cx="629920" cy="254635"/>
          </a:xfrm>
          <a:prstGeom prst="rect">
            <a:avLst/>
          </a:prstGeom>
        </p:spPr>
        <p:txBody>
          <a:bodyPr vert="horz" wrap="square" lIns="0" tIns="12700" rIns="0" bIns="0" rtlCol="0">
            <a:spAutoFit/>
          </a:bodyPr>
          <a:lstStyle/>
          <a:p>
            <a:pPr marL="12700">
              <a:lnSpc>
                <a:spcPct val="100000"/>
              </a:lnSpc>
              <a:spcBef>
                <a:spcPts val="100"/>
              </a:spcBef>
            </a:pPr>
            <a:r>
              <a:rPr sz="1500" i="1" spc="-10" dirty="0">
                <a:latin typeface="Times New Roman"/>
                <a:cs typeface="Times New Roman"/>
              </a:rPr>
              <a:t>T</a:t>
            </a:r>
            <a:r>
              <a:rPr sz="1500" i="1" spc="-125" dirty="0">
                <a:latin typeface="Times New Roman"/>
                <a:cs typeface="Times New Roman"/>
              </a:rPr>
              <a:t> </a:t>
            </a:r>
            <a:r>
              <a:rPr sz="1500" dirty="0">
                <a:latin typeface="Times New Roman"/>
                <a:cs typeface="Times New Roman"/>
              </a:rPr>
              <a:t>(</a:t>
            </a:r>
            <a:r>
              <a:rPr sz="1500" i="1" dirty="0">
                <a:latin typeface="Times New Roman"/>
                <a:cs typeface="Times New Roman"/>
              </a:rPr>
              <a:t>n </a:t>
            </a:r>
            <a:r>
              <a:rPr sz="1500" dirty="0">
                <a:latin typeface="Times New Roman"/>
                <a:cs typeface="Times New Roman"/>
              </a:rPr>
              <a:t>/</a:t>
            </a:r>
            <a:r>
              <a:rPr sz="1500" spc="5" dirty="0">
                <a:latin typeface="Times New Roman"/>
                <a:cs typeface="Times New Roman"/>
              </a:rPr>
              <a:t> </a:t>
            </a:r>
            <a:r>
              <a:rPr sz="1500" spc="-25" dirty="0">
                <a:latin typeface="Times New Roman"/>
                <a:cs typeface="Times New Roman"/>
              </a:rPr>
              <a:t>4)</a:t>
            </a:r>
            <a:endParaRPr sz="1500">
              <a:latin typeface="Times New Roman"/>
              <a:cs typeface="Times New Roman"/>
            </a:endParaRPr>
          </a:p>
        </p:txBody>
      </p:sp>
      <p:sp>
        <p:nvSpPr>
          <p:cNvPr id="52" name="object 52"/>
          <p:cNvSpPr/>
          <p:nvPr/>
        </p:nvSpPr>
        <p:spPr>
          <a:xfrm>
            <a:off x="5917702" y="4655618"/>
            <a:ext cx="508000" cy="471170"/>
          </a:xfrm>
          <a:custGeom>
            <a:avLst/>
            <a:gdLst/>
            <a:ahLst/>
            <a:cxnLst/>
            <a:rect l="l" t="t" r="r" b="b"/>
            <a:pathLst>
              <a:path w="508000" h="471170">
                <a:moveTo>
                  <a:pt x="0" y="0"/>
                </a:moveTo>
                <a:lnTo>
                  <a:pt x="507602" y="471068"/>
                </a:lnTo>
              </a:path>
            </a:pathLst>
          </a:custGeom>
          <a:ln w="9537">
            <a:solidFill>
              <a:srgbClr val="000000"/>
            </a:solidFill>
          </a:ln>
        </p:spPr>
        <p:txBody>
          <a:bodyPr wrap="square" lIns="0" tIns="0" rIns="0" bIns="0" rtlCol="0"/>
          <a:lstStyle/>
          <a:p>
            <a:endParaRPr/>
          </a:p>
        </p:txBody>
      </p:sp>
      <p:sp>
        <p:nvSpPr>
          <p:cNvPr id="53" name="object 53"/>
          <p:cNvSpPr/>
          <p:nvPr/>
        </p:nvSpPr>
        <p:spPr>
          <a:xfrm>
            <a:off x="5116560" y="4655618"/>
            <a:ext cx="508000" cy="471170"/>
          </a:xfrm>
          <a:custGeom>
            <a:avLst/>
            <a:gdLst/>
            <a:ahLst/>
            <a:cxnLst/>
            <a:rect l="l" t="t" r="r" b="b"/>
            <a:pathLst>
              <a:path w="508000" h="471170">
                <a:moveTo>
                  <a:pt x="507602" y="0"/>
                </a:moveTo>
                <a:lnTo>
                  <a:pt x="0" y="471068"/>
                </a:lnTo>
              </a:path>
            </a:pathLst>
          </a:custGeom>
          <a:ln w="9537">
            <a:solidFill>
              <a:srgbClr val="000000"/>
            </a:solidFill>
          </a:ln>
        </p:spPr>
        <p:txBody>
          <a:bodyPr wrap="square" lIns="0" tIns="0" rIns="0" bIns="0" rtlCol="0"/>
          <a:lstStyle/>
          <a:p>
            <a:endParaRPr/>
          </a:p>
        </p:txBody>
      </p:sp>
      <p:sp>
        <p:nvSpPr>
          <p:cNvPr id="54" name="object 54"/>
          <p:cNvSpPr txBox="1"/>
          <p:nvPr/>
        </p:nvSpPr>
        <p:spPr>
          <a:xfrm>
            <a:off x="3938496" y="6579010"/>
            <a:ext cx="213995" cy="575310"/>
          </a:xfrm>
          <a:prstGeom prst="rect">
            <a:avLst/>
          </a:prstGeom>
        </p:spPr>
        <p:txBody>
          <a:bodyPr vert="horz" wrap="square" lIns="0" tIns="13335" rIns="0" bIns="0" rtlCol="0">
            <a:spAutoFit/>
          </a:bodyPr>
          <a:lstStyle/>
          <a:p>
            <a:pPr marL="12700">
              <a:lnSpc>
                <a:spcPct val="100000"/>
              </a:lnSpc>
              <a:spcBef>
                <a:spcPts val="105"/>
              </a:spcBef>
            </a:pPr>
            <a:r>
              <a:rPr sz="3600" spc="-1455" dirty="0">
                <a:latin typeface="Lucida Sans Unicode"/>
                <a:cs typeface="Lucida Sans Unicode"/>
              </a:rPr>
              <a:t>⋮</a:t>
            </a:r>
            <a:endParaRPr sz="3600">
              <a:latin typeface="Lucida Sans Unicode"/>
              <a:cs typeface="Lucida Sans Unicode"/>
            </a:endParaRPr>
          </a:p>
        </p:txBody>
      </p:sp>
      <p:sp>
        <p:nvSpPr>
          <p:cNvPr id="55" name="object 55"/>
          <p:cNvSpPr/>
          <p:nvPr/>
        </p:nvSpPr>
        <p:spPr>
          <a:xfrm>
            <a:off x="1356747" y="6362813"/>
            <a:ext cx="99695" cy="201295"/>
          </a:xfrm>
          <a:custGeom>
            <a:avLst/>
            <a:gdLst/>
            <a:ahLst/>
            <a:cxnLst/>
            <a:rect l="l" t="t" r="r" b="b"/>
            <a:pathLst>
              <a:path w="99694" h="201295">
                <a:moveTo>
                  <a:pt x="0" y="0"/>
                </a:moveTo>
                <a:lnTo>
                  <a:pt x="99694" y="200715"/>
                </a:lnTo>
              </a:path>
            </a:pathLst>
          </a:custGeom>
          <a:ln w="9537">
            <a:solidFill>
              <a:srgbClr val="000000"/>
            </a:solidFill>
            <a:prstDash val="dash"/>
          </a:ln>
        </p:spPr>
        <p:txBody>
          <a:bodyPr wrap="square" lIns="0" tIns="0" rIns="0" bIns="0" rtlCol="0"/>
          <a:lstStyle/>
          <a:p>
            <a:endParaRPr/>
          </a:p>
        </p:txBody>
      </p:sp>
      <p:sp>
        <p:nvSpPr>
          <p:cNvPr id="56" name="object 56"/>
          <p:cNvSpPr/>
          <p:nvPr/>
        </p:nvSpPr>
        <p:spPr>
          <a:xfrm>
            <a:off x="1168076"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57" name="object 57"/>
          <p:cNvSpPr/>
          <p:nvPr/>
        </p:nvSpPr>
        <p:spPr>
          <a:xfrm>
            <a:off x="2133846" y="6362813"/>
            <a:ext cx="99695" cy="201295"/>
          </a:xfrm>
          <a:custGeom>
            <a:avLst/>
            <a:gdLst/>
            <a:ahLst/>
            <a:cxnLst/>
            <a:rect l="l" t="t" r="r" b="b"/>
            <a:pathLst>
              <a:path w="99694" h="201295">
                <a:moveTo>
                  <a:pt x="0" y="0"/>
                </a:moveTo>
                <a:lnTo>
                  <a:pt x="99694" y="200715"/>
                </a:lnTo>
              </a:path>
            </a:pathLst>
          </a:custGeom>
          <a:ln w="9537">
            <a:solidFill>
              <a:srgbClr val="000000"/>
            </a:solidFill>
            <a:prstDash val="dash"/>
          </a:ln>
        </p:spPr>
        <p:txBody>
          <a:bodyPr wrap="square" lIns="0" tIns="0" rIns="0" bIns="0" rtlCol="0"/>
          <a:lstStyle/>
          <a:p>
            <a:endParaRPr/>
          </a:p>
        </p:txBody>
      </p:sp>
      <p:sp>
        <p:nvSpPr>
          <p:cNvPr id="58" name="object 58"/>
          <p:cNvSpPr/>
          <p:nvPr/>
        </p:nvSpPr>
        <p:spPr>
          <a:xfrm>
            <a:off x="1940605"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59" name="object 59"/>
          <p:cNvSpPr/>
          <p:nvPr/>
        </p:nvSpPr>
        <p:spPr>
          <a:xfrm>
            <a:off x="2906376" y="6362813"/>
            <a:ext cx="99695" cy="201295"/>
          </a:xfrm>
          <a:custGeom>
            <a:avLst/>
            <a:gdLst/>
            <a:ahLst/>
            <a:cxnLst/>
            <a:rect l="l" t="t" r="r" b="b"/>
            <a:pathLst>
              <a:path w="99694" h="201295">
                <a:moveTo>
                  <a:pt x="0" y="0"/>
                </a:moveTo>
                <a:lnTo>
                  <a:pt x="99694" y="200715"/>
                </a:lnTo>
              </a:path>
            </a:pathLst>
          </a:custGeom>
          <a:ln w="9537">
            <a:solidFill>
              <a:srgbClr val="000000"/>
            </a:solidFill>
            <a:prstDash val="dash"/>
          </a:ln>
        </p:spPr>
        <p:txBody>
          <a:bodyPr wrap="square" lIns="0" tIns="0" rIns="0" bIns="0" rtlCol="0"/>
          <a:lstStyle/>
          <a:p>
            <a:endParaRPr/>
          </a:p>
        </p:txBody>
      </p:sp>
      <p:sp>
        <p:nvSpPr>
          <p:cNvPr id="60" name="object 60"/>
          <p:cNvSpPr/>
          <p:nvPr/>
        </p:nvSpPr>
        <p:spPr>
          <a:xfrm>
            <a:off x="2713135"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61" name="object 61"/>
          <p:cNvSpPr/>
          <p:nvPr/>
        </p:nvSpPr>
        <p:spPr>
          <a:xfrm>
            <a:off x="3678906" y="6362813"/>
            <a:ext cx="99695" cy="201295"/>
          </a:xfrm>
          <a:custGeom>
            <a:avLst/>
            <a:gdLst/>
            <a:ahLst/>
            <a:cxnLst/>
            <a:rect l="l" t="t" r="r" b="b"/>
            <a:pathLst>
              <a:path w="99695" h="201295">
                <a:moveTo>
                  <a:pt x="0" y="0"/>
                </a:moveTo>
                <a:lnTo>
                  <a:pt x="99694" y="200715"/>
                </a:lnTo>
              </a:path>
            </a:pathLst>
          </a:custGeom>
          <a:ln w="9537">
            <a:solidFill>
              <a:srgbClr val="000000"/>
            </a:solidFill>
            <a:prstDash val="dash"/>
          </a:ln>
        </p:spPr>
        <p:txBody>
          <a:bodyPr wrap="square" lIns="0" tIns="0" rIns="0" bIns="0" rtlCol="0"/>
          <a:lstStyle/>
          <a:p>
            <a:endParaRPr/>
          </a:p>
        </p:txBody>
      </p:sp>
      <p:sp>
        <p:nvSpPr>
          <p:cNvPr id="62" name="object 62"/>
          <p:cNvSpPr/>
          <p:nvPr/>
        </p:nvSpPr>
        <p:spPr>
          <a:xfrm>
            <a:off x="3485665"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63" name="object 63"/>
          <p:cNvSpPr/>
          <p:nvPr/>
        </p:nvSpPr>
        <p:spPr>
          <a:xfrm>
            <a:off x="4584959" y="6362813"/>
            <a:ext cx="99695" cy="201295"/>
          </a:xfrm>
          <a:custGeom>
            <a:avLst/>
            <a:gdLst/>
            <a:ahLst/>
            <a:cxnLst/>
            <a:rect l="l" t="t" r="r" b="b"/>
            <a:pathLst>
              <a:path w="99695" h="201295">
                <a:moveTo>
                  <a:pt x="0" y="0"/>
                </a:moveTo>
                <a:lnTo>
                  <a:pt x="99694" y="200715"/>
                </a:lnTo>
              </a:path>
            </a:pathLst>
          </a:custGeom>
          <a:ln w="9537">
            <a:solidFill>
              <a:srgbClr val="000000"/>
            </a:solidFill>
            <a:prstDash val="dash"/>
          </a:ln>
        </p:spPr>
        <p:txBody>
          <a:bodyPr wrap="square" lIns="0" tIns="0" rIns="0" bIns="0" rtlCol="0"/>
          <a:lstStyle/>
          <a:p>
            <a:endParaRPr/>
          </a:p>
        </p:txBody>
      </p:sp>
      <p:sp>
        <p:nvSpPr>
          <p:cNvPr id="64" name="object 64"/>
          <p:cNvSpPr/>
          <p:nvPr/>
        </p:nvSpPr>
        <p:spPr>
          <a:xfrm>
            <a:off x="4391718"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65" name="object 65"/>
          <p:cNvSpPr/>
          <p:nvPr/>
        </p:nvSpPr>
        <p:spPr>
          <a:xfrm>
            <a:off x="5357490" y="6362813"/>
            <a:ext cx="99695" cy="201295"/>
          </a:xfrm>
          <a:custGeom>
            <a:avLst/>
            <a:gdLst/>
            <a:ahLst/>
            <a:cxnLst/>
            <a:rect l="l" t="t" r="r" b="b"/>
            <a:pathLst>
              <a:path w="99695" h="201295">
                <a:moveTo>
                  <a:pt x="0" y="0"/>
                </a:moveTo>
                <a:lnTo>
                  <a:pt x="99693" y="200715"/>
                </a:lnTo>
              </a:path>
            </a:pathLst>
          </a:custGeom>
          <a:ln w="9537">
            <a:solidFill>
              <a:srgbClr val="000000"/>
            </a:solidFill>
            <a:prstDash val="dash"/>
          </a:ln>
        </p:spPr>
        <p:txBody>
          <a:bodyPr wrap="square" lIns="0" tIns="0" rIns="0" bIns="0" rtlCol="0"/>
          <a:lstStyle/>
          <a:p>
            <a:endParaRPr/>
          </a:p>
        </p:txBody>
      </p:sp>
      <p:sp>
        <p:nvSpPr>
          <p:cNvPr id="66" name="object 66"/>
          <p:cNvSpPr/>
          <p:nvPr/>
        </p:nvSpPr>
        <p:spPr>
          <a:xfrm>
            <a:off x="5164247"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67" name="object 67"/>
          <p:cNvSpPr/>
          <p:nvPr/>
        </p:nvSpPr>
        <p:spPr>
          <a:xfrm>
            <a:off x="6130018" y="6362813"/>
            <a:ext cx="99695" cy="201295"/>
          </a:xfrm>
          <a:custGeom>
            <a:avLst/>
            <a:gdLst/>
            <a:ahLst/>
            <a:cxnLst/>
            <a:rect l="l" t="t" r="r" b="b"/>
            <a:pathLst>
              <a:path w="99695" h="201295">
                <a:moveTo>
                  <a:pt x="0" y="0"/>
                </a:moveTo>
                <a:lnTo>
                  <a:pt x="99694" y="200715"/>
                </a:lnTo>
              </a:path>
            </a:pathLst>
          </a:custGeom>
          <a:ln w="9537">
            <a:solidFill>
              <a:srgbClr val="000000"/>
            </a:solidFill>
            <a:prstDash val="dash"/>
          </a:ln>
        </p:spPr>
        <p:txBody>
          <a:bodyPr wrap="square" lIns="0" tIns="0" rIns="0" bIns="0" rtlCol="0"/>
          <a:lstStyle/>
          <a:p>
            <a:endParaRPr/>
          </a:p>
        </p:txBody>
      </p:sp>
      <p:sp>
        <p:nvSpPr>
          <p:cNvPr id="68" name="object 68"/>
          <p:cNvSpPr/>
          <p:nvPr/>
        </p:nvSpPr>
        <p:spPr>
          <a:xfrm>
            <a:off x="5936777"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69" name="object 69"/>
          <p:cNvSpPr/>
          <p:nvPr/>
        </p:nvSpPr>
        <p:spPr>
          <a:xfrm>
            <a:off x="6902548" y="6362813"/>
            <a:ext cx="99695" cy="201295"/>
          </a:xfrm>
          <a:custGeom>
            <a:avLst/>
            <a:gdLst/>
            <a:ahLst/>
            <a:cxnLst/>
            <a:rect l="l" t="t" r="r" b="b"/>
            <a:pathLst>
              <a:path w="99695" h="201295">
                <a:moveTo>
                  <a:pt x="0" y="0"/>
                </a:moveTo>
                <a:lnTo>
                  <a:pt x="99693" y="200715"/>
                </a:lnTo>
              </a:path>
            </a:pathLst>
          </a:custGeom>
          <a:ln w="9537">
            <a:solidFill>
              <a:srgbClr val="000000"/>
            </a:solidFill>
            <a:prstDash val="dash"/>
          </a:ln>
        </p:spPr>
        <p:txBody>
          <a:bodyPr wrap="square" lIns="0" tIns="0" rIns="0" bIns="0" rtlCol="0"/>
          <a:lstStyle/>
          <a:p>
            <a:endParaRPr/>
          </a:p>
        </p:txBody>
      </p:sp>
      <p:sp>
        <p:nvSpPr>
          <p:cNvPr id="70" name="object 70"/>
          <p:cNvSpPr/>
          <p:nvPr/>
        </p:nvSpPr>
        <p:spPr>
          <a:xfrm>
            <a:off x="6709307" y="6364091"/>
            <a:ext cx="104775" cy="198755"/>
          </a:xfrm>
          <a:custGeom>
            <a:avLst/>
            <a:gdLst/>
            <a:ahLst/>
            <a:cxnLst/>
            <a:rect l="l" t="t" r="r" b="b"/>
            <a:pathLst>
              <a:path w="104775" h="198754">
                <a:moveTo>
                  <a:pt x="104680" y="0"/>
                </a:moveTo>
                <a:lnTo>
                  <a:pt x="0" y="198160"/>
                </a:lnTo>
              </a:path>
            </a:pathLst>
          </a:custGeom>
          <a:ln w="9537">
            <a:solidFill>
              <a:srgbClr val="000000"/>
            </a:solidFill>
            <a:prstDash val="dash"/>
          </a:ln>
        </p:spPr>
        <p:txBody>
          <a:bodyPr wrap="square" lIns="0" tIns="0" rIns="0" bIns="0" rtlCol="0"/>
          <a:lstStyle/>
          <a:p>
            <a:endParaRPr/>
          </a:p>
        </p:txBody>
      </p:sp>
      <p:sp>
        <p:nvSpPr>
          <p:cNvPr id="71" name="object 71"/>
          <p:cNvSpPr txBox="1"/>
          <p:nvPr/>
        </p:nvSpPr>
        <p:spPr>
          <a:xfrm>
            <a:off x="8039434" y="1857997"/>
            <a:ext cx="1136650" cy="399415"/>
          </a:xfrm>
          <a:prstGeom prst="rect">
            <a:avLst/>
          </a:prstGeom>
        </p:spPr>
        <p:txBody>
          <a:bodyPr vert="horz" wrap="square" lIns="0" tIns="5080" rIns="0" bIns="0" rtlCol="0">
            <a:spAutoFit/>
          </a:bodyPr>
          <a:lstStyle/>
          <a:p>
            <a:pPr marL="12700" marR="5080" indent="128270">
              <a:lnSpc>
                <a:spcPct val="104299"/>
              </a:lnSpc>
              <a:spcBef>
                <a:spcPts val="40"/>
              </a:spcBef>
            </a:pPr>
            <a:r>
              <a:rPr sz="1200" dirty="0">
                <a:solidFill>
                  <a:srgbClr val="8D3124"/>
                </a:solidFill>
                <a:latin typeface="Lucida Sans Unicode"/>
                <a:cs typeface="Lucida Sans Unicode"/>
              </a:rPr>
              <a:t>assuming</a:t>
            </a:r>
            <a:r>
              <a:rPr sz="1200" spc="-60" dirty="0">
                <a:solidFill>
                  <a:srgbClr val="8D3124"/>
                </a:solidFill>
                <a:latin typeface="Lucida Sans Unicode"/>
                <a:cs typeface="Lucida Sans Unicode"/>
              </a:rPr>
              <a:t> </a:t>
            </a:r>
            <a:r>
              <a:rPr sz="1200" spc="-50" dirty="0">
                <a:solidFill>
                  <a:srgbClr val="8D3124"/>
                </a:solidFill>
                <a:latin typeface="Lucida Sans Unicode"/>
                <a:cs typeface="Lucida Sans Unicode"/>
              </a:rPr>
              <a:t>n</a:t>
            </a:r>
            <a:r>
              <a:rPr sz="1200" dirty="0">
                <a:solidFill>
                  <a:srgbClr val="8D3124"/>
                </a:solidFill>
                <a:latin typeface="Lucida Sans Unicode"/>
                <a:cs typeface="Lucida Sans Unicode"/>
              </a:rPr>
              <a:t> is</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a</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power</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of</a:t>
            </a:r>
            <a:r>
              <a:rPr sz="1200" spc="15" dirty="0">
                <a:solidFill>
                  <a:srgbClr val="8D3124"/>
                </a:solidFill>
                <a:latin typeface="Lucida Sans Unicode"/>
                <a:cs typeface="Lucida Sans Unicode"/>
              </a:rPr>
              <a:t> </a:t>
            </a:r>
            <a:r>
              <a:rPr sz="1200" spc="-50" dirty="0">
                <a:solidFill>
                  <a:srgbClr val="8D3124"/>
                </a:solidFill>
                <a:latin typeface="Lucida Sans Unicode"/>
                <a:cs typeface="Lucida Sans Unicode"/>
              </a:rPr>
              <a:t>2</a:t>
            </a:r>
            <a:endParaRPr sz="1200">
              <a:latin typeface="Lucida Sans Unicode"/>
              <a:cs typeface="Lucida Sans Unicode"/>
            </a:endParaRPr>
          </a:p>
        </p:txBody>
      </p:sp>
      <p:pic>
        <p:nvPicPr>
          <p:cNvPr id="72" name="object 72"/>
          <p:cNvPicPr/>
          <p:nvPr/>
        </p:nvPicPr>
        <p:blipFill>
          <a:blip r:embed="rId2" cstate="print"/>
          <a:stretch>
            <a:fillRect/>
          </a:stretch>
        </p:blipFill>
        <p:spPr>
          <a:xfrm>
            <a:off x="7968243" y="1584575"/>
            <a:ext cx="231362" cy="289740"/>
          </a:xfrm>
          <a:prstGeom prst="rect">
            <a:avLst/>
          </a:prstGeom>
        </p:spPr>
      </p:pic>
      <p:sp>
        <p:nvSpPr>
          <p:cNvPr id="73" name="object 73"/>
          <p:cNvSpPr/>
          <p:nvPr/>
        </p:nvSpPr>
        <p:spPr>
          <a:xfrm>
            <a:off x="3054468" y="1903123"/>
            <a:ext cx="124460" cy="715645"/>
          </a:xfrm>
          <a:custGeom>
            <a:avLst/>
            <a:gdLst/>
            <a:ahLst/>
            <a:cxnLst/>
            <a:rect l="l" t="t" r="r" b="b"/>
            <a:pathLst>
              <a:path w="124460" h="715644">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sp>
        <p:nvSpPr>
          <p:cNvPr id="74" name="object 74"/>
          <p:cNvSpPr txBox="1"/>
          <p:nvPr/>
        </p:nvSpPr>
        <p:spPr>
          <a:xfrm>
            <a:off x="3286238" y="1846552"/>
            <a:ext cx="1423035" cy="731520"/>
          </a:xfrm>
          <a:prstGeom prst="rect">
            <a:avLst/>
          </a:prstGeom>
        </p:spPr>
        <p:txBody>
          <a:bodyPr vert="horz" wrap="square" lIns="0" tIns="90805" rIns="0" bIns="0" rtlCol="0">
            <a:spAutoFit/>
          </a:bodyPr>
          <a:lstStyle/>
          <a:p>
            <a:pPr marL="12700">
              <a:lnSpc>
                <a:spcPct val="100000"/>
              </a:lnSpc>
              <a:spcBef>
                <a:spcPts val="715"/>
              </a:spcBef>
            </a:pPr>
            <a:r>
              <a:rPr sz="1800" spc="-50" dirty="0">
                <a:latin typeface="Times New Roman"/>
                <a:cs typeface="Times New Roman"/>
              </a:rPr>
              <a:t>0</a:t>
            </a:r>
            <a:endParaRPr sz="1800">
              <a:latin typeface="Times New Roman"/>
              <a:cs typeface="Times New Roman"/>
            </a:endParaRPr>
          </a:p>
          <a:p>
            <a:pPr marL="25400">
              <a:lnSpc>
                <a:spcPct val="100000"/>
              </a:lnSpc>
              <a:spcBef>
                <a:spcPts val="620"/>
              </a:spcBef>
            </a:pPr>
            <a:r>
              <a:rPr sz="1800" dirty="0">
                <a:latin typeface="Times New Roman"/>
                <a:cs typeface="Times New Roman"/>
              </a:rPr>
              <a:t>2 </a:t>
            </a: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 2)</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i="1" spc="-50" dirty="0">
                <a:latin typeface="Times New Roman"/>
                <a:cs typeface="Times New Roman"/>
              </a:rPr>
              <a:t>n</a:t>
            </a:r>
            <a:endParaRPr sz="1800">
              <a:latin typeface="Times New Roman"/>
              <a:cs typeface="Times New Roman"/>
            </a:endParaRPr>
          </a:p>
        </p:txBody>
      </p:sp>
      <p:sp>
        <p:nvSpPr>
          <p:cNvPr id="75" name="object 75"/>
          <p:cNvSpPr txBox="1"/>
          <p:nvPr/>
        </p:nvSpPr>
        <p:spPr>
          <a:xfrm>
            <a:off x="5062108" y="1846552"/>
            <a:ext cx="915669" cy="731520"/>
          </a:xfrm>
          <a:prstGeom prst="rect">
            <a:avLst/>
          </a:prstGeom>
        </p:spPr>
        <p:txBody>
          <a:bodyPr vert="horz" wrap="square" lIns="0" tIns="12700" rIns="0" bIns="0" rtlCol="0">
            <a:spAutoFit/>
          </a:bodyPr>
          <a:lstStyle/>
          <a:p>
            <a:pPr marL="12700" marR="5080">
              <a:lnSpc>
                <a:spcPct val="128600"/>
              </a:lnSpc>
              <a:spcBef>
                <a:spcPts val="100"/>
              </a:spcBef>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 </a:t>
            </a:r>
            <a:r>
              <a:rPr sz="1800" spc="-10" dirty="0">
                <a:latin typeface="Times New Roman"/>
                <a:cs typeface="Times New Roman"/>
              </a:rPr>
              <a:t>otherwise</a:t>
            </a:r>
            <a:endParaRPr sz="1800">
              <a:latin typeface="Times New Roman"/>
              <a:cs typeface="Times New Roman"/>
            </a:endParaRPr>
          </a:p>
        </p:txBody>
      </p:sp>
      <p:sp>
        <p:nvSpPr>
          <p:cNvPr id="76" name="object 76"/>
          <p:cNvSpPr txBox="1"/>
          <p:nvPr/>
        </p:nvSpPr>
        <p:spPr>
          <a:xfrm>
            <a:off x="2200621" y="2125044"/>
            <a:ext cx="66357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Proof</a:t>
            </a:r>
            <a:r>
              <a:rPr spc="70" dirty="0"/>
              <a:t> </a:t>
            </a:r>
            <a:r>
              <a:rPr spc="65" dirty="0"/>
              <a:t>by</a:t>
            </a:r>
            <a:r>
              <a:rPr spc="75" dirty="0"/>
              <a:t> </a:t>
            </a:r>
            <a:r>
              <a:rPr spc="-10" dirty="0"/>
              <a:t>induction</a:t>
            </a:r>
          </a:p>
        </p:txBody>
      </p:sp>
      <p:sp>
        <p:nvSpPr>
          <p:cNvPr id="4" name="object 4"/>
          <p:cNvSpPr txBox="1"/>
          <p:nvPr/>
        </p:nvSpPr>
        <p:spPr>
          <a:xfrm>
            <a:off x="719867" y="1218991"/>
            <a:ext cx="8142605" cy="300355"/>
          </a:xfrm>
          <a:prstGeom prst="rect">
            <a:avLst/>
          </a:prstGeom>
        </p:spPr>
        <p:txBody>
          <a:bodyPr vert="horz" wrap="square" lIns="0" tIns="12700" rIns="0" bIns="0" rtlCol="0">
            <a:spAutoFit/>
          </a:bodyPr>
          <a:lstStyle/>
          <a:p>
            <a:pPr marL="38100">
              <a:lnSpc>
                <a:spcPct val="100000"/>
              </a:lnSpc>
              <a:spcBef>
                <a:spcPts val="100"/>
              </a:spcBef>
              <a:tabLst>
                <a:tab pos="15125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If</a:t>
            </a:r>
            <a:r>
              <a:rPr sz="1800" spc="-125" dirty="0">
                <a:latin typeface="Lucida Sans Unicode"/>
                <a:cs typeface="Lucida Sans Unicode"/>
              </a:rPr>
              <a:t> </a:t>
            </a:r>
            <a:r>
              <a:rPr sz="1800" i="1" dirty="0">
                <a:latin typeface="Times New Roman"/>
                <a:cs typeface="Times New Roman"/>
              </a:rPr>
              <a:t>T</a:t>
            </a:r>
            <a:r>
              <a:rPr sz="1800" i="1" spc="-150"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Lucida Sans Unicode"/>
                <a:cs typeface="Lucida Sans Unicode"/>
              </a:rPr>
              <a:t>satisfies the</a:t>
            </a:r>
            <a:r>
              <a:rPr sz="1800" spc="-5" dirty="0">
                <a:latin typeface="Lucida Sans Unicode"/>
                <a:cs typeface="Lucida Sans Unicode"/>
              </a:rPr>
              <a:t> </a:t>
            </a:r>
            <a:r>
              <a:rPr sz="1800" dirty="0">
                <a:latin typeface="Lucida Sans Unicode"/>
                <a:cs typeface="Lucida Sans Unicode"/>
              </a:rPr>
              <a:t>following recurrence, then </a:t>
            </a:r>
            <a:r>
              <a:rPr sz="1800" i="1" dirty="0">
                <a:latin typeface="Times New Roman"/>
                <a:cs typeface="Times New Roman"/>
              </a:rPr>
              <a:t>T</a:t>
            </a:r>
            <a:r>
              <a:rPr sz="1800" i="1" spc="-150"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Symbol"/>
                <a:cs typeface="Symbol"/>
              </a:rPr>
              <a:t></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log</a:t>
            </a:r>
            <a:r>
              <a:rPr sz="1800" baseline="-6944" dirty="0">
                <a:latin typeface="Times New Roman"/>
                <a:cs typeface="Times New Roman"/>
              </a:rPr>
              <a:t>2</a:t>
            </a:r>
            <a:r>
              <a:rPr sz="1800" spc="225" baseline="-6944"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p:txBody>
      </p:sp>
      <p:sp>
        <p:nvSpPr>
          <p:cNvPr id="5" name="object 5"/>
          <p:cNvSpPr txBox="1"/>
          <p:nvPr/>
        </p:nvSpPr>
        <p:spPr>
          <a:xfrm>
            <a:off x="8039434" y="1857997"/>
            <a:ext cx="1136650" cy="399415"/>
          </a:xfrm>
          <a:prstGeom prst="rect">
            <a:avLst/>
          </a:prstGeom>
        </p:spPr>
        <p:txBody>
          <a:bodyPr vert="horz" wrap="square" lIns="0" tIns="5080" rIns="0" bIns="0" rtlCol="0">
            <a:spAutoFit/>
          </a:bodyPr>
          <a:lstStyle/>
          <a:p>
            <a:pPr marL="12700" marR="5080" indent="128270">
              <a:lnSpc>
                <a:spcPct val="104299"/>
              </a:lnSpc>
              <a:spcBef>
                <a:spcPts val="40"/>
              </a:spcBef>
            </a:pPr>
            <a:r>
              <a:rPr sz="1200" dirty="0">
                <a:solidFill>
                  <a:srgbClr val="8D3124"/>
                </a:solidFill>
                <a:latin typeface="Lucida Sans Unicode"/>
                <a:cs typeface="Lucida Sans Unicode"/>
              </a:rPr>
              <a:t>assuming</a:t>
            </a:r>
            <a:r>
              <a:rPr sz="1200" spc="-60" dirty="0">
                <a:solidFill>
                  <a:srgbClr val="8D3124"/>
                </a:solidFill>
                <a:latin typeface="Lucida Sans Unicode"/>
                <a:cs typeface="Lucida Sans Unicode"/>
              </a:rPr>
              <a:t> </a:t>
            </a:r>
            <a:r>
              <a:rPr sz="1200" spc="-50" dirty="0">
                <a:solidFill>
                  <a:srgbClr val="8D3124"/>
                </a:solidFill>
                <a:latin typeface="Lucida Sans Unicode"/>
                <a:cs typeface="Lucida Sans Unicode"/>
              </a:rPr>
              <a:t>n</a:t>
            </a:r>
            <a:r>
              <a:rPr sz="1200" dirty="0">
                <a:solidFill>
                  <a:srgbClr val="8D3124"/>
                </a:solidFill>
                <a:latin typeface="Lucida Sans Unicode"/>
                <a:cs typeface="Lucida Sans Unicode"/>
              </a:rPr>
              <a:t> is</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a</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power</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of</a:t>
            </a:r>
            <a:r>
              <a:rPr sz="1200" spc="15" dirty="0">
                <a:solidFill>
                  <a:srgbClr val="8D3124"/>
                </a:solidFill>
                <a:latin typeface="Lucida Sans Unicode"/>
                <a:cs typeface="Lucida Sans Unicode"/>
              </a:rPr>
              <a:t> </a:t>
            </a:r>
            <a:r>
              <a:rPr sz="1200" spc="-50" dirty="0">
                <a:solidFill>
                  <a:srgbClr val="8D3124"/>
                </a:solidFill>
                <a:latin typeface="Lucida Sans Unicode"/>
                <a:cs typeface="Lucida Sans Unicode"/>
              </a:rPr>
              <a:t>2</a:t>
            </a:r>
            <a:endParaRPr sz="1200">
              <a:latin typeface="Lucida Sans Unicode"/>
              <a:cs typeface="Lucida Sans Unicode"/>
            </a:endParaRPr>
          </a:p>
        </p:txBody>
      </p:sp>
      <p:pic>
        <p:nvPicPr>
          <p:cNvPr id="6" name="object 6"/>
          <p:cNvPicPr/>
          <p:nvPr/>
        </p:nvPicPr>
        <p:blipFill>
          <a:blip r:embed="rId2" cstate="print"/>
          <a:stretch>
            <a:fillRect/>
          </a:stretch>
        </p:blipFill>
        <p:spPr>
          <a:xfrm>
            <a:off x="7968243" y="1584575"/>
            <a:ext cx="231362" cy="289740"/>
          </a:xfrm>
          <a:prstGeom prst="rect">
            <a:avLst/>
          </a:prstGeom>
        </p:spPr>
      </p:pic>
      <p:sp>
        <p:nvSpPr>
          <p:cNvPr id="7" name="object 7"/>
          <p:cNvSpPr/>
          <p:nvPr/>
        </p:nvSpPr>
        <p:spPr>
          <a:xfrm>
            <a:off x="3054468" y="1903123"/>
            <a:ext cx="124460" cy="715645"/>
          </a:xfrm>
          <a:custGeom>
            <a:avLst/>
            <a:gdLst/>
            <a:ahLst/>
            <a:cxnLst/>
            <a:rect l="l" t="t" r="r" b="b"/>
            <a:pathLst>
              <a:path w="124460" h="715644">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sp>
        <p:nvSpPr>
          <p:cNvPr id="8" name="object 8"/>
          <p:cNvSpPr txBox="1"/>
          <p:nvPr/>
        </p:nvSpPr>
        <p:spPr>
          <a:xfrm>
            <a:off x="3286238" y="1846552"/>
            <a:ext cx="1423035" cy="731520"/>
          </a:xfrm>
          <a:prstGeom prst="rect">
            <a:avLst/>
          </a:prstGeom>
        </p:spPr>
        <p:txBody>
          <a:bodyPr vert="horz" wrap="square" lIns="0" tIns="90805" rIns="0" bIns="0" rtlCol="0">
            <a:spAutoFit/>
          </a:bodyPr>
          <a:lstStyle/>
          <a:p>
            <a:pPr marL="12700">
              <a:lnSpc>
                <a:spcPct val="100000"/>
              </a:lnSpc>
              <a:spcBef>
                <a:spcPts val="715"/>
              </a:spcBef>
            </a:pPr>
            <a:r>
              <a:rPr sz="1800" spc="-50" dirty="0">
                <a:latin typeface="Times New Roman"/>
                <a:cs typeface="Times New Roman"/>
              </a:rPr>
              <a:t>0</a:t>
            </a:r>
            <a:endParaRPr sz="1800">
              <a:latin typeface="Times New Roman"/>
              <a:cs typeface="Times New Roman"/>
            </a:endParaRPr>
          </a:p>
          <a:p>
            <a:pPr marL="25400">
              <a:lnSpc>
                <a:spcPct val="100000"/>
              </a:lnSpc>
              <a:spcBef>
                <a:spcPts val="620"/>
              </a:spcBef>
            </a:pPr>
            <a:r>
              <a:rPr sz="1800" dirty="0">
                <a:latin typeface="Times New Roman"/>
                <a:cs typeface="Times New Roman"/>
              </a:rPr>
              <a:t>2 </a:t>
            </a: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 2)</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i="1" spc="-50" dirty="0">
                <a:latin typeface="Times New Roman"/>
                <a:cs typeface="Times New Roman"/>
              </a:rPr>
              <a:t>n</a:t>
            </a:r>
            <a:endParaRPr sz="18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11</a:t>
            </a:fld>
            <a:endParaRPr spc="-25" dirty="0"/>
          </a:p>
        </p:txBody>
      </p:sp>
      <p:sp>
        <p:nvSpPr>
          <p:cNvPr id="9" name="object 9"/>
          <p:cNvSpPr txBox="1"/>
          <p:nvPr/>
        </p:nvSpPr>
        <p:spPr>
          <a:xfrm>
            <a:off x="5062108" y="1846552"/>
            <a:ext cx="915669" cy="731520"/>
          </a:xfrm>
          <a:prstGeom prst="rect">
            <a:avLst/>
          </a:prstGeom>
        </p:spPr>
        <p:txBody>
          <a:bodyPr vert="horz" wrap="square" lIns="0" tIns="12700" rIns="0" bIns="0" rtlCol="0">
            <a:spAutoFit/>
          </a:bodyPr>
          <a:lstStyle/>
          <a:p>
            <a:pPr marL="12700" marR="5080">
              <a:lnSpc>
                <a:spcPct val="128600"/>
              </a:lnSpc>
              <a:spcBef>
                <a:spcPts val="100"/>
              </a:spcBef>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 </a:t>
            </a:r>
            <a:r>
              <a:rPr sz="1800" spc="-10" dirty="0">
                <a:latin typeface="Times New Roman"/>
                <a:cs typeface="Times New Roman"/>
              </a:rPr>
              <a:t>otherwise</a:t>
            </a:r>
            <a:endParaRPr sz="1800">
              <a:latin typeface="Times New Roman"/>
              <a:cs typeface="Times New Roman"/>
            </a:endParaRPr>
          </a:p>
        </p:txBody>
      </p:sp>
      <p:sp>
        <p:nvSpPr>
          <p:cNvPr id="10" name="object 10"/>
          <p:cNvSpPr txBox="1"/>
          <p:nvPr/>
        </p:nvSpPr>
        <p:spPr>
          <a:xfrm>
            <a:off x="2200621" y="2125044"/>
            <a:ext cx="66357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11" name="object 11"/>
          <p:cNvSpPr txBox="1"/>
          <p:nvPr/>
        </p:nvSpPr>
        <p:spPr>
          <a:xfrm>
            <a:off x="681767" y="3393519"/>
            <a:ext cx="5684520" cy="3486150"/>
          </a:xfrm>
          <a:prstGeom prst="rect">
            <a:avLst/>
          </a:prstGeom>
        </p:spPr>
        <p:txBody>
          <a:bodyPr vert="horz" wrap="square" lIns="0" tIns="12700" rIns="0" bIns="0" rtlCol="0">
            <a:spAutoFit/>
          </a:bodyPr>
          <a:lstStyle/>
          <a:p>
            <a:pPr marL="76200">
              <a:lnSpc>
                <a:spcPts val="1980"/>
              </a:lnSpc>
              <a:spcBef>
                <a:spcPts val="100"/>
              </a:spcBef>
              <a:tabLst>
                <a:tab pos="720725" algn="l"/>
              </a:tabLst>
            </a:pPr>
            <a:r>
              <a:rPr sz="1800" dirty="0">
                <a:solidFill>
                  <a:srgbClr val="0048AA"/>
                </a:solidFill>
                <a:latin typeface="Lucida Sans Unicode"/>
                <a:cs typeface="Lucida Sans Unicode"/>
              </a:rPr>
              <a:t>Pf</a:t>
            </a:r>
            <a:r>
              <a:rPr sz="1800" spc="-20" dirty="0">
                <a:solidFill>
                  <a:srgbClr val="0048AA"/>
                </a:solidFill>
                <a:latin typeface="Lucida Sans Unicode"/>
                <a:cs typeface="Lucida Sans Unicode"/>
              </a:rPr>
              <a:t> </a:t>
            </a:r>
            <a:r>
              <a:rPr sz="1800" spc="-25" dirty="0">
                <a:solidFill>
                  <a:srgbClr val="0048AA"/>
                </a:solidFill>
                <a:latin typeface="Lucida Sans Unicode"/>
                <a:cs typeface="Lucida Sans Unicode"/>
              </a:rPr>
              <a:t>2.</a:t>
            </a:r>
            <a:r>
              <a:rPr sz="1800" dirty="0">
                <a:solidFill>
                  <a:srgbClr val="0048AA"/>
                </a:solidFill>
                <a:latin typeface="Lucida Sans Unicode"/>
                <a:cs typeface="Lucida Sans Unicode"/>
              </a:rPr>
              <a:t>	</a:t>
            </a:r>
            <a:r>
              <a:rPr sz="1800" dirty="0">
                <a:solidFill>
                  <a:srgbClr val="606060"/>
                </a:solidFill>
                <a:latin typeface="Lucida Sans Unicode"/>
                <a:cs typeface="Lucida Sans Unicode"/>
              </a:rPr>
              <a:t>[by</a:t>
            </a:r>
            <a:r>
              <a:rPr sz="1800" spc="25" dirty="0">
                <a:solidFill>
                  <a:srgbClr val="606060"/>
                </a:solidFill>
                <a:latin typeface="Lucida Sans Unicode"/>
                <a:cs typeface="Lucida Sans Unicode"/>
              </a:rPr>
              <a:t> </a:t>
            </a:r>
            <a:r>
              <a:rPr sz="1800" dirty="0">
                <a:solidFill>
                  <a:srgbClr val="606060"/>
                </a:solidFill>
                <a:latin typeface="Lucida Sans Unicode"/>
                <a:cs typeface="Lucida Sans Unicode"/>
              </a:rPr>
              <a:t>induction</a:t>
            </a:r>
            <a:r>
              <a:rPr sz="1800" spc="25" dirty="0">
                <a:solidFill>
                  <a:srgbClr val="606060"/>
                </a:solidFill>
                <a:latin typeface="Lucida Sans Unicode"/>
                <a:cs typeface="Lucida Sans Unicode"/>
              </a:rPr>
              <a:t> </a:t>
            </a:r>
            <a:r>
              <a:rPr sz="1800" dirty="0">
                <a:solidFill>
                  <a:srgbClr val="606060"/>
                </a:solidFill>
                <a:latin typeface="Lucida Sans Unicode"/>
                <a:cs typeface="Lucida Sans Unicode"/>
              </a:rPr>
              <a:t>on</a:t>
            </a:r>
            <a:r>
              <a:rPr sz="1800" spc="25" dirty="0">
                <a:solidFill>
                  <a:srgbClr val="606060"/>
                </a:solidFill>
                <a:latin typeface="Lucida Sans Unicode"/>
                <a:cs typeface="Lucida Sans Unicode"/>
              </a:rPr>
              <a:t> </a:t>
            </a:r>
            <a:r>
              <a:rPr sz="1800" i="1" spc="-25" dirty="0">
                <a:solidFill>
                  <a:srgbClr val="606060"/>
                </a:solidFill>
                <a:latin typeface="Times New Roman"/>
                <a:cs typeface="Times New Roman"/>
              </a:rPr>
              <a:t>n</a:t>
            </a:r>
            <a:r>
              <a:rPr sz="1800" spc="-25" dirty="0">
                <a:solidFill>
                  <a:srgbClr val="606060"/>
                </a:solidFill>
                <a:latin typeface="Lucida Sans Unicode"/>
                <a:cs typeface="Lucida Sans Unicode"/>
              </a:rPr>
              <a:t>]</a:t>
            </a:r>
            <a:endParaRPr sz="1800">
              <a:latin typeface="Lucida Sans Unicode"/>
              <a:cs typeface="Lucida Sans Unicode"/>
            </a:endParaRPr>
          </a:p>
          <a:p>
            <a:pPr marL="171450">
              <a:lnSpc>
                <a:spcPts val="2960"/>
              </a:lnSpc>
              <a:tabLst>
                <a:tab pos="1818005" algn="l"/>
              </a:tabLst>
            </a:pPr>
            <a:r>
              <a:rPr sz="4275" spc="2175" baseline="-7797" dirty="0">
                <a:latin typeface="Yu Gothic UI"/>
                <a:cs typeface="Yu Gothic UI"/>
              </a:rPr>
              <a:t>・</a:t>
            </a:r>
            <a:r>
              <a:rPr sz="1800" dirty="0">
                <a:latin typeface="Lucida Sans Unicode"/>
                <a:cs typeface="Lucida Sans Unicode"/>
              </a:rPr>
              <a:t>Base </a:t>
            </a:r>
            <a:r>
              <a:rPr sz="1800" spc="-10" dirty="0">
                <a:latin typeface="Lucida Sans Unicode"/>
                <a:cs typeface="Lucida Sans Unicode"/>
              </a:rPr>
              <a:t>case:</a:t>
            </a:r>
            <a:r>
              <a:rPr sz="1800" dirty="0">
                <a:latin typeface="Lucida Sans Unicode"/>
                <a:cs typeface="Lucida Sans Unicode"/>
              </a:rPr>
              <a:t>	when</a:t>
            </a:r>
            <a:r>
              <a:rPr sz="1800" spc="20" dirty="0">
                <a:latin typeface="Lucida Sans Unicode"/>
                <a:cs typeface="Lucida Sans Unicode"/>
              </a:rPr>
              <a:t> </a:t>
            </a:r>
            <a:r>
              <a:rPr sz="1800" i="1" dirty="0">
                <a:latin typeface="Times New Roman"/>
                <a:cs typeface="Times New Roman"/>
              </a:rPr>
              <a:t>n</a:t>
            </a:r>
            <a:r>
              <a:rPr sz="1800" i="1"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1</a:t>
            </a:r>
            <a:r>
              <a:rPr sz="1800" dirty="0">
                <a:latin typeface="Lucida Sans Unicode"/>
                <a:cs typeface="Lucida Sans Unicode"/>
              </a:rPr>
              <a:t>,</a:t>
            </a:r>
            <a:r>
              <a:rPr sz="1800" spc="25" dirty="0">
                <a:latin typeface="Lucida Sans Unicode"/>
                <a:cs typeface="Lucida Sans Unicode"/>
              </a:rPr>
              <a:t> </a:t>
            </a:r>
            <a:r>
              <a:rPr sz="1800" i="1" dirty="0">
                <a:latin typeface="Times New Roman"/>
                <a:cs typeface="Times New Roman"/>
              </a:rPr>
              <a:t>T</a:t>
            </a:r>
            <a:r>
              <a:rPr sz="1800" dirty="0">
                <a:latin typeface="Times New Roman"/>
                <a:cs typeface="Times New Roman"/>
              </a:rPr>
              <a:t>(1)</a:t>
            </a:r>
            <a:r>
              <a:rPr sz="1800"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25" dirty="0">
                <a:latin typeface="Times New Roman"/>
                <a:cs typeface="Times New Roman"/>
              </a:rPr>
              <a:t>0</a:t>
            </a:r>
            <a:r>
              <a:rPr sz="1800" spc="-25" dirty="0">
                <a:latin typeface="Lucida Sans Unicode"/>
                <a:cs typeface="Lucida Sans Unicode"/>
              </a:rPr>
              <a:t>.</a:t>
            </a:r>
            <a:endParaRPr sz="1800">
              <a:latin typeface="Lucida Sans Unicode"/>
              <a:cs typeface="Lucida Sans Unicode"/>
            </a:endParaRPr>
          </a:p>
          <a:p>
            <a:pPr marL="171450">
              <a:lnSpc>
                <a:spcPts val="2855"/>
              </a:lnSpc>
              <a:tabLst>
                <a:tab pos="3060700" algn="l"/>
              </a:tabLst>
            </a:pPr>
            <a:r>
              <a:rPr sz="4275" spc="2175" baseline="-9746" dirty="0">
                <a:latin typeface="Yu Gothic UI"/>
                <a:cs typeface="Yu Gothic UI"/>
              </a:rPr>
              <a:t>・</a:t>
            </a:r>
            <a:r>
              <a:rPr sz="1800" dirty="0">
                <a:latin typeface="Lucida Sans Unicode"/>
                <a:cs typeface="Lucida Sans Unicode"/>
              </a:rPr>
              <a:t>Inductive</a:t>
            </a:r>
            <a:r>
              <a:rPr sz="1800" spc="80" dirty="0">
                <a:latin typeface="Lucida Sans Unicode"/>
                <a:cs typeface="Lucida Sans Unicode"/>
              </a:rPr>
              <a:t> </a:t>
            </a:r>
            <a:r>
              <a:rPr sz="1800" spc="-10" dirty="0">
                <a:latin typeface="Lucida Sans Unicode"/>
                <a:cs typeface="Lucida Sans Unicode"/>
              </a:rPr>
              <a:t>hypothesis:</a:t>
            </a:r>
            <a:r>
              <a:rPr sz="1800" dirty="0">
                <a:latin typeface="Lucida Sans Unicode"/>
                <a:cs typeface="Lucida Sans Unicode"/>
              </a:rPr>
              <a:t>	assume</a:t>
            </a:r>
            <a:r>
              <a:rPr sz="1800" spc="-5" dirty="0">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 =</a:t>
            </a:r>
            <a:r>
              <a:rPr sz="1800" spc="450" dirty="0">
                <a:latin typeface="Times New Roman"/>
                <a:cs typeface="Times New Roman"/>
              </a:rPr>
              <a:t> </a:t>
            </a:r>
            <a:r>
              <a:rPr sz="1800" i="1" dirty="0">
                <a:latin typeface="Times New Roman"/>
                <a:cs typeface="Times New Roman"/>
              </a:rPr>
              <a:t>n </a:t>
            </a:r>
            <a:r>
              <a:rPr sz="1800" dirty="0">
                <a:latin typeface="Times New Roman"/>
                <a:cs typeface="Times New Roman"/>
              </a:rPr>
              <a:t>log</a:t>
            </a:r>
            <a:r>
              <a:rPr sz="1800" baseline="-18518" dirty="0">
                <a:latin typeface="Times New Roman"/>
                <a:cs typeface="Times New Roman"/>
              </a:rPr>
              <a:t>2</a:t>
            </a:r>
            <a:r>
              <a:rPr sz="1800" spc="225" baseline="-18518"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a:p>
            <a:pPr marL="171450">
              <a:lnSpc>
                <a:spcPts val="3135"/>
              </a:lnSpc>
              <a:tabLst>
                <a:tab pos="1252855" algn="l"/>
              </a:tabLst>
            </a:pPr>
            <a:r>
              <a:rPr sz="4275" spc="2175" baseline="-9746" dirty="0">
                <a:latin typeface="Yu Gothic UI"/>
                <a:cs typeface="Yu Gothic UI"/>
              </a:rPr>
              <a:t>・</a:t>
            </a:r>
            <a:r>
              <a:rPr sz="1800" spc="-10" dirty="0">
                <a:latin typeface="Lucida Sans Unicode"/>
                <a:cs typeface="Lucida Sans Unicode"/>
              </a:rPr>
              <a:t>Goal:</a:t>
            </a:r>
            <a:r>
              <a:rPr sz="1800" dirty="0">
                <a:latin typeface="Lucida Sans Unicode"/>
                <a:cs typeface="Lucida Sans Unicode"/>
              </a:rPr>
              <a:t>	show</a:t>
            </a:r>
            <a:r>
              <a:rPr sz="1800" spc="15" dirty="0">
                <a:latin typeface="Lucida Sans Unicode"/>
                <a:cs typeface="Lucida Sans Unicode"/>
              </a:rPr>
              <a:t> </a:t>
            </a:r>
            <a:r>
              <a:rPr sz="1800" dirty="0">
                <a:latin typeface="Lucida Sans Unicode"/>
                <a:cs typeface="Lucida Sans Unicode"/>
              </a:rPr>
              <a:t>that</a:t>
            </a:r>
            <a:r>
              <a:rPr sz="1800" spc="15" dirty="0">
                <a:latin typeface="Lucida Sans Unicode"/>
                <a:cs typeface="Lucida Sans Unicode"/>
              </a:rPr>
              <a:t> </a:t>
            </a:r>
            <a:r>
              <a:rPr sz="1800" i="1" dirty="0">
                <a:latin typeface="Times New Roman"/>
                <a:cs typeface="Times New Roman"/>
              </a:rPr>
              <a:t>T</a:t>
            </a:r>
            <a:r>
              <a:rPr sz="1800" dirty="0">
                <a:latin typeface="Times New Roman"/>
                <a:cs typeface="Times New Roman"/>
              </a:rPr>
              <a:t>(2</a:t>
            </a:r>
            <a:r>
              <a:rPr sz="1800" i="1" dirty="0">
                <a:latin typeface="Times New Roman"/>
                <a:cs typeface="Times New Roman"/>
              </a:rPr>
              <a:t>n</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a:t>
            </a:r>
            <a:r>
              <a:rPr sz="1800" spc="475" dirty="0">
                <a:latin typeface="Times New Roman"/>
                <a:cs typeface="Times New Roman"/>
              </a:rPr>
              <a:t> </a:t>
            </a:r>
            <a:r>
              <a:rPr sz="1800" dirty="0">
                <a:latin typeface="Times New Roman"/>
                <a:cs typeface="Times New Roman"/>
              </a:rPr>
              <a:t>2</a:t>
            </a:r>
            <a:r>
              <a:rPr sz="1800" i="1" dirty="0">
                <a:latin typeface="Times New Roman"/>
                <a:cs typeface="Times New Roman"/>
              </a:rPr>
              <a:t>n</a:t>
            </a:r>
            <a:r>
              <a:rPr sz="1800" i="1" spc="10" dirty="0">
                <a:latin typeface="Times New Roman"/>
                <a:cs typeface="Times New Roman"/>
              </a:rPr>
              <a:t> </a:t>
            </a:r>
            <a:r>
              <a:rPr sz="1800" dirty="0">
                <a:latin typeface="Times New Roman"/>
                <a:cs typeface="Times New Roman"/>
              </a:rPr>
              <a:t>log</a:t>
            </a:r>
            <a:r>
              <a:rPr sz="1800" baseline="-18518" dirty="0">
                <a:latin typeface="Times New Roman"/>
                <a:cs typeface="Times New Roman"/>
              </a:rPr>
              <a:t>2</a:t>
            </a:r>
            <a:r>
              <a:rPr sz="1800" spc="247" baseline="-18518" dirty="0">
                <a:latin typeface="Times New Roman"/>
                <a:cs typeface="Times New Roman"/>
              </a:rPr>
              <a:t> </a:t>
            </a:r>
            <a:r>
              <a:rPr sz="1800" spc="-10" dirty="0">
                <a:latin typeface="Times New Roman"/>
                <a:cs typeface="Times New Roman"/>
              </a:rPr>
              <a:t>(2</a:t>
            </a:r>
            <a:r>
              <a:rPr sz="1800" i="1" spc="-10" dirty="0">
                <a:latin typeface="Times New Roman"/>
                <a:cs typeface="Times New Roman"/>
              </a:rPr>
              <a:t>n</a:t>
            </a:r>
            <a:r>
              <a:rPr sz="1800" spc="-10" dirty="0">
                <a:latin typeface="Times New Roman"/>
                <a:cs typeface="Times New Roman"/>
              </a:rPr>
              <a:t>)</a:t>
            </a:r>
            <a:r>
              <a:rPr sz="1800" spc="-10" dirty="0">
                <a:latin typeface="Lucida Sans Unicode"/>
                <a:cs typeface="Lucida Sans Unicode"/>
              </a:rPr>
              <a:t>.</a:t>
            </a:r>
            <a:endParaRPr sz="1800">
              <a:latin typeface="Lucida Sans Unicode"/>
              <a:cs typeface="Lucida Sans Unicode"/>
            </a:endParaRPr>
          </a:p>
          <a:p>
            <a:pPr>
              <a:lnSpc>
                <a:spcPct val="100000"/>
              </a:lnSpc>
              <a:spcBef>
                <a:spcPts val="795"/>
              </a:spcBef>
            </a:pPr>
            <a:endParaRPr sz="1800">
              <a:latin typeface="Lucida Sans Unicode"/>
              <a:cs typeface="Lucida Sans Unicode"/>
            </a:endParaRPr>
          </a:p>
          <a:p>
            <a:pPr marL="2592705">
              <a:lnSpc>
                <a:spcPct val="100000"/>
              </a:lnSpc>
              <a:spcBef>
                <a:spcPts val="5"/>
              </a:spcBef>
              <a:tabLst>
                <a:tab pos="3251835" algn="l"/>
              </a:tabLst>
            </a:pPr>
            <a:r>
              <a:rPr sz="1800" i="1" spc="-10" dirty="0">
                <a:latin typeface="Times New Roman"/>
                <a:cs typeface="Times New Roman"/>
              </a:rPr>
              <a:t>T</a:t>
            </a:r>
            <a:r>
              <a:rPr sz="1800" spc="-10" dirty="0">
                <a:latin typeface="Times New Roman"/>
                <a:cs typeface="Times New Roman"/>
              </a:rPr>
              <a:t>(2</a:t>
            </a:r>
            <a:r>
              <a:rPr sz="1800" i="1" spc="-10" dirty="0">
                <a:latin typeface="Times New Roman"/>
                <a:cs typeface="Times New Roman"/>
              </a:rPr>
              <a:t>n</a:t>
            </a:r>
            <a:r>
              <a:rPr sz="1800" spc="-10" dirty="0">
                <a:latin typeface="Times New Roman"/>
                <a:cs typeface="Times New Roman"/>
              </a:rPr>
              <a:t>)</a:t>
            </a:r>
            <a:r>
              <a:rPr sz="1800" dirty="0">
                <a:latin typeface="Times New Roman"/>
                <a:cs typeface="Times New Roman"/>
              </a:rPr>
              <a:t>	=</a:t>
            </a:r>
            <a:r>
              <a:rPr sz="1800" spc="450" dirty="0">
                <a:latin typeface="Times New Roman"/>
                <a:cs typeface="Times New Roman"/>
              </a:rPr>
              <a:t> </a:t>
            </a:r>
            <a:r>
              <a:rPr sz="1800" dirty="0">
                <a:latin typeface="Times New Roman"/>
                <a:cs typeface="Times New Roman"/>
              </a:rPr>
              <a:t>2</a:t>
            </a:r>
            <a:r>
              <a:rPr sz="1800" spc="-15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 </a:t>
            </a:r>
            <a:r>
              <a:rPr sz="1800" spc="-25" dirty="0">
                <a:latin typeface="Times New Roman"/>
                <a:cs typeface="Times New Roman"/>
              </a:rPr>
              <a:t>2</a:t>
            </a:r>
            <a:r>
              <a:rPr sz="1800" i="1" spc="-25" dirty="0">
                <a:latin typeface="Times New Roman"/>
                <a:cs typeface="Times New Roman"/>
              </a:rPr>
              <a:t>n</a:t>
            </a:r>
            <a:endParaRPr sz="1800">
              <a:latin typeface="Times New Roman"/>
              <a:cs typeface="Times New Roman"/>
            </a:endParaRPr>
          </a:p>
          <a:p>
            <a:pPr marL="3251835">
              <a:lnSpc>
                <a:spcPct val="100000"/>
              </a:lnSpc>
              <a:spcBef>
                <a:spcPts val="1365"/>
              </a:spcBef>
            </a:pPr>
            <a:r>
              <a:rPr sz="1800" dirty="0">
                <a:latin typeface="Times New Roman"/>
                <a:cs typeface="Times New Roman"/>
              </a:rPr>
              <a:t>=</a:t>
            </a:r>
            <a:r>
              <a:rPr sz="1800" spc="445" dirty="0">
                <a:latin typeface="Times New Roman"/>
                <a:cs typeface="Times New Roman"/>
              </a:rPr>
              <a:t> </a:t>
            </a:r>
            <a:r>
              <a:rPr sz="1800" dirty="0">
                <a:latin typeface="Times New Roman"/>
                <a:cs typeface="Times New Roman"/>
              </a:rPr>
              <a:t>2</a:t>
            </a:r>
            <a:r>
              <a:rPr sz="1800" spc="-150" dirty="0">
                <a:latin typeface="Times New Roman"/>
                <a:cs typeface="Times New Roman"/>
              </a:rPr>
              <a:t> </a:t>
            </a:r>
            <a:r>
              <a:rPr sz="1800" i="1" dirty="0">
                <a:latin typeface="Times New Roman"/>
                <a:cs typeface="Times New Roman"/>
              </a:rPr>
              <a:t>n </a:t>
            </a:r>
            <a:r>
              <a:rPr sz="1800" dirty="0">
                <a:latin typeface="Times New Roman"/>
                <a:cs typeface="Times New Roman"/>
              </a:rPr>
              <a:t>log</a:t>
            </a:r>
            <a:r>
              <a:rPr sz="1800" baseline="-6944" dirty="0">
                <a:latin typeface="Times New Roman"/>
                <a:cs typeface="Times New Roman"/>
              </a:rPr>
              <a:t>2 </a:t>
            </a:r>
            <a:r>
              <a:rPr sz="1800" i="1" dirty="0">
                <a:latin typeface="Times New Roman"/>
                <a:cs typeface="Times New Roman"/>
              </a:rPr>
              <a:t>n</a:t>
            </a:r>
            <a:r>
              <a:rPr sz="1800" i="1" spc="450" dirty="0">
                <a:latin typeface="Times New Roman"/>
                <a:cs typeface="Times New Roman"/>
              </a:rPr>
              <a:t> </a:t>
            </a:r>
            <a:r>
              <a:rPr sz="1800" dirty="0">
                <a:latin typeface="Times New Roman"/>
                <a:cs typeface="Times New Roman"/>
              </a:rPr>
              <a:t>+ </a:t>
            </a:r>
            <a:r>
              <a:rPr sz="1800" spc="-35" dirty="0">
                <a:latin typeface="Times New Roman"/>
                <a:cs typeface="Times New Roman"/>
              </a:rPr>
              <a:t>2</a:t>
            </a:r>
            <a:r>
              <a:rPr sz="1800" i="1" spc="-35" dirty="0">
                <a:latin typeface="Times New Roman"/>
                <a:cs typeface="Times New Roman"/>
              </a:rPr>
              <a:t>n</a:t>
            </a:r>
            <a:endParaRPr sz="1800">
              <a:latin typeface="Times New Roman"/>
              <a:cs typeface="Times New Roman"/>
            </a:endParaRPr>
          </a:p>
          <a:p>
            <a:pPr marL="3251835">
              <a:lnSpc>
                <a:spcPct val="100000"/>
              </a:lnSpc>
              <a:spcBef>
                <a:spcPts val="1370"/>
              </a:spcBef>
            </a:pPr>
            <a:r>
              <a:rPr sz="1800" dirty="0">
                <a:latin typeface="Times New Roman"/>
                <a:cs typeface="Times New Roman"/>
              </a:rPr>
              <a:t>=</a:t>
            </a:r>
            <a:r>
              <a:rPr sz="1800" spc="445" dirty="0">
                <a:latin typeface="Times New Roman"/>
                <a:cs typeface="Times New Roman"/>
              </a:rPr>
              <a:t> </a:t>
            </a:r>
            <a:r>
              <a:rPr sz="1800" dirty="0">
                <a:latin typeface="Times New Roman"/>
                <a:cs typeface="Times New Roman"/>
              </a:rPr>
              <a:t>2</a:t>
            </a:r>
            <a:r>
              <a:rPr sz="1800" spc="-150" dirty="0">
                <a:latin typeface="Times New Roman"/>
                <a:cs typeface="Times New Roman"/>
              </a:rPr>
              <a:t> </a:t>
            </a:r>
            <a:r>
              <a:rPr sz="1800" i="1" dirty="0">
                <a:latin typeface="Times New Roman"/>
                <a:cs typeface="Times New Roman"/>
              </a:rPr>
              <a:t>n </a:t>
            </a:r>
            <a:r>
              <a:rPr sz="1800" dirty="0">
                <a:latin typeface="Times New Roman"/>
                <a:cs typeface="Times New Roman"/>
              </a:rPr>
              <a:t>(log</a:t>
            </a:r>
            <a:r>
              <a:rPr sz="1800" baseline="-6944" dirty="0">
                <a:latin typeface="Times New Roman"/>
                <a:cs typeface="Times New Roman"/>
              </a:rPr>
              <a:t>2 </a:t>
            </a:r>
            <a:r>
              <a:rPr sz="1800" dirty="0">
                <a:latin typeface="Times New Roman"/>
                <a:cs typeface="Times New Roman"/>
              </a:rPr>
              <a:t>(</a:t>
            </a:r>
            <a:r>
              <a:rPr sz="1800" i="1" dirty="0">
                <a:latin typeface="Times New Roman"/>
                <a:cs typeface="Times New Roman"/>
              </a:rPr>
              <a:t>2n</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 1)</a:t>
            </a:r>
            <a:r>
              <a:rPr sz="1800" spc="450" dirty="0">
                <a:latin typeface="Times New Roman"/>
                <a:cs typeface="Times New Roman"/>
              </a:rPr>
              <a:t> </a:t>
            </a:r>
            <a:r>
              <a:rPr sz="1800" dirty="0">
                <a:latin typeface="Times New Roman"/>
                <a:cs typeface="Times New Roman"/>
              </a:rPr>
              <a:t>+ </a:t>
            </a:r>
            <a:r>
              <a:rPr sz="1800" spc="-25" dirty="0">
                <a:latin typeface="Times New Roman"/>
                <a:cs typeface="Times New Roman"/>
              </a:rPr>
              <a:t>2</a:t>
            </a:r>
            <a:r>
              <a:rPr sz="1800" i="1" spc="-25" dirty="0">
                <a:latin typeface="Times New Roman"/>
                <a:cs typeface="Times New Roman"/>
              </a:rPr>
              <a:t>n</a:t>
            </a:r>
            <a:endParaRPr sz="1800">
              <a:latin typeface="Times New Roman"/>
              <a:cs typeface="Times New Roman"/>
            </a:endParaRPr>
          </a:p>
          <a:p>
            <a:pPr marL="3251835">
              <a:lnSpc>
                <a:spcPct val="100000"/>
              </a:lnSpc>
              <a:spcBef>
                <a:spcPts val="1370"/>
              </a:spcBef>
              <a:tabLst>
                <a:tab pos="4893945" algn="l"/>
              </a:tabLst>
            </a:pPr>
            <a:r>
              <a:rPr sz="1800" dirty="0">
                <a:latin typeface="Times New Roman"/>
                <a:cs typeface="Times New Roman"/>
              </a:rPr>
              <a:t>=</a:t>
            </a:r>
            <a:r>
              <a:rPr sz="1800" spc="445" dirty="0">
                <a:latin typeface="Times New Roman"/>
                <a:cs typeface="Times New Roman"/>
              </a:rPr>
              <a:t> </a:t>
            </a:r>
            <a:r>
              <a:rPr sz="1800" dirty="0">
                <a:latin typeface="Times New Roman"/>
                <a:cs typeface="Times New Roman"/>
              </a:rPr>
              <a:t>2</a:t>
            </a:r>
            <a:r>
              <a:rPr sz="1800" spc="-150" dirty="0">
                <a:latin typeface="Times New Roman"/>
                <a:cs typeface="Times New Roman"/>
              </a:rPr>
              <a:t> </a:t>
            </a:r>
            <a:r>
              <a:rPr sz="1800" i="1" dirty="0">
                <a:latin typeface="Times New Roman"/>
                <a:cs typeface="Times New Roman"/>
              </a:rPr>
              <a:t>n </a:t>
            </a:r>
            <a:r>
              <a:rPr sz="1800" dirty="0">
                <a:latin typeface="Times New Roman"/>
                <a:cs typeface="Times New Roman"/>
              </a:rPr>
              <a:t>log</a:t>
            </a:r>
            <a:r>
              <a:rPr sz="1800" baseline="-6944" dirty="0">
                <a:latin typeface="Times New Roman"/>
                <a:cs typeface="Times New Roman"/>
              </a:rPr>
              <a:t>2 </a:t>
            </a:r>
            <a:r>
              <a:rPr sz="1800" spc="-10" dirty="0">
                <a:latin typeface="Times New Roman"/>
                <a:cs typeface="Times New Roman"/>
              </a:rPr>
              <a:t>(</a:t>
            </a:r>
            <a:r>
              <a:rPr sz="1800" i="1" spc="-10" dirty="0">
                <a:latin typeface="Times New Roman"/>
                <a:cs typeface="Times New Roman"/>
              </a:rPr>
              <a:t>2n</a:t>
            </a:r>
            <a:r>
              <a:rPr sz="1800" spc="-10" dirty="0">
                <a:latin typeface="Times New Roman"/>
                <a:cs typeface="Times New Roman"/>
              </a:rPr>
              <a:t>).</a:t>
            </a:r>
            <a:r>
              <a:rPr sz="1800" dirty="0">
                <a:latin typeface="Times New Roman"/>
                <a:cs typeface="Times New Roman"/>
              </a:rPr>
              <a:t>	</a:t>
            </a:r>
            <a:r>
              <a:rPr sz="1800" spc="-50" dirty="0">
                <a:latin typeface="Lucida Sans Unicode"/>
                <a:cs typeface="Lucida Sans Unicode"/>
              </a:rPr>
              <a:t>▪</a:t>
            </a:r>
            <a:endParaRPr sz="1800">
              <a:latin typeface="Lucida Sans Unicode"/>
              <a:cs typeface="Lucida Sans Unicod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120" dirty="0"/>
              <a:t> </a:t>
            </a:r>
            <a:r>
              <a:rPr spc="60" dirty="0"/>
              <a:t>of</a:t>
            </a:r>
            <a:r>
              <a:rPr spc="120" dirty="0"/>
              <a:t> </a:t>
            </a:r>
            <a:r>
              <a:rPr dirty="0"/>
              <a:t>mergesort</a:t>
            </a:r>
            <a:r>
              <a:rPr spc="120" dirty="0"/>
              <a:t> </a:t>
            </a:r>
            <a:r>
              <a:rPr spc="-10" dirty="0"/>
              <a:t>recurrence</a:t>
            </a:r>
          </a:p>
        </p:txBody>
      </p:sp>
      <p:sp>
        <p:nvSpPr>
          <p:cNvPr id="4" name="object 4"/>
          <p:cNvSpPr txBox="1"/>
          <p:nvPr/>
        </p:nvSpPr>
        <p:spPr>
          <a:xfrm>
            <a:off x="719867" y="1218991"/>
            <a:ext cx="7653020" cy="300355"/>
          </a:xfrm>
          <a:prstGeom prst="rect">
            <a:avLst/>
          </a:prstGeom>
        </p:spPr>
        <p:txBody>
          <a:bodyPr vert="horz" wrap="square" lIns="0" tIns="12700" rIns="0" bIns="0" rtlCol="0">
            <a:spAutoFit/>
          </a:bodyPr>
          <a:lstStyle/>
          <a:p>
            <a:pPr marL="38100">
              <a:lnSpc>
                <a:spcPct val="100000"/>
              </a:lnSpc>
              <a:spcBef>
                <a:spcPts val="100"/>
              </a:spcBef>
              <a:tabLst>
                <a:tab pos="885825" algn="l"/>
              </a:tabLst>
            </a:pPr>
            <a:r>
              <a:rPr sz="1800" spc="-10" dirty="0">
                <a:solidFill>
                  <a:srgbClr val="0048AA"/>
                </a:solidFill>
                <a:latin typeface="Lucida Sans Unicode"/>
                <a:cs typeface="Lucida Sans Unicode"/>
              </a:rPr>
              <a:t>Claim.</a:t>
            </a:r>
            <a:r>
              <a:rPr sz="1800" dirty="0">
                <a:solidFill>
                  <a:srgbClr val="0048AA"/>
                </a:solidFill>
                <a:latin typeface="Lucida Sans Unicode"/>
                <a:cs typeface="Lucida Sans Unicode"/>
              </a:rPr>
              <a:t>	</a:t>
            </a:r>
            <a:r>
              <a:rPr sz="1800" dirty="0">
                <a:latin typeface="Lucida Sans Unicode"/>
                <a:cs typeface="Lucida Sans Unicode"/>
              </a:rPr>
              <a:t>If</a:t>
            </a:r>
            <a:r>
              <a:rPr sz="1800" spc="-5" dirty="0">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Lucida Sans Unicode"/>
                <a:cs typeface="Lucida Sans Unicode"/>
              </a:rPr>
              <a:t>satisfies the following</a:t>
            </a:r>
            <a:r>
              <a:rPr sz="1800" spc="-5" dirty="0">
                <a:latin typeface="Lucida Sans Unicode"/>
                <a:cs typeface="Lucida Sans Unicode"/>
              </a:rPr>
              <a:t> </a:t>
            </a:r>
            <a:r>
              <a:rPr sz="1800" dirty="0">
                <a:latin typeface="Lucida Sans Unicode"/>
                <a:cs typeface="Lucida Sans Unicode"/>
              </a:rPr>
              <a:t>recurrence, then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i="1" dirty="0">
                <a:latin typeface="Times New Roman"/>
                <a:cs typeface="Times New Roman"/>
              </a:rPr>
              <a:t>n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 </a:t>
            </a:r>
            <a:r>
              <a:rPr sz="1800" i="1" spc="-85" dirty="0">
                <a:latin typeface="Times New Roman"/>
                <a:cs typeface="Times New Roman"/>
              </a:rPr>
              <a:t>n</a:t>
            </a:r>
            <a:r>
              <a:rPr sz="1800" spc="-85" dirty="0">
                <a:latin typeface="Symbol"/>
                <a:cs typeface="Symbol"/>
              </a:rPr>
              <a:t></a:t>
            </a:r>
            <a:r>
              <a:rPr sz="1800" spc="-85" dirty="0">
                <a:latin typeface="Lucida Sans Unicode"/>
                <a:cs typeface="Lucida Sans Unicode"/>
              </a:rPr>
              <a:t>.</a:t>
            </a:r>
            <a:endParaRPr sz="1800">
              <a:latin typeface="Lucida Sans Unicode"/>
              <a:cs typeface="Lucida Sans Unicode"/>
            </a:endParaRPr>
          </a:p>
        </p:txBody>
      </p:sp>
      <p:sp>
        <p:nvSpPr>
          <p:cNvPr id="5" name="object 5"/>
          <p:cNvSpPr txBox="1"/>
          <p:nvPr/>
        </p:nvSpPr>
        <p:spPr>
          <a:xfrm>
            <a:off x="719867" y="3393519"/>
            <a:ext cx="4087495" cy="1052830"/>
          </a:xfrm>
          <a:prstGeom prst="rect">
            <a:avLst/>
          </a:prstGeom>
        </p:spPr>
        <p:txBody>
          <a:bodyPr vert="horz" wrap="square" lIns="0" tIns="12700" rIns="0" bIns="0" rtlCol="0">
            <a:spAutoFit/>
          </a:bodyPr>
          <a:lstStyle/>
          <a:p>
            <a:pPr marL="38100">
              <a:lnSpc>
                <a:spcPts val="1980"/>
              </a:lnSpc>
              <a:spcBef>
                <a:spcPts val="100"/>
              </a:spcBef>
              <a:tabLst>
                <a:tab pos="53784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solidFill>
                  <a:srgbClr val="606060"/>
                </a:solidFill>
                <a:latin typeface="Lucida Sans Unicode"/>
                <a:cs typeface="Lucida Sans Unicode"/>
              </a:rPr>
              <a:t>[by</a:t>
            </a:r>
            <a:r>
              <a:rPr sz="1800" spc="10" dirty="0">
                <a:solidFill>
                  <a:srgbClr val="606060"/>
                </a:solidFill>
                <a:latin typeface="Lucida Sans Unicode"/>
                <a:cs typeface="Lucida Sans Unicode"/>
              </a:rPr>
              <a:t> </a:t>
            </a:r>
            <a:r>
              <a:rPr sz="1800" dirty="0">
                <a:solidFill>
                  <a:srgbClr val="606060"/>
                </a:solidFill>
                <a:latin typeface="Lucida Sans Unicode"/>
                <a:cs typeface="Lucida Sans Unicode"/>
              </a:rPr>
              <a:t>strong</a:t>
            </a:r>
            <a:r>
              <a:rPr sz="1800" spc="5" dirty="0">
                <a:solidFill>
                  <a:srgbClr val="606060"/>
                </a:solidFill>
                <a:latin typeface="Lucida Sans Unicode"/>
                <a:cs typeface="Lucida Sans Unicode"/>
              </a:rPr>
              <a:t> </a:t>
            </a:r>
            <a:r>
              <a:rPr sz="1800" dirty="0">
                <a:solidFill>
                  <a:srgbClr val="606060"/>
                </a:solidFill>
                <a:latin typeface="Lucida Sans Unicode"/>
                <a:cs typeface="Lucida Sans Unicode"/>
              </a:rPr>
              <a:t>induction</a:t>
            </a:r>
            <a:r>
              <a:rPr sz="1800" spc="10" dirty="0">
                <a:solidFill>
                  <a:srgbClr val="606060"/>
                </a:solidFill>
                <a:latin typeface="Lucida Sans Unicode"/>
                <a:cs typeface="Lucida Sans Unicode"/>
              </a:rPr>
              <a:t> </a:t>
            </a:r>
            <a:r>
              <a:rPr sz="1800" dirty="0">
                <a:solidFill>
                  <a:srgbClr val="606060"/>
                </a:solidFill>
                <a:latin typeface="Lucida Sans Unicode"/>
                <a:cs typeface="Lucida Sans Unicode"/>
              </a:rPr>
              <a:t>on</a:t>
            </a:r>
            <a:r>
              <a:rPr sz="1800" spc="10" dirty="0">
                <a:solidFill>
                  <a:srgbClr val="606060"/>
                </a:solidFill>
                <a:latin typeface="Lucida Sans Unicode"/>
                <a:cs typeface="Lucida Sans Unicode"/>
              </a:rPr>
              <a:t> </a:t>
            </a:r>
            <a:r>
              <a:rPr sz="1800" i="1" spc="-25" dirty="0">
                <a:solidFill>
                  <a:srgbClr val="606060"/>
                </a:solidFill>
                <a:latin typeface="Times New Roman"/>
                <a:cs typeface="Times New Roman"/>
              </a:rPr>
              <a:t>n</a:t>
            </a:r>
            <a:r>
              <a:rPr sz="1800" spc="-25" dirty="0">
                <a:solidFill>
                  <a:srgbClr val="606060"/>
                </a:solidFill>
                <a:latin typeface="Lucida Sans Unicode"/>
                <a:cs typeface="Lucida Sans Unicode"/>
              </a:rPr>
              <a:t>]</a:t>
            </a:r>
            <a:endParaRPr sz="1800">
              <a:latin typeface="Lucida Sans Unicode"/>
              <a:cs typeface="Lucida Sans Unicode"/>
            </a:endParaRPr>
          </a:p>
          <a:p>
            <a:pPr marL="133350">
              <a:lnSpc>
                <a:spcPts val="2960"/>
              </a:lnSpc>
              <a:tabLst>
                <a:tab pos="1779905" algn="l"/>
              </a:tabLst>
            </a:pPr>
            <a:r>
              <a:rPr sz="4275" spc="2175" baseline="-7797" dirty="0">
                <a:latin typeface="Yu Gothic UI"/>
                <a:cs typeface="Yu Gothic UI"/>
              </a:rPr>
              <a:t>・</a:t>
            </a:r>
            <a:r>
              <a:rPr sz="1800" dirty="0">
                <a:latin typeface="Lucida Sans Unicode"/>
                <a:cs typeface="Lucida Sans Unicode"/>
              </a:rPr>
              <a:t>Base </a:t>
            </a:r>
            <a:r>
              <a:rPr sz="1800" spc="-10" dirty="0">
                <a:latin typeface="Lucida Sans Unicode"/>
                <a:cs typeface="Lucida Sans Unicode"/>
              </a:rPr>
              <a:t>case:</a:t>
            </a:r>
            <a:r>
              <a:rPr sz="1800" dirty="0">
                <a:latin typeface="Lucida Sans Unicode"/>
                <a:cs typeface="Lucida Sans Unicode"/>
              </a:rPr>
              <a:t>	</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1</a:t>
            </a:r>
            <a:r>
              <a:rPr sz="1800" spc="-25" dirty="0">
                <a:latin typeface="Lucida Sans Unicode"/>
                <a:cs typeface="Lucida Sans Unicode"/>
              </a:rPr>
              <a:t>.</a:t>
            </a:r>
            <a:endParaRPr sz="1800">
              <a:latin typeface="Lucida Sans Unicode"/>
              <a:cs typeface="Lucida Sans Unicode"/>
            </a:endParaRPr>
          </a:p>
          <a:p>
            <a:pPr marL="133350">
              <a:lnSpc>
                <a:spcPts val="3135"/>
              </a:lnSpc>
              <a:tabLst>
                <a:tab pos="2449195" algn="l"/>
              </a:tabLst>
            </a:pPr>
            <a:r>
              <a:rPr sz="4275" spc="2175" baseline="-7797" dirty="0">
                <a:latin typeface="Yu Gothic UI"/>
                <a:cs typeface="Yu Gothic UI"/>
              </a:rPr>
              <a:t>・</a:t>
            </a:r>
            <a:r>
              <a:rPr sz="1800" dirty="0">
                <a:latin typeface="Lucida Sans Unicode"/>
                <a:cs typeface="Lucida Sans Unicode"/>
              </a:rPr>
              <a:t>Define </a:t>
            </a:r>
            <a:r>
              <a:rPr sz="1800" i="1" dirty="0">
                <a:latin typeface="Times New Roman"/>
                <a:cs typeface="Times New Roman"/>
              </a:rPr>
              <a:t>n</a:t>
            </a:r>
            <a:r>
              <a:rPr sz="2100" baseline="-17857" dirty="0">
                <a:latin typeface="Times New Roman"/>
                <a:cs typeface="Times New Roman"/>
              </a:rPr>
              <a:t>1</a:t>
            </a:r>
            <a:r>
              <a:rPr sz="2100" spc="150" baseline="-17857" dirty="0">
                <a:latin typeface="Times New Roman"/>
                <a:cs typeface="Times New Roman"/>
              </a:rPr>
              <a:t> </a:t>
            </a:r>
            <a:r>
              <a:rPr sz="1800" dirty="0">
                <a:latin typeface="Times New Roman"/>
                <a:cs typeface="Times New Roman"/>
              </a:rPr>
              <a:t>= </a:t>
            </a:r>
            <a:r>
              <a:rPr sz="1800" dirty="0">
                <a:latin typeface="Symbol"/>
                <a:cs typeface="Symbol"/>
              </a:rPr>
              <a:t></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2</a:t>
            </a:r>
            <a:r>
              <a:rPr sz="1800" spc="-25" dirty="0">
                <a:latin typeface="Symbol"/>
                <a:cs typeface="Symbol"/>
              </a:rPr>
              <a:t></a:t>
            </a:r>
            <a:r>
              <a:rPr sz="1800" dirty="0">
                <a:latin typeface="Times New Roman"/>
                <a:cs typeface="Times New Roman"/>
              </a:rPr>
              <a:t>	</a:t>
            </a:r>
            <a:r>
              <a:rPr sz="1800" dirty="0">
                <a:latin typeface="Lucida Sans Unicode"/>
                <a:cs typeface="Lucida Sans Unicode"/>
              </a:rPr>
              <a:t>and</a:t>
            </a:r>
            <a:r>
              <a:rPr sz="1800" spc="-10" dirty="0">
                <a:latin typeface="Lucida Sans Unicode"/>
                <a:cs typeface="Lucida Sans Unicode"/>
              </a:rPr>
              <a:t> </a:t>
            </a:r>
            <a:r>
              <a:rPr sz="1800" i="1" dirty="0">
                <a:latin typeface="Times New Roman"/>
                <a:cs typeface="Times New Roman"/>
              </a:rPr>
              <a:t>n</a:t>
            </a:r>
            <a:r>
              <a:rPr sz="2100" baseline="-17857" dirty="0">
                <a:latin typeface="Times New Roman"/>
                <a:cs typeface="Times New Roman"/>
              </a:rPr>
              <a:t>2</a:t>
            </a:r>
            <a:r>
              <a:rPr sz="2100" spc="142" baseline="-17857"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spc="-80" dirty="0">
                <a:latin typeface="Times New Roman"/>
                <a:cs typeface="Times New Roman"/>
              </a:rPr>
              <a:t>2</a:t>
            </a:r>
            <a:r>
              <a:rPr sz="1800" spc="-80" dirty="0">
                <a:latin typeface="Symbol"/>
                <a:cs typeface="Symbol"/>
              </a:rPr>
              <a:t></a:t>
            </a:r>
            <a:r>
              <a:rPr sz="1800" spc="-80" dirty="0">
                <a:latin typeface="Lucida Sans Unicode"/>
                <a:cs typeface="Lucida Sans Unicode"/>
              </a:rPr>
              <a:t>.</a:t>
            </a:r>
            <a:endParaRPr sz="1800">
              <a:latin typeface="Lucida Sans Unicode"/>
              <a:cs typeface="Lucida Sans Unicode"/>
            </a:endParaRPr>
          </a:p>
        </p:txBody>
      </p:sp>
      <p:sp>
        <p:nvSpPr>
          <p:cNvPr id="6" name="object 6"/>
          <p:cNvSpPr txBox="1"/>
          <p:nvPr/>
        </p:nvSpPr>
        <p:spPr>
          <a:xfrm>
            <a:off x="815241" y="4343444"/>
            <a:ext cx="5410835" cy="465455"/>
          </a:xfrm>
          <a:prstGeom prst="rect">
            <a:avLst/>
          </a:prstGeom>
        </p:spPr>
        <p:txBody>
          <a:bodyPr vert="horz" wrap="square" lIns="0" tIns="16510" rIns="0" bIns="0" rtlCol="0">
            <a:spAutoFit/>
          </a:bodyPr>
          <a:lstStyle/>
          <a:p>
            <a:pPr marL="38100">
              <a:lnSpc>
                <a:spcPct val="100000"/>
              </a:lnSpc>
              <a:spcBef>
                <a:spcPts val="130"/>
              </a:spcBef>
              <a:tabLst>
                <a:tab pos="2214245" algn="l"/>
              </a:tabLst>
            </a:pPr>
            <a:r>
              <a:rPr sz="4275" spc="2175" baseline="-7797" dirty="0">
                <a:latin typeface="Yu Gothic UI"/>
                <a:cs typeface="Yu Gothic UI"/>
              </a:rPr>
              <a:t>・</a:t>
            </a:r>
            <a:r>
              <a:rPr sz="1800" dirty="0">
                <a:latin typeface="Lucida Sans Unicode"/>
                <a:cs typeface="Lucida Sans Unicode"/>
              </a:rPr>
              <a:t>Induction </a:t>
            </a:r>
            <a:r>
              <a:rPr sz="1800" spc="-10" dirty="0">
                <a:latin typeface="Lucida Sans Unicode"/>
                <a:cs typeface="Lucida Sans Unicode"/>
              </a:rPr>
              <a:t>step:</a:t>
            </a:r>
            <a:r>
              <a:rPr sz="1800" dirty="0">
                <a:latin typeface="Lucida Sans Unicode"/>
                <a:cs typeface="Lucida Sans Unicode"/>
              </a:rPr>
              <a:t>	assume true for </a:t>
            </a:r>
            <a:r>
              <a:rPr sz="1800" dirty="0">
                <a:latin typeface="Times New Roman"/>
                <a:cs typeface="Times New Roman"/>
              </a:rPr>
              <a:t>1, 2, ... , </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1</a:t>
            </a:r>
            <a:r>
              <a:rPr sz="1800" spc="-25" dirty="0">
                <a:latin typeface="Lucida Sans Unicode"/>
                <a:cs typeface="Lucida Sans Unicode"/>
              </a:rPr>
              <a:t>.</a:t>
            </a:r>
            <a:endParaRPr sz="1800">
              <a:latin typeface="Lucida Sans Unicode"/>
              <a:cs typeface="Lucida Sans Unicode"/>
            </a:endParaRPr>
          </a:p>
        </p:txBody>
      </p:sp>
      <p:grpSp>
        <p:nvGrpSpPr>
          <p:cNvPr id="7" name="object 7"/>
          <p:cNvGrpSpPr/>
          <p:nvPr/>
        </p:nvGrpSpPr>
        <p:grpSpPr>
          <a:xfrm>
            <a:off x="5026200" y="6411014"/>
            <a:ext cx="1657350" cy="92075"/>
            <a:chOff x="5026200" y="6411014"/>
            <a:chExt cx="1657350" cy="92075"/>
          </a:xfrm>
        </p:grpSpPr>
        <p:sp>
          <p:nvSpPr>
            <p:cNvPr id="8" name="object 8"/>
            <p:cNvSpPr/>
            <p:nvPr/>
          </p:nvSpPr>
          <p:spPr>
            <a:xfrm>
              <a:off x="5085331" y="6456777"/>
              <a:ext cx="1598295" cy="635"/>
            </a:xfrm>
            <a:custGeom>
              <a:avLst/>
              <a:gdLst/>
              <a:ahLst/>
              <a:cxnLst/>
              <a:rect l="l" t="t" r="r" b="b"/>
              <a:pathLst>
                <a:path w="1598295" h="635">
                  <a:moveTo>
                    <a:pt x="0" y="17"/>
                  </a:moveTo>
                  <a:lnTo>
                    <a:pt x="9537" y="17"/>
                  </a:lnTo>
                  <a:lnTo>
                    <a:pt x="1597841" y="0"/>
                  </a:lnTo>
                </a:path>
              </a:pathLst>
            </a:custGeom>
            <a:ln w="19074">
              <a:solidFill>
                <a:srgbClr val="000000"/>
              </a:solidFill>
            </a:ln>
          </p:spPr>
          <p:txBody>
            <a:bodyPr wrap="square" lIns="0" tIns="0" rIns="0" bIns="0" rtlCol="0"/>
            <a:lstStyle/>
            <a:p>
              <a:endParaRPr/>
            </a:p>
          </p:txBody>
        </p:sp>
        <p:sp>
          <p:nvSpPr>
            <p:cNvPr id="9" name="object 9"/>
            <p:cNvSpPr/>
            <p:nvPr/>
          </p:nvSpPr>
          <p:spPr>
            <a:xfrm>
              <a:off x="5026200" y="6411014"/>
              <a:ext cx="92075" cy="92075"/>
            </a:xfrm>
            <a:custGeom>
              <a:avLst/>
              <a:gdLst/>
              <a:ahLst/>
              <a:cxnLst/>
              <a:rect l="l" t="t" r="r" b="b"/>
              <a:pathLst>
                <a:path w="92075" h="92075">
                  <a:moveTo>
                    <a:pt x="91558" y="0"/>
                  </a:moveTo>
                  <a:lnTo>
                    <a:pt x="0" y="45780"/>
                  </a:lnTo>
                  <a:lnTo>
                    <a:pt x="91559" y="91558"/>
                  </a:lnTo>
                  <a:lnTo>
                    <a:pt x="68669" y="45780"/>
                  </a:lnTo>
                  <a:lnTo>
                    <a:pt x="91558" y="0"/>
                  </a:lnTo>
                  <a:close/>
                </a:path>
              </a:pathLst>
            </a:custGeom>
            <a:solidFill>
              <a:srgbClr val="000000"/>
            </a:solidFill>
          </p:spPr>
          <p:txBody>
            <a:bodyPr wrap="square" lIns="0" tIns="0" rIns="0" bIns="0" rtlCol="0"/>
            <a:lstStyle/>
            <a:p>
              <a:endParaRPr/>
            </a:p>
          </p:txBody>
        </p:sp>
      </p:grpSp>
      <p:sp>
        <p:nvSpPr>
          <p:cNvPr id="10" name="object 10"/>
          <p:cNvSpPr/>
          <p:nvPr/>
        </p:nvSpPr>
        <p:spPr>
          <a:xfrm>
            <a:off x="2653897" y="1988960"/>
            <a:ext cx="124460" cy="715645"/>
          </a:xfrm>
          <a:custGeom>
            <a:avLst/>
            <a:gdLst/>
            <a:ahLst/>
            <a:cxnLst/>
            <a:rect l="l" t="t" r="r" b="b"/>
            <a:pathLst>
              <a:path w="124460" h="715644">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sp>
        <p:nvSpPr>
          <p:cNvPr id="11" name="object 11"/>
          <p:cNvSpPr txBox="1"/>
          <p:nvPr/>
        </p:nvSpPr>
        <p:spPr>
          <a:xfrm>
            <a:off x="2889271" y="1922851"/>
            <a:ext cx="1261110" cy="731520"/>
          </a:xfrm>
          <a:prstGeom prst="rect">
            <a:avLst/>
          </a:prstGeom>
        </p:spPr>
        <p:txBody>
          <a:bodyPr vert="horz" wrap="square" lIns="0" tIns="90805" rIns="0" bIns="0" rtlCol="0">
            <a:spAutoFit/>
          </a:bodyPr>
          <a:lstStyle/>
          <a:p>
            <a:pPr marL="12700">
              <a:lnSpc>
                <a:spcPct val="100000"/>
              </a:lnSpc>
              <a:spcBef>
                <a:spcPts val="715"/>
              </a:spcBef>
            </a:pPr>
            <a:r>
              <a:rPr sz="1800" spc="-50" dirty="0">
                <a:latin typeface="Times New Roman"/>
                <a:cs typeface="Times New Roman"/>
              </a:rPr>
              <a:t>0</a:t>
            </a:r>
            <a:endParaRPr sz="1800">
              <a:latin typeface="Times New Roman"/>
              <a:cs typeface="Times New Roman"/>
            </a:endParaRPr>
          </a:p>
          <a:p>
            <a:pPr marL="12700">
              <a:lnSpc>
                <a:spcPct val="100000"/>
              </a:lnSpc>
              <a:spcBef>
                <a:spcPts val="620"/>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spc="-235" dirty="0">
                <a:latin typeface="Times New Roman"/>
                <a:cs typeface="Times New Roman"/>
              </a:rPr>
              <a:t>2</a:t>
            </a:r>
            <a:r>
              <a:rPr sz="1800" spc="-235" dirty="0">
                <a:latin typeface="Symbol"/>
                <a:cs typeface="Symbol"/>
              </a:rPr>
              <a:t></a:t>
            </a:r>
            <a:r>
              <a:rPr sz="1800" spc="-150" dirty="0">
                <a:latin typeface="Times New Roman"/>
                <a:cs typeface="Times New Roman"/>
              </a:rPr>
              <a:t> </a:t>
            </a:r>
            <a:r>
              <a:rPr sz="1800" dirty="0">
                <a:latin typeface="Times New Roman"/>
                <a:cs typeface="Times New Roman"/>
              </a:rPr>
              <a:t>)</a:t>
            </a:r>
            <a:r>
              <a:rPr sz="1800" spc="455"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12" name="object 12"/>
          <p:cNvSpPr txBox="1"/>
          <p:nvPr/>
        </p:nvSpPr>
        <p:spPr>
          <a:xfrm>
            <a:off x="4296374" y="2353941"/>
            <a:ext cx="149034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 </a:t>
            </a:r>
            <a:r>
              <a:rPr sz="1800" dirty="0">
                <a:latin typeface="Times New Roman"/>
                <a:cs typeface="Times New Roman"/>
              </a:rPr>
              <a:t>/ 2</a:t>
            </a:r>
            <a:r>
              <a:rPr sz="1800" dirty="0">
                <a:latin typeface="Symbol"/>
                <a:cs typeface="Symbol"/>
              </a:rPr>
              <a:t></a:t>
            </a:r>
            <a:r>
              <a:rPr sz="1800" spc="-1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i="1" spc="-50" dirty="0">
                <a:latin typeface="Times New Roman"/>
                <a:cs typeface="Times New Roman"/>
              </a:rPr>
              <a:t>n</a:t>
            </a:r>
            <a:endParaRPr sz="1800">
              <a:latin typeface="Times New Roman"/>
              <a:cs typeface="Times New Roman"/>
            </a:endParaRPr>
          </a:p>
        </p:txBody>
      </p:sp>
      <p:sp>
        <p:nvSpPr>
          <p:cNvPr id="13" name="object 13"/>
          <p:cNvSpPr txBox="1"/>
          <p:nvPr/>
        </p:nvSpPr>
        <p:spPr>
          <a:xfrm>
            <a:off x="5962685" y="1922851"/>
            <a:ext cx="915669" cy="731520"/>
          </a:xfrm>
          <a:prstGeom prst="rect">
            <a:avLst/>
          </a:prstGeom>
        </p:spPr>
        <p:txBody>
          <a:bodyPr vert="horz" wrap="square" lIns="0" tIns="12700" rIns="0" bIns="0" rtlCol="0">
            <a:spAutoFit/>
          </a:bodyPr>
          <a:lstStyle/>
          <a:p>
            <a:pPr marL="12700" marR="5080">
              <a:lnSpc>
                <a:spcPct val="128600"/>
              </a:lnSpc>
              <a:spcBef>
                <a:spcPts val="100"/>
              </a:spcBef>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 </a:t>
            </a:r>
            <a:r>
              <a:rPr sz="1800" spc="-10" dirty="0">
                <a:latin typeface="Times New Roman"/>
                <a:cs typeface="Times New Roman"/>
              </a:rPr>
              <a:t>otherwise</a:t>
            </a:r>
            <a:endParaRPr sz="1800">
              <a:latin typeface="Times New Roman"/>
              <a:cs typeface="Times New Roman"/>
            </a:endParaRPr>
          </a:p>
        </p:txBody>
      </p:sp>
      <p:sp>
        <p:nvSpPr>
          <p:cNvPr id="14" name="object 14"/>
          <p:cNvSpPr txBox="1"/>
          <p:nvPr/>
        </p:nvSpPr>
        <p:spPr>
          <a:xfrm>
            <a:off x="1801783" y="2210880"/>
            <a:ext cx="65976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15" name="object 15"/>
          <p:cNvSpPr txBox="1"/>
          <p:nvPr/>
        </p:nvSpPr>
        <p:spPr>
          <a:xfrm>
            <a:off x="2374846" y="5091176"/>
            <a:ext cx="419734" cy="300355"/>
          </a:xfrm>
          <a:prstGeom prst="rect">
            <a:avLst/>
          </a:prstGeom>
        </p:spPr>
        <p:txBody>
          <a:bodyPr vert="horz" wrap="square" lIns="0" tIns="12700" rIns="0" bIns="0" rtlCol="0">
            <a:spAutoFit/>
          </a:bodyPr>
          <a:lstStyle/>
          <a:p>
            <a:pPr marL="12700">
              <a:lnSpc>
                <a:spcPct val="100000"/>
              </a:lnSpc>
              <a:spcBef>
                <a:spcPts val="100"/>
              </a:spcBef>
            </a:pPr>
            <a:r>
              <a:rPr sz="1800" i="1" spc="-20" dirty="0">
                <a:latin typeface="Times New Roman"/>
                <a:cs typeface="Times New Roman"/>
              </a:rPr>
              <a:t>T</a:t>
            </a:r>
            <a:r>
              <a:rPr sz="1800" spc="-20" dirty="0">
                <a:latin typeface="Times New Roman"/>
                <a:cs typeface="Times New Roman"/>
              </a:rPr>
              <a:t>(</a:t>
            </a:r>
            <a:r>
              <a:rPr sz="1800" i="1" spc="-20" dirty="0">
                <a:latin typeface="Times New Roman"/>
                <a:cs typeface="Times New Roman"/>
              </a:rPr>
              <a:t>n</a:t>
            </a:r>
            <a:r>
              <a:rPr sz="1800" spc="-20" dirty="0">
                <a:latin typeface="Times New Roman"/>
                <a:cs typeface="Times New Roman"/>
              </a:rPr>
              <a:t>)</a:t>
            </a:r>
            <a:endParaRPr sz="1800">
              <a:latin typeface="Times New Roman"/>
              <a:cs typeface="Times New Roman"/>
            </a:endParaRPr>
          </a:p>
        </p:txBody>
      </p:sp>
      <p:sp>
        <p:nvSpPr>
          <p:cNvPr id="16" name="object 16"/>
          <p:cNvSpPr txBox="1"/>
          <p:nvPr/>
        </p:nvSpPr>
        <p:spPr>
          <a:xfrm>
            <a:off x="3008844" y="4993894"/>
            <a:ext cx="2980055" cy="1160780"/>
          </a:xfrm>
          <a:prstGeom prst="rect">
            <a:avLst/>
          </a:prstGeom>
        </p:spPr>
        <p:txBody>
          <a:bodyPr vert="horz" wrap="square" lIns="0" tIns="109855" rIns="0" bIns="0" rtlCol="0">
            <a:spAutoFit/>
          </a:bodyPr>
          <a:lstStyle/>
          <a:p>
            <a:pPr marL="38100">
              <a:lnSpc>
                <a:spcPct val="100000"/>
              </a:lnSpc>
              <a:spcBef>
                <a:spcPts val="865"/>
              </a:spcBef>
            </a:pP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baseline="-6944" dirty="0">
                <a:latin typeface="Times New Roman"/>
                <a:cs typeface="Times New Roman"/>
              </a:rPr>
              <a:t>1</a:t>
            </a:r>
            <a:r>
              <a:rPr sz="1800" dirty="0">
                <a:latin typeface="Times New Roman"/>
                <a:cs typeface="Times New Roman"/>
              </a:rPr>
              <a:t>) +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baseline="-6944" dirty="0">
                <a:latin typeface="Times New Roman"/>
                <a:cs typeface="Times New Roman"/>
              </a:rPr>
              <a:t>2</a:t>
            </a:r>
            <a:r>
              <a:rPr sz="1800" dirty="0">
                <a:latin typeface="Times New Roman"/>
                <a:cs typeface="Times New Roman"/>
              </a:rPr>
              <a:t>) +</a:t>
            </a:r>
            <a:r>
              <a:rPr sz="1800" spc="450" dirty="0">
                <a:latin typeface="Times New Roman"/>
                <a:cs typeface="Times New Roman"/>
              </a:rPr>
              <a:t> </a:t>
            </a:r>
            <a:r>
              <a:rPr sz="1800" i="1" spc="-50" dirty="0">
                <a:latin typeface="Times New Roman"/>
                <a:cs typeface="Times New Roman"/>
              </a:rPr>
              <a:t>n</a:t>
            </a:r>
            <a:endParaRPr sz="1800">
              <a:latin typeface="Times New Roman"/>
              <a:cs typeface="Times New Roman"/>
            </a:endParaRPr>
          </a:p>
          <a:p>
            <a:pPr marL="38100">
              <a:lnSpc>
                <a:spcPct val="100000"/>
              </a:lnSpc>
              <a:spcBef>
                <a:spcPts val="770"/>
              </a:spcBef>
            </a:pP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n</a:t>
            </a:r>
            <a:r>
              <a:rPr sz="1800" baseline="-6944" dirty="0">
                <a:latin typeface="Times New Roman"/>
                <a:cs typeface="Times New Roman"/>
              </a:rPr>
              <a:t>1</a:t>
            </a:r>
            <a:r>
              <a:rPr sz="1800" spc="7" baseline="-6944" dirty="0">
                <a:latin typeface="Times New Roman"/>
                <a:cs typeface="Times New Roman"/>
              </a:rPr>
              <a:t>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 </a:t>
            </a:r>
            <a:r>
              <a:rPr sz="1800" i="1" spc="-180" dirty="0">
                <a:latin typeface="Times New Roman"/>
                <a:cs typeface="Times New Roman"/>
              </a:rPr>
              <a:t>n</a:t>
            </a:r>
            <a:r>
              <a:rPr sz="1800" spc="-270" baseline="-6944" dirty="0">
                <a:latin typeface="Times New Roman"/>
                <a:cs typeface="Times New Roman"/>
              </a:rPr>
              <a:t>1</a:t>
            </a:r>
            <a:r>
              <a:rPr sz="1800" spc="-180" dirty="0">
                <a:latin typeface="Symbol"/>
                <a:cs typeface="Symbol"/>
              </a:rPr>
              <a:t></a:t>
            </a:r>
            <a:r>
              <a:rPr sz="1800" spc="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i="1" dirty="0">
                <a:latin typeface="Times New Roman"/>
                <a:cs typeface="Times New Roman"/>
              </a:rPr>
              <a:t>n</a:t>
            </a:r>
            <a:r>
              <a:rPr sz="1800" baseline="-6944" dirty="0">
                <a:latin typeface="Times New Roman"/>
                <a:cs typeface="Times New Roman"/>
              </a:rPr>
              <a:t>2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a:t>
            </a:r>
            <a:r>
              <a:rPr sz="1800" spc="7" baseline="-6944" dirty="0">
                <a:latin typeface="Times New Roman"/>
                <a:cs typeface="Times New Roman"/>
              </a:rPr>
              <a:t> </a:t>
            </a:r>
            <a:r>
              <a:rPr sz="1800" i="1" spc="-180" dirty="0">
                <a:latin typeface="Times New Roman"/>
                <a:cs typeface="Times New Roman"/>
              </a:rPr>
              <a:t>n</a:t>
            </a:r>
            <a:r>
              <a:rPr sz="1800" spc="-270" baseline="-6944" dirty="0">
                <a:latin typeface="Times New Roman"/>
                <a:cs typeface="Times New Roman"/>
              </a:rPr>
              <a:t>2</a:t>
            </a:r>
            <a:r>
              <a:rPr sz="1800" spc="-180" dirty="0">
                <a:latin typeface="Symbol"/>
                <a:cs typeface="Symbol"/>
              </a:rPr>
              <a:t></a:t>
            </a:r>
            <a:r>
              <a:rPr sz="1800" spc="5" dirty="0">
                <a:latin typeface="Times New Roman"/>
                <a:cs typeface="Times New Roman"/>
              </a:rPr>
              <a:t> </a:t>
            </a:r>
            <a:r>
              <a:rPr sz="1800" dirty="0">
                <a:latin typeface="Times New Roman"/>
                <a:cs typeface="Times New Roman"/>
              </a:rPr>
              <a:t>+</a:t>
            </a:r>
            <a:r>
              <a:rPr sz="1800" spc="465" dirty="0">
                <a:latin typeface="Times New Roman"/>
                <a:cs typeface="Times New Roman"/>
              </a:rPr>
              <a:t> </a:t>
            </a:r>
            <a:r>
              <a:rPr sz="1800" i="1" spc="-50" dirty="0">
                <a:latin typeface="Times New Roman"/>
                <a:cs typeface="Times New Roman"/>
              </a:rPr>
              <a:t>n</a:t>
            </a:r>
            <a:endParaRPr sz="1800">
              <a:latin typeface="Times New Roman"/>
              <a:cs typeface="Times New Roman"/>
            </a:endParaRPr>
          </a:p>
          <a:p>
            <a:pPr marL="38100">
              <a:lnSpc>
                <a:spcPct val="100000"/>
              </a:lnSpc>
              <a:spcBef>
                <a:spcPts val="919"/>
              </a:spcBef>
            </a:pP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n</a:t>
            </a:r>
            <a:r>
              <a:rPr sz="1800" baseline="-6944" dirty="0">
                <a:latin typeface="Times New Roman"/>
                <a:cs typeface="Times New Roman"/>
              </a:rPr>
              <a:t>1</a:t>
            </a:r>
            <a:r>
              <a:rPr sz="1800" spc="7" baseline="-6944" dirty="0">
                <a:latin typeface="Times New Roman"/>
                <a:cs typeface="Times New Roman"/>
              </a:rPr>
              <a:t>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 </a:t>
            </a:r>
            <a:r>
              <a:rPr sz="1800" i="1" spc="-180" dirty="0">
                <a:latin typeface="Times New Roman"/>
                <a:cs typeface="Times New Roman"/>
              </a:rPr>
              <a:t>n</a:t>
            </a:r>
            <a:r>
              <a:rPr sz="1800" spc="-270" baseline="-6944" dirty="0">
                <a:latin typeface="Times New Roman"/>
                <a:cs typeface="Times New Roman"/>
              </a:rPr>
              <a:t>2</a:t>
            </a:r>
            <a:r>
              <a:rPr sz="1800" spc="-180" dirty="0">
                <a:latin typeface="Symbol"/>
                <a:cs typeface="Symbol"/>
              </a:rPr>
              <a:t></a:t>
            </a:r>
            <a:r>
              <a:rPr sz="1800" spc="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i="1" dirty="0">
                <a:latin typeface="Times New Roman"/>
                <a:cs typeface="Times New Roman"/>
              </a:rPr>
              <a:t>n</a:t>
            </a:r>
            <a:r>
              <a:rPr sz="1800" baseline="-6944" dirty="0">
                <a:latin typeface="Times New Roman"/>
                <a:cs typeface="Times New Roman"/>
              </a:rPr>
              <a:t>2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a:t>
            </a:r>
            <a:r>
              <a:rPr sz="1800" spc="7" baseline="-6944" dirty="0">
                <a:latin typeface="Times New Roman"/>
                <a:cs typeface="Times New Roman"/>
              </a:rPr>
              <a:t> </a:t>
            </a:r>
            <a:r>
              <a:rPr sz="1800" i="1" spc="-180" dirty="0">
                <a:latin typeface="Times New Roman"/>
                <a:cs typeface="Times New Roman"/>
              </a:rPr>
              <a:t>n</a:t>
            </a:r>
            <a:r>
              <a:rPr sz="1800" spc="-270" baseline="-6944" dirty="0">
                <a:latin typeface="Times New Roman"/>
                <a:cs typeface="Times New Roman"/>
              </a:rPr>
              <a:t>2</a:t>
            </a:r>
            <a:r>
              <a:rPr sz="1800" spc="-180" dirty="0">
                <a:latin typeface="Symbol"/>
                <a:cs typeface="Symbol"/>
              </a:rPr>
              <a:t></a:t>
            </a:r>
            <a:r>
              <a:rPr sz="1800" spc="5" dirty="0">
                <a:latin typeface="Times New Roman"/>
                <a:cs typeface="Times New Roman"/>
              </a:rPr>
              <a:t> </a:t>
            </a:r>
            <a:r>
              <a:rPr sz="1800" dirty="0">
                <a:latin typeface="Times New Roman"/>
                <a:cs typeface="Times New Roman"/>
              </a:rPr>
              <a:t>+</a:t>
            </a:r>
            <a:r>
              <a:rPr sz="1800" spc="465" dirty="0">
                <a:latin typeface="Times New Roman"/>
                <a:cs typeface="Times New Roman"/>
              </a:rPr>
              <a:t> </a:t>
            </a:r>
            <a:r>
              <a:rPr sz="1800" i="1" spc="-50" dirty="0">
                <a:latin typeface="Times New Roman"/>
                <a:cs typeface="Times New Roman"/>
              </a:rPr>
              <a:t>n</a:t>
            </a:r>
            <a:endParaRPr sz="1800">
              <a:latin typeface="Times New Roman"/>
              <a:cs typeface="Times New Roman"/>
            </a:endParaRPr>
          </a:p>
        </p:txBody>
      </p:sp>
      <p:sp>
        <p:nvSpPr>
          <p:cNvPr id="17" name="object 17"/>
          <p:cNvSpPr txBox="1"/>
          <p:nvPr/>
        </p:nvSpPr>
        <p:spPr>
          <a:xfrm>
            <a:off x="3027918" y="6245200"/>
            <a:ext cx="1680210" cy="300355"/>
          </a:xfrm>
          <a:prstGeom prst="rect">
            <a:avLst/>
          </a:prstGeom>
        </p:spPr>
        <p:txBody>
          <a:bodyPr vert="horz" wrap="square" lIns="0" tIns="12700" rIns="0" bIns="0" rtlCol="0">
            <a:spAutoFit/>
          </a:bodyPr>
          <a:lstStyle/>
          <a:p>
            <a:pPr marL="38100">
              <a:lnSpc>
                <a:spcPct val="100000"/>
              </a:lnSpc>
              <a:spcBef>
                <a:spcPts val="100"/>
              </a:spcBef>
            </a:pPr>
            <a:r>
              <a:rPr sz="1800" dirty="0">
                <a:latin typeface="Times New Roman"/>
                <a:cs typeface="Times New Roman"/>
              </a:rPr>
              <a:t>=</a:t>
            </a:r>
            <a:r>
              <a:rPr sz="1800" spc="360" dirty="0">
                <a:latin typeface="Times New Roman"/>
                <a:cs typeface="Times New Roman"/>
              </a:rPr>
              <a:t> </a:t>
            </a:r>
            <a:r>
              <a:rPr sz="1800" i="1" dirty="0">
                <a:latin typeface="Times New Roman"/>
                <a:cs typeface="Times New Roman"/>
              </a:rPr>
              <a:t>n</a:t>
            </a:r>
            <a:r>
              <a:rPr sz="1800" i="1" spc="-45" dirty="0">
                <a:latin typeface="Times New Roman"/>
                <a:cs typeface="Times New Roman"/>
              </a:rPr>
              <a:t>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a:t>
            </a:r>
            <a:r>
              <a:rPr sz="1800" spc="-44" baseline="-6944" dirty="0">
                <a:latin typeface="Times New Roman"/>
                <a:cs typeface="Times New Roman"/>
              </a:rPr>
              <a:t> </a:t>
            </a:r>
            <a:r>
              <a:rPr sz="1800" i="1" spc="-100" dirty="0">
                <a:latin typeface="Times New Roman"/>
                <a:cs typeface="Times New Roman"/>
              </a:rPr>
              <a:t>n</a:t>
            </a:r>
            <a:r>
              <a:rPr sz="1800" spc="-150" baseline="-6944" dirty="0">
                <a:latin typeface="Times New Roman"/>
                <a:cs typeface="Times New Roman"/>
              </a:rPr>
              <a:t>2</a:t>
            </a:r>
            <a:r>
              <a:rPr sz="1800" spc="-100" dirty="0">
                <a:latin typeface="Symbol"/>
                <a:cs typeface="Symbol"/>
              </a:rPr>
              <a:t></a:t>
            </a:r>
            <a:r>
              <a:rPr sz="1800" spc="36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i="1" spc="-50" dirty="0">
                <a:latin typeface="Times New Roman"/>
                <a:cs typeface="Times New Roman"/>
              </a:rPr>
              <a:t>n</a:t>
            </a:r>
            <a:endParaRPr sz="1800">
              <a:latin typeface="Times New Roman"/>
              <a:cs typeface="Times New Roman"/>
            </a:endParaRPr>
          </a:p>
        </p:txBody>
      </p:sp>
      <p:sp>
        <p:nvSpPr>
          <p:cNvPr id="18" name="object 18"/>
          <p:cNvSpPr txBox="1"/>
          <p:nvPr/>
        </p:nvSpPr>
        <p:spPr>
          <a:xfrm>
            <a:off x="3008844" y="6519878"/>
            <a:ext cx="2115185" cy="807720"/>
          </a:xfrm>
          <a:prstGeom prst="rect">
            <a:avLst/>
          </a:prstGeom>
        </p:spPr>
        <p:txBody>
          <a:bodyPr vert="horz" wrap="square" lIns="0" tIns="128905" rIns="0" bIns="0" rtlCol="0">
            <a:spAutoFit/>
          </a:bodyPr>
          <a:lstStyle/>
          <a:p>
            <a:pPr marL="57150">
              <a:lnSpc>
                <a:spcPct val="100000"/>
              </a:lnSpc>
              <a:spcBef>
                <a:spcPts val="1015"/>
              </a:spcBef>
            </a:pP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n </a:t>
            </a:r>
            <a:r>
              <a:rPr sz="1800" dirty="0">
                <a:latin typeface="Times New Roman"/>
                <a:cs typeface="Times New Roman"/>
              </a:rPr>
              <a:t>(</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a:t>
            </a:r>
            <a:r>
              <a:rPr sz="1800" spc="7" baseline="-6944" dirty="0">
                <a:latin typeface="Times New Roman"/>
                <a:cs typeface="Times New Roman"/>
              </a:rPr>
              <a:t> </a:t>
            </a:r>
            <a:r>
              <a:rPr sz="1800" i="1" spc="-235" dirty="0">
                <a:latin typeface="Times New Roman"/>
                <a:cs typeface="Times New Roman"/>
              </a:rPr>
              <a:t>n</a:t>
            </a:r>
            <a:r>
              <a:rPr sz="1800" spc="-235" dirty="0">
                <a:latin typeface="Symbol"/>
                <a:cs typeface="Symbol"/>
              </a:rPr>
              <a:t></a:t>
            </a:r>
            <a:r>
              <a:rPr sz="1800" dirty="0">
                <a:latin typeface="Times New Roman"/>
                <a:cs typeface="Times New Roman"/>
              </a:rPr>
              <a:t> – 1)</a:t>
            </a:r>
            <a:r>
              <a:rPr sz="1800" spc="455" dirty="0">
                <a:latin typeface="Times New Roman"/>
                <a:cs typeface="Times New Roman"/>
              </a:rPr>
              <a:t> </a:t>
            </a:r>
            <a:r>
              <a:rPr sz="1800" dirty="0">
                <a:latin typeface="Times New Roman"/>
                <a:cs typeface="Times New Roman"/>
              </a:rPr>
              <a:t>+ </a:t>
            </a:r>
            <a:r>
              <a:rPr sz="1800" i="1" spc="-50" dirty="0">
                <a:latin typeface="Times New Roman"/>
                <a:cs typeface="Times New Roman"/>
              </a:rPr>
              <a:t>n</a:t>
            </a:r>
            <a:endParaRPr sz="1800">
              <a:latin typeface="Times New Roman"/>
              <a:cs typeface="Times New Roman"/>
            </a:endParaRPr>
          </a:p>
          <a:p>
            <a:pPr marL="38100">
              <a:lnSpc>
                <a:spcPct val="100000"/>
              </a:lnSpc>
              <a:spcBef>
                <a:spcPts val="919"/>
              </a:spcBef>
              <a:tabLst>
                <a:tab pos="1436370" algn="l"/>
              </a:tabLst>
            </a:pPr>
            <a:r>
              <a:rPr sz="1800" dirty="0">
                <a:latin typeface="Times New Roman"/>
                <a:cs typeface="Times New Roman"/>
              </a:rPr>
              <a:t>=</a:t>
            </a:r>
            <a:r>
              <a:rPr sz="1800" spc="434" dirty="0">
                <a:latin typeface="Times New Roman"/>
                <a:cs typeface="Times New Roman"/>
              </a:rPr>
              <a:t> </a:t>
            </a:r>
            <a:r>
              <a:rPr sz="1800" i="1" dirty="0">
                <a:latin typeface="Times New Roman"/>
                <a:cs typeface="Times New Roman"/>
              </a:rPr>
              <a:t>n </a:t>
            </a:r>
            <a:r>
              <a:rPr sz="1800" dirty="0">
                <a:latin typeface="Symbol"/>
                <a:cs typeface="Symbol"/>
              </a:rPr>
              <a:t></a:t>
            </a:r>
            <a:r>
              <a:rPr sz="1800" dirty="0">
                <a:latin typeface="Times New Roman"/>
                <a:cs typeface="Times New Roman"/>
              </a:rPr>
              <a:t>log</a:t>
            </a:r>
            <a:r>
              <a:rPr sz="1800" baseline="-6944" dirty="0">
                <a:latin typeface="Times New Roman"/>
                <a:cs typeface="Times New Roman"/>
              </a:rPr>
              <a:t>2 </a:t>
            </a:r>
            <a:r>
              <a:rPr sz="1800" i="1" spc="-20" dirty="0">
                <a:latin typeface="Times New Roman"/>
                <a:cs typeface="Times New Roman"/>
              </a:rPr>
              <a:t>n</a:t>
            </a:r>
            <a:r>
              <a:rPr sz="1800" spc="-20" dirty="0">
                <a:latin typeface="Symbol"/>
                <a:cs typeface="Symbol"/>
              </a:rPr>
              <a:t></a:t>
            </a:r>
            <a:r>
              <a:rPr sz="1800" spc="-20" dirty="0">
                <a:latin typeface="Times New Roman"/>
                <a:cs typeface="Times New Roman"/>
              </a:rPr>
              <a:t>.</a:t>
            </a:r>
            <a:r>
              <a:rPr sz="1800" dirty="0">
                <a:latin typeface="Times New Roman"/>
                <a:cs typeface="Times New Roman"/>
              </a:rPr>
              <a:t>	</a:t>
            </a:r>
            <a:r>
              <a:rPr sz="1800" spc="-50" dirty="0">
                <a:latin typeface="Lucida Sans Unicode"/>
                <a:cs typeface="Lucida Sans Unicode"/>
              </a:rPr>
              <a:t>▪</a:t>
            </a:r>
            <a:endParaRPr sz="1800">
              <a:latin typeface="Lucida Sans Unicode"/>
              <a:cs typeface="Lucida Sans Unicode"/>
            </a:endParaRPr>
          </a:p>
        </p:txBody>
      </p:sp>
      <p:pic>
        <p:nvPicPr>
          <p:cNvPr id="19" name="object 19"/>
          <p:cNvPicPr/>
          <p:nvPr/>
        </p:nvPicPr>
        <p:blipFill>
          <a:blip r:embed="rId2" cstate="print"/>
          <a:stretch>
            <a:fillRect/>
          </a:stretch>
        </p:blipFill>
        <p:spPr>
          <a:xfrm>
            <a:off x="7718465" y="5273198"/>
            <a:ext cx="136525" cy="171450"/>
          </a:xfrm>
          <a:prstGeom prst="rect">
            <a:avLst/>
          </a:prstGeom>
        </p:spPr>
      </p:pic>
      <p:sp>
        <p:nvSpPr>
          <p:cNvPr id="20" name="object 20"/>
          <p:cNvSpPr txBox="1"/>
          <p:nvPr/>
        </p:nvSpPr>
        <p:spPr>
          <a:xfrm>
            <a:off x="7373561" y="4517369"/>
            <a:ext cx="1739264" cy="1323975"/>
          </a:xfrm>
          <a:prstGeom prst="rect">
            <a:avLst/>
          </a:prstGeom>
        </p:spPr>
        <p:txBody>
          <a:bodyPr vert="horz" wrap="square" lIns="0" tIns="170815" rIns="0" bIns="0" rtlCol="0">
            <a:spAutoFit/>
          </a:bodyPr>
          <a:lstStyle/>
          <a:p>
            <a:pPr marL="38100">
              <a:lnSpc>
                <a:spcPct val="100000"/>
              </a:lnSpc>
              <a:spcBef>
                <a:spcPts val="1345"/>
              </a:spcBef>
            </a:pPr>
            <a:r>
              <a:rPr sz="1700" i="1" spc="114" dirty="0">
                <a:latin typeface="Calibri"/>
                <a:cs typeface="Calibri"/>
              </a:rPr>
              <a:t>n</a:t>
            </a:r>
            <a:r>
              <a:rPr sz="1800" spc="172" baseline="-11574" dirty="0">
                <a:latin typeface="Calibri"/>
                <a:cs typeface="Calibri"/>
              </a:rPr>
              <a:t>2</a:t>
            </a:r>
            <a:r>
              <a:rPr sz="1800" spc="442" baseline="-11574" dirty="0">
                <a:latin typeface="Calibri"/>
                <a:cs typeface="Calibri"/>
              </a:rPr>
              <a:t> </a:t>
            </a:r>
            <a:r>
              <a:rPr sz="1700" spc="400" dirty="0">
                <a:latin typeface="Cambria"/>
                <a:cs typeface="Cambria"/>
              </a:rPr>
              <a:t>=</a:t>
            </a:r>
            <a:r>
              <a:rPr sz="1700" spc="105" dirty="0">
                <a:latin typeface="Cambria"/>
                <a:cs typeface="Cambria"/>
              </a:rPr>
              <a:t> </a:t>
            </a:r>
            <a:r>
              <a:rPr sz="1700" i="1" spc="-10" dirty="0">
                <a:latin typeface="Trebuchet MS"/>
                <a:cs typeface="Trebuchet MS"/>
              </a:rPr>
              <a:t>d</a:t>
            </a:r>
            <a:r>
              <a:rPr sz="1700" i="1" spc="-10" dirty="0">
                <a:latin typeface="Calibri"/>
                <a:cs typeface="Calibri"/>
              </a:rPr>
              <a:t>n/</a:t>
            </a:r>
            <a:r>
              <a:rPr sz="1700" spc="-10" dirty="0">
                <a:latin typeface="Cambria"/>
                <a:cs typeface="Cambria"/>
              </a:rPr>
              <a:t>2</a:t>
            </a:r>
            <a:r>
              <a:rPr sz="1700" i="1" spc="-10" dirty="0">
                <a:latin typeface="Trebuchet MS"/>
                <a:cs typeface="Trebuchet MS"/>
              </a:rPr>
              <a:t>e</a:t>
            </a:r>
            <a:endParaRPr sz="1700">
              <a:latin typeface="Trebuchet MS"/>
              <a:cs typeface="Trebuchet MS"/>
            </a:endParaRPr>
          </a:p>
          <a:p>
            <a:pPr marL="560070">
              <a:lnSpc>
                <a:spcPct val="100000"/>
              </a:lnSpc>
              <a:spcBef>
                <a:spcPts val="1250"/>
              </a:spcBef>
            </a:pPr>
            <a:r>
              <a:rPr sz="2550" spc="157" baseline="39215" dirty="0">
                <a:latin typeface="Arial MT"/>
                <a:cs typeface="Arial MT"/>
              </a:rPr>
              <a:t>l</a:t>
            </a:r>
            <a:r>
              <a:rPr sz="2550" spc="157" baseline="-22875" dirty="0">
                <a:latin typeface="Cambria"/>
                <a:cs typeface="Cambria"/>
              </a:rPr>
              <a:t>2</a:t>
            </a:r>
            <a:r>
              <a:rPr sz="1200" i="1" spc="105" dirty="0">
                <a:latin typeface="Franklin Gothic Medium"/>
                <a:cs typeface="Franklin Gothic Medium"/>
              </a:rPr>
              <a:t>d</a:t>
            </a:r>
            <a:r>
              <a:rPr sz="1200" spc="105" dirty="0">
                <a:latin typeface="Calibri"/>
                <a:cs typeface="Calibri"/>
              </a:rPr>
              <a:t>log</a:t>
            </a:r>
            <a:r>
              <a:rPr sz="1275" spc="157" baseline="-19607" dirty="0">
                <a:latin typeface="Ink Free"/>
                <a:cs typeface="Ink Free"/>
              </a:rPr>
              <a:t>2</a:t>
            </a:r>
            <a:r>
              <a:rPr sz="1275" spc="112" baseline="-19607" dirty="0">
                <a:latin typeface="Ink Free"/>
                <a:cs typeface="Ink Free"/>
              </a:rPr>
              <a:t> </a:t>
            </a:r>
            <a:r>
              <a:rPr sz="1200" i="1" spc="120" dirty="0">
                <a:latin typeface="Calibri"/>
                <a:cs typeface="Calibri"/>
              </a:rPr>
              <a:t>n</a:t>
            </a:r>
            <a:r>
              <a:rPr sz="1200" i="1" spc="120" dirty="0">
                <a:latin typeface="Franklin Gothic Medium"/>
                <a:cs typeface="Franklin Gothic Medium"/>
              </a:rPr>
              <a:t>e</a:t>
            </a:r>
            <a:r>
              <a:rPr sz="1200" i="1" spc="85" dirty="0">
                <a:latin typeface="Franklin Gothic Medium"/>
                <a:cs typeface="Franklin Gothic Medium"/>
              </a:rPr>
              <a:t> </a:t>
            </a:r>
            <a:r>
              <a:rPr sz="2550" i="1" spc="292" baseline="-22875" dirty="0">
                <a:latin typeface="Calibri"/>
                <a:cs typeface="Calibri"/>
              </a:rPr>
              <a:t>/</a:t>
            </a:r>
            <a:r>
              <a:rPr sz="2550" i="1" spc="-150" baseline="-22875" dirty="0">
                <a:latin typeface="Calibri"/>
                <a:cs typeface="Calibri"/>
              </a:rPr>
              <a:t> </a:t>
            </a:r>
            <a:r>
              <a:rPr sz="2550" spc="-75" baseline="-22875" dirty="0">
                <a:latin typeface="Cambria"/>
                <a:cs typeface="Cambria"/>
              </a:rPr>
              <a:t>2</a:t>
            </a:r>
            <a:endParaRPr sz="2550" baseline="-22875">
              <a:latin typeface="Cambria"/>
              <a:cs typeface="Cambria"/>
            </a:endParaRPr>
          </a:p>
          <a:p>
            <a:pPr>
              <a:lnSpc>
                <a:spcPct val="100000"/>
              </a:lnSpc>
              <a:spcBef>
                <a:spcPts val="195"/>
              </a:spcBef>
            </a:pPr>
            <a:endParaRPr sz="1200">
              <a:latin typeface="Cambria"/>
              <a:cs typeface="Cambria"/>
            </a:endParaRPr>
          </a:p>
          <a:p>
            <a:pPr marL="328930">
              <a:lnSpc>
                <a:spcPct val="100000"/>
              </a:lnSpc>
            </a:pPr>
            <a:r>
              <a:rPr sz="2550" spc="600" baseline="-22875" dirty="0">
                <a:latin typeface="Cambria"/>
                <a:cs typeface="Cambria"/>
              </a:rPr>
              <a:t>=</a:t>
            </a:r>
            <a:r>
              <a:rPr sz="2550" spc="247" baseline="-22875" dirty="0">
                <a:latin typeface="Cambria"/>
                <a:cs typeface="Cambria"/>
              </a:rPr>
              <a:t> </a:t>
            </a:r>
            <a:r>
              <a:rPr sz="2550" baseline="-22875" dirty="0">
                <a:latin typeface="Cambria"/>
                <a:cs typeface="Cambria"/>
              </a:rPr>
              <a:t>2</a:t>
            </a:r>
            <a:r>
              <a:rPr sz="1200" i="1" dirty="0">
                <a:latin typeface="Franklin Gothic Medium"/>
                <a:cs typeface="Franklin Gothic Medium"/>
              </a:rPr>
              <a:t>d</a:t>
            </a:r>
            <a:r>
              <a:rPr sz="1200" dirty="0">
                <a:latin typeface="Calibri"/>
                <a:cs typeface="Calibri"/>
              </a:rPr>
              <a:t>log</a:t>
            </a:r>
            <a:r>
              <a:rPr sz="1275" baseline="-19607" dirty="0">
                <a:latin typeface="Ink Free"/>
                <a:cs typeface="Ink Free"/>
              </a:rPr>
              <a:t>2</a:t>
            </a:r>
            <a:r>
              <a:rPr sz="1275" spc="179" baseline="-19607" dirty="0">
                <a:latin typeface="Ink Free"/>
                <a:cs typeface="Ink Free"/>
              </a:rPr>
              <a:t> </a:t>
            </a:r>
            <a:r>
              <a:rPr sz="1200" i="1" spc="120" dirty="0">
                <a:latin typeface="Calibri"/>
                <a:cs typeface="Calibri"/>
              </a:rPr>
              <a:t>n</a:t>
            </a:r>
            <a:r>
              <a:rPr sz="1200" i="1" spc="120" dirty="0">
                <a:latin typeface="Franklin Gothic Medium"/>
                <a:cs typeface="Franklin Gothic Medium"/>
              </a:rPr>
              <a:t>e</a:t>
            </a:r>
            <a:r>
              <a:rPr sz="1200" i="1" spc="130" dirty="0">
                <a:latin typeface="Franklin Gothic Medium"/>
                <a:cs typeface="Franklin Gothic Medium"/>
              </a:rPr>
              <a:t> </a:t>
            </a:r>
            <a:r>
              <a:rPr sz="2550" i="1" spc="292" baseline="-22875" dirty="0">
                <a:latin typeface="Calibri"/>
                <a:cs typeface="Calibri"/>
              </a:rPr>
              <a:t>/</a:t>
            </a:r>
            <a:r>
              <a:rPr sz="2550" i="1" spc="-82" baseline="-22875" dirty="0">
                <a:latin typeface="Calibri"/>
                <a:cs typeface="Calibri"/>
              </a:rPr>
              <a:t> </a:t>
            </a:r>
            <a:r>
              <a:rPr sz="2550" spc="-75" baseline="-22875" dirty="0">
                <a:latin typeface="Cambria"/>
                <a:cs typeface="Cambria"/>
              </a:rPr>
              <a:t>2</a:t>
            </a:r>
            <a:endParaRPr sz="2550" baseline="-22875">
              <a:latin typeface="Cambria"/>
              <a:cs typeface="Cambria"/>
            </a:endParaRPr>
          </a:p>
        </p:txBody>
      </p:sp>
      <p:sp>
        <p:nvSpPr>
          <p:cNvPr id="22" name="object 2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12</a:t>
            </a:fld>
            <a:endParaRPr spc="-25" dirty="0"/>
          </a:p>
        </p:txBody>
      </p:sp>
      <p:sp>
        <p:nvSpPr>
          <p:cNvPr id="21" name="object 21"/>
          <p:cNvSpPr txBox="1"/>
          <p:nvPr/>
        </p:nvSpPr>
        <p:spPr>
          <a:xfrm>
            <a:off x="6918999" y="6259681"/>
            <a:ext cx="2236470" cy="291465"/>
          </a:xfrm>
          <a:prstGeom prst="rect">
            <a:avLst/>
          </a:prstGeom>
        </p:spPr>
        <p:txBody>
          <a:bodyPr vert="horz" wrap="square" lIns="0" tIns="11430" rIns="0" bIns="0" rtlCol="0">
            <a:spAutoFit/>
          </a:bodyPr>
          <a:lstStyle/>
          <a:p>
            <a:pPr marL="38100">
              <a:lnSpc>
                <a:spcPct val="100000"/>
              </a:lnSpc>
              <a:spcBef>
                <a:spcPts val="90"/>
              </a:spcBef>
            </a:pPr>
            <a:r>
              <a:rPr sz="1750" dirty="0">
                <a:latin typeface="Cambria"/>
                <a:cs typeface="Cambria"/>
              </a:rPr>
              <a:t>log</a:t>
            </a:r>
            <a:r>
              <a:rPr sz="1800" baseline="-20833" dirty="0">
                <a:latin typeface="Calibri"/>
                <a:cs typeface="Calibri"/>
              </a:rPr>
              <a:t>2</a:t>
            </a:r>
            <a:r>
              <a:rPr sz="1800" spc="195" baseline="-20833" dirty="0">
                <a:latin typeface="Calibri"/>
                <a:cs typeface="Calibri"/>
              </a:rPr>
              <a:t> </a:t>
            </a:r>
            <a:r>
              <a:rPr sz="1750" i="1" spc="110" dirty="0">
                <a:latin typeface="Calibri"/>
                <a:cs typeface="Calibri"/>
              </a:rPr>
              <a:t>n</a:t>
            </a:r>
            <a:r>
              <a:rPr sz="1800" spc="165" baseline="-11574" dirty="0">
                <a:latin typeface="Calibri"/>
                <a:cs typeface="Calibri"/>
              </a:rPr>
              <a:t>2</a:t>
            </a:r>
            <a:r>
              <a:rPr sz="1800" spc="525" baseline="-11574" dirty="0">
                <a:latin typeface="Calibri"/>
                <a:cs typeface="Calibri"/>
              </a:rPr>
              <a:t> </a:t>
            </a:r>
            <a:r>
              <a:rPr sz="1750" i="1" spc="434" dirty="0">
                <a:latin typeface="Trebuchet MS"/>
                <a:cs typeface="Trebuchet MS"/>
              </a:rPr>
              <a:t>≤</a:t>
            </a:r>
            <a:r>
              <a:rPr sz="1750" i="1" spc="-5" dirty="0">
                <a:latin typeface="Trebuchet MS"/>
                <a:cs typeface="Trebuchet MS"/>
              </a:rPr>
              <a:t> </a:t>
            </a:r>
            <a:r>
              <a:rPr sz="1750" i="1" dirty="0">
                <a:latin typeface="Trebuchet MS"/>
                <a:cs typeface="Trebuchet MS"/>
              </a:rPr>
              <a:t>[</a:t>
            </a:r>
            <a:r>
              <a:rPr sz="1750" dirty="0">
                <a:latin typeface="Cambria"/>
                <a:cs typeface="Cambria"/>
              </a:rPr>
              <a:t>log</a:t>
            </a:r>
            <a:r>
              <a:rPr sz="1800" baseline="-20833" dirty="0">
                <a:latin typeface="Calibri"/>
                <a:cs typeface="Calibri"/>
              </a:rPr>
              <a:t>2</a:t>
            </a:r>
            <a:r>
              <a:rPr sz="1800" spc="202" baseline="-20833" dirty="0">
                <a:latin typeface="Calibri"/>
                <a:cs typeface="Calibri"/>
              </a:rPr>
              <a:t> </a:t>
            </a:r>
            <a:r>
              <a:rPr sz="1750" i="1" dirty="0">
                <a:latin typeface="Calibri"/>
                <a:cs typeface="Calibri"/>
              </a:rPr>
              <a:t>n</a:t>
            </a:r>
            <a:r>
              <a:rPr sz="1750" i="1" dirty="0">
                <a:latin typeface="Trebuchet MS"/>
                <a:cs typeface="Trebuchet MS"/>
              </a:rPr>
              <a:t>|</a:t>
            </a:r>
            <a:r>
              <a:rPr sz="1750" i="1" spc="200" dirty="0">
                <a:latin typeface="Trebuchet MS"/>
                <a:cs typeface="Trebuchet MS"/>
              </a:rPr>
              <a:t> </a:t>
            </a:r>
            <a:r>
              <a:rPr sz="1750" i="1" spc="60" dirty="0">
                <a:latin typeface="Trebuchet MS"/>
                <a:cs typeface="Trebuchet MS"/>
              </a:rPr>
              <a:t>—</a:t>
            </a:r>
            <a:r>
              <a:rPr sz="1750" i="1" spc="200" dirty="0">
                <a:latin typeface="Trebuchet MS"/>
                <a:cs typeface="Trebuchet MS"/>
              </a:rPr>
              <a:t> </a:t>
            </a:r>
            <a:r>
              <a:rPr sz="1750" spc="-50" dirty="0">
                <a:latin typeface="Cambria"/>
                <a:cs typeface="Cambria"/>
              </a:rPr>
              <a:t>1</a:t>
            </a:r>
            <a:endParaRPr sz="1750">
              <a:latin typeface="Cambria"/>
              <a:cs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0936" y="1527350"/>
            <a:ext cx="3337560" cy="3832225"/>
            <a:chOff x="640936" y="1527350"/>
            <a:chExt cx="3337560" cy="3832225"/>
          </a:xfrm>
        </p:grpSpPr>
        <p:pic>
          <p:nvPicPr>
            <p:cNvPr id="3" name="object 3"/>
            <p:cNvPicPr/>
            <p:nvPr/>
          </p:nvPicPr>
          <p:blipFill>
            <a:blip r:embed="rId2" cstate="print"/>
            <a:stretch>
              <a:fillRect/>
            </a:stretch>
          </p:blipFill>
          <p:spPr>
            <a:xfrm>
              <a:off x="640936" y="1527350"/>
              <a:ext cx="3337527" cy="3832049"/>
            </a:xfrm>
            <a:prstGeom prst="rect">
              <a:avLst/>
            </a:prstGeom>
          </p:spPr>
        </p:pic>
        <p:pic>
          <p:nvPicPr>
            <p:cNvPr id="4" name="object 4"/>
            <p:cNvPicPr/>
            <p:nvPr/>
          </p:nvPicPr>
          <p:blipFill>
            <a:blip r:embed="rId3" cstate="print"/>
            <a:stretch>
              <a:fillRect/>
            </a:stretch>
          </p:blipFill>
          <p:spPr>
            <a:xfrm>
              <a:off x="3276600" y="1641798"/>
              <a:ext cx="552411" cy="606101"/>
            </a:xfrm>
            <a:prstGeom prst="rect">
              <a:avLst/>
            </a:prstGeom>
          </p:spPr>
        </p:pic>
      </p:grpSp>
      <p:sp>
        <p:nvSpPr>
          <p:cNvPr id="5" name="object 5"/>
          <p:cNvSpPr/>
          <p:nvPr/>
        </p:nvSpPr>
        <p:spPr>
          <a:xfrm>
            <a:off x="4487092" y="1985145"/>
            <a:ext cx="4893310" cy="0"/>
          </a:xfrm>
          <a:custGeom>
            <a:avLst/>
            <a:gdLst/>
            <a:ahLst/>
            <a:cxnLst/>
            <a:rect l="l" t="t" r="r" b="b"/>
            <a:pathLst>
              <a:path w="4893309">
                <a:moveTo>
                  <a:pt x="0" y="0"/>
                </a:moveTo>
                <a:lnTo>
                  <a:pt x="4892688" y="0"/>
                </a:lnTo>
              </a:path>
            </a:pathLst>
          </a:custGeom>
          <a:ln w="19074">
            <a:solidFill>
              <a:srgbClr val="000000"/>
            </a:solidFill>
          </a:ln>
        </p:spPr>
        <p:txBody>
          <a:bodyPr wrap="square" lIns="0" tIns="0" rIns="0" bIns="0" rtlCol="0"/>
          <a:lstStyle/>
          <a:p>
            <a:endParaRPr/>
          </a:p>
        </p:txBody>
      </p:sp>
      <p:sp>
        <p:nvSpPr>
          <p:cNvPr id="6" name="object 6"/>
          <p:cNvSpPr txBox="1"/>
          <p:nvPr/>
        </p:nvSpPr>
        <p:spPr>
          <a:xfrm>
            <a:off x="1773707" y="5444059"/>
            <a:ext cx="1082675" cy="254635"/>
          </a:xfrm>
          <a:prstGeom prst="rect">
            <a:avLst/>
          </a:prstGeom>
        </p:spPr>
        <p:txBody>
          <a:bodyPr vert="horz" wrap="square" lIns="0" tIns="12700" rIns="0" bIns="0" rtlCol="0">
            <a:spAutoFit/>
          </a:bodyPr>
          <a:lstStyle/>
          <a:p>
            <a:pPr marL="12700">
              <a:lnSpc>
                <a:spcPct val="100000"/>
              </a:lnSpc>
              <a:spcBef>
                <a:spcPts val="100"/>
              </a:spcBef>
            </a:pPr>
            <a:r>
              <a:rPr sz="1500" b="1" cap="small" spc="85" dirty="0">
                <a:latin typeface="Trebuchet MS"/>
                <a:cs typeface="Trebuchet MS"/>
              </a:rPr>
              <a:t>Section</a:t>
            </a:r>
            <a:r>
              <a:rPr sz="1500" b="1" cap="small" spc="65" dirty="0">
                <a:latin typeface="Trebuchet MS"/>
                <a:cs typeface="Trebuchet MS"/>
              </a:rPr>
              <a:t> </a:t>
            </a:r>
            <a:r>
              <a:rPr sz="1500" b="1" cap="small" spc="-45" dirty="0">
                <a:latin typeface="Trebuchet MS"/>
                <a:cs typeface="Trebuchet MS"/>
              </a:rPr>
              <a:t>5.3</a:t>
            </a:r>
            <a:endParaRPr sz="1500">
              <a:latin typeface="Trebuchet MS"/>
              <a:cs typeface="Trebuchet MS"/>
            </a:endParaRPr>
          </a:p>
        </p:txBody>
      </p:sp>
      <p:sp>
        <p:nvSpPr>
          <p:cNvPr id="7" name="object 7"/>
          <p:cNvSpPr txBox="1">
            <a:spLocks noGrp="1"/>
          </p:cNvSpPr>
          <p:nvPr>
            <p:ph type="title"/>
          </p:nvPr>
        </p:nvSpPr>
        <p:spPr>
          <a:xfrm>
            <a:off x="4512541" y="1428813"/>
            <a:ext cx="4707659" cy="437515"/>
          </a:xfrm>
          <a:prstGeom prst="rect">
            <a:avLst/>
          </a:prstGeom>
        </p:spPr>
        <p:txBody>
          <a:bodyPr vert="horz" wrap="square" lIns="0" tIns="12700" rIns="0" bIns="0" rtlCol="0">
            <a:spAutoFit/>
          </a:bodyPr>
          <a:lstStyle/>
          <a:p>
            <a:pPr marL="12700">
              <a:lnSpc>
                <a:spcPct val="100000"/>
              </a:lnSpc>
              <a:spcBef>
                <a:spcPts val="100"/>
              </a:spcBef>
              <a:tabLst>
                <a:tab pos="523875" algn="l"/>
              </a:tabLst>
            </a:pPr>
            <a:r>
              <a:rPr sz="2700" b="1" cap="small" spc="-25" dirty="0">
                <a:latin typeface="Tahoma"/>
                <a:cs typeface="Tahoma"/>
              </a:rPr>
              <a:t>5.</a:t>
            </a:r>
            <a:r>
              <a:rPr sz="2700" b="1" cap="small" dirty="0">
                <a:latin typeface="Tahoma"/>
                <a:cs typeface="Tahoma"/>
              </a:rPr>
              <a:t>	</a:t>
            </a:r>
            <a:r>
              <a:rPr sz="2700" b="1" cap="small" spc="-200" dirty="0">
                <a:latin typeface="Tahoma"/>
                <a:cs typeface="Tahoma"/>
              </a:rPr>
              <a:t>Divide</a:t>
            </a:r>
            <a:r>
              <a:rPr sz="2700" b="1" cap="small" spc="100" dirty="0">
                <a:latin typeface="Tahoma"/>
                <a:cs typeface="Tahoma"/>
              </a:rPr>
              <a:t> </a:t>
            </a:r>
            <a:r>
              <a:rPr sz="2700" b="1" cap="small" dirty="0">
                <a:latin typeface="Tahoma"/>
                <a:cs typeface="Tahoma"/>
              </a:rPr>
              <a:t>and</a:t>
            </a:r>
            <a:r>
              <a:rPr sz="2700" b="1" cap="small" spc="105" dirty="0">
                <a:latin typeface="Tahoma"/>
                <a:cs typeface="Tahoma"/>
              </a:rPr>
              <a:t> </a:t>
            </a:r>
            <a:r>
              <a:rPr sz="2700" b="1" cap="small" spc="-80" dirty="0">
                <a:latin typeface="Tahoma"/>
                <a:cs typeface="Tahoma"/>
              </a:rPr>
              <a:t>Conquer</a:t>
            </a:r>
            <a:endParaRPr sz="2700">
              <a:latin typeface="Tahoma"/>
              <a:cs typeface="Tahoma"/>
            </a:endParaRPr>
          </a:p>
        </p:txBody>
      </p:sp>
      <p:sp>
        <p:nvSpPr>
          <p:cNvPr id="8" name="object 8"/>
          <p:cNvSpPr txBox="1"/>
          <p:nvPr/>
        </p:nvSpPr>
        <p:spPr>
          <a:xfrm>
            <a:off x="4512541" y="2115505"/>
            <a:ext cx="2877820" cy="2409825"/>
          </a:xfrm>
          <a:prstGeom prst="rect">
            <a:avLst/>
          </a:prstGeom>
        </p:spPr>
        <p:txBody>
          <a:bodyPr vert="horz" wrap="square" lIns="0" tIns="146685" rIns="0" bIns="0" rtlCol="0">
            <a:spAutoFit/>
          </a:bodyPr>
          <a:lstStyle/>
          <a:p>
            <a:pPr marL="250825" indent="-238125">
              <a:lnSpc>
                <a:spcPct val="100000"/>
              </a:lnSpc>
              <a:spcBef>
                <a:spcPts val="1155"/>
              </a:spcBef>
              <a:buFont typeface="Lucida Sans Unicode"/>
              <a:buChar char="‣"/>
              <a:tabLst>
                <a:tab pos="250825" algn="l"/>
              </a:tabLst>
            </a:pPr>
            <a:r>
              <a:rPr sz="2250" i="1" spc="-145" dirty="0">
                <a:solidFill>
                  <a:srgbClr val="D5D5D5"/>
                </a:solidFill>
                <a:latin typeface="Verdana"/>
                <a:cs typeface="Verdana"/>
              </a:rPr>
              <a:t>mergesort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latin typeface="Verdana"/>
                <a:cs typeface="Verdana"/>
              </a:rPr>
              <a:t>counting</a:t>
            </a:r>
            <a:r>
              <a:rPr sz="2250" i="1" spc="-80" dirty="0">
                <a:latin typeface="Verdana"/>
                <a:cs typeface="Verdana"/>
              </a:rPr>
              <a:t> </a:t>
            </a:r>
            <a:r>
              <a:rPr sz="2250" i="1" spc="-110" dirty="0">
                <a:latin typeface="Verdana"/>
                <a:cs typeface="Verdana"/>
              </a:rPr>
              <a:t>inversions</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50" dirty="0">
                <a:solidFill>
                  <a:srgbClr val="D5D5D5"/>
                </a:solidFill>
                <a:latin typeface="Verdana"/>
                <a:cs typeface="Verdana"/>
              </a:rPr>
              <a:t>closest</a:t>
            </a:r>
            <a:r>
              <a:rPr sz="2250" i="1" spc="-110" dirty="0">
                <a:solidFill>
                  <a:srgbClr val="D5D5D5"/>
                </a:solidFill>
                <a:latin typeface="Verdana"/>
                <a:cs typeface="Verdana"/>
              </a:rPr>
              <a:t> </a:t>
            </a:r>
            <a:r>
              <a:rPr sz="2250" i="1" spc="-125" dirty="0">
                <a:solidFill>
                  <a:srgbClr val="D5D5D5"/>
                </a:solidFill>
                <a:latin typeface="Verdana"/>
                <a:cs typeface="Verdana"/>
              </a:rPr>
              <a:t>pair</a:t>
            </a:r>
            <a:r>
              <a:rPr sz="2250" i="1" spc="-110" dirty="0">
                <a:solidFill>
                  <a:srgbClr val="D5D5D5"/>
                </a:solidFill>
                <a:latin typeface="Verdana"/>
                <a:cs typeface="Verdana"/>
              </a:rPr>
              <a:t> </a:t>
            </a:r>
            <a:r>
              <a:rPr sz="2250" i="1" spc="-170" dirty="0">
                <a:solidFill>
                  <a:srgbClr val="D5D5D5"/>
                </a:solidFill>
                <a:latin typeface="Verdana"/>
                <a:cs typeface="Verdana"/>
              </a:rPr>
              <a:t>of</a:t>
            </a:r>
            <a:r>
              <a:rPr sz="2250" i="1" spc="-110" dirty="0">
                <a:solidFill>
                  <a:srgbClr val="D5D5D5"/>
                </a:solidFill>
                <a:latin typeface="Verdana"/>
                <a:cs typeface="Verdana"/>
              </a:rPr>
              <a:t> </a:t>
            </a:r>
            <a:r>
              <a:rPr sz="2250" i="1" spc="-40" dirty="0">
                <a:solidFill>
                  <a:srgbClr val="D5D5D5"/>
                </a:solidFill>
                <a:latin typeface="Verdana"/>
                <a:cs typeface="Verdana"/>
              </a:rPr>
              <a:t>points</a:t>
            </a:r>
            <a:endParaRPr sz="2250">
              <a:latin typeface="Verdana"/>
              <a:cs typeface="Verdana"/>
            </a:endParaRPr>
          </a:p>
          <a:p>
            <a:pPr marL="250825" indent="-238125">
              <a:lnSpc>
                <a:spcPct val="100000"/>
              </a:lnSpc>
              <a:spcBef>
                <a:spcPts val="1050"/>
              </a:spcBef>
              <a:buFont typeface="Lucida Sans Unicode"/>
              <a:buChar char="‣"/>
              <a:tabLst>
                <a:tab pos="250825" algn="l"/>
              </a:tabLst>
            </a:pPr>
            <a:r>
              <a:rPr sz="2250" i="1" spc="-195" dirty="0">
                <a:solidFill>
                  <a:srgbClr val="D5D5D5"/>
                </a:solidFill>
                <a:latin typeface="Verdana"/>
                <a:cs typeface="Verdana"/>
              </a:rPr>
              <a:t>randomized</a:t>
            </a:r>
            <a:r>
              <a:rPr sz="2250" i="1" spc="-50" dirty="0">
                <a:solidFill>
                  <a:srgbClr val="D5D5D5"/>
                </a:solidFill>
                <a:latin typeface="Verdana"/>
                <a:cs typeface="Verdana"/>
              </a:rPr>
              <a:t> </a:t>
            </a:r>
            <a:r>
              <a:rPr sz="2250" i="1" spc="-200" dirty="0">
                <a:solidFill>
                  <a:srgbClr val="D5D5D5"/>
                </a:solidFill>
                <a:latin typeface="Verdana"/>
                <a:cs typeface="Verdana"/>
              </a:rPr>
              <a:t>quicksort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median</a:t>
            </a:r>
            <a:r>
              <a:rPr sz="2250" i="1" spc="-105" dirty="0">
                <a:solidFill>
                  <a:srgbClr val="D5D5D5"/>
                </a:solidFill>
                <a:latin typeface="Verdana"/>
                <a:cs typeface="Verdana"/>
              </a:rPr>
              <a:t> </a:t>
            </a:r>
            <a:r>
              <a:rPr sz="2250" i="1" spc="-175" dirty="0">
                <a:solidFill>
                  <a:srgbClr val="D5D5D5"/>
                </a:solidFill>
                <a:latin typeface="Verdana"/>
                <a:cs typeface="Verdana"/>
              </a:rPr>
              <a:t>and</a:t>
            </a:r>
            <a:r>
              <a:rPr sz="2250" i="1" spc="-110" dirty="0">
                <a:solidFill>
                  <a:srgbClr val="D5D5D5"/>
                </a:solidFill>
                <a:latin typeface="Verdana"/>
                <a:cs typeface="Verdana"/>
              </a:rPr>
              <a:t> </a:t>
            </a:r>
            <a:r>
              <a:rPr sz="2250" i="1" spc="-155" dirty="0">
                <a:solidFill>
                  <a:srgbClr val="D5D5D5"/>
                </a:solidFill>
                <a:latin typeface="Verdana"/>
                <a:cs typeface="Verdana"/>
              </a:rPr>
              <a:t>selection</a:t>
            </a:r>
            <a:endParaRPr sz="2250">
              <a:latin typeface="Verdana"/>
              <a:cs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669067" y="1218991"/>
            <a:ext cx="7643495" cy="2865120"/>
          </a:xfrm>
          <a:prstGeom prst="rect">
            <a:avLst/>
          </a:prstGeom>
        </p:spPr>
        <p:txBody>
          <a:bodyPr vert="horz" wrap="square" lIns="0" tIns="12700" rIns="0" bIns="0" rtlCol="0">
            <a:spAutoFit/>
          </a:bodyPr>
          <a:lstStyle/>
          <a:p>
            <a:pPr marL="88900">
              <a:lnSpc>
                <a:spcPts val="1980"/>
              </a:lnSpc>
              <a:spcBef>
                <a:spcPts val="100"/>
              </a:spcBef>
            </a:pPr>
            <a:r>
              <a:rPr sz="1800" dirty="0">
                <a:solidFill>
                  <a:srgbClr val="0048AA"/>
                </a:solidFill>
                <a:latin typeface="Lucida Sans Unicode"/>
                <a:cs typeface="Lucida Sans Unicode"/>
              </a:rPr>
              <a:t>Music</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site</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tries</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to</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match</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your</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song</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preferences</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with</a:t>
            </a:r>
            <a:r>
              <a:rPr sz="1800" spc="10" dirty="0">
                <a:solidFill>
                  <a:srgbClr val="0048AA"/>
                </a:solidFill>
                <a:latin typeface="Lucida Sans Unicode"/>
                <a:cs typeface="Lucida Sans Unicode"/>
              </a:rPr>
              <a:t> </a:t>
            </a:r>
            <a:r>
              <a:rPr sz="1800" spc="-10" dirty="0">
                <a:solidFill>
                  <a:srgbClr val="0048AA"/>
                </a:solidFill>
                <a:latin typeface="Lucida Sans Unicode"/>
                <a:cs typeface="Lucida Sans Unicode"/>
              </a:rPr>
              <a:t>others.</a:t>
            </a:r>
            <a:endParaRPr sz="1800">
              <a:latin typeface="Lucida Sans Unicode"/>
              <a:cs typeface="Lucida Sans Unicode"/>
            </a:endParaRPr>
          </a:p>
          <a:p>
            <a:pPr marL="184150">
              <a:lnSpc>
                <a:spcPts val="2960"/>
              </a:lnSpc>
            </a:pPr>
            <a:r>
              <a:rPr sz="4275" spc="2175" baseline="-7797" dirty="0">
                <a:latin typeface="Yu Gothic UI"/>
                <a:cs typeface="Yu Gothic UI"/>
              </a:rPr>
              <a:t>・</a:t>
            </a:r>
            <a:r>
              <a:rPr sz="1800" spc="-20" dirty="0">
                <a:latin typeface="Lucida Sans Unicode"/>
                <a:cs typeface="Lucida Sans Unicode"/>
              </a:rPr>
              <a:t>You</a:t>
            </a:r>
            <a:r>
              <a:rPr sz="1800" spc="-40" dirty="0">
                <a:latin typeface="Lucida Sans Unicode"/>
                <a:cs typeface="Lucida Sans Unicode"/>
              </a:rPr>
              <a:t> </a:t>
            </a:r>
            <a:r>
              <a:rPr sz="1800" dirty="0">
                <a:latin typeface="Lucida Sans Unicode"/>
                <a:cs typeface="Lucida Sans Unicode"/>
              </a:rPr>
              <a:t>rank</a:t>
            </a:r>
            <a:r>
              <a:rPr sz="1800" spc="-40" dirty="0">
                <a:latin typeface="Lucida Sans Unicode"/>
                <a:cs typeface="Lucida Sans Unicode"/>
              </a:rPr>
              <a:t> </a:t>
            </a:r>
            <a:r>
              <a:rPr sz="1800" i="1" dirty="0">
                <a:latin typeface="Times New Roman"/>
                <a:cs typeface="Times New Roman"/>
              </a:rPr>
              <a:t>n</a:t>
            </a:r>
            <a:r>
              <a:rPr sz="1800" i="1" spc="75" dirty="0">
                <a:latin typeface="Times New Roman"/>
                <a:cs typeface="Times New Roman"/>
              </a:rPr>
              <a:t> </a:t>
            </a:r>
            <a:r>
              <a:rPr sz="1800" spc="-10" dirty="0">
                <a:latin typeface="Lucida Sans Unicode"/>
                <a:cs typeface="Lucida Sans Unicode"/>
              </a:rPr>
              <a:t>songs.</a:t>
            </a:r>
            <a:endParaRPr sz="1800">
              <a:latin typeface="Lucida Sans Unicode"/>
              <a:cs typeface="Lucida Sans Unicode"/>
            </a:endParaRPr>
          </a:p>
          <a:p>
            <a:pPr marL="184150">
              <a:lnSpc>
                <a:spcPts val="3135"/>
              </a:lnSpc>
            </a:pPr>
            <a:r>
              <a:rPr sz="4275" spc="2175" baseline="-8771" dirty="0">
                <a:latin typeface="Yu Gothic UI"/>
                <a:cs typeface="Yu Gothic UI"/>
              </a:rPr>
              <a:t>・</a:t>
            </a:r>
            <a:r>
              <a:rPr sz="1800" dirty="0">
                <a:latin typeface="Lucida Sans Unicode"/>
                <a:cs typeface="Lucida Sans Unicode"/>
              </a:rPr>
              <a:t>Music</a:t>
            </a:r>
            <a:r>
              <a:rPr sz="1800" spc="-10" dirty="0">
                <a:latin typeface="Lucida Sans Unicode"/>
                <a:cs typeface="Lucida Sans Unicode"/>
              </a:rPr>
              <a:t> </a:t>
            </a:r>
            <a:r>
              <a:rPr sz="1800" dirty="0">
                <a:latin typeface="Lucida Sans Unicode"/>
                <a:cs typeface="Lucida Sans Unicode"/>
              </a:rPr>
              <a:t>site</a:t>
            </a:r>
            <a:r>
              <a:rPr sz="1800" spc="-5" dirty="0">
                <a:latin typeface="Lucida Sans Unicode"/>
                <a:cs typeface="Lucida Sans Unicode"/>
              </a:rPr>
              <a:t> </a:t>
            </a:r>
            <a:r>
              <a:rPr sz="1800" dirty="0">
                <a:latin typeface="Lucida Sans Unicode"/>
                <a:cs typeface="Lucida Sans Unicode"/>
              </a:rPr>
              <a:t>consults</a:t>
            </a:r>
            <a:r>
              <a:rPr sz="1800" spc="-5" dirty="0">
                <a:latin typeface="Lucida Sans Unicode"/>
                <a:cs typeface="Lucida Sans Unicode"/>
              </a:rPr>
              <a:t> </a:t>
            </a:r>
            <a:r>
              <a:rPr sz="1800" dirty="0">
                <a:latin typeface="Lucida Sans Unicode"/>
                <a:cs typeface="Lucida Sans Unicode"/>
              </a:rPr>
              <a:t>database</a:t>
            </a:r>
            <a:r>
              <a:rPr sz="1800" spc="-10"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find</a:t>
            </a:r>
            <a:r>
              <a:rPr sz="1800" spc="-5" dirty="0">
                <a:latin typeface="Lucida Sans Unicode"/>
                <a:cs typeface="Lucida Sans Unicode"/>
              </a:rPr>
              <a:t> </a:t>
            </a:r>
            <a:r>
              <a:rPr sz="1800" dirty="0">
                <a:latin typeface="Lucida Sans Unicode"/>
                <a:cs typeface="Lucida Sans Unicode"/>
              </a:rPr>
              <a:t>people</a:t>
            </a:r>
            <a:r>
              <a:rPr sz="1800" spc="-5" dirty="0">
                <a:latin typeface="Lucida Sans Unicode"/>
                <a:cs typeface="Lucida Sans Unicode"/>
              </a:rPr>
              <a:t> </a:t>
            </a:r>
            <a:r>
              <a:rPr sz="1800" dirty="0">
                <a:latin typeface="Lucida Sans Unicode"/>
                <a:cs typeface="Lucida Sans Unicode"/>
              </a:rPr>
              <a:t>with</a:t>
            </a:r>
            <a:r>
              <a:rPr sz="1800" spc="-10" dirty="0">
                <a:latin typeface="Lucida Sans Unicode"/>
                <a:cs typeface="Lucida Sans Unicode"/>
              </a:rPr>
              <a:t> </a:t>
            </a:r>
            <a:r>
              <a:rPr sz="1800" dirty="0">
                <a:latin typeface="Lucida Sans Unicode"/>
                <a:cs typeface="Lucida Sans Unicode"/>
              </a:rPr>
              <a:t>similar</a:t>
            </a:r>
            <a:r>
              <a:rPr sz="1800" spc="-5" dirty="0">
                <a:latin typeface="Lucida Sans Unicode"/>
                <a:cs typeface="Lucida Sans Unicode"/>
              </a:rPr>
              <a:t> </a:t>
            </a:r>
            <a:r>
              <a:rPr sz="1800" spc="-10" dirty="0">
                <a:latin typeface="Lucida Sans Unicode"/>
                <a:cs typeface="Lucida Sans Unicode"/>
              </a:rPr>
              <a:t>tastes.</a:t>
            </a:r>
            <a:endParaRPr sz="1800">
              <a:latin typeface="Lucida Sans Unicode"/>
              <a:cs typeface="Lucida Sans Unicode"/>
            </a:endParaRPr>
          </a:p>
          <a:p>
            <a:pPr>
              <a:lnSpc>
                <a:spcPct val="100000"/>
              </a:lnSpc>
              <a:spcBef>
                <a:spcPts val="570"/>
              </a:spcBef>
            </a:pPr>
            <a:endParaRPr sz="1800">
              <a:latin typeface="Lucida Sans Unicode"/>
              <a:cs typeface="Lucida Sans Unicode"/>
            </a:endParaRPr>
          </a:p>
          <a:p>
            <a:pPr marL="88900">
              <a:lnSpc>
                <a:spcPts val="1980"/>
              </a:lnSpc>
              <a:tabLst>
                <a:tab pos="2120265" algn="l"/>
              </a:tabLst>
            </a:pPr>
            <a:r>
              <a:rPr sz="1800" dirty="0">
                <a:solidFill>
                  <a:srgbClr val="0048AA"/>
                </a:solidFill>
                <a:latin typeface="Lucida Sans Unicode"/>
                <a:cs typeface="Lucida Sans Unicode"/>
              </a:rPr>
              <a:t>Similarity </a:t>
            </a:r>
            <a:r>
              <a:rPr sz="1800" spc="-10" dirty="0">
                <a:solidFill>
                  <a:srgbClr val="0048AA"/>
                </a:solidFill>
                <a:latin typeface="Lucida Sans Unicode"/>
                <a:cs typeface="Lucida Sans Unicode"/>
              </a:rPr>
              <a:t>metric:</a:t>
            </a:r>
            <a:r>
              <a:rPr sz="1800" dirty="0">
                <a:solidFill>
                  <a:srgbClr val="0048AA"/>
                </a:solidFill>
                <a:latin typeface="Lucida Sans Unicode"/>
                <a:cs typeface="Lucida Sans Unicode"/>
              </a:rPr>
              <a:t>	</a:t>
            </a:r>
            <a:r>
              <a:rPr sz="1800" dirty="0">
                <a:latin typeface="Lucida Sans Unicode"/>
                <a:cs typeface="Lucida Sans Unicode"/>
              </a:rPr>
              <a:t>number</a:t>
            </a:r>
            <a:r>
              <a:rPr sz="1800" spc="55" dirty="0">
                <a:latin typeface="Lucida Sans Unicode"/>
                <a:cs typeface="Lucida Sans Unicode"/>
              </a:rPr>
              <a:t> </a:t>
            </a:r>
            <a:r>
              <a:rPr sz="1800" dirty="0">
                <a:latin typeface="Lucida Sans Unicode"/>
                <a:cs typeface="Lucida Sans Unicode"/>
              </a:rPr>
              <a:t>of</a:t>
            </a:r>
            <a:r>
              <a:rPr sz="1800" spc="60" dirty="0">
                <a:latin typeface="Lucida Sans Unicode"/>
                <a:cs typeface="Lucida Sans Unicode"/>
              </a:rPr>
              <a:t> </a:t>
            </a:r>
            <a:r>
              <a:rPr sz="1800" dirty="0">
                <a:solidFill>
                  <a:srgbClr val="8D3124"/>
                </a:solidFill>
                <a:latin typeface="Lucida Sans Unicode"/>
                <a:cs typeface="Lucida Sans Unicode"/>
              </a:rPr>
              <a:t>inversions</a:t>
            </a:r>
            <a:r>
              <a:rPr sz="1800" spc="55" dirty="0">
                <a:solidFill>
                  <a:srgbClr val="8D3124"/>
                </a:solidFill>
                <a:latin typeface="Lucida Sans Unicode"/>
                <a:cs typeface="Lucida Sans Unicode"/>
              </a:rPr>
              <a:t> </a:t>
            </a:r>
            <a:r>
              <a:rPr sz="1800" dirty="0">
                <a:latin typeface="Lucida Sans Unicode"/>
                <a:cs typeface="Lucida Sans Unicode"/>
              </a:rPr>
              <a:t>between</a:t>
            </a:r>
            <a:r>
              <a:rPr sz="1800" spc="60" dirty="0">
                <a:latin typeface="Lucida Sans Unicode"/>
                <a:cs typeface="Lucida Sans Unicode"/>
              </a:rPr>
              <a:t> </a:t>
            </a:r>
            <a:r>
              <a:rPr sz="1800" dirty="0">
                <a:latin typeface="Lucida Sans Unicode"/>
                <a:cs typeface="Lucida Sans Unicode"/>
              </a:rPr>
              <a:t>two</a:t>
            </a:r>
            <a:r>
              <a:rPr sz="1800" spc="55" dirty="0">
                <a:latin typeface="Lucida Sans Unicode"/>
                <a:cs typeface="Lucida Sans Unicode"/>
              </a:rPr>
              <a:t> </a:t>
            </a:r>
            <a:r>
              <a:rPr sz="1800" spc="-10" dirty="0">
                <a:latin typeface="Lucida Sans Unicode"/>
                <a:cs typeface="Lucida Sans Unicode"/>
              </a:rPr>
              <a:t>rankings.</a:t>
            </a:r>
            <a:endParaRPr sz="1800">
              <a:latin typeface="Lucida Sans Unicode"/>
              <a:cs typeface="Lucida Sans Unicode"/>
            </a:endParaRPr>
          </a:p>
          <a:p>
            <a:pPr marL="184150">
              <a:lnSpc>
                <a:spcPts val="2960"/>
              </a:lnSpc>
              <a:tabLst>
                <a:tab pos="1662430" algn="l"/>
              </a:tabLst>
            </a:pPr>
            <a:r>
              <a:rPr sz="4275" spc="2175" baseline="-7797" dirty="0">
                <a:latin typeface="Yu Gothic UI"/>
                <a:cs typeface="Yu Gothic UI"/>
              </a:rPr>
              <a:t>・</a:t>
            </a:r>
            <a:r>
              <a:rPr sz="1800" dirty="0">
                <a:latin typeface="Lucida Sans Unicode"/>
                <a:cs typeface="Lucida Sans Unicode"/>
              </a:rPr>
              <a:t>My</a:t>
            </a:r>
            <a:r>
              <a:rPr sz="1800" spc="75" dirty="0">
                <a:latin typeface="Lucida Sans Unicode"/>
                <a:cs typeface="Lucida Sans Unicode"/>
              </a:rPr>
              <a:t> </a:t>
            </a:r>
            <a:r>
              <a:rPr sz="1800" spc="-10" dirty="0">
                <a:latin typeface="Lucida Sans Unicode"/>
                <a:cs typeface="Lucida Sans Unicode"/>
              </a:rPr>
              <a:t>rank:</a:t>
            </a:r>
            <a:r>
              <a:rPr sz="1800" dirty="0">
                <a:latin typeface="Lucida Sans Unicode"/>
                <a:cs typeface="Lucida Sans Unicode"/>
              </a:rPr>
              <a:t>	</a:t>
            </a:r>
            <a:r>
              <a:rPr sz="1800" dirty="0">
                <a:latin typeface="Times New Roman"/>
                <a:cs typeface="Times New Roman"/>
              </a:rPr>
              <a:t>1, 2, …, </a:t>
            </a:r>
            <a:r>
              <a:rPr sz="1800" i="1" spc="-25"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a:p>
            <a:pPr marL="184150">
              <a:lnSpc>
                <a:spcPts val="2855"/>
              </a:lnSpc>
              <a:tabLst>
                <a:tab pos="1832610" algn="l"/>
              </a:tabLst>
            </a:pPr>
            <a:r>
              <a:rPr sz="4275" spc="2175" baseline="-7797" dirty="0">
                <a:latin typeface="Yu Gothic UI"/>
                <a:cs typeface="Yu Gothic UI"/>
              </a:rPr>
              <a:t>・</a:t>
            </a:r>
            <a:r>
              <a:rPr sz="1800" spc="-20" dirty="0">
                <a:latin typeface="Lucida Sans Unicode"/>
                <a:cs typeface="Lucida Sans Unicode"/>
              </a:rPr>
              <a:t>Your</a:t>
            </a:r>
            <a:r>
              <a:rPr sz="1800" spc="-100" dirty="0">
                <a:latin typeface="Lucida Sans Unicode"/>
                <a:cs typeface="Lucida Sans Unicode"/>
              </a:rPr>
              <a:t> </a:t>
            </a:r>
            <a:r>
              <a:rPr sz="1800" spc="-10" dirty="0">
                <a:latin typeface="Lucida Sans Unicode"/>
                <a:cs typeface="Lucida Sans Unicode"/>
              </a:rPr>
              <a:t>rank:</a:t>
            </a:r>
            <a:r>
              <a:rPr sz="1800" dirty="0">
                <a:latin typeface="Lucida Sans Unicode"/>
                <a:cs typeface="Lucida Sans Unicode"/>
              </a:rPr>
              <a:t>	</a:t>
            </a:r>
            <a:r>
              <a:rPr sz="1800" i="1" dirty="0">
                <a:latin typeface="Times New Roman"/>
                <a:cs typeface="Times New Roman"/>
              </a:rPr>
              <a:t>a</a:t>
            </a:r>
            <a:r>
              <a:rPr sz="2100" baseline="-17857" dirty="0">
                <a:latin typeface="Times New Roman"/>
                <a:cs typeface="Times New Roman"/>
              </a:rPr>
              <a:t>1</a:t>
            </a:r>
            <a:r>
              <a:rPr sz="1800" dirty="0">
                <a:latin typeface="Times New Roman"/>
                <a:cs typeface="Times New Roman"/>
              </a:rPr>
              <a:t>, </a:t>
            </a:r>
            <a:r>
              <a:rPr sz="1800" i="1" dirty="0">
                <a:latin typeface="Times New Roman"/>
                <a:cs typeface="Times New Roman"/>
              </a:rPr>
              <a:t>a</a:t>
            </a:r>
            <a:r>
              <a:rPr sz="2100" baseline="-17857" dirty="0">
                <a:latin typeface="Times New Roman"/>
                <a:cs typeface="Times New Roman"/>
              </a:rPr>
              <a:t>2</a:t>
            </a:r>
            <a:r>
              <a:rPr sz="1800" dirty="0">
                <a:latin typeface="Times New Roman"/>
                <a:cs typeface="Times New Roman"/>
              </a:rPr>
              <a:t>, …, </a:t>
            </a:r>
            <a:r>
              <a:rPr sz="1800" i="1" spc="-25" dirty="0">
                <a:latin typeface="Times New Roman"/>
                <a:cs typeface="Times New Roman"/>
              </a:rPr>
              <a:t>a</a:t>
            </a:r>
            <a:r>
              <a:rPr sz="2100" i="1" spc="-37" baseline="-17857"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a:p>
            <a:pPr marL="184150">
              <a:lnSpc>
                <a:spcPts val="3135"/>
              </a:lnSpc>
            </a:pPr>
            <a:r>
              <a:rPr sz="4275" spc="2175" baseline="-7797" dirty="0">
                <a:latin typeface="Yu Gothic UI"/>
                <a:cs typeface="Yu Gothic UI"/>
              </a:rPr>
              <a:t>・</a:t>
            </a:r>
            <a:r>
              <a:rPr sz="1800" dirty="0">
                <a:latin typeface="Lucida Sans Unicode"/>
                <a:cs typeface="Lucida Sans Unicode"/>
              </a:rPr>
              <a:t>Songs</a:t>
            </a:r>
            <a:r>
              <a:rPr sz="1800" spc="-5" dirty="0">
                <a:latin typeface="Lucida Sans Unicode"/>
                <a:cs typeface="Lucida Sans Unicode"/>
              </a:rPr>
              <a:t> </a:t>
            </a:r>
            <a:r>
              <a:rPr sz="1800" i="1" dirty="0">
                <a:latin typeface="Times New Roman"/>
                <a:cs typeface="Times New Roman"/>
              </a:rPr>
              <a:t>i</a:t>
            </a:r>
            <a:r>
              <a:rPr sz="1800" i="1" spc="114" dirty="0">
                <a:latin typeface="Times New Roman"/>
                <a:cs typeface="Times New Roman"/>
              </a:rPr>
              <a:t> </a:t>
            </a:r>
            <a:r>
              <a:rPr sz="1800" dirty="0">
                <a:latin typeface="Lucida Sans Unicode"/>
                <a:cs typeface="Lucida Sans Unicode"/>
              </a:rPr>
              <a:t>and</a:t>
            </a:r>
            <a:r>
              <a:rPr sz="1800" spc="-5" dirty="0">
                <a:latin typeface="Lucida Sans Unicode"/>
                <a:cs typeface="Lucida Sans Unicode"/>
              </a:rPr>
              <a:t> </a:t>
            </a:r>
            <a:r>
              <a:rPr sz="1800" i="1" dirty="0">
                <a:latin typeface="Times New Roman"/>
                <a:cs typeface="Times New Roman"/>
              </a:rPr>
              <a:t>j</a:t>
            </a:r>
            <a:r>
              <a:rPr sz="1800" i="1" spc="114" dirty="0">
                <a:latin typeface="Times New Roman"/>
                <a:cs typeface="Times New Roman"/>
              </a:rPr>
              <a:t> </a:t>
            </a:r>
            <a:r>
              <a:rPr sz="1800" dirty="0">
                <a:latin typeface="Lucida Sans Unicode"/>
                <a:cs typeface="Lucida Sans Unicode"/>
              </a:rPr>
              <a:t>are</a:t>
            </a:r>
            <a:r>
              <a:rPr sz="1800" spc="-5" dirty="0">
                <a:latin typeface="Lucida Sans Unicode"/>
                <a:cs typeface="Lucida Sans Unicode"/>
              </a:rPr>
              <a:t> </a:t>
            </a:r>
            <a:r>
              <a:rPr sz="1800" dirty="0">
                <a:latin typeface="Lucida Sans Unicode"/>
                <a:cs typeface="Lucida Sans Unicode"/>
              </a:rPr>
              <a:t>inverted if</a:t>
            </a:r>
            <a:r>
              <a:rPr sz="1800" spc="-5" dirty="0">
                <a:latin typeface="Lucida Sans Unicode"/>
                <a:cs typeface="Lucida Sans Unicode"/>
              </a:rPr>
              <a:t> </a:t>
            </a:r>
            <a:r>
              <a:rPr sz="1800" i="1" dirty="0">
                <a:latin typeface="Times New Roman"/>
                <a:cs typeface="Times New Roman"/>
              </a:rPr>
              <a:t>i</a:t>
            </a:r>
            <a:r>
              <a:rPr sz="1800" i="1" spc="450" dirty="0">
                <a:latin typeface="Times New Roman"/>
                <a:cs typeface="Times New Roman"/>
              </a:rPr>
              <a:t> </a:t>
            </a:r>
            <a:r>
              <a:rPr sz="1800" spc="220" dirty="0">
                <a:latin typeface="Times New Roman"/>
                <a:cs typeface="Times New Roman"/>
              </a:rPr>
              <a:t>&lt; </a:t>
            </a:r>
            <a:r>
              <a:rPr sz="1800" i="1" dirty="0">
                <a:latin typeface="Times New Roman"/>
                <a:cs typeface="Times New Roman"/>
              </a:rPr>
              <a:t>j</a:t>
            </a:r>
            <a:r>
              <a:rPr sz="1800" dirty="0">
                <a:latin typeface="Lucida Sans Unicode"/>
                <a:cs typeface="Lucida Sans Unicode"/>
              </a:rPr>
              <a:t>, but</a:t>
            </a:r>
            <a:r>
              <a:rPr sz="1800" spc="-5" dirty="0">
                <a:latin typeface="Lucida Sans Unicode"/>
                <a:cs typeface="Lucida Sans Unicode"/>
              </a:rPr>
              <a:t> </a:t>
            </a:r>
            <a:r>
              <a:rPr sz="1800" i="1" dirty="0">
                <a:latin typeface="Times New Roman"/>
                <a:cs typeface="Times New Roman"/>
              </a:rPr>
              <a:t>a</a:t>
            </a:r>
            <a:r>
              <a:rPr sz="2100" i="1" baseline="-17857" dirty="0">
                <a:latin typeface="Times New Roman"/>
                <a:cs typeface="Times New Roman"/>
              </a:rPr>
              <a:t>i</a:t>
            </a:r>
            <a:r>
              <a:rPr sz="2100" i="1" spc="675" baseline="-17857" dirty="0">
                <a:latin typeface="Times New Roman"/>
                <a:cs typeface="Times New Roman"/>
              </a:rPr>
              <a:t> </a:t>
            </a:r>
            <a:r>
              <a:rPr sz="1800" spc="220" dirty="0">
                <a:latin typeface="Times New Roman"/>
                <a:cs typeface="Times New Roman"/>
              </a:rPr>
              <a:t>&gt; </a:t>
            </a:r>
            <a:r>
              <a:rPr sz="1800" i="1" spc="-25" dirty="0">
                <a:latin typeface="Times New Roman"/>
                <a:cs typeface="Times New Roman"/>
              </a:rPr>
              <a:t>a</a:t>
            </a:r>
            <a:r>
              <a:rPr sz="2100" i="1" spc="-37" baseline="-17857" dirty="0">
                <a:latin typeface="Times New Roman"/>
                <a:cs typeface="Times New Roman"/>
              </a:rPr>
              <a:t>j</a:t>
            </a:r>
            <a:r>
              <a:rPr sz="1800" spc="-25" dirty="0">
                <a:latin typeface="Lucida Sans Unicode"/>
                <a:cs typeface="Lucida Sans Unicode"/>
              </a:rPr>
              <a:t>.</a:t>
            </a:r>
            <a:endParaRPr sz="1800">
              <a:latin typeface="Lucida Sans Unicode"/>
              <a:cs typeface="Lucida Sans Unicode"/>
            </a:endParaRPr>
          </a:p>
        </p:txBody>
      </p:sp>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14</a:t>
            </a:fld>
            <a:endParaRPr spc="-25" dirty="0"/>
          </a:p>
        </p:txBody>
      </p:sp>
      <p:sp>
        <p:nvSpPr>
          <p:cNvPr id="4" name="object 4"/>
          <p:cNvSpPr txBox="1">
            <a:spLocks noGrp="1"/>
          </p:cNvSpPr>
          <p:nvPr>
            <p:ph type="title"/>
          </p:nvPr>
        </p:nvSpPr>
        <p:spPr>
          <a:xfrm>
            <a:off x="745267" y="475073"/>
            <a:ext cx="2369820" cy="346075"/>
          </a:xfrm>
          <a:prstGeom prst="rect">
            <a:avLst/>
          </a:prstGeom>
        </p:spPr>
        <p:txBody>
          <a:bodyPr vert="horz" wrap="square" lIns="0" tIns="12700" rIns="0" bIns="0" rtlCol="0">
            <a:spAutoFit/>
          </a:bodyPr>
          <a:lstStyle/>
          <a:p>
            <a:pPr marL="12700">
              <a:lnSpc>
                <a:spcPct val="100000"/>
              </a:lnSpc>
              <a:spcBef>
                <a:spcPts val="100"/>
              </a:spcBef>
            </a:pPr>
            <a:r>
              <a:rPr dirty="0"/>
              <a:t>Counting</a:t>
            </a:r>
            <a:r>
              <a:rPr spc="180" dirty="0"/>
              <a:t> </a:t>
            </a:r>
            <a:r>
              <a:rPr spc="-10" dirty="0"/>
              <a:t>inversions</a:t>
            </a:r>
          </a:p>
        </p:txBody>
      </p:sp>
      <p:graphicFrame>
        <p:nvGraphicFramePr>
          <p:cNvPr id="5" name="object 5"/>
          <p:cNvGraphicFramePr>
            <a:graphicFrameLocks noGrp="1"/>
          </p:cNvGraphicFramePr>
          <p:nvPr/>
        </p:nvGraphicFramePr>
        <p:xfrm>
          <a:off x="2874873" y="4644174"/>
          <a:ext cx="3566794" cy="1276350"/>
        </p:xfrm>
        <a:graphic>
          <a:graphicData uri="http://schemas.openxmlformats.org/drawingml/2006/table">
            <a:tbl>
              <a:tblPr firstRow="1" bandRow="1">
                <a:tableStyleId>{2D5ABB26-0587-4C30-8999-92F81FD0307C}</a:tableStyleId>
              </a:tblPr>
              <a:tblGrid>
                <a:gridCol w="912494">
                  <a:extLst>
                    <a:ext uri="{9D8B030D-6E8A-4147-A177-3AD203B41FA5}">
                      <a16:colId xmlns:a16="http://schemas.microsoft.com/office/drawing/2014/main" val="20000"/>
                    </a:ext>
                  </a:extLst>
                </a:gridCol>
                <a:gridCol w="530860">
                  <a:extLst>
                    <a:ext uri="{9D8B030D-6E8A-4147-A177-3AD203B41FA5}">
                      <a16:colId xmlns:a16="http://schemas.microsoft.com/office/drawing/2014/main" val="20001"/>
                    </a:ext>
                  </a:extLst>
                </a:gridCol>
                <a:gridCol w="530860">
                  <a:extLst>
                    <a:ext uri="{9D8B030D-6E8A-4147-A177-3AD203B41FA5}">
                      <a16:colId xmlns:a16="http://schemas.microsoft.com/office/drawing/2014/main" val="20002"/>
                    </a:ext>
                  </a:extLst>
                </a:gridCol>
                <a:gridCol w="530860">
                  <a:extLst>
                    <a:ext uri="{9D8B030D-6E8A-4147-A177-3AD203B41FA5}">
                      <a16:colId xmlns:a16="http://schemas.microsoft.com/office/drawing/2014/main" val="20003"/>
                    </a:ext>
                  </a:extLst>
                </a:gridCol>
                <a:gridCol w="530860">
                  <a:extLst>
                    <a:ext uri="{9D8B030D-6E8A-4147-A177-3AD203B41FA5}">
                      <a16:colId xmlns:a16="http://schemas.microsoft.com/office/drawing/2014/main" val="20004"/>
                    </a:ext>
                  </a:extLst>
                </a:gridCol>
                <a:gridCol w="530860">
                  <a:extLst>
                    <a:ext uri="{9D8B030D-6E8A-4147-A177-3AD203B41FA5}">
                      <a16:colId xmlns:a16="http://schemas.microsoft.com/office/drawing/2014/main" val="20005"/>
                    </a:ext>
                  </a:extLst>
                </a:gridCol>
              </a:tblGrid>
              <a:tr h="425450">
                <a:tc>
                  <a:txBody>
                    <a:bodyPr/>
                    <a:lstStyle/>
                    <a:p>
                      <a:pPr>
                        <a:lnSpc>
                          <a:spcPct val="100000"/>
                        </a:lnSpc>
                      </a:pPr>
                      <a:endParaRPr sz="1700">
                        <a:latin typeface="Times New Roman"/>
                        <a:cs typeface="Times New Roman"/>
                      </a:endParaRPr>
                    </a:p>
                  </a:txBody>
                  <a:tcPr marL="0" marR="0" marT="0" marB="0">
                    <a:lnR w="3175">
                      <a:solidFill>
                        <a:srgbClr val="E7EAEB"/>
                      </a:solidFill>
                      <a:prstDash val="solid"/>
                    </a:lnR>
                    <a:lnB w="3175">
                      <a:solidFill>
                        <a:srgbClr val="E7EAEB"/>
                      </a:solidFill>
                      <a:prstDash val="solid"/>
                    </a:lnB>
                  </a:tcPr>
                </a:tc>
                <a:tc>
                  <a:txBody>
                    <a:bodyPr/>
                    <a:lstStyle/>
                    <a:p>
                      <a:pPr algn="ctr">
                        <a:lnSpc>
                          <a:spcPct val="100000"/>
                        </a:lnSpc>
                        <a:spcBef>
                          <a:spcPts val="675"/>
                        </a:spcBef>
                      </a:pPr>
                      <a:r>
                        <a:rPr sz="1350" spc="-50" dirty="0">
                          <a:solidFill>
                            <a:srgbClr val="FFFFFF"/>
                          </a:solidFill>
                          <a:latin typeface="Lucida Sans Unicode"/>
                          <a:cs typeface="Lucida Sans Unicode"/>
                        </a:rPr>
                        <a:t>A</a:t>
                      </a:r>
                      <a:endParaRPr sz="1350">
                        <a:latin typeface="Lucida Sans Unicode"/>
                        <a:cs typeface="Lucida Sans Unicode"/>
                      </a:endParaRPr>
                    </a:p>
                  </a:txBody>
                  <a:tcPr marL="0" marR="0" marT="85725" marB="0">
                    <a:lnL w="3175">
                      <a:solidFill>
                        <a:srgbClr val="E7EAEB"/>
                      </a:solidFill>
                      <a:prstDash val="solid"/>
                    </a:lnL>
                    <a:lnR w="3175">
                      <a:solidFill>
                        <a:srgbClr val="E7EAEB"/>
                      </a:solidFill>
                      <a:prstDash val="solid"/>
                    </a:lnR>
                    <a:lnB w="3175">
                      <a:solidFill>
                        <a:srgbClr val="E7EAEB"/>
                      </a:solidFill>
                      <a:prstDash val="solid"/>
                    </a:lnB>
                    <a:solidFill>
                      <a:srgbClr val="5E5E5E"/>
                    </a:solidFill>
                  </a:tcPr>
                </a:tc>
                <a:tc>
                  <a:txBody>
                    <a:bodyPr/>
                    <a:lstStyle/>
                    <a:p>
                      <a:pPr algn="ctr">
                        <a:lnSpc>
                          <a:spcPct val="100000"/>
                        </a:lnSpc>
                        <a:spcBef>
                          <a:spcPts val="675"/>
                        </a:spcBef>
                      </a:pPr>
                      <a:r>
                        <a:rPr sz="1350" spc="-50" dirty="0">
                          <a:solidFill>
                            <a:srgbClr val="FFFFFF"/>
                          </a:solidFill>
                          <a:latin typeface="Lucida Sans Unicode"/>
                          <a:cs typeface="Lucida Sans Unicode"/>
                        </a:rPr>
                        <a:t>B</a:t>
                      </a:r>
                      <a:endParaRPr sz="1350">
                        <a:latin typeface="Lucida Sans Unicode"/>
                        <a:cs typeface="Lucida Sans Unicode"/>
                      </a:endParaRPr>
                    </a:p>
                  </a:txBody>
                  <a:tcPr marL="0" marR="0" marT="85725" marB="0">
                    <a:lnL w="3175">
                      <a:solidFill>
                        <a:srgbClr val="E7EAEB"/>
                      </a:solidFill>
                      <a:prstDash val="solid"/>
                    </a:lnL>
                    <a:lnR w="3175">
                      <a:solidFill>
                        <a:srgbClr val="E7EAEB"/>
                      </a:solidFill>
                      <a:prstDash val="solid"/>
                    </a:lnR>
                    <a:lnB w="3175">
                      <a:solidFill>
                        <a:srgbClr val="E7EAEB"/>
                      </a:solidFill>
                      <a:prstDash val="solid"/>
                    </a:lnB>
                    <a:solidFill>
                      <a:srgbClr val="5E5E5E"/>
                    </a:solidFill>
                  </a:tcPr>
                </a:tc>
                <a:tc>
                  <a:txBody>
                    <a:bodyPr/>
                    <a:lstStyle/>
                    <a:p>
                      <a:pPr algn="ctr">
                        <a:lnSpc>
                          <a:spcPct val="100000"/>
                        </a:lnSpc>
                        <a:spcBef>
                          <a:spcPts val="675"/>
                        </a:spcBef>
                      </a:pPr>
                      <a:r>
                        <a:rPr sz="1350" spc="-50" dirty="0">
                          <a:solidFill>
                            <a:srgbClr val="FFFFFF"/>
                          </a:solidFill>
                          <a:latin typeface="Lucida Sans Unicode"/>
                          <a:cs typeface="Lucida Sans Unicode"/>
                        </a:rPr>
                        <a:t>C</a:t>
                      </a:r>
                      <a:endParaRPr sz="1350">
                        <a:latin typeface="Lucida Sans Unicode"/>
                        <a:cs typeface="Lucida Sans Unicode"/>
                      </a:endParaRPr>
                    </a:p>
                  </a:txBody>
                  <a:tcPr marL="0" marR="0" marT="85725" marB="0">
                    <a:lnL w="3175">
                      <a:solidFill>
                        <a:srgbClr val="E7EAEB"/>
                      </a:solidFill>
                      <a:prstDash val="solid"/>
                    </a:lnL>
                    <a:lnR w="3175">
                      <a:solidFill>
                        <a:srgbClr val="E7EAEB"/>
                      </a:solidFill>
                      <a:prstDash val="solid"/>
                    </a:lnR>
                    <a:lnB w="3175">
                      <a:solidFill>
                        <a:srgbClr val="E7EAEB"/>
                      </a:solidFill>
                      <a:prstDash val="solid"/>
                    </a:lnB>
                    <a:solidFill>
                      <a:srgbClr val="5E5E5E"/>
                    </a:solidFill>
                  </a:tcPr>
                </a:tc>
                <a:tc>
                  <a:txBody>
                    <a:bodyPr/>
                    <a:lstStyle/>
                    <a:p>
                      <a:pPr algn="ctr">
                        <a:lnSpc>
                          <a:spcPct val="100000"/>
                        </a:lnSpc>
                        <a:spcBef>
                          <a:spcPts val="675"/>
                        </a:spcBef>
                      </a:pPr>
                      <a:r>
                        <a:rPr sz="1350" spc="-50" dirty="0">
                          <a:solidFill>
                            <a:srgbClr val="FFFFFF"/>
                          </a:solidFill>
                          <a:latin typeface="Lucida Sans Unicode"/>
                          <a:cs typeface="Lucida Sans Unicode"/>
                        </a:rPr>
                        <a:t>D</a:t>
                      </a:r>
                      <a:endParaRPr sz="1350">
                        <a:latin typeface="Lucida Sans Unicode"/>
                        <a:cs typeface="Lucida Sans Unicode"/>
                      </a:endParaRPr>
                    </a:p>
                  </a:txBody>
                  <a:tcPr marL="0" marR="0" marT="85725" marB="0">
                    <a:lnL w="3175">
                      <a:solidFill>
                        <a:srgbClr val="E7EAEB"/>
                      </a:solidFill>
                      <a:prstDash val="solid"/>
                    </a:lnL>
                    <a:lnR w="3175">
                      <a:solidFill>
                        <a:srgbClr val="E7EAEB"/>
                      </a:solidFill>
                      <a:prstDash val="solid"/>
                    </a:lnR>
                    <a:lnB w="3175">
                      <a:solidFill>
                        <a:srgbClr val="E7EAEB"/>
                      </a:solidFill>
                      <a:prstDash val="solid"/>
                    </a:lnB>
                    <a:solidFill>
                      <a:srgbClr val="5E5E5E"/>
                    </a:solidFill>
                  </a:tcPr>
                </a:tc>
                <a:tc>
                  <a:txBody>
                    <a:bodyPr/>
                    <a:lstStyle/>
                    <a:p>
                      <a:pPr marL="635" algn="ctr">
                        <a:lnSpc>
                          <a:spcPct val="100000"/>
                        </a:lnSpc>
                        <a:spcBef>
                          <a:spcPts val="675"/>
                        </a:spcBef>
                      </a:pPr>
                      <a:r>
                        <a:rPr sz="1350" spc="-50" dirty="0">
                          <a:solidFill>
                            <a:srgbClr val="FFFFFF"/>
                          </a:solidFill>
                          <a:latin typeface="Lucida Sans Unicode"/>
                          <a:cs typeface="Lucida Sans Unicode"/>
                        </a:rPr>
                        <a:t>E</a:t>
                      </a:r>
                      <a:endParaRPr sz="1350">
                        <a:latin typeface="Lucida Sans Unicode"/>
                        <a:cs typeface="Lucida Sans Unicode"/>
                      </a:endParaRPr>
                    </a:p>
                  </a:txBody>
                  <a:tcPr marL="0" marR="0" marT="85725" marB="0">
                    <a:lnL w="3175">
                      <a:solidFill>
                        <a:srgbClr val="E7EAEB"/>
                      </a:solidFill>
                      <a:prstDash val="solid"/>
                    </a:lnL>
                    <a:lnB w="3175">
                      <a:solidFill>
                        <a:srgbClr val="E7EAEB"/>
                      </a:solidFill>
                      <a:prstDash val="solid"/>
                    </a:lnB>
                    <a:solidFill>
                      <a:srgbClr val="5E5E5E"/>
                    </a:solidFill>
                  </a:tcPr>
                </a:tc>
                <a:extLst>
                  <a:ext uri="{0D108BD9-81ED-4DB2-BD59-A6C34878D82A}">
                    <a16:rowId xmlns:a16="http://schemas.microsoft.com/office/drawing/2014/main" val="10000"/>
                  </a:ext>
                </a:extLst>
              </a:tr>
              <a:tr h="425450">
                <a:tc>
                  <a:txBody>
                    <a:bodyPr/>
                    <a:lstStyle/>
                    <a:p>
                      <a:pPr algn="ctr">
                        <a:lnSpc>
                          <a:spcPct val="100000"/>
                        </a:lnSpc>
                        <a:spcBef>
                          <a:spcPts val="685"/>
                        </a:spcBef>
                      </a:pPr>
                      <a:r>
                        <a:rPr sz="1350" spc="-25" dirty="0">
                          <a:solidFill>
                            <a:srgbClr val="FFFFFF"/>
                          </a:solidFill>
                          <a:latin typeface="Lucida Sans Unicode"/>
                          <a:cs typeface="Lucida Sans Unicode"/>
                        </a:rPr>
                        <a:t>me</a:t>
                      </a:r>
                      <a:endParaRPr sz="1350">
                        <a:latin typeface="Lucida Sans Unicode"/>
                        <a:cs typeface="Lucida Sans Unicode"/>
                      </a:endParaRPr>
                    </a:p>
                  </a:txBody>
                  <a:tcPr marL="0" marR="0" marT="86995" marB="0">
                    <a:lnR w="3175">
                      <a:solidFill>
                        <a:srgbClr val="E7EAEB"/>
                      </a:solidFill>
                      <a:prstDash val="solid"/>
                    </a:lnR>
                    <a:lnT w="3175">
                      <a:solidFill>
                        <a:srgbClr val="E7EAEB"/>
                      </a:solidFill>
                      <a:prstDash val="solid"/>
                    </a:lnT>
                    <a:lnB w="3175">
                      <a:solidFill>
                        <a:srgbClr val="E7EAEB"/>
                      </a:solidFill>
                      <a:prstDash val="solid"/>
                    </a:lnB>
                    <a:solidFill>
                      <a:srgbClr val="5E5E5E"/>
                    </a:solidFill>
                  </a:tcPr>
                </a:tc>
                <a:tc>
                  <a:txBody>
                    <a:bodyPr/>
                    <a:lstStyle/>
                    <a:p>
                      <a:pPr marL="43815" algn="ctr">
                        <a:lnSpc>
                          <a:spcPct val="100000"/>
                        </a:lnSpc>
                        <a:spcBef>
                          <a:spcPts val="685"/>
                        </a:spcBef>
                      </a:pPr>
                      <a:r>
                        <a:rPr sz="1350" spc="-50" dirty="0">
                          <a:latin typeface="Lucida Sans Unicode"/>
                          <a:cs typeface="Lucida Sans Unicode"/>
                        </a:rPr>
                        <a:t>1</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lnB w="3175">
                      <a:solidFill>
                        <a:srgbClr val="E7EAEB"/>
                      </a:solidFill>
                      <a:prstDash val="solid"/>
                    </a:lnB>
                    <a:solidFill>
                      <a:srgbClr val="D5D5D5"/>
                    </a:solidFill>
                  </a:tcPr>
                </a:tc>
                <a:tc>
                  <a:txBody>
                    <a:bodyPr/>
                    <a:lstStyle/>
                    <a:p>
                      <a:pPr marL="43815" algn="ctr">
                        <a:lnSpc>
                          <a:spcPct val="100000"/>
                        </a:lnSpc>
                        <a:spcBef>
                          <a:spcPts val="685"/>
                        </a:spcBef>
                      </a:pPr>
                      <a:r>
                        <a:rPr sz="1350" spc="-50" dirty="0">
                          <a:latin typeface="Lucida Sans Unicode"/>
                          <a:cs typeface="Lucida Sans Unicode"/>
                        </a:rPr>
                        <a:t>2</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lnB w="3175">
                      <a:solidFill>
                        <a:srgbClr val="E7EAEB"/>
                      </a:solidFill>
                      <a:prstDash val="solid"/>
                    </a:lnB>
                    <a:solidFill>
                      <a:srgbClr val="D5D5D5"/>
                    </a:solidFill>
                  </a:tcPr>
                </a:tc>
                <a:tc>
                  <a:txBody>
                    <a:bodyPr/>
                    <a:lstStyle/>
                    <a:p>
                      <a:pPr marL="43815" algn="ctr">
                        <a:lnSpc>
                          <a:spcPct val="100000"/>
                        </a:lnSpc>
                        <a:spcBef>
                          <a:spcPts val="685"/>
                        </a:spcBef>
                      </a:pPr>
                      <a:r>
                        <a:rPr sz="1350" spc="-50" dirty="0">
                          <a:latin typeface="Lucida Sans Unicode"/>
                          <a:cs typeface="Lucida Sans Unicode"/>
                        </a:rPr>
                        <a:t>3</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lnB w="3175">
                      <a:solidFill>
                        <a:srgbClr val="E7EAEB"/>
                      </a:solidFill>
                      <a:prstDash val="solid"/>
                    </a:lnB>
                    <a:solidFill>
                      <a:srgbClr val="D5D5D5"/>
                    </a:solidFill>
                  </a:tcPr>
                </a:tc>
                <a:tc>
                  <a:txBody>
                    <a:bodyPr/>
                    <a:lstStyle/>
                    <a:p>
                      <a:pPr marL="43815" algn="ctr">
                        <a:lnSpc>
                          <a:spcPct val="100000"/>
                        </a:lnSpc>
                        <a:spcBef>
                          <a:spcPts val="685"/>
                        </a:spcBef>
                      </a:pPr>
                      <a:r>
                        <a:rPr sz="1350" spc="-50" dirty="0">
                          <a:latin typeface="Lucida Sans Unicode"/>
                          <a:cs typeface="Lucida Sans Unicode"/>
                        </a:rPr>
                        <a:t>4</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lnB w="3175">
                      <a:solidFill>
                        <a:srgbClr val="E7EAEB"/>
                      </a:solidFill>
                      <a:prstDash val="solid"/>
                    </a:lnB>
                    <a:solidFill>
                      <a:srgbClr val="D5D5D5"/>
                    </a:solidFill>
                  </a:tcPr>
                </a:tc>
                <a:tc>
                  <a:txBody>
                    <a:bodyPr/>
                    <a:lstStyle/>
                    <a:p>
                      <a:pPr marL="45085" algn="ctr">
                        <a:lnSpc>
                          <a:spcPct val="100000"/>
                        </a:lnSpc>
                        <a:spcBef>
                          <a:spcPts val="685"/>
                        </a:spcBef>
                      </a:pPr>
                      <a:r>
                        <a:rPr sz="1350" spc="-50" dirty="0">
                          <a:latin typeface="Lucida Sans Unicode"/>
                          <a:cs typeface="Lucida Sans Unicode"/>
                        </a:rPr>
                        <a:t>5</a:t>
                      </a:r>
                      <a:endParaRPr sz="1350">
                        <a:latin typeface="Lucida Sans Unicode"/>
                        <a:cs typeface="Lucida Sans Unicode"/>
                      </a:endParaRPr>
                    </a:p>
                  </a:txBody>
                  <a:tcPr marL="0" marR="0" marT="86995" marB="0">
                    <a:lnL w="3175">
                      <a:solidFill>
                        <a:srgbClr val="E7EAEB"/>
                      </a:solidFill>
                      <a:prstDash val="solid"/>
                    </a:lnL>
                    <a:lnT w="3175">
                      <a:solidFill>
                        <a:srgbClr val="E7EAEB"/>
                      </a:solidFill>
                      <a:prstDash val="solid"/>
                    </a:lnT>
                    <a:lnB w="3175">
                      <a:solidFill>
                        <a:srgbClr val="E7EAEB"/>
                      </a:solidFill>
                      <a:prstDash val="solid"/>
                    </a:lnB>
                    <a:solidFill>
                      <a:srgbClr val="D5D5D5"/>
                    </a:solidFill>
                  </a:tcPr>
                </a:tc>
                <a:extLst>
                  <a:ext uri="{0D108BD9-81ED-4DB2-BD59-A6C34878D82A}">
                    <a16:rowId xmlns:a16="http://schemas.microsoft.com/office/drawing/2014/main" val="10001"/>
                  </a:ext>
                </a:extLst>
              </a:tr>
              <a:tr h="425450">
                <a:tc>
                  <a:txBody>
                    <a:bodyPr/>
                    <a:lstStyle/>
                    <a:p>
                      <a:pPr algn="ctr">
                        <a:lnSpc>
                          <a:spcPct val="100000"/>
                        </a:lnSpc>
                        <a:spcBef>
                          <a:spcPts val="685"/>
                        </a:spcBef>
                      </a:pPr>
                      <a:r>
                        <a:rPr sz="1350" spc="-25" dirty="0">
                          <a:solidFill>
                            <a:srgbClr val="FFFFFF"/>
                          </a:solidFill>
                          <a:latin typeface="Lucida Sans Unicode"/>
                          <a:cs typeface="Lucida Sans Unicode"/>
                        </a:rPr>
                        <a:t>you</a:t>
                      </a:r>
                      <a:endParaRPr sz="1350">
                        <a:latin typeface="Lucida Sans Unicode"/>
                        <a:cs typeface="Lucida Sans Unicode"/>
                      </a:endParaRPr>
                    </a:p>
                  </a:txBody>
                  <a:tcPr marL="0" marR="0" marT="86995" marB="0">
                    <a:lnR w="3175">
                      <a:solidFill>
                        <a:srgbClr val="E7EAEB"/>
                      </a:solidFill>
                      <a:prstDash val="solid"/>
                    </a:lnR>
                    <a:lnT w="3175">
                      <a:solidFill>
                        <a:srgbClr val="E7EAEB"/>
                      </a:solidFill>
                      <a:prstDash val="solid"/>
                    </a:lnT>
                    <a:solidFill>
                      <a:srgbClr val="5E5E5E"/>
                    </a:solidFill>
                  </a:tcPr>
                </a:tc>
                <a:tc>
                  <a:txBody>
                    <a:bodyPr/>
                    <a:lstStyle/>
                    <a:p>
                      <a:pPr marL="43815" algn="ctr">
                        <a:lnSpc>
                          <a:spcPct val="100000"/>
                        </a:lnSpc>
                        <a:spcBef>
                          <a:spcPts val="685"/>
                        </a:spcBef>
                      </a:pPr>
                      <a:r>
                        <a:rPr sz="1350" spc="-50" dirty="0">
                          <a:latin typeface="Lucida Sans Unicode"/>
                          <a:cs typeface="Lucida Sans Unicode"/>
                        </a:rPr>
                        <a:t>1</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solidFill>
                      <a:srgbClr val="D5D5D5"/>
                    </a:solidFill>
                  </a:tcPr>
                </a:tc>
                <a:tc>
                  <a:txBody>
                    <a:bodyPr/>
                    <a:lstStyle/>
                    <a:p>
                      <a:pPr marL="43815" algn="ctr">
                        <a:lnSpc>
                          <a:spcPct val="100000"/>
                        </a:lnSpc>
                        <a:spcBef>
                          <a:spcPts val="685"/>
                        </a:spcBef>
                      </a:pPr>
                      <a:r>
                        <a:rPr sz="1350" spc="-50" dirty="0">
                          <a:latin typeface="Lucida Sans Unicode"/>
                          <a:cs typeface="Lucida Sans Unicode"/>
                        </a:rPr>
                        <a:t>3</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solidFill>
                      <a:srgbClr val="D5D5D5"/>
                    </a:solidFill>
                  </a:tcPr>
                </a:tc>
                <a:tc>
                  <a:txBody>
                    <a:bodyPr/>
                    <a:lstStyle/>
                    <a:p>
                      <a:pPr marL="43815" algn="ctr">
                        <a:lnSpc>
                          <a:spcPct val="100000"/>
                        </a:lnSpc>
                        <a:spcBef>
                          <a:spcPts val="685"/>
                        </a:spcBef>
                      </a:pPr>
                      <a:r>
                        <a:rPr sz="1350" spc="-50" dirty="0">
                          <a:latin typeface="Lucida Sans Unicode"/>
                          <a:cs typeface="Lucida Sans Unicode"/>
                        </a:rPr>
                        <a:t>4</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solidFill>
                      <a:srgbClr val="D5D5D5"/>
                    </a:solidFill>
                  </a:tcPr>
                </a:tc>
                <a:tc>
                  <a:txBody>
                    <a:bodyPr/>
                    <a:lstStyle/>
                    <a:p>
                      <a:pPr marL="43815" algn="ctr">
                        <a:lnSpc>
                          <a:spcPct val="100000"/>
                        </a:lnSpc>
                        <a:spcBef>
                          <a:spcPts val="685"/>
                        </a:spcBef>
                      </a:pPr>
                      <a:r>
                        <a:rPr sz="1350" spc="-50" dirty="0">
                          <a:latin typeface="Lucida Sans Unicode"/>
                          <a:cs typeface="Lucida Sans Unicode"/>
                        </a:rPr>
                        <a:t>2</a:t>
                      </a:r>
                      <a:endParaRPr sz="1350">
                        <a:latin typeface="Lucida Sans Unicode"/>
                        <a:cs typeface="Lucida Sans Unicode"/>
                      </a:endParaRPr>
                    </a:p>
                  </a:txBody>
                  <a:tcPr marL="0" marR="0" marT="86995" marB="0">
                    <a:lnL w="3175">
                      <a:solidFill>
                        <a:srgbClr val="E7EAEB"/>
                      </a:solidFill>
                      <a:prstDash val="solid"/>
                    </a:lnL>
                    <a:lnR w="3175">
                      <a:solidFill>
                        <a:srgbClr val="E7EAEB"/>
                      </a:solidFill>
                      <a:prstDash val="solid"/>
                    </a:lnR>
                    <a:lnT w="3175">
                      <a:solidFill>
                        <a:srgbClr val="E7EAEB"/>
                      </a:solidFill>
                      <a:prstDash val="solid"/>
                    </a:lnT>
                    <a:solidFill>
                      <a:srgbClr val="D5D5D5"/>
                    </a:solidFill>
                  </a:tcPr>
                </a:tc>
                <a:tc>
                  <a:txBody>
                    <a:bodyPr/>
                    <a:lstStyle/>
                    <a:p>
                      <a:pPr marL="45085" algn="ctr">
                        <a:lnSpc>
                          <a:spcPct val="100000"/>
                        </a:lnSpc>
                        <a:spcBef>
                          <a:spcPts val="685"/>
                        </a:spcBef>
                      </a:pPr>
                      <a:r>
                        <a:rPr sz="1350" spc="-50" dirty="0">
                          <a:latin typeface="Lucida Sans Unicode"/>
                          <a:cs typeface="Lucida Sans Unicode"/>
                        </a:rPr>
                        <a:t>5</a:t>
                      </a:r>
                      <a:endParaRPr sz="1350">
                        <a:latin typeface="Lucida Sans Unicode"/>
                        <a:cs typeface="Lucida Sans Unicode"/>
                      </a:endParaRPr>
                    </a:p>
                  </a:txBody>
                  <a:tcPr marL="0" marR="0" marT="86995" marB="0">
                    <a:lnL w="3175">
                      <a:solidFill>
                        <a:srgbClr val="E7EAEB"/>
                      </a:solidFill>
                      <a:prstDash val="solid"/>
                    </a:lnL>
                    <a:lnT w="3175">
                      <a:solidFill>
                        <a:srgbClr val="E7EAEB"/>
                      </a:solidFill>
                      <a:prstDash val="solid"/>
                    </a:lnT>
                    <a:solidFill>
                      <a:srgbClr val="D5D5D5"/>
                    </a:solidFill>
                  </a:tcPr>
                </a:tc>
                <a:extLst>
                  <a:ext uri="{0D108BD9-81ED-4DB2-BD59-A6C34878D82A}">
                    <a16:rowId xmlns:a16="http://schemas.microsoft.com/office/drawing/2014/main" val="10002"/>
                  </a:ext>
                </a:extLst>
              </a:tr>
            </a:tbl>
          </a:graphicData>
        </a:graphic>
      </p:graphicFrame>
      <p:sp>
        <p:nvSpPr>
          <p:cNvPr id="6" name="object 6"/>
          <p:cNvSpPr txBox="1"/>
          <p:nvPr/>
        </p:nvSpPr>
        <p:spPr>
          <a:xfrm>
            <a:off x="707167" y="6025841"/>
            <a:ext cx="4874260" cy="929640"/>
          </a:xfrm>
          <a:prstGeom prst="rect">
            <a:avLst/>
          </a:prstGeom>
        </p:spPr>
        <p:txBody>
          <a:bodyPr vert="horz" wrap="square" lIns="0" tIns="12700" rIns="0" bIns="0" rtlCol="0">
            <a:spAutoFit/>
          </a:bodyPr>
          <a:lstStyle/>
          <a:p>
            <a:pPr marL="3054985">
              <a:lnSpc>
                <a:spcPct val="100000"/>
              </a:lnSpc>
              <a:spcBef>
                <a:spcPts val="100"/>
              </a:spcBef>
            </a:pPr>
            <a:r>
              <a:rPr sz="1200" b="1" spc="90" dirty="0">
                <a:latin typeface="Trebuchet MS"/>
                <a:cs typeface="Trebuchet MS"/>
              </a:rPr>
              <a:t>2</a:t>
            </a:r>
            <a:r>
              <a:rPr sz="1200" b="1" spc="35" dirty="0">
                <a:latin typeface="Trebuchet MS"/>
                <a:cs typeface="Trebuchet MS"/>
              </a:rPr>
              <a:t> </a:t>
            </a:r>
            <a:r>
              <a:rPr sz="1200" b="1" spc="50" dirty="0">
                <a:latin typeface="Trebuchet MS"/>
                <a:cs typeface="Trebuchet MS"/>
              </a:rPr>
              <a:t>inversions:</a:t>
            </a:r>
            <a:r>
              <a:rPr sz="1200" b="1" spc="440" dirty="0">
                <a:latin typeface="Trebuchet MS"/>
                <a:cs typeface="Trebuchet MS"/>
              </a:rPr>
              <a:t> </a:t>
            </a:r>
            <a:r>
              <a:rPr sz="1200" b="1" spc="85" dirty="0">
                <a:latin typeface="Trebuchet MS"/>
                <a:cs typeface="Trebuchet MS"/>
              </a:rPr>
              <a:t>3-2,</a:t>
            </a:r>
            <a:r>
              <a:rPr sz="1200" b="1" spc="35" dirty="0">
                <a:latin typeface="Trebuchet MS"/>
                <a:cs typeface="Trebuchet MS"/>
              </a:rPr>
              <a:t> </a:t>
            </a:r>
            <a:r>
              <a:rPr sz="1200" b="1" spc="155" dirty="0">
                <a:latin typeface="Trebuchet MS"/>
                <a:cs typeface="Trebuchet MS"/>
              </a:rPr>
              <a:t>4-</a:t>
            </a:r>
            <a:r>
              <a:rPr sz="1200" b="1" spc="145" dirty="0">
                <a:latin typeface="Trebuchet MS"/>
                <a:cs typeface="Trebuchet MS"/>
              </a:rPr>
              <a:t>2</a:t>
            </a:r>
            <a:endParaRPr sz="1200">
              <a:latin typeface="Trebuchet MS"/>
              <a:cs typeface="Trebuchet MS"/>
            </a:endParaRPr>
          </a:p>
          <a:p>
            <a:pPr>
              <a:lnSpc>
                <a:spcPct val="100000"/>
              </a:lnSpc>
            </a:pPr>
            <a:endParaRPr sz="1200">
              <a:latin typeface="Trebuchet MS"/>
              <a:cs typeface="Trebuchet MS"/>
            </a:endParaRPr>
          </a:p>
          <a:p>
            <a:pPr>
              <a:lnSpc>
                <a:spcPct val="100000"/>
              </a:lnSpc>
              <a:spcBef>
                <a:spcPts val="730"/>
              </a:spcBef>
            </a:pPr>
            <a:endParaRPr sz="1200">
              <a:latin typeface="Trebuchet MS"/>
              <a:cs typeface="Trebuchet MS"/>
            </a:endParaRPr>
          </a:p>
          <a:p>
            <a:pPr marL="50800">
              <a:lnSpc>
                <a:spcPct val="100000"/>
              </a:lnSpc>
              <a:tabLst>
                <a:tab pos="1479550" algn="l"/>
              </a:tabLst>
            </a:pPr>
            <a:r>
              <a:rPr lang="en-GB" altLang="zh-CN" sz="1800" dirty="0">
                <a:solidFill>
                  <a:srgbClr val="0048AA"/>
                </a:solidFill>
                <a:latin typeface="Lucida Sans Unicode"/>
                <a:cs typeface="Lucida Sans Unicode"/>
              </a:rPr>
              <a:t>Brute </a:t>
            </a:r>
            <a:r>
              <a:rPr lang="en-GB" altLang="zh-CN" sz="1800" spc="-10" dirty="0">
                <a:solidFill>
                  <a:srgbClr val="0048AA"/>
                </a:solidFill>
                <a:latin typeface="Lucida Sans Unicode"/>
                <a:cs typeface="Lucida Sans Unicode"/>
              </a:rPr>
              <a:t>force:</a:t>
            </a:r>
            <a:r>
              <a:rPr lang="en-GB" altLang="zh-CN" sz="1800" dirty="0">
                <a:solidFill>
                  <a:srgbClr val="0048AA"/>
                </a:solidFill>
                <a:latin typeface="Lucida Sans Unicode"/>
                <a:cs typeface="Lucida Sans Unicode"/>
              </a:rPr>
              <a:t>	</a:t>
            </a:r>
            <a:r>
              <a:rPr lang="en-GB" altLang="zh-CN" sz="1800" dirty="0">
                <a:latin typeface="Lucida Sans Unicode"/>
                <a:cs typeface="Lucida Sans Unicode"/>
              </a:rPr>
              <a:t>check</a:t>
            </a:r>
            <a:r>
              <a:rPr lang="en-GB" altLang="zh-CN" sz="1800" spc="-10" dirty="0">
                <a:latin typeface="Lucida Sans Unicode"/>
                <a:cs typeface="Lucida Sans Unicode"/>
              </a:rPr>
              <a:t> </a:t>
            </a:r>
            <a:r>
              <a:rPr lang="en-GB" altLang="zh-CN" sz="1800" dirty="0">
                <a:latin typeface="Lucida Sans Unicode"/>
                <a:cs typeface="Lucida Sans Unicode"/>
              </a:rPr>
              <a:t>all</a:t>
            </a:r>
            <a:r>
              <a:rPr lang="en-GB" altLang="zh-CN" sz="1800" spc="-10" dirty="0">
                <a:latin typeface="Lucida Sans Unicode"/>
                <a:cs typeface="Lucida Sans Unicode"/>
              </a:rPr>
              <a:t> </a:t>
            </a:r>
            <a:r>
              <a:rPr lang="el-GR" altLang="zh-CN" sz="1800" dirty="0">
                <a:latin typeface="Times New Roman"/>
                <a:cs typeface="Times New Roman"/>
              </a:rPr>
              <a:t>Θ(</a:t>
            </a:r>
            <a:r>
              <a:rPr lang="en-GB" altLang="zh-CN" sz="1800" i="1" dirty="0">
                <a:latin typeface="Times New Roman"/>
                <a:cs typeface="Times New Roman"/>
              </a:rPr>
              <a:t>n</a:t>
            </a:r>
            <a:r>
              <a:rPr lang="en-GB" altLang="zh-CN" sz="2100" baseline="23809" dirty="0">
                <a:latin typeface="Times New Roman"/>
                <a:cs typeface="Times New Roman"/>
              </a:rPr>
              <a:t>2</a:t>
            </a:r>
            <a:r>
              <a:rPr lang="en-GB" altLang="zh-CN" sz="1800" dirty="0">
                <a:latin typeface="Times New Roman"/>
                <a:cs typeface="Times New Roman"/>
              </a:rPr>
              <a:t>)</a:t>
            </a:r>
            <a:r>
              <a:rPr lang="en-GB" altLang="zh-CN" sz="1800" spc="105" dirty="0">
                <a:latin typeface="Times New Roman"/>
                <a:cs typeface="Times New Roman"/>
              </a:rPr>
              <a:t> </a:t>
            </a:r>
            <a:r>
              <a:rPr lang="en-GB" altLang="zh-CN" sz="1800" spc="-10" dirty="0">
                <a:latin typeface="Lucida Sans Unicode"/>
                <a:cs typeface="Lucida Sans Unicode"/>
              </a:rPr>
              <a:t>pairs.</a:t>
            </a:r>
            <a:endParaRPr lang="en-GB" altLang="zh-CN" sz="1800">
              <a:latin typeface="Lucida Sans Unicode"/>
              <a:cs typeface="Lucida Sans Unicod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93774" y="3987999"/>
            <a:ext cx="4711700" cy="3100070"/>
          </a:xfrm>
          <a:custGeom>
            <a:avLst/>
            <a:gdLst/>
            <a:ahLst/>
            <a:cxnLst/>
            <a:rect l="l" t="t" r="r" b="b"/>
            <a:pathLst>
              <a:path w="4711700" h="3100070">
                <a:moveTo>
                  <a:pt x="0" y="0"/>
                </a:moveTo>
                <a:lnTo>
                  <a:pt x="4711477" y="0"/>
                </a:lnTo>
                <a:lnTo>
                  <a:pt x="4711477" y="3099656"/>
                </a:lnTo>
                <a:lnTo>
                  <a:pt x="0" y="3099656"/>
                </a:lnTo>
                <a:lnTo>
                  <a:pt x="0" y="0"/>
                </a:lnTo>
                <a:close/>
              </a:path>
            </a:pathLst>
          </a:custGeom>
          <a:solidFill>
            <a:srgbClr val="FFFFFF"/>
          </a:solidFill>
        </p:spPr>
        <p:txBody>
          <a:bodyPr wrap="square" lIns="0" tIns="0" rIns="0" bIns="0" rtlCol="0"/>
          <a:lstStyle/>
          <a:p>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745267" y="475073"/>
            <a:ext cx="4072890" cy="346075"/>
          </a:xfrm>
          <a:prstGeom prst="rect">
            <a:avLst/>
          </a:prstGeom>
        </p:spPr>
        <p:txBody>
          <a:bodyPr vert="horz" wrap="square" lIns="0" tIns="12700" rIns="0" bIns="0" rtlCol="0">
            <a:spAutoFit/>
          </a:bodyPr>
          <a:lstStyle/>
          <a:p>
            <a:pPr marL="12700">
              <a:lnSpc>
                <a:spcPct val="100000"/>
              </a:lnSpc>
              <a:spcBef>
                <a:spcPts val="100"/>
              </a:spcBef>
              <a:tabLst>
                <a:tab pos="2603500" algn="l"/>
              </a:tabLst>
            </a:pPr>
            <a:r>
              <a:rPr dirty="0"/>
              <a:t>Counting</a:t>
            </a:r>
            <a:r>
              <a:rPr spc="180" dirty="0"/>
              <a:t> </a:t>
            </a:r>
            <a:r>
              <a:rPr spc="-10" dirty="0"/>
              <a:t>inversions:</a:t>
            </a:r>
            <a:r>
              <a:rPr dirty="0"/>
              <a:t>	</a:t>
            </a:r>
            <a:r>
              <a:rPr spc="-10" dirty="0"/>
              <a:t>applications</a:t>
            </a:r>
          </a:p>
        </p:txBody>
      </p:sp>
      <p:sp>
        <p:nvSpPr>
          <p:cNvPr id="5" name="object 5"/>
          <p:cNvSpPr txBox="1"/>
          <p:nvPr/>
        </p:nvSpPr>
        <p:spPr>
          <a:xfrm>
            <a:off x="751741" y="1081652"/>
            <a:ext cx="6492875" cy="2277110"/>
          </a:xfrm>
          <a:prstGeom prst="rect">
            <a:avLst/>
          </a:prstGeom>
        </p:spPr>
        <p:txBody>
          <a:bodyPr vert="horz" wrap="square" lIns="0" tIns="16510" rIns="0" bIns="0" rtlCol="0">
            <a:spAutoFit/>
          </a:bodyPr>
          <a:lstStyle/>
          <a:p>
            <a:pPr marL="101600">
              <a:lnSpc>
                <a:spcPts val="3135"/>
              </a:lnSpc>
              <a:spcBef>
                <a:spcPts val="130"/>
              </a:spcBef>
            </a:pPr>
            <a:r>
              <a:rPr sz="4275" spc="2175" baseline="-8771" dirty="0">
                <a:latin typeface="Yu Gothic UI"/>
                <a:cs typeface="Yu Gothic UI"/>
              </a:rPr>
              <a:t>・</a:t>
            </a:r>
            <a:r>
              <a:rPr sz="1800" spc="-10" dirty="0">
                <a:latin typeface="Lucida Sans Unicode"/>
                <a:cs typeface="Lucida Sans Unicode"/>
              </a:rPr>
              <a:t>Voting</a:t>
            </a:r>
            <a:r>
              <a:rPr sz="1800" spc="-120" dirty="0">
                <a:latin typeface="Lucida Sans Unicode"/>
                <a:cs typeface="Lucida Sans Unicode"/>
              </a:rPr>
              <a:t> </a:t>
            </a:r>
            <a:r>
              <a:rPr sz="1800" spc="-10" dirty="0">
                <a:latin typeface="Lucida Sans Unicode"/>
                <a:cs typeface="Lucida Sans Unicode"/>
              </a:rPr>
              <a:t>theory.</a:t>
            </a:r>
            <a:endParaRPr sz="1800">
              <a:latin typeface="Lucida Sans Unicode"/>
              <a:cs typeface="Lucida Sans Unicode"/>
            </a:endParaRPr>
          </a:p>
          <a:p>
            <a:pPr marL="101600">
              <a:lnSpc>
                <a:spcPts val="2855"/>
              </a:lnSpc>
            </a:pPr>
            <a:r>
              <a:rPr sz="4275" spc="2175" baseline="-8771" dirty="0">
                <a:latin typeface="Yu Gothic UI"/>
                <a:cs typeface="Yu Gothic UI"/>
              </a:rPr>
              <a:t>・</a:t>
            </a:r>
            <a:r>
              <a:rPr sz="1800" dirty="0">
                <a:latin typeface="Lucida Sans Unicode"/>
                <a:cs typeface="Lucida Sans Unicode"/>
              </a:rPr>
              <a:t>Collaborative </a:t>
            </a:r>
            <a:r>
              <a:rPr sz="1800" spc="-10" dirty="0">
                <a:latin typeface="Lucida Sans Unicode"/>
                <a:cs typeface="Lucida Sans Unicode"/>
              </a:rPr>
              <a:t>filtering.</a:t>
            </a:r>
            <a:endParaRPr sz="1800">
              <a:latin typeface="Lucida Sans Unicode"/>
              <a:cs typeface="Lucida Sans Unicode"/>
            </a:endParaRPr>
          </a:p>
          <a:p>
            <a:pPr marL="101600">
              <a:lnSpc>
                <a:spcPts val="2855"/>
              </a:lnSpc>
            </a:pPr>
            <a:r>
              <a:rPr sz="4275" spc="2175" baseline="-8771" dirty="0">
                <a:latin typeface="Yu Gothic UI"/>
                <a:cs typeface="Yu Gothic UI"/>
              </a:rPr>
              <a:t>・</a:t>
            </a:r>
            <a:r>
              <a:rPr sz="1800" dirty="0">
                <a:latin typeface="Lucida Sans Unicode"/>
                <a:cs typeface="Lucida Sans Unicode"/>
              </a:rPr>
              <a:t>Measuring the "sortedness" of an </a:t>
            </a:r>
            <a:r>
              <a:rPr sz="1800" spc="-10" dirty="0">
                <a:latin typeface="Lucida Sans Unicode"/>
                <a:cs typeface="Lucida Sans Unicode"/>
              </a:rPr>
              <a:t>array.</a:t>
            </a:r>
            <a:endParaRPr sz="1800">
              <a:latin typeface="Lucida Sans Unicode"/>
              <a:cs typeface="Lucida Sans Unicode"/>
            </a:endParaRPr>
          </a:p>
          <a:p>
            <a:pPr marL="101600">
              <a:lnSpc>
                <a:spcPts val="2855"/>
              </a:lnSpc>
            </a:pPr>
            <a:r>
              <a:rPr sz="4275" spc="2175" baseline="-8771" dirty="0">
                <a:latin typeface="Yu Gothic UI"/>
                <a:cs typeface="Yu Gothic UI"/>
              </a:rPr>
              <a:t>・</a:t>
            </a:r>
            <a:r>
              <a:rPr sz="1800" dirty="0">
                <a:latin typeface="Lucida Sans Unicode"/>
                <a:cs typeface="Lucida Sans Unicode"/>
              </a:rPr>
              <a:t>Sensitivity</a:t>
            </a:r>
            <a:r>
              <a:rPr sz="1800" spc="45" dirty="0">
                <a:latin typeface="Lucida Sans Unicode"/>
                <a:cs typeface="Lucida Sans Unicode"/>
              </a:rPr>
              <a:t> </a:t>
            </a:r>
            <a:r>
              <a:rPr sz="1800" dirty="0">
                <a:latin typeface="Lucida Sans Unicode"/>
                <a:cs typeface="Lucida Sans Unicode"/>
              </a:rPr>
              <a:t>analysis</a:t>
            </a:r>
            <a:r>
              <a:rPr sz="1800" spc="50" dirty="0">
                <a:latin typeface="Lucida Sans Unicode"/>
                <a:cs typeface="Lucida Sans Unicode"/>
              </a:rPr>
              <a:t> </a:t>
            </a:r>
            <a:r>
              <a:rPr sz="1800" dirty="0">
                <a:latin typeface="Lucida Sans Unicode"/>
                <a:cs typeface="Lucida Sans Unicode"/>
              </a:rPr>
              <a:t>of</a:t>
            </a:r>
            <a:r>
              <a:rPr sz="1800" spc="50" dirty="0">
                <a:latin typeface="Lucida Sans Unicode"/>
                <a:cs typeface="Lucida Sans Unicode"/>
              </a:rPr>
              <a:t> </a:t>
            </a:r>
            <a:r>
              <a:rPr sz="1800" dirty="0">
                <a:latin typeface="Lucida Sans Unicode"/>
                <a:cs typeface="Lucida Sans Unicode"/>
              </a:rPr>
              <a:t>Google's</a:t>
            </a:r>
            <a:r>
              <a:rPr sz="1800" spc="50" dirty="0">
                <a:latin typeface="Lucida Sans Unicode"/>
                <a:cs typeface="Lucida Sans Unicode"/>
              </a:rPr>
              <a:t> </a:t>
            </a:r>
            <a:r>
              <a:rPr sz="1800" dirty="0">
                <a:latin typeface="Lucida Sans Unicode"/>
                <a:cs typeface="Lucida Sans Unicode"/>
              </a:rPr>
              <a:t>ranking</a:t>
            </a:r>
            <a:r>
              <a:rPr sz="1800" spc="50" dirty="0">
                <a:latin typeface="Lucida Sans Unicode"/>
                <a:cs typeface="Lucida Sans Unicode"/>
              </a:rPr>
              <a:t> </a:t>
            </a:r>
            <a:r>
              <a:rPr sz="1800" spc="-10" dirty="0">
                <a:latin typeface="Lucida Sans Unicode"/>
                <a:cs typeface="Lucida Sans Unicode"/>
              </a:rPr>
              <a:t>function.</a:t>
            </a:r>
            <a:endParaRPr sz="1800">
              <a:latin typeface="Lucida Sans Unicode"/>
              <a:cs typeface="Lucida Sans Unicode"/>
            </a:endParaRPr>
          </a:p>
          <a:p>
            <a:pPr marL="101600">
              <a:lnSpc>
                <a:spcPts val="2855"/>
              </a:lnSpc>
            </a:pPr>
            <a:r>
              <a:rPr sz="4275" spc="2175" baseline="-8771" dirty="0">
                <a:latin typeface="Yu Gothic UI"/>
                <a:cs typeface="Yu Gothic UI"/>
              </a:rPr>
              <a:t>・</a:t>
            </a:r>
            <a:r>
              <a:rPr sz="1800" dirty="0">
                <a:latin typeface="Lucida Sans Unicode"/>
                <a:cs typeface="Lucida Sans Unicode"/>
              </a:rPr>
              <a:t>Rank</a:t>
            </a:r>
            <a:r>
              <a:rPr sz="1800" spc="-30" dirty="0">
                <a:latin typeface="Lucida Sans Unicode"/>
                <a:cs typeface="Lucida Sans Unicode"/>
              </a:rPr>
              <a:t> </a:t>
            </a:r>
            <a:r>
              <a:rPr sz="1800" dirty="0">
                <a:latin typeface="Lucida Sans Unicode"/>
                <a:cs typeface="Lucida Sans Unicode"/>
              </a:rPr>
              <a:t>aggregation</a:t>
            </a:r>
            <a:r>
              <a:rPr sz="1800" spc="-30" dirty="0">
                <a:latin typeface="Lucida Sans Unicode"/>
                <a:cs typeface="Lucida Sans Unicode"/>
              </a:rPr>
              <a:t> </a:t>
            </a:r>
            <a:r>
              <a:rPr sz="1800" dirty="0">
                <a:latin typeface="Lucida Sans Unicode"/>
                <a:cs typeface="Lucida Sans Unicode"/>
              </a:rPr>
              <a:t>for</a:t>
            </a:r>
            <a:r>
              <a:rPr sz="1800" spc="-30" dirty="0">
                <a:latin typeface="Lucida Sans Unicode"/>
                <a:cs typeface="Lucida Sans Unicode"/>
              </a:rPr>
              <a:t> </a:t>
            </a:r>
            <a:r>
              <a:rPr sz="1800" spc="-60" dirty="0">
                <a:latin typeface="Lucida Sans Unicode"/>
                <a:cs typeface="Lucida Sans Unicode"/>
              </a:rPr>
              <a:t>meta-</a:t>
            </a:r>
            <a:r>
              <a:rPr sz="1800" spc="-10" dirty="0">
                <a:latin typeface="Lucida Sans Unicode"/>
                <a:cs typeface="Lucida Sans Unicode"/>
              </a:rPr>
              <a:t>searching</a:t>
            </a:r>
            <a:r>
              <a:rPr sz="1800" spc="-30" dirty="0">
                <a:latin typeface="Lucida Sans Unicode"/>
                <a:cs typeface="Lucida Sans Unicode"/>
              </a:rPr>
              <a:t> </a:t>
            </a:r>
            <a:r>
              <a:rPr sz="1800" dirty="0">
                <a:latin typeface="Lucida Sans Unicode"/>
                <a:cs typeface="Lucida Sans Unicode"/>
              </a:rPr>
              <a:t>on</a:t>
            </a:r>
            <a:r>
              <a:rPr sz="1800" spc="-30" dirty="0">
                <a:latin typeface="Lucida Sans Unicode"/>
                <a:cs typeface="Lucida Sans Unicode"/>
              </a:rPr>
              <a:t> </a:t>
            </a:r>
            <a:r>
              <a:rPr sz="1800" dirty="0">
                <a:latin typeface="Lucida Sans Unicode"/>
                <a:cs typeface="Lucida Sans Unicode"/>
              </a:rPr>
              <a:t>the</a:t>
            </a:r>
            <a:r>
              <a:rPr sz="1800" spc="-30" dirty="0">
                <a:latin typeface="Lucida Sans Unicode"/>
                <a:cs typeface="Lucida Sans Unicode"/>
              </a:rPr>
              <a:t> </a:t>
            </a:r>
            <a:r>
              <a:rPr sz="1800" spc="-20" dirty="0">
                <a:latin typeface="Lucida Sans Unicode"/>
                <a:cs typeface="Lucida Sans Unicode"/>
              </a:rPr>
              <a:t>Web.</a:t>
            </a:r>
            <a:endParaRPr sz="1800">
              <a:latin typeface="Lucida Sans Unicode"/>
              <a:cs typeface="Lucida Sans Unicode"/>
            </a:endParaRPr>
          </a:p>
          <a:p>
            <a:pPr marL="101600">
              <a:lnSpc>
                <a:spcPts val="3135"/>
              </a:lnSpc>
            </a:pPr>
            <a:r>
              <a:rPr sz="4275" spc="2175" baseline="-8771" dirty="0">
                <a:latin typeface="Yu Gothic UI"/>
                <a:cs typeface="Yu Gothic UI"/>
              </a:rPr>
              <a:t>・</a:t>
            </a:r>
            <a:r>
              <a:rPr sz="1800" dirty="0">
                <a:latin typeface="Lucida Sans Unicode"/>
                <a:cs typeface="Lucida Sans Unicode"/>
              </a:rPr>
              <a:t>Nonparametric</a:t>
            </a:r>
            <a:r>
              <a:rPr sz="1800" spc="-15" dirty="0">
                <a:latin typeface="Lucida Sans Unicode"/>
                <a:cs typeface="Lucida Sans Unicode"/>
              </a:rPr>
              <a:t> </a:t>
            </a:r>
            <a:r>
              <a:rPr sz="1800" dirty="0">
                <a:latin typeface="Lucida Sans Unicode"/>
                <a:cs typeface="Lucida Sans Unicode"/>
              </a:rPr>
              <a:t>statistics</a:t>
            </a:r>
            <a:r>
              <a:rPr sz="1800" spc="-15" dirty="0">
                <a:latin typeface="Lucida Sans Unicode"/>
                <a:cs typeface="Lucida Sans Unicode"/>
              </a:rPr>
              <a:t> </a:t>
            </a:r>
            <a:r>
              <a:rPr sz="1800" dirty="0">
                <a:latin typeface="Lucida Sans Unicode"/>
                <a:cs typeface="Lucida Sans Unicode"/>
              </a:rPr>
              <a:t>(e.g.,</a:t>
            </a:r>
            <a:r>
              <a:rPr sz="1800" spc="-15" dirty="0">
                <a:latin typeface="Lucida Sans Unicode"/>
                <a:cs typeface="Lucida Sans Unicode"/>
              </a:rPr>
              <a:t> </a:t>
            </a:r>
            <a:r>
              <a:rPr sz="1800" dirty="0">
                <a:latin typeface="Lucida Sans Unicode"/>
                <a:cs typeface="Lucida Sans Unicode"/>
              </a:rPr>
              <a:t>Kendall's</a:t>
            </a:r>
            <a:r>
              <a:rPr sz="1800" spc="-10" dirty="0">
                <a:latin typeface="Lucida Sans Unicode"/>
                <a:cs typeface="Lucida Sans Unicode"/>
              </a:rPr>
              <a:t> </a:t>
            </a:r>
            <a:r>
              <a:rPr sz="1800" dirty="0">
                <a:latin typeface="Lucida Sans Unicode"/>
                <a:cs typeface="Lucida Sans Unicode"/>
              </a:rPr>
              <a:t>tau</a:t>
            </a:r>
            <a:r>
              <a:rPr sz="1800" spc="-15" dirty="0">
                <a:latin typeface="Lucida Sans Unicode"/>
                <a:cs typeface="Lucida Sans Unicode"/>
              </a:rPr>
              <a:t> </a:t>
            </a:r>
            <a:r>
              <a:rPr sz="1800" spc="-10" dirty="0">
                <a:latin typeface="Lucida Sans Unicode"/>
                <a:cs typeface="Lucida Sans Unicode"/>
              </a:rPr>
              <a:t>distance).</a:t>
            </a:r>
            <a:endParaRPr sz="1800">
              <a:latin typeface="Lucida Sans Unicode"/>
              <a:cs typeface="Lucida Sans Unicode"/>
            </a:endParaRPr>
          </a:p>
        </p:txBody>
      </p:sp>
      <p:grpSp>
        <p:nvGrpSpPr>
          <p:cNvPr id="6" name="object 6"/>
          <p:cNvGrpSpPr/>
          <p:nvPr/>
        </p:nvGrpSpPr>
        <p:grpSpPr>
          <a:xfrm>
            <a:off x="3541758" y="5320357"/>
            <a:ext cx="2588895" cy="1451610"/>
            <a:chOff x="3541758" y="5320357"/>
            <a:chExt cx="2588895" cy="1451610"/>
          </a:xfrm>
        </p:grpSpPr>
        <p:pic>
          <p:nvPicPr>
            <p:cNvPr id="7" name="object 7"/>
            <p:cNvPicPr/>
            <p:nvPr/>
          </p:nvPicPr>
          <p:blipFill>
            <a:blip r:embed="rId2" cstate="print"/>
            <a:stretch>
              <a:fillRect/>
            </a:stretch>
          </p:blipFill>
          <p:spPr>
            <a:xfrm>
              <a:off x="3541759" y="5322950"/>
              <a:ext cx="133630" cy="68737"/>
            </a:xfrm>
            <a:prstGeom prst="rect">
              <a:avLst/>
            </a:prstGeom>
          </p:spPr>
        </p:pic>
        <p:pic>
          <p:nvPicPr>
            <p:cNvPr id="8" name="object 8"/>
            <p:cNvPicPr/>
            <p:nvPr/>
          </p:nvPicPr>
          <p:blipFill>
            <a:blip r:embed="rId3" cstate="print"/>
            <a:stretch>
              <a:fillRect/>
            </a:stretch>
          </p:blipFill>
          <p:spPr>
            <a:xfrm>
              <a:off x="3714311" y="5321654"/>
              <a:ext cx="518956" cy="68737"/>
            </a:xfrm>
            <a:prstGeom prst="rect">
              <a:avLst/>
            </a:prstGeom>
          </p:spPr>
        </p:pic>
        <p:pic>
          <p:nvPicPr>
            <p:cNvPr id="9" name="object 9"/>
            <p:cNvPicPr/>
            <p:nvPr/>
          </p:nvPicPr>
          <p:blipFill>
            <a:blip r:embed="rId4" cstate="print"/>
            <a:stretch>
              <a:fillRect/>
            </a:stretch>
          </p:blipFill>
          <p:spPr>
            <a:xfrm>
              <a:off x="4272191" y="5320357"/>
              <a:ext cx="1850080" cy="182868"/>
            </a:xfrm>
            <a:prstGeom prst="rect">
              <a:avLst/>
            </a:prstGeom>
          </p:spPr>
        </p:pic>
        <p:pic>
          <p:nvPicPr>
            <p:cNvPr id="10" name="object 10"/>
            <p:cNvPicPr/>
            <p:nvPr/>
          </p:nvPicPr>
          <p:blipFill>
            <a:blip r:embed="rId5" cstate="print"/>
            <a:stretch>
              <a:fillRect/>
            </a:stretch>
          </p:blipFill>
          <p:spPr>
            <a:xfrm>
              <a:off x="3543056" y="5435784"/>
              <a:ext cx="300995" cy="67441"/>
            </a:xfrm>
            <a:prstGeom prst="rect">
              <a:avLst/>
            </a:prstGeom>
          </p:spPr>
        </p:pic>
        <p:pic>
          <p:nvPicPr>
            <p:cNvPr id="11" name="object 11"/>
            <p:cNvPicPr/>
            <p:nvPr/>
          </p:nvPicPr>
          <p:blipFill>
            <a:blip r:embed="rId6" cstate="print"/>
            <a:stretch>
              <a:fillRect/>
            </a:stretch>
          </p:blipFill>
          <p:spPr>
            <a:xfrm>
              <a:off x="3893351" y="5457833"/>
              <a:ext cx="325646" cy="45392"/>
            </a:xfrm>
            <a:prstGeom prst="rect">
              <a:avLst/>
            </a:prstGeom>
          </p:spPr>
        </p:pic>
        <p:pic>
          <p:nvPicPr>
            <p:cNvPr id="12" name="object 12"/>
            <p:cNvPicPr/>
            <p:nvPr/>
          </p:nvPicPr>
          <p:blipFill>
            <a:blip r:embed="rId7" cstate="print"/>
            <a:stretch>
              <a:fillRect/>
            </a:stretch>
          </p:blipFill>
          <p:spPr>
            <a:xfrm>
              <a:off x="5550122" y="5434487"/>
              <a:ext cx="133631" cy="68738"/>
            </a:xfrm>
            <a:prstGeom prst="rect">
              <a:avLst/>
            </a:prstGeom>
          </p:spPr>
        </p:pic>
        <p:pic>
          <p:nvPicPr>
            <p:cNvPr id="13" name="object 13"/>
            <p:cNvPicPr/>
            <p:nvPr/>
          </p:nvPicPr>
          <p:blipFill>
            <a:blip r:embed="rId8" cstate="print"/>
            <a:stretch>
              <a:fillRect/>
            </a:stretch>
          </p:blipFill>
          <p:spPr>
            <a:xfrm>
              <a:off x="5731757" y="5435784"/>
              <a:ext cx="210175" cy="67441"/>
            </a:xfrm>
            <a:prstGeom prst="rect">
              <a:avLst/>
            </a:prstGeom>
          </p:spPr>
        </p:pic>
        <p:pic>
          <p:nvPicPr>
            <p:cNvPr id="14" name="object 14"/>
            <p:cNvPicPr/>
            <p:nvPr/>
          </p:nvPicPr>
          <p:blipFill>
            <a:blip r:embed="rId9" cstate="print"/>
            <a:stretch>
              <a:fillRect/>
            </a:stretch>
          </p:blipFill>
          <p:spPr>
            <a:xfrm>
              <a:off x="3998441" y="5547321"/>
              <a:ext cx="303589" cy="68737"/>
            </a:xfrm>
            <a:prstGeom prst="rect">
              <a:avLst/>
            </a:prstGeom>
          </p:spPr>
        </p:pic>
        <p:pic>
          <p:nvPicPr>
            <p:cNvPr id="15" name="object 15"/>
            <p:cNvPicPr/>
            <p:nvPr/>
          </p:nvPicPr>
          <p:blipFill>
            <a:blip r:embed="rId10" cstate="print"/>
            <a:stretch>
              <a:fillRect/>
            </a:stretch>
          </p:blipFill>
          <p:spPr>
            <a:xfrm>
              <a:off x="4740549" y="5434488"/>
              <a:ext cx="976936" cy="294405"/>
            </a:xfrm>
            <a:prstGeom prst="rect">
              <a:avLst/>
            </a:prstGeom>
          </p:spPr>
        </p:pic>
        <p:pic>
          <p:nvPicPr>
            <p:cNvPr id="16" name="object 16"/>
            <p:cNvPicPr/>
            <p:nvPr/>
          </p:nvPicPr>
          <p:blipFill>
            <a:blip r:embed="rId11" cstate="print"/>
            <a:stretch>
              <a:fillRect/>
            </a:stretch>
          </p:blipFill>
          <p:spPr>
            <a:xfrm>
              <a:off x="3541758" y="5547321"/>
              <a:ext cx="1297393" cy="408536"/>
            </a:xfrm>
            <a:prstGeom prst="rect">
              <a:avLst/>
            </a:prstGeom>
          </p:spPr>
        </p:pic>
        <p:pic>
          <p:nvPicPr>
            <p:cNvPr id="17" name="object 17"/>
            <p:cNvPicPr/>
            <p:nvPr/>
          </p:nvPicPr>
          <p:blipFill>
            <a:blip r:embed="rId2" cstate="print"/>
            <a:stretch>
              <a:fillRect/>
            </a:stretch>
          </p:blipFill>
          <p:spPr>
            <a:xfrm>
              <a:off x="3946545" y="5888416"/>
              <a:ext cx="133631" cy="68737"/>
            </a:xfrm>
            <a:prstGeom prst="rect">
              <a:avLst/>
            </a:prstGeom>
          </p:spPr>
        </p:pic>
        <p:pic>
          <p:nvPicPr>
            <p:cNvPr id="18" name="object 18"/>
            <p:cNvPicPr/>
            <p:nvPr/>
          </p:nvPicPr>
          <p:blipFill>
            <a:blip r:embed="rId12" cstate="print"/>
            <a:stretch>
              <a:fillRect/>
            </a:stretch>
          </p:blipFill>
          <p:spPr>
            <a:xfrm>
              <a:off x="4478475" y="5894901"/>
              <a:ext cx="193311" cy="60956"/>
            </a:xfrm>
            <a:prstGeom prst="rect">
              <a:avLst/>
            </a:prstGeom>
          </p:spPr>
        </p:pic>
        <p:pic>
          <p:nvPicPr>
            <p:cNvPr id="19" name="object 19"/>
            <p:cNvPicPr/>
            <p:nvPr/>
          </p:nvPicPr>
          <p:blipFill>
            <a:blip r:embed="rId13" cstate="print"/>
            <a:stretch>
              <a:fillRect/>
            </a:stretch>
          </p:blipFill>
          <p:spPr>
            <a:xfrm>
              <a:off x="3857024" y="5887120"/>
              <a:ext cx="958774" cy="294405"/>
            </a:xfrm>
            <a:prstGeom prst="rect">
              <a:avLst/>
            </a:prstGeom>
          </p:spPr>
        </p:pic>
        <p:pic>
          <p:nvPicPr>
            <p:cNvPr id="20" name="object 20"/>
            <p:cNvPicPr/>
            <p:nvPr/>
          </p:nvPicPr>
          <p:blipFill>
            <a:blip r:embed="rId14" cstate="print"/>
            <a:stretch>
              <a:fillRect/>
            </a:stretch>
          </p:blipFill>
          <p:spPr>
            <a:xfrm>
              <a:off x="3541758" y="6001250"/>
              <a:ext cx="478737" cy="180275"/>
            </a:xfrm>
            <a:prstGeom prst="rect">
              <a:avLst/>
            </a:prstGeom>
          </p:spPr>
        </p:pic>
        <p:pic>
          <p:nvPicPr>
            <p:cNvPr id="21" name="object 21"/>
            <p:cNvPicPr/>
            <p:nvPr/>
          </p:nvPicPr>
          <p:blipFill>
            <a:blip r:embed="rId15" cstate="print"/>
            <a:stretch>
              <a:fillRect/>
            </a:stretch>
          </p:blipFill>
          <p:spPr>
            <a:xfrm>
              <a:off x="3543056" y="5457833"/>
              <a:ext cx="2586999" cy="968813"/>
            </a:xfrm>
            <a:prstGeom prst="rect">
              <a:avLst/>
            </a:prstGeom>
          </p:spPr>
        </p:pic>
        <p:pic>
          <p:nvPicPr>
            <p:cNvPr id="22" name="object 22"/>
            <p:cNvPicPr/>
            <p:nvPr/>
          </p:nvPicPr>
          <p:blipFill>
            <a:blip r:embed="rId16" cstate="print"/>
            <a:stretch>
              <a:fillRect/>
            </a:stretch>
          </p:blipFill>
          <p:spPr>
            <a:xfrm>
              <a:off x="4516099" y="6110192"/>
              <a:ext cx="66166" cy="70034"/>
            </a:xfrm>
            <a:prstGeom prst="rect">
              <a:avLst/>
            </a:prstGeom>
          </p:spPr>
        </p:pic>
        <p:pic>
          <p:nvPicPr>
            <p:cNvPr id="23" name="object 23"/>
            <p:cNvPicPr/>
            <p:nvPr/>
          </p:nvPicPr>
          <p:blipFill>
            <a:blip r:embed="rId17" cstate="print"/>
            <a:stretch>
              <a:fillRect/>
            </a:stretch>
          </p:blipFill>
          <p:spPr>
            <a:xfrm>
              <a:off x="4892344" y="6339752"/>
              <a:ext cx="188121" cy="70034"/>
            </a:xfrm>
            <a:prstGeom prst="rect">
              <a:avLst/>
            </a:prstGeom>
          </p:spPr>
        </p:pic>
        <p:pic>
          <p:nvPicPr>
            <p:cNvPr id="24" name="object 24"/>
            <p:cNvPicPr/>
            <p:nvPr/>
          </p:nvPicPr>
          <p:blipFill>
            <a:blip r:embed="rId18" cstate="print"/>
            <a:stretch>
              <a:fillRect/>
            </a:stretch>
          </p:blipFill>
          <p:spPr>
            <a:xfrm>
              <a:off x="5129766" y="6339752"/>
              <a:ext cx="367162" cy="68737"/>
            </a:xfrm>
            <a:prstGeom prst="rect">
              <a:avLst/>
            </a:prstGeom>
          </p:spPr>
        </p:pic>
        <p:pic>
          <p:nvPicPr>
            <p:cNvPr id="25" name="object 25"/>
            <p:cNvPicPr/>
            <p:nvPr/>
          </p:nvPicPr>
          <p:blipFill>
            <a:blip r:embed="rId19" cstate="print"/>
            <a:stretch>
              <a:fillRect/>
            </a:stretch>
          </p:blipFill>
          <p:spPr>
            <a:xfrm>
              <a:off x="3543056" y="6452585"/>
              <a:ext cx="207582" cy="68737"/>
            </a:xfrm>
            <a:prstGeom prst="rect">
              <a:avLst/>
            </a:prstGeom>
          </p:spPr>
        </p:pic>
        <p:pic>
          <p:nvPicPr>
            <p:cNvPr id="26" name="object 26"/>
            <p:cNvPicPr/>
            <p:nvPr/>
          </p:nvPicPr>
          <p:blipFill>
            <a:blip r:embed="rId20" cstate="print"/>
            <a:stretch>
              <a:fillRect/>
            </a:stretch>
          </p:blipFill>
          <p:spPr>
            <a:xfrm>
              <a:off x="3789560" y="6452585"/>
              <a:ext cx="175147" cy="68737"/>
            </a:xfrm>
            <a:prstGeom prst="rect">
              <a:avLst/>
            </a:prstGeom>
          </p:spPr>
        </p:pic>
        <p:pic>
          <p:nvPicPr>
            <p:cNvPr id="27" name="object 27"/>
            <p:cNvPicPr/>
            <p:nvPr/>
          </p:nvPicPr>
          <p:blipFill>
            <a:blip r:embed="rId21" cstate="print"/>
            <a:stretch>
              <a:fillRect/>
            </a:stretch>
          </p:blipFill>
          <p:spPr>
            <a:xfrm>
              <a:off x="4006225" y="6475930"/>
              <a:ext cx="137524" cy="45392"/>
            </a:xfrm>
            <a:prstGeom prst="rect">
              <a:avLst/>
            </a:prstGeom>
          </p:spPr>
        </p:pic>
        <p:pic>
          <p:nvPicPr>
            <p:cNvPr id="28" name="object 28"/>
            <p:cNvPicPr/>
            <p:nvPr/>
          </p:nvPicPr>
          <p:blipFill>
            <a:blip r:embed="rId22" cstate="print"/>
            <a:stretch>
              <a:fillRect/>
            </a:stretch>
          </p:blipFill>
          <p:spPr>
            <a:xfrm>
              <a:off x="4183968" y="6452585"/>
              <a:ext cx="363269" cy="68737"/>
            </a:xfrm>
            <a:prstGeom prst="rect">
              <a:avLst/>
            </a:prstGeom>
          </p:spPr>
        </p:pic>
        <p:pic>
          <p:nvPicPr>
            <p:cNvPr id="29" name="object 29"/>
            <p:cNvPicPr/>
            <p:nvPr/>
          </p:nvPicPr>
          <p:blipFill>
            <a:blip r:embed="rId23" cstate="print"/>
            <a:stretch>
              <a:fillRect/>
            </a:stretch>
          </p:blipFill>
          <p:spPr>
            <a:xfrm>
              <a:off x="5486549" y="6341049"/>
              <a:ext cx="637019" cy="180274"/>
            </a:xfrm>
            <a:prstGeom prst="rect">
              <a:avLst/>
            </a:prstGeom>
          </p:spPr>
        </p:pic>
        <p:pic>
          <p:nvPicPr>
            <p:cNvPr id="30" name="object 30"/>
            <p:cNvPicPr/>
            <p:nvPr/>
          </p:nvPicPr>
          <p:blipFill>
            <a:blip r:embed="rId24" cstate="print"/>
            <a:stretch>
              <a:fillRect/>
            </a:stretch>
          </p:blipFill>
          <p:spPr>
            <a:xfrm>
              <a:off x="4586159" y="6475930"/>
              <a:ext cx="124549" cy="45392"/>
            </a:xfrm>
            <a:prstGeom prst="rect">
              <a:avLst/>
            </a:prstGeom>
          </p:spPr>
        </p:pic>
        <p:pic>
          <p:nvPicPr>
            <p:cNvPr id="31" name="object 31"/>
            <p:cNvPicPr/>
            <p:nvPr/>
          </p:nvPicPr>
          <p:blipFill>
            <a:blip r:embed="rId25" cstate="print"/>
            <a:stretch>
              <a:fillRect/>
            </a:stretch>
          </p:blipFill>
          <p:spPr>
            <a:xfrm>
              <a:off x="5089547" y="6475930"/>
              <a:ext cx="37624" cy="45392"/>
            </a:xfrm>
            <a:prstGeom prst="rect">
              <a:avLst/>
            </a:prstGeom>
          </p:spPr>
        </p:pic>
        <p:pic>
          <p:nvPicPr>
            <p:cNvPr id="32" name="object 32"/>
            <p:cNvPicPr/>
            <p:nvPr/>
          </p:nvPicPr>
          <p:blipFill>
            <a:blip r:embed="rId26" cstate="print"/>
            <a:stretch>
              <a:fillRect/>
            </a:stretch>
          </p:blipFill>
          <p:spPr>
            <a:xfrm>
              <a:off x="4228078" y="6571903"/>
              <a:ext cx="192014" cy="68738"/>
            </a:xfrm>
            <a:prstGeom prst="rect">
              <a:avLst/>
            </a:prstGeom>
          </p:spPr>
        </p:pic>
        <p:pic>
          <p:nvPicPr>
            <p:cNvPr id="33" name="object 33"/>
            <p:cNvPicPr/>
            <p:nvPr/>
          </p:nvPicPr>
          <p:blipFill>
            <a:blip r:embed="rId27" cstate="print"/>
            <a:stretch>
              <a:fillRect/>
            </a:stretch>
          </p:blipFill>
          <p:spPr>
            <a:xfrm>
              <a:off x="3543056" y="6451288"/>
              <a:ext cx="2282112" cy="320343"/>
            </a:xfrm>
            <a:prstGeom prst="rect">
              <a:avLst/>
            </a:prstGeom>
          </p:spPr>
        </p:pic>
        <p:pic>
          <p:nvPicPr>
            <p:cNvPr id="34" name="object 34"/>
            <p:cNvPicPr/>
            <p:nvPr/>
          </p:nvPicPr>
          <p:blipFill>
            <a:blip r:embed="rId28" cstate="print"/>
            <a:stretch>
              <a:fillRect/>
            </a:stretch>
          </p:blipFill>
          <p:spPr>
            <a:xfrm>
              <a:off x="5879659" y="6579685"/>
              <a:ext cx="241315" cy="60956"/>
            </a:xfrm>
            <a:prstGeom prst="rect">
              <a:avLst/>
            </a:prstGeom>
          </p:spPr>
        </p:pic>
      </p:grpSp>
      <p:sp>
        <p:nvSpPr>
          <p:cNvPr id="35" name="object 35"/>
          <p:cNvSpPr txBox="1"/>
          <p:nvPr/>
        </p:nvSpPr>
        <p:spPr>
          <a:xfrm>
            <a:off x="2954821" y="4195331"/>
            <a:ext cx="3641090" cy="259079"/>
          </a:xfrm>
          <a:prstGeom prst="rect">
            <a:avLst/>
          </a:prstGeom>
        </p:spPr>
        <p:txBody>
          <a:bodyPr vert="horz" wrap="square" lIns="0" tIns="16510" rIns="0" bIns="0" rtlCol="0">
            <a:spAutoFit/>
          </a:bodyPr>
          <a:lstStyle/>
          <a:p>
            <a:pPr>
              <a:lnSpc>
                <a:spcPct val="100000"/>
              </a:lnSpc>
              <a:spcBef>
                <a:spcPts val="130"/>
              </a:spcBef>
            </a:pPr>
            <a:r>
              <a:rPr sz="1500" b="1" dirty="0">
                <a:latin typeface="Arial"/>
                <a:cs typeface="Arial"/>
              </a:rPr>
              <a:t>Rank</a:t>
            </a:r>
            <a:r>
              <a:rPr sz="1500" b="1" spc="50" dirty="0">
                <a:latin typeface="Arial"/>
                <a:cs typeface="Arial"/>
              </a:rPr>
              <a:t> </a:t>
            </a:r>
            <a:r>
              <a:rPr sz="1500" b="1" dirty="0">
                <a:latin typeface="Arial"/>
                <a:cs typeface="Arial"/>
              </a:rPr>
              <a:t>Aggregation</a:t>
            </a:r>
            <a:r>
              <a:rPr sz="1500" b="1" spc="55" dirty="0">
                <a:latin typeface="Arial"/>
                <a:cs typeface="Arial"/>
              </a:rPr>
              <a:t> </a:t>
            </a:r>
            <a:r>
              <a:rPr sz="1500" b="1" dirty="0">
                <a:latin typeface="Arial"/>
                <a:cs typeface="Arial"/>
              </a:rPr>
              <a:t>Methods</a:t>
            </a:r>
            <a:r>
              <a:rPr sz="1500" b="1" spc="65" dirty="0">
                <a:latin typeface="Arial"/>
                <a:cs typeface="Arial"/>
              </a:rPr>
              <a:t> </a:t>
            </a:r>
            <a:r>
              <a:rPr sz="1500" b="1" dirty="0">
                <a:latin typeface="Arial"/>
                <a:cs typeface="Arial"/>
              </a:rPr>
              <a:t>for</a:t>
            </a:r>
            <a:r>
              <a:rPr sz="1500" b="1" spc="55" dirty="0">
                <a:latin typeface="Arial"/>
                <a:cs typeface="Arial"/>
              </a:rPr>
              <a:t> </a:t>
            </a:r>
            <a:r>
              <a:rPr sz="1500" b="1" dirty="0">
                <a:latin typeface="Arial"/>
                <a:cs typeface="Arial"/>
              </a:rPr>
              <a:t>the</a:t>
            </a:r>
            <a:r>
              <a:rPr sz="1500" b="1" spc="55" dirty="0">
                <a:latin typeface="Arial"/>
                <a:cs typeface="Arial"/>
              </a:rPr>
              <a:t> </a:t>
            </a:r>
            <a:r>
              <a:rPr sz="1500" b="1" spc="-25" dirty="0">
                <a:latin typeface="Arial"/>
                <a:cs typeface="Arial"/>
              </a:rPr>
              <a:t>Web</a:t>
            </a:r>
            <a:endParaRPr sz="1500">
              <a:latin typeface="Arial"/>
              <a:cs typeface="Arial"/>
            </a:endParaRPr>
          </a:p>
        </p:txBody>
      </p:sp>
      <p:pic>
        <p:nvPicPr>
          <p:cNvPr id="36" name="object 36"/>
          <p:cNvPicPr/>
          <p:nvPr/>
        </p:nvPicPr>
        <p:blipFill>
          <a:blip r:embed="rId29" cstate="print"/>
          <a:stretch>
            <a:fillRect/>
          </a:stretch>
        </p:blipFill>
        <p:spPr>
          <a:xfrm>
            <a:off x="3639975" y="4777517"/>
            <a:ext cx="25947" cy="27235"/>
          </a:xfrm>
          <a:prstGeom prst="rect">
            <a:avLst/>
          </a:prstGeom>
        </p:spPr>
      </p:pic>
      <p:sp>
        <p:nvSpPr>
          <p:cNvPr id="37" name="object 37"/>
          <p:cNvSpPr txBox="1"/>
          <p:nvPr/>
        </p:nvSpPr>
        <p:spPr>
          <a:xfrm>
            <a:off x="2792647" y="4706325"/>
            <a:ext cx="1883410" cy="565785"/>
          </a:xfrm>
          <a:prstGeom prst="rect">
            <a:avLst/>
          </a:prstGeom>
        </p:spPr>
        <p:txBody>
          <a:bodyPr vert="horz" wrap="square" lIns="0" tIns="15240" rIns="0" bIns="0" rtlCol="0">
            <a:spAutoFit/>
          </a:bodyPr>
          <a:lstStyle/>
          <a:p>
            <a:pPr>
              <a:lnSpc>
                <a:spcPct val="100000"/>
              </a:lnSpc>
              <a:spcBef>
                <a:spcPts val="120"/>
              </a:spcBef>
              <a:tabLst>
                <a:tab pos="1202055" algn="l"/>
              </a:tabLst>
            </a:pPr>
            <a:r>
              <a:rPr sz="1000" dirty="0">
                <a:latin typeface="Arial MT"/>
                <a:cs typeface="Arial MT"/>
              </a:rPr>
              <a:t>Cynthia</a:t>
            </a:r>
            <a:r>
              <a:rPr sz="1000" spc="55" dirty="0">
                <a:latin typeface="Arial MT"/>
                <a:cs typeface="Arial MT"/>
              </a:rPr>
              <a:t> </a:t>
            </a:r>
            <a:r>
              <a:rPr sz="1000" spc="-10" dirty="0">
                <a:latin typeface="Arial MT"/>
                <a:cs typeface="Arial MT"/>
              </a:rPr>
              <a:t>Dwork</a:t>
            </a:r>
            <a:r>
              <a:rPr sz="1000" dirty="0">
                <a:latin typeface="Arial MT"/>
                <a:cs typeface="Arial MT"/>
              </a:rPr>
              <a:t>	Ravi</a:t>
            </a:r>
            <a:r>
              <a:rPr sz="1000" spc="-5" dirty="0">
                <a:latin typeface="Arial MT"/>
                <a:cs typeface="Arial MT"/>
              </a:rPr>
              <a:t> </a:t>
            </a:r>
            <a:r>
              <a:rPr sz="1000" spc="-20" dirty="0">
                <a:latin typeface="Arial MT"/>
                <a:cs typeface="Arial MT"/>
              </a:rPr>
              <a:t>Kumar</a:t>
            </a:r>
            <a:endParaRPr sz="1000">
              <a:latin typeface="Arial MT"/>
              <a:cs typeface="Arial MT"/>
            </a:endParaRPr>
          </a:p>
          <a:p>
            <a:pPr>
              <a:lnSpc>
                <a:spcPct val="100000"/>
              </a:lnSpc>
              <a:spcBef>
                <a:spcPts val="675"/>
              </a:spcBef>
            </a:pPr>
            <a:endParaRPr sz="1000">
              <a:latin typeface="Arial MT"/>
              <a:cs typeface="Arial MT"/>
            </a:endParaRPr>
          </a:p>
          <a:p>
            <a:pPr marL="747395">
              <a:lnSpc>
                <a:spcPct val="100000"/>
              </a:lnSpc>
              <a:spcBef>
                <a:spcPts val="5"/>
              </a:spcBef>
            </a:pPr>
            <a:r>
              <a:rPr sz="1000" b="1" spc="-10" dirty="0">
                <a:latin typeface="Times New Roman"/>
                <a:cs typeface="Times New Roman"/>
              </a:rPr>
              <a:t>ABSTRACT</a:t>
            </a:r>
            <a:endParaRPr sz="1000">
              <a:latin typeface="Times New Roman"/>
              <a:cs typeface="Times New Roman"/>
            </a:endParaRPr>
          </a:p>
        </p:txBody>
      </p:sp>
      <p:pic>
        <p:nvPicPr>
          <p:cNvPr id="38" name="object 38"/>
          <p:cNvPicPr/>
          <p:nvPr/>
        </p:nvPicPr>
        <p:blipFill>
          <a:blip r:embed="rId30" cstate="print"/>
          <a:stretch>
            <a:fillRect/>
          </a:stretch>
        </p:blipFill>
        <p:spPr>
          <a:xfrm>
            <a:off x="4667508" y="4760655"/>
            <a:ext cx="25947" cy="60956"/>
          </a:xfrm>
          <a:prstGeom prst="rect">
            <a:avLst/>
          </a:prstGeom>
        </p:spPr>
      </p:pic>
      <p:sp>
        <p:nvSpPr>
          <p:cNvPr id="39" name="object 39"/>
          <p:cNvSpPr txBox="1"/>
          <p:nvPr/>
        </p:nvSpPr>
        <p:spPr>
          <a:xfrm>
            <a:off x="5024162" y="4706325"/>
            <a:ext cx="608330" cy="181610"/>
          </a:xfrm>
          <a:prstGeom prst="rect">
            <a:avLst/>
          </a:prstGeom>
        </p:spPr>
        <p:txBody>
          <a:bodyPr vert="horz" wrap="square" lIns="0" tIns="15240" rIns="0" bIns="0" rtlCol="0">
            <a:spAutoFit/>
          </a:bodyPr>
          <a:lstStyle/>
          <a:p>
            <a:pPr>
              <a:lnSpc>
                <a:spcPct val="100000"/>
              </a:lnSpc>
              <a:spcBef>
                <a:spcPts val="120"/>
              </a:spcBef>
            </a:pPr>
            <a:r>
              <a:rPr sz="1000" dirty="0">
                <a:latin typeface="Arial MT"/>
                <a:cs typeface="Arial MT"/>
              </a:rPr>
              <a:t>Moni</a:t>
            </a:r>
            <a:r>
              <a:rPr sz="1000" spc="25" dirty="0">
                <a:latin typeface="Arial MT"/>
                <a:cs typeface="Arial MT"/>
              </a:rPr>
              <a:t> </a:t>
            </a:r>
            <a:r>
              <a:rPr sz="1000" spc="-20" dirty="0">
                <a:latin typeface="Arial MT"/>
                <a:cs typeface="Arial MT"/>
              </a:rPr>
              <a:t>Naor</a:t>
            </a:r>
            <a:endParaRPr sz="1000">
              <a:latin typeface="Arial MT"/>
              <a:cs typeface="Arial MT"/>
            </a:endParaRPr>
          </a:p>
        </p:txBody>
      </p:sp>
      <p:pic>
        <p:nvPicPr>
          <p:cNvPr id="40" name="object 40"/>
          <p:cNvPicPr/>
          <p:nvPr/>
        </p:nvPicPr>
        <p:blipFill>
          <a:blip r:embed="rId31" cstate="print"/>
          <a:stretch>
            <a:fillRect/>
          </a:stretch>
        </p:blipFill>
        <p:spPr>
          <a:xfrm>
            <a:off x="5624984" y="4760655"/>
            <a:ext cx="25947" cy="60956"/>
          </a:xfrm>
          <a:prstGeom prst="rect">
            <a:avLst/>
          </a:prstGeom>
        </p:spPr>
      </p:pic>
      <p:sp>
        <p:nvSpPr>
          <p:cNvPr id="41" name="object 41"/>
          <p:cNvSpPr txBox="1"/>
          <p:nvPr/>
        </p:nvSpPr>
        <p:spPr>
          <a:xfrm>
            <a:off x="5981637" y="4706325"/>
            <a:ext cx="776605" cy="181610"/>
          </a:xfrm>
          <a:prstGeom prst="rect">
            <a:avLst/>
          </a:prstGeom>
        </p:spPr>
        <p:txBody>
          <a:bodyPr vert="horz" wrap="square" lIns="0" tIns="15240" rIns="0" bIns="0" rtlCol="0">
            <a:spAutoFit/>
          </a:bodyPr>
          <a:lstStyle/>
          <a:p>
            <a:pPr>
              <a:lnSpc>
                <a:spcPct val="100000"/>
              </a:lnSpc>
              <a:spcBef>
                <a:spcPts val="120"/>
              </a:spcBef>
            </a:pPr>
            <a:r>
              <a:rPr sz="1000" dirty="0">
                <a:latin typeface="Arial MT"/>
                <a:cs typeface="Arial MT"/>
              </a:rPr>
              <a:t>D.</a:t>
            </a:r>
            <a:r>
              <a:rPr sz="1000" spc="-45" dirty="0">
                <a:latin typeface="Arial MT"/>
                <a:cs typeface="Arial MT"/>
              </a:rPr>
              <a:t> </a:t>
            </a:r>
            <a:r>
              <a:rPr sz="1000" spc="-10" dirty="0">
                <a:latin typeface="Arial MT"/>
                <a:cs typeface="Arial MT"/>
              </a:rPr>
              <a:t>Sivakumar</a:t>
            </a:r>
            <a:endParaRPr sz="1000">
              <a:latin typeface="Arial MT"/>
              <a:cs typeface="Arial MT"/>
            </a:endParaRPr>
          </a:p>
        </p:txBody>
      </p:sp>
      <p:pic>
        <p:nvPicPr>
          <p:cNvPr id="42" name="object 42"/>
          <p:cNvPicPr/>
          <p:nvPr/>
        </p:nvPicPr>
        <p:blipFill>
          <a:blip r:embed="rId32" cstate="print"/>
          <a:stretch>
            <a:fillRect/>
          </a:stretch>
        </p:blipFill>
        <p:spPr>
          <a:xfrm>
            <a:off x="6751122" y="4760655"/>
            <a:ext cx="22055" cy="60956"/>
          </a:xfrm>
          <a:prstGeom prst="rect">
            <a:avLst/>
          </a:prstGeom>
        </p:spPr>
      </p:pic>
      <p:sp>
        <p:nvSpPr>
          <p:cNvPr id="43" name="object 43"/>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9447231" y="7227554"/>
            <a:ext cx="170815" cy="163195"/>
          </a:xfrm>
          <a:prstGeom prst="rect">
            <a:avLst/>
          </a:prstGeom>
        </p:spPr>
        <p:txBody>
          <a:bodyPr vert="horz" wrap="square" lIns="0" tIns="12700" rIns="0" bIns="0" rtlCol="0">
            <a:spAutoFit/>
          </a:bodyPr>
          <a:lstStyle/>
          <a:p>
            <a:pPr marL="12700">
              <a:lnSpc>
                <a:spcPct val="100000"/>
              </a:lnSpc>
              <a:spcBef>
                <a:spcPts val="100"/>
              </a:spcBef>
            </a:pPr>
            <a:r>
              <a:rPr sz="900" spc="-25" dirty="0">
                <a:latin typeface="Lucida Sans Unicode"/>
                <a:cs typeface="Lucida Sans Unicode"/>
              </a:rPr>
              <a:t>15</a:t>
            </a:r>
            <a:endParaRPr sz="900">
              <a:latin typeface="Lucida Sans Unicode"/>
              <a:cs typeface="Lucida Sans Unicode"/>
            </a:endParaRPr>
          </a:p>
        </p:txBody>
      </p:sp>
      <p:sp>
        <p:nvSpPr>
          <p:cNvPr id="4" name="object 4"/>
          <p:cNvSpPr txBox="1">
            <a:spLocks noGrp="1"/>
          </p:cNvSpPr>
          <p:nvPr>
            <p:ph type="title"/>
          </p:nvPr>
        </p:nvSpPr>
        <p:spPr>
          <a:xfrm>
            <a:off x="745267" y="475073"/>
            <a:ext cx="4925695" cy="346075"/>
          </a:xfrm>
          <a:prstGeom prst="rect">
            <a:avLst/>
          </a:prstGeom>
        </p:spPr>
        <p:txBody>
          <a:bodyPr vert="horz" wrap="square" lIns="0" tIns="12700" rIns="0" bIns="0" rtlCol="0">
            <a:spAutoFit/>
          </a:bodyPr>
          <a:lstStyle/>
          <a:p>
            <a:pPr marL="12700">
              <a:lnSpc>
                <a:spcPct val="100000"/>
              </a:lnSpc>
              <a:spcBef>
                <a:spcPts val="100"/>
              </a:spcBef>
              <a:tabLst>
                <a:tab pos="2603500" algn="l"/>
              </a:tabLst>
            </a:pPr>
            <a:r>
              <a:rPr dirty="0"/>
              <a:t>Counting</a:t>
            </a:r>
            <a:r>
              <a:rPr spc="180" dirty="0"/>
              <a:t> </a:t>
            </a:r>
            <a:r>
              <a:rPr spc="-10" dirty="0"/>
              <a:t>inversions:</a:t>
            </a:r>
            <a:r>
              <a:rPr dirty="0"/>
              <a:t>	divide-</a:t>
            </a:r>
            <a:r>
              <a:rPr spc="-25" dirty="0"/>
              <a:t>and-</a:t>
            </a:r>
            <a:r>
              <a:rPr spc="-10" dirty="0"/>
              <a:t>conquer</a:t>
            </a:r>
          </a:p>
        </p:txBody>
      </p:sp>
      <p:graphicFrame>
        <p:nvGraphicFramePr>
          <p:cNvPr id="5" name="object 5"/>
          <p:cNvGraphicFramePr>
            <a:graphicFrameLocks noGrp="1"/>
          </p:cNvGraphicFramePr>
          <p:nvPr/>
        </p:nvGraphicFramePr>
        <p:xfrm>
          <a:off x="1367566" y="3375699"/>
          <a:ext cx="4768846"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gridCol w="476885">
                  <a:extLst>
                    <a:ext uri="{9D8B030D-6E8A-4147-A177-3AD203B41FA5}">
                      <a16:colId xmlns:a16="http://schemas.microsoft.com/office/drawing/2014/main" val="20005"/>
                    </a:ext>
                  </a:extLst>
                </a:gridCol>
                <a:gridCol w="476885">
                  <a:extLst>
                    <a:ext uri="{9D8B030D-6E8A-4147-A177-3AD203B41FA5}">
                      <a16:colId xmlns:a16="http://schemas.microsoft.com/office/drawing/2014/main" val="20006"/>
                    </a:ext>
                  </a:extLst>
                </a:gridCol>
                <a:gridCol w="476885">
                  <a:extLst>
                    <a:ext uri="{9D8B030D-6E8A-4147-A177-3AD203B41FA5}">
                      <a16:colId xmlns:a16="http://schemas.microsoft.com/office/drawing/2014/main" val="20007"/>
                    </a:ext>
                  </a:extLst>
                </a:gridCol>
                <a:gridCol w="476885">
                  <a:extLst>
                    <a:ext uri="{9D8B030D-6E8A-4147-A177-3AD203B41FA5}">
                      <a16:colId xmlns:a16="http://schemas.microsoft.com/office/drawing/2014/main" val="20008"/>
                    </a:ext>
                  </a:extLst>
                </a:gridCol>
                <a:gridCol w="476885">
                  <a:extLst>
                    <a:ext uri="{9D8B030D-6E8A-4147-A177-3AD203B41FA5}">
                      <a16:colId xmlns:a16="http://schemas.microsoft.com/office/drawing/2014/main" val="20009"/>
                    </a:ext>
                  </a:extLst>
                </a:gridCol>
              </a:tblGrid>
              <a:tr h="476250">
                <a:tc>
                  <a:txBody>
                    <a:bodyPr/>
                    <a:lstStyle/>
                    <a:p>
                      <a:pPr marL="42545" algn="ctr">
                        <a:lnSpc>
                          <a:spcPct val="100000"/>
                        </a:lnSpc>
                        <a:spcBef>
                          <a:spcPts val="900"/>
                        </a:spcBef>
                      </a:pPr>
                      <a:r>
                        <a:rPr sz="1350" spc="-50" dirty="0">
                          <a:latin typeface="Lucida Sans Unicode"/>
                          <a:cs typeface="Lucida Sans Unicode"/>
                        </a:rPr>
                        <a:t>1</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5</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4</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8</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6</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9</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508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6" name="object 6"/>
          <p:cNvSpPr txBox="1"/>
          <p:nvPr/>
        </p:nvSpPr>
        <p:spPr>
          <a:xfrm>
            <a:off x="777141" y="1081652"/>
            <a:ext cx="6450965" cy="2177415"/>
          </a:xfrm>
          <a:prstGeom prst="rect">
            <a:avLst/>
          </a:prstGeom>
        </p:spPr>
        <p:txBody>
          <a:bodyPr vert="horz" wrap="square" lIns="0" tIns="16510" rIns="0" bIns="0" rtlCol="0">
            <a:spAutoFit/>
          </a:bodyPr>
          <a:lstStyle/>
          <a:p>
            <a:pPr marL="76200">
              <a:lnSpc>
                <a:spcPts val="3135"/>
              </a:lnSpc>
              <a:spcBef>
                <a:spcPts val="130"/>
              </a:spcBef>
              <a:tabLst>
                <a:tab pos="1365250" algn="l"/>
              </a:tabLst>
            </a:pPr>
            <a:r>
              <a:rPr sz="4275" spc="2175" baseline="-7797" dirty="0">
                <a:latin typeface="Yu Gothic UI"/>
                <a:cs typeface="Yu Gothic UI"/>
              </a:rPr>
              <a:t>・</a:t>
            </a:r>
            <a:r>
              <a:rPr sz="1800" spc="-10" dirty="0">
                <a:latin typeface="Lucida Sans Unicode"/>
                <a:cs typeface="Lucida Sans Unicode"/>
              </a:rPr>
              <a:t>Divide:</a:t>
            </a:r>
            <a:r>
              <a:rPr sz="1800" dirty="0">
                <a:latin typeface="Lucida Sans Unicode"/>
                <a:cs typeface="Lucida Sans Unicode"/>
              </a:rPr>
              <a:t>	separate</a:t>
            </a:r>
            <a:r>
              <a:rPr sz="1800" spc="15" dirty="0">
                <a:latin typeface="Lucida Sans Unicode"/>
                <a:cs typeface="Lucida Sans Unicode"/>
              </a:rPr>
              <a:t> </a:t>
            </a:r>
            <a:r>
              <a:rPr sz="1800" dirty="0">
                <a:latin typeface="Lucida Sans Unicode"/>
                <a:cs typeface="Lucida Sans Unicode"/>
              </a:rPr>
              <a:t>list</a:t>
            </a:r>
            <a:r>
              <a:rPr sz="1800" spc="20" dirty="0">
                <a:latin typeface="Lucida Sans Unicode"/>
                <a:cs typeface="Lucida Sans Unicode"/>
              </a:rPr>
              <a:t> </a:t>
            </a:r>
            <a:r>
              <a:rPr sz="1800" dirty="0">
                <a:latin typeface="Lucida Sans Unicode"/>
                <a:cs typeface="Lucida Sans Unicode"/>
              </a:rPr>
              <a:t>into</a:t>
            </a:r>
            <a:r>
              <a:rPr sz="1800" spc="15" dirty="0">
                <a:latin typeface="Lucida Sans Unicode"/>
                <a:cs typeface="Lucida Sans Unicode"/>
              </a:rPr>
              <a:t> </a:t>
            </a:r>
            <a:r>
              <a:rPr sz="1800" dirty="0">
                <a:latin typeface="Lucida Sans Unicode"/>
                <a:cs typeface="Lucida Sans Unicode"/>
              </a:rPr>
              <a:t>two</a:t>
            </a:r>
            <a:r>
              <a:rPr sz="1800" spc="20" dirty="0">
                <a:latin typeface="Lucida Sans Unicode"/>
                <a:cs typeface="Lucida Sans Unicode"/>
              </a:rPr>
              <a:t> </a:t>
            </a:r>
            <a:r>
              <a:rPr sz="1800" dirty="0">
                <a:latin typeface="Lucida Sans Unicode"/>
                <a:cs typeface="Lucida Sans Unicode"/>
              </a:rPr>
              <a:t>halves</a:t>
            </a:r>
            <a:r>
              <a:rPr sz="1800" spc="15" dirty="0">
                <a:latin typeface="Lucida Sans Unicode"/>
                <a:cs typeface="Lucida Sans Unicode"/>
              </a:rPr>
              <a:t> </a:t>
            </a:r>
            <a:r>
              <a:rPr sz="1800" i="1" dirty="0">
                <a:latin typeface="Times New Roman"/>
                <a:cs typeface="Times New Roman"/>
              </a:rPr>
              <a:t>A</a:t>
            </a:r>
            <a:r>
              <a:rPr sz="1800" i="1" spc="135" dirty="0">
                <a:latin typeface="Times New Roman"/>
                <a:cs typeface="Times New Roman"/>
              </a:rPr>
              <a:t> </a:t>
            </a:r>
            <a:r>
              <a:rPr sz="1800" dirty="0">
                <a:latin typeface="Lucida Sans Unicode"/>
                <a:cs typeface="Lucida Sans Unicode"/>
              </a:rPr>
              <a:t>and</a:t>
            </a:r>
            <a:r>
              <a:rPr sz="1800" spc="15" dirty="0">
                <a:latin typeface="Lucida Sans Unicode"/>
                <a:cs typeface="Lucida Sans Unicode"/>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76200">
              <a:lnSpc>
                <a:spcPts val="2855"/>
              </a:lnSpc>
              <a:tabLst>
                <a:tab pos="1607185" algn="l"/>
              </a:tabLst>
            </a:pPr>
            <a:r>
              <a:rPr sz="4275" spc="2175" baseline="-8771" dirty="0">
                <a:latin typeface="Yu Gothic UI"/>
                <a:cs typeface="Yu Gothic UI"/>
              </a:rPr>
              <a:t>・</a:t>
            </a:r>
            <a:r>
              <a:rPr sz="1800" spc="-10" dirty="0">
                <a:latin typeface="Lucida Sans Unicode"/>
                <a:cs typeface="Lucida Sans Unicode"/>
              </a:rPr>
              <a:t>Conquer:</a:t>
            </a:r>
            <a:r>
              <a:rPr sz="1800" dirty="0">
                <a:latin typeface="Lucida Sans Unicode"/>
                <a:cs typeface="Lucida Sans Unicode"/>
              </a:rPr>
              <a:t>	recursively</a:t>
            </a:r>
            <a:r>
              <a:rPr sz="1800" spc="40" dirty="0">
                <a:latin typeface="Lucida Sans Unicode"/>
                <a:cs typeface="Lucida Sans Unicode"/>
              </a:rPr>
              <a:t> </a:t>
            </a:r>
            <a:r>
              <a:rPr sz="1800" dirty="0">
                <a:latin typeface="Lucida Sans Unicode"/>
                <a:cs typeface="Lucida Sans Unicode"/>
              </a:rPr>
              <a:t>count</a:t>
            </a:r>
            <a:r>
              <a:rPr sz="1800" spc="45" dirty="0">
                <a:latin typeface="Lucida Sans Unicode"/>
                <a:cs typeface="Lucida Sans Unicode"/>
              </a:rPr>
              <a:t> </a:t>
            </a:r>
            <a:r>
              <a:rPr sz="1800" dirty="0">
                <a:latin typeface="Lucida Sans Unicode"/>
                <a:cs typeface="Lucida Sans Unicode"/>
              </a:rPr>
              <a:t>inversions</a:t>
            </a:r>
            <a:r>
              <a:rPr sz="1800" spc="40" dirty="0">
                <a:latin typeface="Lucida Sans Unicode"/>
                <a:cs typeface="Lucida Sans Unicode"/>
              </a:rPr>
              <a:t> </a:t>
            </a:r>
            <a:r>
              <a:rPr sz="1800" dirty="0">
                <a:latin typeface="Lucida Sans Unicode"/>
                <a:cs typeface="Lucida Sans Unicode"/>
              </a:rPr>
              <a:t>in</a:t>
            </a:r>
            <a:r>
              <a:rPr sz="1800" spc="45" dirty="0">
                <a:latin typeface="Lucida Sans Unicode"/>
                <a:cs typeface="Lucida Sans Unicode"/>
              </a:rPr>
              <a:t> </a:t>
            </a:r>
            <a:r>
              <a:rPr sz="1800" dirty="0">
                <a:latin typeface="Lucida Sans Unicode"/>
                <a:cs typeface="Lucida Sans Unicode"/>
              </a:rPr>
              <a:t>each</a:t>
            </a:r>
            <a:r>
              <a:rPr sz="1800" spc="40" dirty="0">
                <a:latin typeface="Lucida Sans Unicode"/>
                <a:cs typeface="Lucida Sans Unicode"/>
              </a:rPr>
              <a:t> </a:t>
            </a:r>
            <a:r>
              <a:rPr sz="1800" spc="-10" dirty="0">
                <a:latin typeface="Lucida Sans Unicode"/>
                <a:cs typeface="Lucida Sans Unicode"/>
              </a:rPr>
              <a:t>list.</a:t>
            </a:r>
            <a:endParaRPr sz="1800">
              <a:latin typeface="Lucida Sans Unicode"/>
              <a:cs typeface="Lucida Sans Unicode"/>
            </a:endParaRPr>
          </a:p>
          <a:p>
            <a:pPr marL="76200">
              <a:lnSpc>
                <a:spcPts val="2855"/>
              </a:lnSpc>
              <a:tabLst>
                <a:tab pos="1651635" algn="l"/>
              </a:tabLst>
            </a:pPr>
            <a:r>
              <a:rPr sz="4275" spc="2175" baseline="-8771" dirty="0">
                <a:latin typeface="Yu Gothic UI"/>
                <a:cs typeface="Yu Gothic UI"/>
              </a:rPr>
              <a:t>・</a:t>
            </a:r>
            <a:r>
              <a:rPr sz="1800" spc="-10" dirty="0">
                <a:latin typeface="Lucida Sans Unicode"/>
                <a:cs typeface="Lucida Sans Unicode"/>
              </a:rPr>
              <a:t>Combine:</a:t>
            </a:r>
            <a:r>
              <a:rPr sz="1800" dirty="0">
                <a:latin typeface="Lucida Sans Unicode"/>
                <a:cs typeface="Lucida Sans Unicode"/>
              </a:rPr>
              <a:t>	count</a:t>
            </a:r>
            <a:r>
              <a:rPr sz="1800" spc="10" dirty="0">
                <a:latin typeface="Lucida Sans Unicode"/>
                <a:cs typeface="Lucida Sans Unicode"/>
              </a:rPr>
              <a:t> </a:t>
            </a:r>
            <a:r>
              <a:rPr sz="1800" dirty="0">
                <a:latin typeface="Lucida Sans Unicode"/>
                <a:cs typeface="Lucida Sans Unicode"/>
              </a:rPr>
              <a:t>inversions</a:t>
            </a:r>
            <a:r>
              <a:rPr sz="1800" spc="15" dirty="0">
                <a:latin typeface="Lucida Sans Unicode"/>
                <a:cs typeface="Lucida Sans Unicode"/>
              </a:rPr>
              <a:t> </a:t>
            </a:r>
            <a:r>
              <a:rPr sz="1800" dirty="0">
                <a:latin typeface="Times New Roman"/>
                <a:cs typeface="Times New Roman"/>
              </a:rPr>
              <a:t>(</a:t>
            </a:r>
            <a:r>
              <a:rPr sz="1800" i="1" dirty="0">
                <a:latin typeface="Times New Roman"/>
                <a:cs typeface="Times New Roman"/>
              </a:rPr>
              <a:t>a</a:t>
            </a:r>
            <a:r>
              <a:rPr sz="1800" dirty="0">
                <a:latin typeface="Times New Roman"/>
                <a:cs typeface="Times New Roman"/>
              </a:rPr>
              <a:t>,</a:t>
            </a:r>
            <a:r>
              <a:rPr sz="1800" spc="10" dirty="0">
                <a:latin typeface="Times New Roman"/>
                <a:cs typeface="Times New Roman"/>
              </a:rPr>
              <a:t> </a:t>
            </a:r>
            <a:r>
              <a:rPr sz="1800" i="1" dirty="0">
                <a:latin typeface="Times New Roman"/>
                <a:cs typeface="Times New Roman"/>
              </a:rPr>
              <a:t>b</a:t>
            </a:r>
            <a:r>
              <a:rPr sz="1800" dirty="0">
                <a:latin typeface="Times New Roman"/>
                <a:cs typeface="Times New Roman"/>
              </a:rPr>
              <a:t>)</a:t>
            </a:r>
            <a:r>
              <a:rPr sz="1800" spc="130" dirty="0">
                <a:latin typeface="Times New Roman"/>
                <a:cs typeface="Times New Roman"/>
              </a:rPr>
              <a:t> </a:t>
            </a:r>
            <a:r>
              <a:rPr sz="1800" dirty="0">
                <a:latin typeface="Lucida Sans Unicode"/>
                <a:cs typeface="Lucida Sans Unicode"/>
              </a:rPr>
              <a:t>with</a:t>
            </a:r>
            <a:r>
              <a:rPr sz="1800" spc="15" dirty="0">
                <a:latin typeface="Lucida Sans Unicode"/>
                <a:cs typeface="Lucida Sans Unicode"/>
              </a:rPr>
              <a:t> </a:t>
            </a:r>
            <a:r>
              <a:rPr sz="1800" i="1" dirty="0">
                <a:latin typeface="Times New Roman"/>
                <a:cs typeface="Times New Roman"/>
              </a:rPr>
              <a:t>a</a:t>
            </a:r>
            <a:r>
              <a:rPr sz="1800" i="1" spc="10" dirty="0">
                <a:latin typeface="Times New Roman"/>
                <a:cs typeface="Times New Roman"/>
              </a:rPr>
              <a:t> </a:t>
            </a:r>
            <a:r>
              <a:rPr sz="1800" dirty="0">
                <a:latin typeface="Symbol"/>
                <a:cs typeface="Symbol"/>
              </a:rPr>
              <a:t></a:t>
            </a:r>
            <a:r>
              <a:rPr sz="1800" spc="15" dirty="0">
                <a:latin typeface="Times New Roman"/>
                <a:cs typeface="Times New Roman"/>
              </a:rPr>
              <a:t> </a:t>
            </a:r>
            <a:r>
              <a:rPr sz="1800" i="1" dirty="0">
                <a:latin typeface="Times New Roman"/>
                <a:cs typeface="Times New Roman"/>
              </a:rPr>
              <a:t>A</a:t>
            </a:r>
            <a:r>
              <a:rPr sz="1800" i="1" spc="125" dirty="0">
                <a:latin typeface="Times New Roman"/>
                <a:cs typeface="Times New Roman"/>
              </a:rPr>
              <a:t> </a:t>
            </a:r>
            <a:r>
              <a:rPr sz="1800" dirty="0">
                <a:latin typeface="Lucida Sans Unicode"/>
                <a:cs typeface="Lucida Sans Unicode"/>
              </a:rPr>
              <a:t>and</a:t>
            </a:r>
            <a:r>
              <a:rPr sz="1800" spc="15" dirty="0">
                <a:latin typeface="Lucida Sans Unicode"/>
                <a:cs typeface="Lucida Sans Unicode"/>
              </a:rPr>
              <a:t> </a:t>
            </a:r>
            <a:r>
              <a:rPr sz="1800" i="1" dirty="0">
                <a:latin typeface="Times New Roman"/>
                <a:cs typeface="Times New Roman"/>
              </a:rPr>
              <a:t>b</a:t>
            </a:r>
            <a:r>
              <a:rPr sz="1800" i="1" spc="15" dirty="0">
                <a:latin typeface="Times New Roman"/>
                <a:cs typeface="Times New Roman"/>
              </a:rPr>
              <a:t> </a:t>
            </a:r>
            <a:r>
              <a:rPr sz="1800" dirty="0">
                <a:latin typeface="Symbol"/>
                <a:cs typeface="Symbol"/>
              </a:rPr>
              <a:t></a:t>
            </a:r>
            <a:r>
              <a:rPr sz="1800" spc="10" dirty="0">
                <a:latin typeface="Times New Roman"/>
                <a:cs typeface="Times New Roman"/>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76200">
              <a:lnSpc>
                <a:spcPts val="3135"/>
              </a:lnSpc>
            </a:pPr>
            <a:r>
              <a:rPr sz="4275" spc="2175" baseline="-8771" dirty="0">
                <a:latin typeface="Yu Gothic UI"/>
                <a:cs typeface="Yu Gothic UI"/>
              </a:rPr>
              <a:t>・</a:t>
            </a:r>
            <a:r>
              <a:rPr sz="1800" dirty="0">
                <a:latin typeface="Lucida Sans Unicode"/>
                <a:cs typeface="Lucida Sans Unicode"/>
              </a:rPr>
              <a:t>Return</a:t>
            </a:r>
            <a:r>
              <a:rPr sz="1800" spc="-10" dirty="0">
                <a:latin typeface="Lucida Sans Unicode"/>
                <a:cs typeface="Lucida Sans Unicode"/>
              </a:rPr>
              <a:t> </a:t>
            </a:r>
            <a:r>
              <a:rPr sz="1800" dirty="0">
                <a:latin typeface="Lucida Sans Unicode"/>
                <a:cs typeface="Lucida Sans Unicode"/>
              </a:rPr>
              <a:t>sum</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three</a:t>
            </a:r>
            <a:r>
              <a:rPr sz="1800" spc="-10" dirty="0">
                <a:latin typeface="Lucida Sans Unicode"/>
                <a:cs typeface="Lucida Sans Unicode"/>
              </a:rPr>
              <a:t> counts.</a:t>
            </a:r>
            <a:endParaRPr sz="1800">
              <a:latin typeface="Lucida Sans Unicode"/>
              <a:cs typeface="Lucida Sans Unicode"/>
            </a:endParaRPr>
          </a:p>
          <a:p>
            <a:pPr>
              <a:lnSpc>
                <a:spcPct val="100000"/>
              </a:lnSpc>
              <a:spcBef>
                <a:spcPts val="720"/>
              </a:spcBef>
            </a:pPr>
            <a:endParaRPr sz="1800">
              <a:latin typeface="Lucida Sans Unicode"/>
              <a:cs typeface="Lucida Sans Unicode"/>
            </a:endParaRPr>
          </a:p>
          <a:p>
            <a:pPr marL="567690">
              <a:lnSpc>
                <a:spcPct val="100000"/>
              </a:lnSpc>
              <a:spcBef>
                <a:spcPts val="5"/>
              </a:spcBef>
            </a:pPr>
            <a:r>
              <a:rPr sz="1200" b="1" spc="40" dirty="0">
                <a:latin typeface="Trebuchet MS"/>
                <a:cs typeface="Trebuchet MS"/>
              </a:rPr>
              <a:t>input</a:t>
            </a:r>
            <a:endParaRPr sz="1200">
              <a:latin typeface="Trebuchet MS"/>
              <a:cs typeface="Trebuchet MS"/>
            </a:endParaRPr>
          </a:p>
        </p:txBody>
      </p:sp>
      <p:sp>
        <p:nvSpPr>
          <p:cNvPr id="7" name="object 7"/>
          <p:cNvSpPr txBox="1"/>
          <p:nvPr/>
        </p:nvSpPr>
        <p:spPr>
          <a:xfrm>
            <a:off x="1355661" y="7132180"/>
            <a:ext cx="1868805" cy="208915"/>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rebuchet MS"/>
                <a:cs typeface="Trebuchet MS"/>
              </a:rPr>
              <a:t>output</a:t>
            </a:r>
            <a:r>
              <a:rPr sz="1200" b="1" spc="35" dirty="0">
                <a:latin typeface="Trebuchet MS"/>
                <a:cs typeface="Trebuchet MS"/>
              </a:rPr>
              <a:t> </a:t>
            </a:r>
            <a:r>
              <a:rPr sz="1200" b="1" spc="90" dirty="0">
                <a:latin typeface="Trebuchet MS"/>
                <a:cs typeface="Trebuchet MS"/>
              </a:rPr>
              <a:t>1</a:t>
            </a:r>
            <a:r>
              <a:rPr sz="1200" b="1" spc="35" dirty="0">
                <a:latin typeface="Trebuchet MS"/>
                <a:cs typeface="Trebuchet MS"/>
              </a:rPr>
              <a:t> </a:t>
            </a:r>
            <a:r>
              <a:rPr sz="1200" b="1" spc="250" dirty="0">
                <a:latin typeface="Trebuchet MS"/>
                <a:cs typeface="Trebuchet MS"/>
              </a:rPr>
              <a:t>+</a:t>
            </a:r>
            <a:r>
              <a:rPr sz="1200" b="1" spc="40" dirty="0">
                <a:latin typeface="Trebuchet MS"/>
                <a:cs typeface="Trebuchet MS"/>
              </a:rPr>
              <a:t> </a:t>
            </a:r>
            <a:r>
              <a:rPr sz="1200" b="1" spc="90" dirty="0">
                <a:latin typeface="Trebuchet MS"/>
                <a:cs typeface="Trebuchet MS"/>
              </a:rPr>
              <a:t>3</a:t>
            </a:r>
            <a:r>
              <a:rPr sz="1200" b="1" spc="35" dirty="0">
                <a:latin typeface="Trebuchet MS"/>
                <a:cs typeface="Trebuchet MS"/>
              </a:rPr>
              <a:t> </a:t>
            </a:r>
            <a:r>
              <a:rPr sz="1200" b="1" spc="250" dirty="0">
                <a:latin typeface="Trebuchet MS"/>
                <a:cs typeface="Trebuchet MS"/>
              </a:rPr>
              <a:t>+</a:t>
            </a:r>
            <a:r>
              <a:rPr sz="1200" b="1" spc="35" dirty="0">
                <a:latin typeface="Trebuchet MS"/>
                <a:cs typeface="Trebuchet MS"/>
              </a:rPr>
              <a:t> </a:t>
            </a:r>
            <a:r>
              <a:rPr sz="1200" b="1" spc="90" dirty="0">
                <a:latin typeface="Trebuchet MS"/>
                <a:cs typeface="Trebuchet MS"/>
              </a:rPr>
              <a:t>13</a:t>
            </a:r>
            <a:r>
              <a:rPr sz="1200" b="1" spc="35" dirty="0">
                <a:latin typeface="Trebuchet MS"/>
                <a:cs typeface="Trebuchet MS"/>
              </a:rPr>
              <a:t> </a:t>
            </a:r>
            <a:r>
              <a:rPr sz="1200" b="1" spc="250" dirty="0">
                <a:latin typeface="Trebuchet MS"/>
                <a:cs typeface="Trebuchet MS"/>
              </a:rPr>
              <a:t>=</a:t>
            </a:r>
            <a:r>
              <a:rPr sz="1200" b="1" spc="40" dirty="0">
                <a:latin typeface="Trebuchet MS"/>
                <a:cs typeface="Trebuchet MS"/>
              </a:rPr>
              <a:t> </a:t>
            </a:r>
            <a:r>
              <a:rPr sz="1200" b="1" spc="65" dirty="0">
                <a:latin typeface="Trebuchet MS"/>
                <a:cs typeface="Trebuchet MS"/>
              </a:rPr>
              <a:t>17</a:t>
            </a:r>
            <a:endParaRPr sz="1200">
              <a:latin typeface="Trebuchet MS"/>
              <a:cs typeface="Trebuchet MS"/>
            </a:endParaRPr>
          </a:p>
        </p:txBody>
      </p:sp>
      <p:sp>
        <p:nvSpPr>
          <p:cNvPr id="8" name="object 8"/>
          <p:cNvSpPr txBox="1"/>
          <p:nvPr/>
        </p:nvSpPr>
        <p:spPr>
          <a:xfrm>
            <a:off x="1336586" y="4232809"/>
            <a:ext cx="2366010" cy="208915"/>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rebuchet MS"/>
                <a:cs typeface="Trebuchet MS"/>
              </a:rPr>
              <a:t>count</a:t>
            </a:r>
            <a:r>
              <a:rPr sz="1200" b="1" spc="70" dirty="0">
                <a:latin typeface="Trebuchet MS"/>
                <a:cs typeface="Trebuchet MS"/>
              </a:rPr>
              <a:t> inversions </a:t>
            </a:r>
            <a:r>
              <a:rPr sz="1200" b="1" dirty="0">
                <a:latin typeface="Trebuchet MS"/>
                <a:cs typeface="Trebuchet MS"/>
              </a:rPr>
              <a:t>in</a:t>
            </a:r>
            <a:r>
              <a:rPr sz="1200" b="1" spc="75" dirty="0">
                <a:latin typeface="Trebuchet MS"/>
                <a:cs typeface="Trebuchet MS"/>
              </a:rPr>
              <a:t> </a:t>
            </a:r>
            <a:r>
              <a:rPr sz="1200" b="1" dirty="0">
                <a:latin typeface="Trebuchet MS"/>
                <a:cs typeface="Trebuchet MS"/>
              </a:rPr>
              <a:t>left</a:t>
            </a:r>
            <a:r>
              <a:rPr sz="1200" b="1" spc="70" dirty="0">
                <a:latin typeface="Trebuchet MS"/>
                <a:cs typeface="Trebuchet MS"/>
              </a:rPr>
              <a:t> </a:t>
            </a:r>
            <a:r>
              <a:rPr sz="1200" b="1" spc="55" dirty="0">
                <a:latin typeface="Trebuchet MS"/>
                <a:cs typeface="Trebuchet MS"/>
              </a:rPr>
              <a:t>half</a:t>
            </a:r>
            <a:r>
              <a:rPr sz="1200" b="1" spc="75" dirty="0">
                <a:latin typeface="Trebuchet MS"/>
                <a:cs typeface="Trebuchet MS"/>
              </a:rPr>
              <a:t> </a:t>
            </a:r>
            <a:r>
              <a:rPr sz="1200" b="1" spc="70" dirty="0">
                <a:latin typeface="Trebuchet MS"/>
                <a:cs typeface="Trebuchet MS"/>
              </a:rPr>
              <a:t>A</a:t>
            </a:r>
            <a:endParaRPr sz="1200">
              <a:latin typeface="Trebuchet MS"/>
              <a:cs typeface="Trebuchet MS"/>
            </a:endParaRPr>
          </a:p>
        </p:txBody>
      </p:sp>
      <p:sp>
        <p:nvSpPr>
          <p:cNvPr id="9" name="object 9"/>
          <p:cNvSpPr txBox="1"/>
          <p:nvPr/>
        </p:nvSpPr>
        <p:spPr>
          <a:xfrm>
            <a:off x="2410039" y="5157937"/>
            <a:ext cx="300990"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Lucida Console"/>
                <a:cs typeface="Lucida Console"/>
              </a:rPr>
              <a:t>5-</a:t>
            </a:r>
            <a:r>
              <a:rPr sz="1200" spc="-50" dirty="0">
                <a:latin typeface="Lucida Console"/>
                <a:cs typeface="Lucida Console"/>
              </a:rPr>
              <a:t>4</a:t>
            </a:r>
            <a:endParaRPr sz="1200">
              <a:latin typeface="Lucida Console"/>
              <a:cs typeface="Lucida Console"/>
            </a:endParaRPr>
          </a:p>
        </p:txBody>
      </p:sp>
      <p:graphicFrame>
        <p:nvGraphicFramePr>
          <p:cNvPr id="10" name="object 10"/>
          <p:cNvGraphicFramePr>
            <a:graphicFrameLocks noGrp="1"/>
          </p:cNvGraphicFramePr>
          <p:nvPr/>
        </p:nvGraphicFramePr>
        <p:xfrm>
          <a:off x="1368361" y="4607930"/>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1</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5</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4</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8</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1" name="object 11"/>
          <p:cNvGraphicFramePr>
            <a:graphicFrameLocks noGrp="1"/>
          </p:cNvGraphicFramePr>
          <p:nvPr/>
        </p:nvGraphicFramePr>
        <p:xfrm>
          <a:off x="4614232" y="4606024"/>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6</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9</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508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2" name="object 12"/>
          <p:cNvSpPr txBox="1"/>
          <p:nvPr/>
        </p:nvSpPr>
        <p:spPr>
          <a:xfrm>
            <a:off x="5232844" y="5157937"/>
            <a:ext cx="1036319"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Lucida Console"/>
                <a:cs typeface="Lucida Console"/>
              </a:rPr>
              <a:t>6-</a:t>
            </a:r>
            <a:r>
              <a:rPr sz="1200" dirty="0">
                <a:latin typeface="Lucida Console"/>
                <a:cs typeface="Lucida Console"/>
              </a:rPr>
              <a:t>3 </a:t>
            </a:r>
            <a:r>
              <a:rPr sz="1200" spc="-10" dirty="0">
                <a:latin typeface="Lucida Console"/>
                <a:cs typeface="Lucida Console"/>
              </a:rPr>
              <a:t>9-</a:t>
            </a:r>
            <a:r>
              <a:rPr sz="1200" dirty="0">
                <a:latin typeface="Lucida Console"/>
                <a:cs typeface="Lucida Console"/>
              </a:rPr>
              <a:t>3 </a:t>
            </a:r>
            <a:r>
              <a:rPr sz="1200" spc="-10" dirty="0">
                <a:latin typeface="Lucida Console"/>
                <a:cs typeface="Lucida Console"/>
              </a:rPr>
              <a:t>9-</a:t>
            </a:r>
            <a:r>
              <a:rPr sz="1200" spc="-50" dirty="0">
                <a:latin typeface="Lucida Console"/>
                <a:cs typeface="Lucida Console"/>
              </a:rPr>
              <a:t>7</a:t>
            </a:r>
            <a:endParaRPr sz="1200">
              <a:latin typeface="Lucida Console"/>
              <a:cs typeface="Lucida Console"/>
            </a:endParaRPr>
          </a:p>
        </p:txBody>
      </p:sp>
      <p:sp>
        <p:nvSpPr>
          <p:cNvPr id="13" name="object 13"/>
          <p:cNvSpPr txBox="1"/>
          <p:nvPr/>
        </p:nvSpPr>
        <p:spPr>
          <a:xfrm>
            <a:off x="4598377" y="4232809"/>
            <a:ext cx="2466975" cy="208915"/>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rebuchet MS"/>
                <a:cs typeface="Trebuchet MS"/>
              </a:rPr>
              <a:t>count </a:t>
            </a:r>
            <a:r>
              <a:rPr sz="1200" b="1" spc="70" dirty="0">
                <a:latin typeface="Trebuchet MS"/>
                <a:cs typeface="Trebuchet MS"/>
              </a:rPr>
              <a:t>inversions</a:t>
            </a:r>
            <a:r>
              <a:rPr sz="1200" b="1" spc="50" dirty="0">
                <a:latin typeface="Trebuchet MS"/>
                <a:cs typeface="Trebuchet MS"/>
              </a:rPr>
              <a:t> </a:t>
            </a:r>
            <a:r>
              <a:rPr sz="1200" b="1" dirty="0">
                <a:latin typeface="Trebuchet MS"/>
                <a:cs typeface="Trebuchet MS"/>
              </a:rPr>
              <a:t>in</a:t>
            </a:r>
            <a:r>
              <a:rPr sz="1200" b="1" spc="55" dirty="0">
                <a:latin typeface="Trebuchet MS"/>
                <a:cs typeface="Trebuchet MS"/>
              </a:rPr>
              <a:t> </a:t>
            </a:r>
            <a:r>
              <a:rPr sz="1200" b="1" spc="60" dirty="0">
                <a:latin typeface="Trebuchet MS"/>
                <a:cs typeface="Trebuchet MS"/>
              </a:rPr>
              <a:t>right</a:t>
            </a:r>
            <a:r>
              <a:rPr sz="1200" b="1" spc="50" dirty="0">
                <a:latin typeface="Trebuchet MS"/>
                <a:cs typeface="Trebuchet MS"/>
              </a:rPr>
              <a:t> </a:t>
            </a:r>
            <a:r>
              <a:rPr sz="1200" b="1" spc="55" dirty="0">
                <a:latin typeface="Trebuchet MS"/>
                <a:cs typeface="Trebuchet MS"/>
              </a:rPr>
              <a:t>half </a:t>
            </a:r>
            <a:r>
              <a:rPr sz="1200" b="1" spc="-50" dirty="0">
                <a:latin typeface="Trebuchet MS"/>
                <a:cs typeface="Trebuchet MS"/>
              </a:rPr>
              <a:t>B</a:t>
            </a:r>
            <a:endParaRPr sz="1200">
              <a:latin typeface="Trebuchet MS"/>
              <a:cs typeface="Trebuchet MS"/>
            </a:endParaRPr>
          </a:p>
        </p:txBody>
      </p:sp>
      <p:sp>
        <p:nvSpPr>
          <p:cNvPr id="14" name="object 14"/>
          <p:cNvSpPr txBox="1"/>
          <p:nvPr/>
        </p:nvSpPr>
        <p:spPr>
          <a:xfrm>
            <a:off x="1336586" y="5720644"/>
            <a:ext cx="3390265" cy="208915"/>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rebuchet MS"/>
                <a:cs typeface="Trebuchet MS"/>
              </a:rPr>
              <a:t>count </a:t>
            </a:r>
            <a:r>
              <a:rPr sz="1200" b="1" spc="70" dirty="0">
                <a:latin typeface="Trebuchet MS"/>
                <a:cs typeface="Trebuchet MS"/>
              </a:rPr>
              <a:t>inversions</a:t>
            </a:r>
            <a:r>
              <a:rPr sz="1200" b="1" spc="50" dirty="0">
                <a:latin typeface="Trebuchet MS"/>
                <a:cs typeface="Trebuchet MS"/>
              </a:rPr>
              <a:t> </a:t>
            </a:r>
            <a:r>
              <a:rPr sz="1200" b="1" dirty="0">
                <a:latin typeface="Trebuchet MS"/>
                <a:cs typeface="Trebuchet MS"/>
              </a:rPr>
              <a:t>(a,</a:t>
            </a:r>
            <a:r>
              <a:rPr sz="1200" b="1" spc="50" dirty="0">
                <a:latin typeface="Trebuchet MS"/>
                <a:cs typeface="Trebuchet MS"/>
              </a:rPr>
              <a:t> </a:t>
            </a:r>
            <a:r>
              <a:rPr sz="1200" b="1" dirty="0">
                <a:latin typeface="Trebuchet MS"/>
                <a:cs typeface="Trebuchet MS"/>
              </a:rPr>
              <a:t>b)</a:t>
            </a:r>
            <a:r>
              <a:rPr sz="1200" b="1" spc="50" dirty="0">
                <a:latin typeface="Trebuchet MS"/>
                <a:cs typeface="Trebuchet MS"/>
              </a:rPr>
              <a:t> </a:t>
            </a:r>
            <a:r>
              <a:rPr sz="1200" b="1" dirty="0">
                <a:latin typeface="Trebuchet MS"/>
                <a:cs typeface="Trebuchet MS"/>
              </a:rPr>
              <a:t>with</a:t>
            </a:r>
            <a:r>
              <a:rPr sz="1200" b="1" spc="55" dirty="0">
                <a:latin typeface="Trebuchet MS"/>
                <a:cs typeface="Trebuchet MS"/>
              </a:rPr>
              <a:t> </a:t>
            </a:r>
            <a:r>
              <a:rPr sz="1200" b="1" spc="60" dirty="0">
                <a:latin typeface="Trebuchet MS"/>
                <a:cs typeface="Trebuchet MS"/>
              </a:rPr>
              <a:t>a</a:t>
            </a:r>
            <a:r>
              <a:rPr sz="1200" b="1" spc="55" dirty="0">
                <a:latin typeface="Trebuchet MS"/>
                <a:cs typeface="Trebuchet MS"/>
              </a:rPr>
              <a:t> </a:t>
            </a:r>
            <a:r>
              <a:rPr sz="1200" spc="-270" dirty="0">
                <a:latin typeface="Lucida Sans Unicode"/>
                <a:cs typeface="Lucida Sans Unicode"/>
              </a:rPr>
              <a:t>∈</a:t>
            </a:r>
            <a:r>
              <a:rPr sz="1200" spc="35" dirty="0">
                <a:latin typeface="Lucida Sans Unicode"/>
                <a:cs typeface="Lucida Sans Unicode"/>
              </a:rPr>
              <a:t> </a:t>
            </a:r>
            <a:r>
              <a:rPr sz="1200" b="1" spc="120" dirty="0">
                <a:latin typeface="Trebuchet MS"/>
                <a:cs typeface="Trebuchet MS"/>
              </a:rPr>
              <a:t>A</a:t>
            </a:r>
            <a:r>
              <a:rPr sz="1200" b="1" spc="50" dirty="0">
                <a:latin typeface="Trebuchet MS"/>
                <a:cs typeface="Trebuchet MS"/>
              </a:rPr>
              <a:t> </a:t>
            </a:r>
            <a:r>
              <a:rPr sz="1200" b="1" spc="75" dirty="0">
                <a:latin typeface="Trebuchet MS"/>
                <a:cs typeface="Trebuchet MS"/>
              </a:rPr>
              <a:t>and</a:t>
            </a:r>
            <a:r>
              <a:rPr sz="1200" b="1" spc="55" dirty="0">
                <a:latin typeface="Trebuchet MS"/>
                <a:cs typeface="Trebuchet MS"/>
              </a:rPr>
              <a:t> </a:t>
            </a:r>
            <a:r>
              <a:rPr sz="1200" b="1" spc="90" dirty="0">
                <a:latin typeface="Trebuchet MS"/>
                <a:cs typeface="Trebuchet MS"/>
              </a:rPr>
              <a:t>b</a:t>
            </a:r>
            <a:r>
              <a:rPr sz="1200" b="1" spc="50" dirty="0">
                <a:latin typeface="Trebuchet MS"/>
                <a:cs typeface="Trebuchet MS"/>
              </a:rPr>
              <a:t> </a:t>
            </a:r>
            <a:r>
              <a:rPr sz="1200" spc="-270" dirty="0">
                <a:latin typeface="Lucida Sans Unicode"/>
                <a:cs typeface="Lucida Sans Unicode"/>
              </a:rPr>
              <a:t>∈</a:t>
            </a:r>
            <a:r>
              <a:rPr sz="1200" spc="35" dirty="0">
                <a:latin typeface="Lucida Sans Unicode"/>
                <a:cs typeface="Lucida Sans Unicode"/>
              </a:rPr>
              <a:t> </a:t>
            </a:r>
            <a:r>
              <a:rPr sz="1200" b="1" spc="-50" dirty="0">
                <a:latin typeface="Trebuchet MS"/>
                <a:cs typeface="Trebuchet MS"/>
              </a:rPr>
              <a:t>B</a:t>
            </a:r>
            <a:endParaRPr sz="1200">
              <a:latin typeface="Trebuchet MS"/>
              <a:cs typeface="Trebuchet MS"/>
            </a:endParaRPr>
          </a:p>
        </p:txBody>
      </p:sp>
      <p:sp>
        <p:nvSpPr>
          <p:cNvPr id="15" name="object 15"/>
          <p:cNvSpPr txBox="1"/>
          <p:nvPr/>
        </p:nvSpPr>
        <p:spPr>
          <a:xfrm>
            <a:off x="1844970" y="6664847"/>
            <a:ext cx="5170170"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Lucida Console"/>
                <a:cs typeface="Lucida Console"/>
              </a:rPr>
              <a:t>4-</a:t>
            </a:r>
            <a:r>
              <a:rPr sz="1200" dirty="0">
                <a:latin typeface="Lucida Console"/>
                <a:cs typeface="Lucida Console"/>
              </a:rPr>
              <a:t>2</a:t>
            </a:r>
            <a:r>
              <a:rPr sz="1200" spc="-5" dirty="0">
                <a:latin typeface="Lucida Console"/>
                <a:cs typeface="Lucida Console"/>
              </a:rPr>
              <a:t> </a:t>
            </a:r>
            <a:r>
              <a:rPr sz="1200" spc="-10" dirty="0">
                <a:latin typeface="Lucida Console"/>
                <a:cs typeface="Lucida Console"/>
              </a:rPr>
              <a:t>4-</a:t>
            </a:r>
            <a:r>
              <a:rPr sz="1200" dirty="0">
                <a:latin typeface="Lucida Console"/>
                <a:cs typeface="Lucida Console"/>
              </a:rPr>
              <a:t>3 </a:t>
            </a:r>
            <a:r>
              <a:rPr sz="1200" spc="-10" dirty="0">
                <a:latin typeface="Lucida Console"/>
                <a:cs typeface="Lucida Console"/>
              </a:rPr>
              <a:t>5-</a:t>
            </a:r>
            <a:r>
              <a:rPr sz="1200" dirty="0">
                <a:latin typeface="Lucida Console"/>
                <a:cs typeface="Lucida Console"/>
              </a:rPr>
              <a:t>2 </a:t>
            </a:r>
            <a:r>
              <a:rPr sz="1200" spc="-10" dirty="0">
                <a:latin typeface="Lucida Console"/>
                <a:cs typeface="Lucida Console"/>
              </a:rPr>
              <a:t>5-</a:t>
            </a:r>
            <a:r>
              <a:rPr sz="1200" dirty="0">
                <a:latin typeface="Lucida Console"/>
                <a:cs typeface="Lucida Console"/>
              </a:rPr>
              <a:t>3 </a:t>
            </a:r>
            <a:r>
              <a:rPr sz="1200" spc="-10" dirty="0">
                <a:latin typeface="Lucida Console"/>
                <a:cs typeface="Lucida Console"/>
              </a:rPr>
              <a:t>8-</a:t>
            </a:r>
            <a:r>
              <a:rPr sz="1200" dirty="0">
                <a:latin typeface="Lucida Console"/>
                <a:cs typeface="Lucida Console"/>
              </a:rPr>
              <a:t>2 </a:t>
            </a:r>
            <a:r>
              <a:rPr sz="1200" spc="-10" dirty="0">
                <a:latin typeface="Lucida Console"/>
                <a:cs typeface="Lucida Console"/>
              </a:rPr>
              <a:t>8-</a:t>
            </a:r>
            <a:r>
              <a:rPr sz="1200" dirty="0">
                <a:latin typeface="Lucida Console"/>
                <a:cs typeface="Lucida Console"/>
              </a:rPr>
              <a:t>3 </a:t>
            </a:r>
            <a:r>
              <a:rPr sz="1200" spc="-10" dirty="0">
                <a:latin typeface="Lucida Console"/>
                <a:cs typeface="Lucida Console"/>
              </a:rPr>
              <a:t>8-</a:t>
            </a:r>
            <a:r>
              <a:rPr sz="1200" dirty="0">
                <a:latin typeface="Lucida Console"/>
                <a:cs typeface="Lucida Console"/>
              </a:rPr>
              <a:t>6 </a:t>
            </a:r>
            <a:r>
              <a:rPr sz="1200" spc="-10" dirty="0">
                <a:latin typeface="Lucida Console"/>
                <a:cs typeface="Lucida Console"/>
              </a:rPr>
              <a:t>8-</a:t>
            </a:r>
            <a:r>
              <a:rPr sz="1200" dirty="0">
                <a:latin typeface="Lucida Console"/>
                <a:cs typeface="Lucida Console"/>
              </a:rPr>
              <a:t>7 </a:t>
            </a:r>
            <a:r>
              <a:rPr sz="1200" spc="-10" dirty="0">
                <a:latin typeface="Lucida Console"/>
                <a:cs typeface="Lucida Console"/>
              </a:rPr>
              <a:t>10-</a:t>
            </a:r>
            <a:r>
              <a:rPr sz="1200" dirty="0">
                <a:latin typeface="Lucida Console"/>
                <a:cs typeface="Lucida Console"/>
              </a:rPr>
              <a:t>2 </a:t>
            </a:r>
            <a:r>
              <a:rPr sz="1200" spc="-10" dirty="0">
                <a:latin typeface="Lucida Console"/>
                <a:cs typeface="Lucida Console"/>
              </a:rPr>
              <a:t>10-</a:t>
            </a:r>
            <a:r>
              <a:rPr sz="1200" dirty="0">
                <a:latin typeface="Lucida Console"/>
                <a:cs typeface="Lucida Console"/>
              </a:rPr>
              <a:t>3 </a:t>
            </a:r>
            <a:r>
              <a:rPr sz="1200" spc="-10" dirty="0">
                <a:latin typeface="Lucida Console"/>
                <a:cs typeface="Lucida Console"/>
              </a:rPr>
              <a:t>10-</a:t>
            </a:r>
            <a:r>
              <a:rPr sz="1200" dirty="0">
                <a:latin typeface="Lucida Console"/>
                <a:cs typeface="Lucida Console"/>
              </a:rPr>
              <a:t>6 </a:t>
            </a:r>
            <a:r>
              <a:rPr sz="1200" spc="-10" dirty="0">
                <a:latin typeface="Lucida Console"/>
                <a:cs typeface="Lucida Console"/>
              </a:rPr>
              <a:t>10-</a:t>
            </a:r>
            <a:r>
              <a:rPr sz="1200" dirty="0">
                <a:latin typeface="Lucida Console"/>
                <a:cs typeface="Lucida Console"/>
              </a:rPr>
              <a:t>7 </a:t>
            </a:r>
            <a:r>
              <a:rPr sz="1200" spc="-10" dirty="0">
                <a:latin typeface="Lucida Console"/>
                <a:cs typeface="Lucida Console"/>
              </a:rPr>
              <a:t>10-</a:t>
            </a:r>
            <a:r>
              <a:rPr sz="1200" spc="-50" dirty="0">
                <a:latin typeface="Lucida Console"/>
                <a:cs typeface="Lucida Console"/>
              </a:rPr>
              <a:t>9</a:t>
            </a:r>
            <a:endParaRPr sz="1200">
              <a:latin typeface="Lucida Console"/>
              <a:cs typeface="Lucida Console"/>
            </a:endParaRPr>
          </a:p>
        </p:txBody>
      </p:sp>
      <p:graphicFrame>
        <p:nvGraphicFramePr>
          <p:cNvPr id="16" name="object 16"/>
          <p:cNvGraphicFramePr>
            <a:graphicFrameLocks noGrp="1"/>
          </p:cNvGraphicFramePr>
          <p:nvPr/>
        </p:nvGraphicFramePr>
        <p:xfrm>
          <a:off x="4611077" y="6095766"/>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6</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9</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508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7" name="object 17"/>
          <p:cNvGraphicFramePr>
            <a:graphicFrameLocks noGrp="1"/>
          </p:cNvGraphicFramePr>
          <p:nvPr/>
        </p:nvGraphicFramePr>
        <p:xfrm>
          <a:off x="1368361" y="6095766"/>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1</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5</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4</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8</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167" y="1131247"/>
            <a:ext cx="7764145" cy="2562860"/>
          </a:xfrm>
          <a:prstGeom prst="rect">
            <a:avLst/>
          </a:prstGeom>
        </p:spPr>
        <p:txBody>
          <a:bodyPr vert="horz" wrap="square" lIns="0" tIns="100330" rIns="0" bIns="0" rtlCol="0">
            <a:spAutoFit/>
          </a:bodyPr>
          <a:lstStyle/>
          <a:p>
            <a:pPr marL="50800">
              <a:lnSpc>
                <a:spcPct val="100000"/>
              </a:lnSpc>
              <a:spcBef>
                <a:spcPts val="790"/>
              </a:spcBef>
              <a:tabLst>
                <a:tab pos="445134" algn="l"/>
              </a:tabLst>
            </a:pPr>
            <a:r>
              <a:rPr sz="1800" spc="-25" dirty="0">
                <a:solidFill>
                  <a:srgbClr val="0048AA"/>
                </a:solidFill>
                <a:latin typeface="Lucida Sans Unicode"/>
                <a:cs typeface="Lucida Sans Unicode"/>
              </a:rPr>
              <a:t>Q.</a:t>
            </a:r>
            <a:r>
              <a:rPr sz="1800" dirty="0">
                <a:solidFill>
                  <a:srgbClr val="0048AA"/>
                </a:solidFill>
                <a:latin typeface="Lucida Sans Unicode"/>
                <a:cs typeface="Lucida Sans Unicode"/>
              </a:rPr>
              <a:t>	</a:t>
            </a:r>
            <a:r>
              <a:rPr sz="1800" dirty="0">
                <a:latin typeface="Lucida Sans Unicode"/>
                <a:cs typeface="Lucida Sans Unicode"/>
              </a:rPr>
              <a:t>How</a:t>
            </a:r>
            <a:r>
              <a:rPr sz="1800" spc="20" dirty="0">
                <a:latin typeface="Lucida Sans Unicode"/>
                <a:cs typeface="Lucida Sans Unicode"/>
              </a:rPr>
              <a:t> </a:t>
            </a:r>
            <a:r>
              <a:rPr sz="1800" dirty="0">
                <a:latin typeface="Lucida Sans Unicode"/>
                <a:cs typeface="Lucida Sans Unicode"/>
              </a:rPr>
              <a:t>to</a:t>
            </a:r>
            <a:r>
              <a:rPr sz="1800" spc="20" dirty="0">
                <a:latin typeface="Lucida Sans Unicode"/>
                <a:cs typeface="Lucida Sans Unicode"/>
              </a:rPr>
              <a:t> </a:t>
            </a:r>
            <a:r>
              <a:rPr sz="1800" dirty="0">
                <a:latin typeface="Lucida Sans Unicode"/>
                <a:cs typeface="Lucida Sans Unicode"/>
              </a:rPr>
              <a:t>count</a:t>
            </a:r>
            <a:r>
              <a:rPr sz="1800" spc="20" dirty="0">
                <a:latin typeface="Lucida Sans Unicode"/>
                <a:cs typeface="Lucida Sans Unicode"/>
              </a:rPr>
              <a:t> </a:t>
            </a:r>
            <a:r>
              <a:rPr sz="1800" dirty="0">
                <a:latin typeface="Lucida Sans Unicode"/>
                <a:cs typeface="Lucida Sans Unicode"/>
              </a:rPr>
              <a:t>inversions</a:t>
            </a:r>
            <a:r>
              <a:rPr sz="1800" spc="25" dirty="0">
                <a:latin typeface="Lucida Sans Unicode"/>
                <a:cs typeface="Lucida Sans Unicode"/>
              </a:rPr>
              <a:t> </a:t>
            </a:r>
            <a:r>
              <a:rPr sz="1800" dirty="0">
                <a:latin typeface="Times New Roman"/>
                <a:cs typeface="Times New Roman"/>
              </a:rPr>
              <a:t>(</a:t>
            </a:r>
            <a:r>
              <a:rPr sz="1800" i="1" dirty="0">
                <a:latin typeface="Times New Roman"/>
                <a:cs typeface="Times New Roman"/>
              </a:rPr>
              <a:t>a</a:t>
            </a:r>
            <a:r>
              <a:rPr sz="1800" dirty="0">
                <a:latin typeface="Times New Roman"/>
                <a:cs typeface="Times New Roman"/>
              </a:rPr>
              <a:t>,</a:t>
            </a:r>
            <a:r>
              <a:rPr sz="1800" spc="15" dirty="0">
                <a:latin typeface="Times New Roman"/>
                <a:cs typeface="Times New Roman"/>
              </a:rPr>
              <a:t> </a:t>
            </a:r>
            <a:r>
              <a:rPr sz="1800" i="1" dirty="0">
                <a:latin typeface="Times New Roman"/>
                <a:cs typeface="Times New Roman"/>
              </a:rPr>
              <a:t>b</a:t>
            </a:r>
            <a:r>
              <a:rPr sz="1800" dirty="0">
                <a:latin typeface="Times New Roman"/>
                <a:cs typeface="Times New Roman"/>
              </a:rPr>
              <a:t>)</a:t>
            </a:r>
            <a:r>
              <a:rPr sz="1800" spc="135" dirty="0">
                <a:latin typeface="Times New Roman"/>
                <a:cs typeface="Times New Roman"/>
              </a:rPr>
              <a:t> </a:t>
            </a:r>
            <a:r>
              <a:rPr sz="1800" dirty="0">
                <a:latin typeface="Lucida Sans Unicode"/>
                <a:cs typeface="Lucida Sans Unicode"/>
              </a:rPr>
              <a:t>with</a:t>
            </a:r>
            <a:r>
              <a:rPr sz="1800" spc="25" dirty="0">
                <a:latin typeface="Lucida Sans Unicode"/>
                <a:cs typeface="Lucida Sans Unicode"/>
              </a:rPr>
              <a:t> </a:t>
            </a:r>
            <a:r>
              <a:rPr sz="1800" i="1" dirty="0">
                <a:latin typeface="Times New Roman"/>
                <a:cs typeface="Times New Roman"/>
              </a:rPr>
              <a:t>a</a:t>
            </a:r>
            <a:r>
              <a:rPr sz="1800" i="1" spc="15" dirty="0">
                <a:latin typeface="Times New Roman"/>
                <a:cs typeface="Times New Roman"/>
              </a:rPr>
              <a:t> </a:t>
            </a:r>
            <a:r>
              <a:rPr sz="1800" dirty="0">
                <a:latin typeface="Symbol"/>
                <a:cs typeface="Symbol"/>
              </a:rPr>
              <a:t></a:t>
            </a:r>
            <a:r>
              <a:rPr sz="1800" spc="15" dirty="0">
                <a:latin typeface="Times New Roman"/>
                <a:cs typeface="Times New Roman"/>
              </a:rPr>
              <a:t> </a:t>
            </a:r>
            <a:r>
              <a:rPr sz="1800" i="1" dirty="0">
                <a:latin typeface="Times New Roman"/>
                <a:cs typeface="Times New Roman"/>
              </a:rPr>
              <a:t>A</a:t>
            </a:r>
            <a:r>
              <a:rPr sz="1800" i="1" spc="140" dirty="0">
                <a:latin typeface="Times New Roman"/>
                <a:cs typeface="Times New Roman"/>
              </a:rPr>
              <a:t> </a:t>
            </a:r>
            <a:r>
              <a:rPr sz="1800" dirty="0">
                <a:latin typeface="Lucida Sans Unicode"/>
                <a:cs typeface="Lucida Sans Unicode"/>
              </a:rPr>
              <a:t>and</a:t>
            </a:r>
            <a:r>
              <a:rPr sz="1800" spc="20" dirty="0">
                <a:latin typeface="Lucida Sans Unicode"/>
                <a:cs typeface="Lucida Sans Unicode"/>
              </a:rPr>
              <a:t> </a:t>
            </a:r>
            <a:r>
              <a:rPr sz="1800" i="1" dirty="0">
                <a:latin typeface="Times New Roman"/>
                <a:cs typeface="Times New Roman"/>
              </a:rPr>
              <a:t>b</a:t>
            </a:r>
            <a:r>
              <a:rPr sz="1800" i="1" spc="15" dirty="0">
                <a:latin typeface="Times New Roman"/>
                <a:cs typeface="Times New Roman"/>
              </a:rPr>
              <a:t> </a:t>
            </a:r>
            <a:r>
              <a:rPr sz="1800" dirty="0">
                <a:latin typeface="Symbol"/>
                <a:cs typeface="Symbol"/>
              </a:rPr>
              <a:t></a:t>
            </a:r>
            <a:r>
              <a:rPr sz="1800" spc="20" dirty="0">
                <a:latin typeface="Times New Roman"/>
                <a:cs typeface="Times New Roman"/>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50800">
              <a:lnSpc>
                <a:spcPct val="100000"/>
              </a:lnSpc>
              <a:spcBef>
                <a:spcPts val="695"/>
              </a:spcBef>
              <a:tabLst>
                <a:tab pos="425450" algn="l"/>
              </a:tabLst>
            </a:pPr>
            <a:r>
              <a:rPr sz="1800" spc="-25" dirty="0">
                <a:solidFill>
                  <a:srgbClr val="0048AA"/>
                </a:solidFill>
                <a:latin typeface="Lucida Sans Unicode"/>
                <a:cs typeface="Lucida Sans Unicode"/>
              </a:rPr>
              <a:t>A.</a:t>
            </a:r>
            <a:r>
              <a:rPr sz="1800" dirty="0">
                <a:solidFill>
                  <a:srgbClr val="0048AA"/>
                </a:solidFill>
                <a:latin typeface="Lucida Sans Unicode"/>
                <a:cs typeface="Lucida Sans Unicode"/>
              </a:rPr>
              <a:t>	</a:t>
            </a:r>
            <a:r>
              <a:rPr sz="1800" dirty="0">
                <a:latin typeface="Lucida Sans Unicode"/>
                <a:cs typeface="Lucida Sans Unicode"/>
              </a:rPr>
              <a:t>Easy</a:t>
            </a:r>
            <a:r>
              <a:rPr sz="1800" spc="-5" dirty="0">
                <a:latin typeface="Lucida Sans Unicode"/>
                <a:cs typeface="Lucida Sans Unicode"/>
              </a:rPr>
              <a:t> </a:t>
            </a:r>
            <a:r>
              <a:rPr sz="1800" dirty="0">
                <a:latin typeface="Lucida Sans Unicode"/>
                <a:cs typeface="Lucida Sans Unicode"/>
              </a:rPr>
              <a:t>if</a:t>
            </a:r>
            <a:r>
              <a:rPr sz="1800" spc="-5" dirty="0">
                <a:latin typeface="Lucida Sans Unicode"/>
                <a:cs typeface="Lucida Sans Unicode"/>
              </a:rPr>
              <a:t> </a:t>
            </a:r>
            <a:r>
              <a:rPr sz="1800" i="1" dirty="0">
                <a:latin typeface="Times New Roman"/>
                <a:cs typeface="Times New Roman"/>
              </a:rPr>
              <a:t>A</a:t>
            </a:r>
            <a:r>
              <a:rPr sz="1800" i="1" spc="110" dirty="0">
                <a:latin typeface="Times New Roman"/>
                <a:cs typeface="Times New Roman"/>
              </a:rPr>
              <a:t> </a:t>
            </a:r>
            <a:r>
              <a:rPr sz="1800" dirty="0">
                <a:latin typeface="Lucida Sans Unicode"/>
                <a:cs typeface="Lucida Sans Unicode"/>
              </a:rPr>
              <a:t>and</a:t>
            </a:r>
            <a:r>
              <a:rPr sz="1800" spc="-5" dirty="0">
                <a:latin typeface="Lucida Sans Unicode"/>
                <a:cs typeface="Lucida Sans Unicode"/>
              </a:rPr>
              <a:t> </a:t>
            </a:r>
            <a:r>
              <a:rPr sz="1800" i="1" dirty="0">
                <a:latin typeface="Times New Roman"/>
                <a:cs typeface="Times New Roman"/>
              </a:rPr>
              <a:t>B</a:t>
            </a:r>
            <a:r>
              <a:rPr sz="1800" i="1" spc="110" dirty="0">
                <a:latin typeface="Times New Roman"/>
                <a:cs typeface="Times New Roman"/>
              </a:rPr>
              <a:t> </a:t>
            </a:r>
            <a:r>
              <a:rPr sz="1800" dirty="0">
                <a:latin typeface="Lucida Sans Unicode"/>
                <a:cs typeface="Lucida Sans Unicode"/>
              </a:rPr>
              <a:t>are</a:t>
            </a:r>
            <a:r>
              <a:rPr sz="1800" spc="-5" dirty="0">
                <a:latin typeface="Lucida Sans Unicode"/>
                <a:cs typeface="Lucida Sans Unicode"/>
              </a:rPr>
              <a:t> </a:t>
            </a:r>
            <a:r>
              <a:rPr sz="1800" spc="-10" dirty="0">
                <a:latin typeface="Lucida Sans Unicode"/>
                <a:cs typeface="Lucida Sans Unicode"/>
              </a:rPr>
              <a:t>sorted!</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50800">
              <a:lnSpc>
                <a:spcPts val="1980"/>
              </a:lnSpc>
            </a:pPr>
            <a:r>
              <a:rPr sz="1800" dirty="0">
                <a:solidFill>
                  <a:srgbClr val="0048AA"/>
                </a:solidFill>
                <a:latin typeface="Lucida Sans Unicode"/>
                <a:cs typeface="Lucida Sans Unicode"/>
              </a:rPr>
              <a:t>Warmup</a:t>
            </a:r>
            <a:r>
              <a:rPr sz="1800" spc="-70" dirty="0">
                <a:solidFill>
                  <a:srgbClr val="0048AA"/>
                </a:solidFill>
                <a:latin typeface="Lucida Sans Unicode"/>
                <a:cs typeface="Lucida Sans Unicode"/>
              </a:rPr>
              <a:t> </a:t>
            </a:r>
            <a:r>
              <a:rPr sz="1800" spc="-10" dirty="0">
                <a:solidFill>
                  <a:srgbClr val="0048AA"/>
                </a:solidFill>
                <a:latin typeface="Lucida Sans Unicode"/>
                <a:cs typeface="Lucida Sans Unicode"/>
              </a:rPr>
              <a:t>algorithm.</a:t>
            </a:r>
            <a:endParaRPr sz="1800">
              <a:latin typeface="Lucida Sans Unicode"/>
              <a:cs typeface="Lucida Sans Unicode"/>
            </a:endParaRPr>
          </a:p>
          <a:p>
            <a:pPr marL="146050">
              <a:lnSpc>
                <a:spcPts val="2960"/>
              </a:lnSpc>
            </a:pPr>
            <a:r>
              <a:rPr sz="4275" spc="2175" baseline="-7797" dirty="0">
                <a:latin typeface="Yu Gothic UI"/>
                <a:cs typeface="Yu Gothic UI"/>
              </a:rPr>
              <a:t>・</a:t>
            </a:r>
            <a:r>
              <a:rPr sz="1800" dirty="0">
                <a:latin typeface="Lucida Sans Unicode"/>
                <a:cs typeface="Lucida Sans Unicode"/>
              </a:rPr>
              <a:t>Sort</a:t>
            </a:r>
            <a:r>
              <a:rPr sz="1800" spc="-10" dirty="0">
                <a:latin typeface="Lucida Sans Unicode"/>
                <a:cs typeface="Lucida Sans Unicode"/>
              </a:rPr>
              <a:t> </a:t>
            </a:r>
            <a:r>
              <a:rPr sz="1800" i="1" dirty="0">
                <a:latin typeface="Times New Roman"/>
                <a:cs typeface="Times New Roman"/>
              </a:rPr>
              <a:t>A</a:t>
            </a:r>
            <a:r>
              <a:rPr sz="1800" i="1" spc="105" dirty="0">
                <a:latin typeface="Times New Roman"/>
                <a:cs typeface="Times New Roman"/>
              </a:rPr>
              <a:t> </a:t>
            </a:r>
            <a:r>
              <a:rPr sz="1800" dirty="0">
                <a:latin typeface="Lucida Sans Unicode"/>
                <a:cs typeface="Lucida Sans Unicode"/>
              </a:rPr>
              <a:t>and</a:t>
            </a:r>
            <a:r>
              <a:rPr sz="1800" spc="-10" dirty="0">
                <a:latin typeface="Lucida Sans Unicode"/>
                <a:cs typeface="Lucida Sans Unicode"/>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146050">
              <a:lnSpc>
                <a:spcPts val="3135"/>
              </a:lnSpc>
            </a:pPr>
            <a:r>
              <a:rPr sz="4275" spc="2175" baseline="-8771" dirty="0">
                <a:latin typeface="Yu Gothic UI"/>
                <a:cs typeface="Yu Gothic UI"/>
              </a:rPr>
              <a:t>・</a:t>
            </a:r>
            <a:r>
              <a:rPr sz="1800" dirty="0">
                <a:latin typeface="Lucida Sans Unicode"/>
                <a:cs typeface="Lucida Sans Unicode"/>
              </a:rPr>
              <a:t>For</a:t>
            </a:r>
            <a:r>
              <a:rPr sz="1800" spc="-5" dirty="0">
                <a:latin typeface="Lucida Sans Unicode"/>
                <a:cs typeface="Lucida Sans Unicode"/>
              </a:rPr>
              <a:t> </a:t>
            </a:r>
            <a:r>
              <a:rPr sz="1800" dirty="0">
                <a:latin typeface="Lucida Sans Unicode"/>
                <a:cs typeface="Lucida Sans Unicode"/>
              </a:rPr>
              <a:t>each element</a:t>
            </a:r>
            <a:r>
              <a:rPr sz="1800" spc="-5" dirty="0">
                <a:latin typeface="Lucida Sans Unicode"/>
                <a:cs typeface="Lucida Sans Unicode"/>
              </a:rPr>
              <a:t> </a:t>
            </a:r>
            <a:r>
              <a:rPr sz="1800" i="1" dirty="0">
                <a:latin typeface="Times New Roman"/>
                <a:cs typeface="Times New Roman"/>
              </a:rPr>
              <a:t>b </a:t>
            </a:r>
            <a:r>
              <a:rPr sz="1800" dirty="0">
                <a:latin typeface="Symbol"/>
                <a:cs typeface="Symbol"/>
              </a:rPr>
              <a:t></a:t>
            </a:r>
            <a:r>
              <a:rPr sz="1800" dirty="0">
                <a:latin typeface="Times New Roman"/>
                <a:cs typeface="Times New Roman"/>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498475">
              <a:lnSpc>
                <a:spcPct val="100000"/>
              </a:lnSpc>
              <a:spcBef>
                <a:spcPts val="484"/>
              </a:spcBef>
              <a:tabLst>
                <a:tab pos="737235" algn="l"/>
              </a:tabLst>
            </a:pPr>
            <a:r>
              <a:rPr sz="2700" spc="-75" baseline="1543" dirty="0">
                <a:latin typeface="Yu Gothic UI"/>
                <a:cs typeface="Yu Gothic UI"/>
              </a:rPr>
              <a:t>-</a:t>
            </a:r>
            <a:r>
              <a:rPr sz="2700" baseline="1543" dirty="0">
                <a:latin typeface="Yu Gothic UI"/>
                <a:cs typeface="Yu Gothic UI"/>
              </a:rPr>
              <a:t>	</a:t>
            </a:r>
            <a:r>
              <a:rPr sz="1800" dirty="0">
                <a:latin typeface="Lucida Sans Unicode"/>
                <a:cs typeface="Lucida Sans Unicode"/>
              </a:rPr>
              <a:t>binary</a:t>
            </a:r>
            <a:r>
              <a:rPr sz="1800" spc="-5" dirty="0">
                <a:latin typeface="Lucida Sans Unicode"/>
                <a:cs typeface="Lucida Sans Unicode"/>
              </a:rPr>
              <a:t> </a:t>
            </a:r>
            <a:r>
              <a:rPr sz="1800" dirty="0">
                <a:latin typeface="Lucida Sans Unicode"/>
                <a:cs typeface="Lucida Sans Unicode"/>
              </a:rPr>
              <a:t>search</a:t>
            </a:r>
            <a:r>
              <a:rPr sz="1800" spc="-5" dirty="0">
                <a:latin typeface="Lucida Sans Unicode"/>
                <a:cs typeface="Lucida Sans Unicode"/>
              </a:rPr>
              <a:t> </a:t>
            </a:r>
            <a:r>
              <a:rPr sz="1800" dirty="0">
                <a:latin typeface="Lucida Sans Unicode"/>
                <a:cs typeface="Lucida Sans Unicode"/>
              </a:rPr>
              <a:t>in</a:t>
            </a:r>
            <a:r>
              <a:rPr sz="1800" spc="-155" dirty="0">
                <a:latin typeface="Lucida Sans Unicode"/>
                <a:cs typeface="Lucida Sans Unicode"/>
              </a:rPr>
              <a:t> </a:t>
            </a:r>
            <a:r>
              <a:rPr sz="1800" i="1" dirty="0">
                <a:latin typeface="Times New Roman"/>
                <a:cs typeface="Times New Roman"/>
              </a:rPr>
              <a:t>A</a:t>
            </a:r>
            <a:r>
              <a:rPr sz="1800" i="1" spc="114" dirty="0">
                <a:latin typeface="Times New Roman"/>
                <a:cs typeface="Times New Roman"/>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find how elements</a:t>
            </a:r>
            <a:r>
              <a:rPr sz="1800" spc="-5" dirty="0">
                <a:latin typeface="Lucida Sans Unicode"/>
                <a:cs typeface="Lucida Sans Unicode"/>
              </a:rPr>
              <a:t> </a:t>
            </a:r>
            <a:r>
              <a:rPr sz="1800" dirty="0">
                <a:latin typeface="Lucida Sans Unicode"/>
                <a:cs typeface="Lucida Sans Unicode"/>
              </a:rPr>
              <a:t>in </a:t>
            </a:r>
            <a:r>
              <a:rPr sz="1800" i="1" dirty="0">
                <a:latin typeface="Times New Roman"/>
                <a:cs typeface="Times New Roman"/>
              </a:rPr>
              <a:t>A</a:t>
            </a:r>
            <a:r>
              <a:rPr sz="1800" i="1" spc="110" dirty="0">
                <a:latin typeface="Times New Roman"/>
                <a:cs typeface="Times New Roman"/>
              </a:rPr>
              <a:t> </a:t>
            </a:r>
            <a:r>
              <a:rPr sz="1800" dirty="0">
                <a:latin typeface="Lucida Sans Unicode"/>
                <a:cs typeface="Lucida Sans Unicode"/>
              </a:rPr>
              <a:t>are greater</a:t>
            </a:r>
            <a:r>
              <a:rPr sz="1800" spc="-5" dirty="0">
                <a:latin typeface="Lucida Sans Unicode"/>
                <a:cs typeface="Lucida Sans Unicode"/>
              </a:rPr>
              <a:t> </a:t>
            </a:r>
            <a:r>
              <a:rPr sz="1800" dirty="0">
                <a:latin typeface="Lucida Sans Unicode"/>
                <a:cs typeface="Lucida Sans Unicode"/>
              </a:rPr>
              <a:t>than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745267" y="475073"/>
            <a:ext cx="6802120" cy="346075"/>
          </a:xfrm>
          <a:prstGeom prst="rect">
            <a:avLst/>
          </a:prstGeom>
        </p:spPr>
        <p:txBody>
          <a:bodyPr vert="horz" wrap="square" lIns="0" tIns="12700" rIns="0" bIns="0" rtlCol="0">
            <a:spAutoFit/>
          </a:bodyPr>
          <a:lstStyle/>
          <a:p>
            <a:pPr marL="12700">
              <a:lnSpc>
                <a:spcPct val="100000"/>
              </a:lnSpc>
              <a:spcBef>
                <a:spcPts val="100"/>
              </a:spcBef>
              <a:tabLst>
                <a:tab pos="2603500" algn="l"/>
              </a:tabLst>
            </a:pPr>
            <a:r>
              <a:rPr dirty="0"/>
              <a:t>Counting</a:t>
            </a:r>
            <a:r>
              <a:rPr spc="180" dirty="0"/>
              <a:t> </a:t>
            </a:r>
            <a:r>
              <a:rPr spc="-10" dirty="0"/>
              <a:t>inversions:</a:t>
            </a:r>
            <a:r>
              <a:rPr dirty="0"/>
              <a:t>	how</a:t>
            </a:r>
            <a:r>
              <a:rPr spc="170" dirty="0"/>
              <a:t> </a:t>
            </a:r>
            <a:r>
              <a:rPr dirty="0"/>
              <a:t>to</a:t>
            </a:r>
            <a:r>
              <a:rPr spc="175" dirty="0"/>
              <a:t> </a:t>
            </a:r>
            <a:r>
              <a:rPr dirty="0"/>
              <a:t>combine</a:t>
            </a:r>
            <a:r>
              <a:rPr spc="175" dirty="0"/>
              <a:t> </a:t>
            </a:r>
            <a:r>
              <a:rPr dirty="0"/>
              <a:t>two</a:t>
            </a:r>
            <a:r>
              <a:rPr spc="175" dirty="0"/>
              <a:t> </a:t>
            </a:r>
            <a:r>
              <a:rPr spc="-10" dirty="0"/>
              <a:t>subproblems?</a:t>
            </a:r>
          </a:p>
        </p:txBody>
      </p:sp>
      <p:sp>
        <p:nvSpPr>
          <p:cNvPr id="21" name="object 2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17</a:t>
            </a:fld>
            <a:endParaRPr spc="-25" dirty="0"/>
          </a:p>
        </p:txBody>
      </p:sp>
      <p:graphicFrame>
        <p:nvGraphicFramePr>
          <p:cNvPr id="5" name="object 5"/>
          <p:cNvGraphicFramePr>
            <a:graphicFrameLocks noGrp="1"/>
          </p:cNvGraphicFramePr>
          <p:nvPr/>
        </p:nvGraphicFramePr>
        <p:xfrm>
          <a:off x="4480708" y="5388090"/>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16</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23</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6" name="object 6"/>
          <p:cNvSpPr txBox="1"/>
          <p:nvPr/>
        </p:nvSpPr>
        <p:spPr>
          <a:xfrm>
            <a:off x="1584558" y="5081638"/>
            <a:ext cx="503555"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sort</a:t>
            </a:r>
            <a:r>
              <a:rPr sz="1200" b="1" spc="45" dirty="0">
                <a:latin typeface="Trebuchet MS"/>
                <a:cs typeface="Trebuchet MS"/>
              </a:rPr>
              <a:t> </a:t>
            </a:r>
            <a:r>
              <a:rPr sz="1200" b="1" spc="70" dirty="0">
                <a:latin typeface="Trebuchet MS"/>
                <a:cs typeface="Trebuchet MS"/>
              </a:rPr>
              <a:t>A</a:t>
            </a:r>
            <a:endParaRPr sz="1200">
              <a:latin typeface="Trebuchet MS"/>
              <a:cs typeface="Trebuchet MS"/>
            </a:endParaRPr>
          </a:p>
        </p:txBody>
      </p:sp>
      <p:graphicFrame>
        <p:nvGraphicFramePr>
          <p:cNvPr id="7" name="object 7"/>
          <p:cNvGraphicFramePr>
            <a:graphicFrameLocks noGrp="1"/>
          </p:cNvGraphicFramePr>
          <p:nvPr/>
        </p:nvGraphicFramePr>
        <p:xfrm>
          <a:off x="1616334" y="5389998"/>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14</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18</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8" name="object 8"/>
          <p:cNvSpPr txBox="1"/>
          <p:nvPr/>
        </p:nvSpPr>
        <p:spPr>
          <a:xfrm>
            <a:off x="4445779" y="5081638"/>
            <a:ext cx="487045"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sort</a:t>
            </a:r>
            <a:r>
              <a:rPr sz="1200" b="1" spc="45" dirty="0">
                <a:latin typeface="Trebuchet MS"/>
                <a:cs typeface="Trebuchet MS"/>
              </a:rPr>
              <a:t> </a:t>
            </a:r>
            <a:r>
              <a:rPr sz="1200" b="1" spc="-50" dirty="0">
                <a:latin typeface="Trebuchet MS"/>
                <a:cs typeface="Trebuchet MS"/>
              </a:rPr>
              <a:t>B</a:t>
            </a:r>
            <a:endParaRPr sz="1200">
              <a:latin typeface="Trebuchet MS"/>
              <a:cs typeface="Trebuchet MS"/>
            </a:endParaRPr>
          </a:p>
        </p:txBody>
      </p:sp>
      <p:sp>
        <p:nvSpPr>
          <p:cNvPr id="9" name="object 9"/>
          <p:cNvSpPr txBox="1"/>
          <p:nvPr/>
        </p:nvSpPr>
        <p:spPr>
          <a:xfrm>
            <a:off x="1584558" y="6111678"/>
            <a:ext cx="4715510" cy="208915"/>
          </a:xfrm>
          <a:prstGeom prst="rect">
            <a:avLst/>
          </a:prstGeom>
        </p:spPr>
        <p:txBody>
          <a:bodyPr vert="horz" wrap="square" lIns="0" tIns="12700" rIns="0" bIns="0" rtlCol="0">
            <a:spAutoFit/>
          </a:bodyPr>
          <a:lstStyle/>
          <a:p>
            <a:pPr marL="12700">
              <a:lnSpc>
                <a:spcPct val="100000"/>
              </a:lnSpc>
              <a:spcBef>
                <a:spcPts val="100"/>
              </a:spcBef>
            </a:pPr>
            <a:r>
              <a:rPr sz="1200" b="1" spc="55" dirty="0">
                <a:latin typeface="Trebuchet MS"/>
                <a:cs typeface="Trebuchet MS"/>
              </a:rPr>
              <a:t>binary</a:t>
            </a:r>
            <a:r>
              <a:rPr sz="1200" b="1" spc="40" dirty="0">
                <a:latin typeface="Trebuchet MS"/>
                <a:cs typeface="Trebuchet MS"/>
              </a:rPr>
              <a:t> </a:t>
            </a:r>
            <a:r>
              <a:rPr sz="1200" b="1" spc="60" dirty="0">
                <a:latin typeface="Trebuchet MS"/>
                <a:cs typeface="Trebuchet MS"/>
              </a:rPr>
              <a:t>search</a:t>
            </a:r>
            <a:r>
              <a:rPr sz="1200" b="1" spc="45" dirty="0">
                <a:latin typeface="Trebuchet MS"/>
                <a:cs typeface="Trebuchet MS"/>
              </a:rPr>
              <a:t> </a:t>
            </a:r>
            <a:r>
              <a:rPr sz="1200" b="1" dirty="0">
                <a:latin typeface="Trebuchet MS"/>
                <a:cs typeface="Trebuchet MS"/>
              </a:rPr>
              <a:t>to</a:t>
            </a:r>
            <a:r>
              <a:rPr sz="1200" b="1" spc="45" dirty="0">
                <a:latin typeface="Trebuchet MS"/>
                <a:cs typeface="Trebuchet MS"/>
              </a:rPr>
              <a:t> </a:t>
            </a:r>
            <a:r>
              <a:rPr sz="1200" b="1" spc="50" dirty="0">
                <a:latin typeface="Trebuchet MS"/>
                <a:cs typeface="Trebuchet MS"/>
              </a:rPr>
              <a:t>count</a:t>
            </a:r>
            <a:r>
              <a:rPr sz="1200" b="1" spc="40" dirty="0">
                <a:latin typeface="Trebuchet MS"/>
                <a:cs typeface="Trebuchet MS"/>
              </a:rPr>
              <a:t> </a:t>
            </a:r>
            <a:r>
              <a:rPr sz="1200" b="1" spc="70" dirty="0">
                <a:latin typeface="Trebuchet MS"/>
                <a:cs typeface="Trebuchet MS"/>
              </a:rPr>
              <a:t>inversions</a:t>
            </a:r>
            <a:r>
              <a:rPr sz="1200" b="1" spc="45" dirty="0">
                <a:latin typeface="Trebuchet MS"/>
                <a:cs typeface="Trebuchet MS"/>
              </a:rPr>
              <a:t> </a:t>
            </a:r>
            <a:r>
              <a:rPr sz="1200" b="1" dirty="0">
                <a:latin typeface="Trebuchet MS"/>
                <a:cs typeface="Trebuchet MS"/>
              </a:rPr>
              <a:t>(a,</a:t>
            </a:r>
            <a:r>
              <a:rPr sz="1200" b="1" spc="45" dirty="0">
                <a:latin typeface="Trebuchet MS"/>
                <a:cs typeface="Trebuchet MS"/>
              </a:rPr>
              <a:t> </a:t>
            </a:r>
            <a:r>
              <a:rPr sz="1200" b="1" dirty="0">
                <a:latin typeface="Trebuchet MS"/>
                <a:cs typeface="Trebuchet MS"/>
              </a:rPr>
              <a:t>b)</a:t>
            </a:r>
            <a:r>
              <a:rPr sz="1200" b="1" spc="40" dirty="0">
                <a:latin typeface="Trebuchet MS"/>
                <a:cs typeface="Trebuchet MS"/>
              </a:rPr>
              <a:t> </a:t>
            </a:r>
            <a:r>
              <a:rPr sz="1200" b="1" spc="50" dirty="0">
                <a:latin typeface="Trebuchet MS"/>
                <a:cs typeface="Trebuchet MS"/>
              </a:rPr>
              <a:t>with</a:t>
            </a:r>
            <a:r>
              <a:rPr sz="1200" b="1" spc="45" dirty="0">
                <a:latin typeface="Trebuchet MS"/>
                <a:cs typeface="Trebuchet MS"/>
              </a:rPr>
              <a:t> </a:t>
            </a:r>
            <a:r>
              <a:rPr sz="1200" b="1" spc="60" dirty="0">
                <a:latin typeface="Trebuchet MS"/>
                <a:cs typeface="Trebuchet MS"/>
              </a:rPr>
              <a:t>a</a:t>
            </a:r>
            <a:r>
              <a:rPr sz="1200" b="1" spc="45" dirty="0">
                <a:latin typeface="Trebuchet MS"/>
                <a:cs typeface="Trebuchet MS"/>
              </a:rPr>
              <a:t> </a:t>
            </a:r>
            <a:r>
              <a:rPr sz="1200" spc="-270" dirty="0">
                <a:latin typeface="Lucida Sans Unicode"/>
                <a:cs typeface="Lucida Sans Unicode"/>
              </a:rPr>
              <a:t>∈</a:t>
            </a:r>
            <a:r>
              <a:rPr sz="1200" spc="25" dirty="0">
                <a:latin typeface="Lucida Sans Unicode"/>
                <a:cs typeface="Lucida Sans Unicode"/>
              </a:rPr>
              <a:t> </a:t>
            </a:r>
            <a:r>
              <a:rPr sz="1200" b="1" spc="120" dirty="0">
                <a:latin typeface="Trebuchet MS"/>
                <a:cs typeface="Trebuchet MS"/>
              </a:rPr>
              <a:t>A</a:t>
            </a:r>
            <a:r>
              <a:rPr sz="1200" b="1" spc="45" dirty="0">
                <a:latin typeface="Trebuchet MS"/>
                <a:cs typeface="Trebuchet MS"/>
              </a:rPr>
              <a:t> </a:t>
            </a:r>
            <a:r>
              <a:rPr sz="1200" b="1" spc="75" dirty="0">
                <a:latin typeface="Trebuchet MS"/>
                <a:cs typeface="Trebuchet MS"/>
              </a:rPr>
              <a:t>and</a:t>
            </a:r>
            <a:r>
              <a:rPr sz="1200" b="1" spc="45" dirty="0">
                <a:latin typeface="Trebuchet MS"/>
                <a:cs typeface="Trebuchet MS"/>
              </a:rPr>
              <a:t> </a:t>
            </a:r>
            <a:r>
              <a:rPr sz="1200" b="1" spc="90" dirty="0">
                <a:latin typeface="Trebuchet MS"/>
                <a:cs typeface="Trebuchet MS"/>
              </a:rPr>
              <a:t>b</a:t>
            </a:r>
            <a:r>
              <a:rPr sz="1200" b="1" spc="40" dirty="0">
                <a:latin typeface="Trebuchet MS"/>
                <a:cs typeface="Trebuchet MS"/>
              </a:rPr>
              <a:t> </a:t>
            </a:r>
            <a:r>
              <a:rPr sz="1200" spc="-270" dirty="0">
                <a:latin typeface="Lucida Sans Unicode"/>
                <a:cs typeface="Lucida Sans Unicode"/>
              </a:rPr>
              <a:t>∈</a:t>
            </a:r>
            <a:r>
              <a:rPr sz="1200" spc="30" dirty="0">
                <a:latin typeface="Lucida Sans Unicode"/>
                <a:cs typeface="Lucida Sans Unicode"/>
              </a:rPr>
              <a:t> </a:t>
            </a:r>
            <a:r>
              <a:rPr sz="1200" b="1" spc="-50" dirty="0">
                <a:latin typeface="Trebuchet MS"/>
                <a:cs typeface="Trebuchet MS"/>
              </a:rPr>
              <a:t>B</a:t>
            </a:r>
            <a:endParaRPr sz="1200">
              <a:latin typeface="Trebuchet MS"/>
              <a:cs typeface="Trebuchet MS"/>
            </a:endParaRPr>
          </a:p>
        </p:txBody>
      </p:sp>
      <p:sp>
        <p:nvSpPr>
          <p:cNvPr id="10" name="object 10"/>
          <p:cNvSpPr txBox="1"/>
          <p:nvPr/>
        </p:nvSpPr>
        <p:spPr>
          <a:xfrm>
            <a:off x="4657959" y="6998656"/>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5</a:t>
            </a:r>
            <a:endParaRPr sz="1200">
              <a:latin typeface="Lucida Sans Unicode"/>
              <a:cs typeface="Lucida Sans Unicode"/>
            </a:endParaRPr>
          </a:p>
        </p:txBody>
      </p:sp>
      <p:sp>
        <p:nvSpPr>
          <p:cNvPr id="11" name="object 11"/>
          <p:cNvSpPr txBox="1"/>
          <p:nvPr/>
        </p:nvSpPr>
        <p:spPr>
          <a:xfrm>
            <a:off x="5134829" y="6998656"/>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2</a:t>
            </a:r>
            <a:endParaRPr sz="1200">
              <a:latin typeface="Lucida Sans Unicode"/>
              <a:cs typeface="Lucida Sans Unicode"/>
            </a:endParaRPr>
          </a:p>
        </p:txBody>
      </p:sp>
      <p:sp>
        <p:nvSpPr>
          <p:cNvPr id="12" name="object 12"/>
          <p:cNvSpPr txBox="1"/>
          <p:nvPr/>
        </p:nvSpPr>
        <p:spPr>
          <a:xfrm>
            <a:off x="5611700" y="6998656"/>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1</a:t>
            </a:r>
            <a:endParaRPr sz="1200">
              <a:latin typeface="Lucida Sans Unicode"/>
              <a:cs typeface="Lucida Sans Unicode"/>
            </a:endParaRPr>
          </a:p>
        </p:txBody>
      </p:sp>
      <p:sp>
        <p:nvSpPr>
          <p:cNvPr id="13" name="object 13"/>
          <p:cNvSpPr txBox="1"/>
          <p:nvPr/>
        </p:nvSpPr>
        <p:spPr>
          <a:xfrm>
            <a:off x="6088570" y="6998656"/>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1</a:t>
            </a:r>
            <a:endParaRPr sz="1200">
              <a:latin typeface="Lucida Sans Unicode"/>
              <a:cs typeface="Lucida Sans Unicode"/>
            </a:endParaRPr>
          </a:p>
        </p:txBody>
      </p:sp>
      <p:sp>
        <p:nvSpPr>
          <p:cNvPr id="14" name="object 14"/>
          <p:cNvSpPr txBox="1"/>
          <p:nvPr/>
        </p:nvSpPr>
        <p:spPr>
          <a:xfrm>
            <a:off x="6565439" y="6998656"/>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0</a:t>
            </a:r>
            <a:endParaRPr sz="1200">
              <a:latin typeface="Lucida Sans Unicode"/>
              <a:cs typeface="Lucida Sans Unicode"/>
            </a:endParaRPr>
          </a:p>
        </p:txBody>
      </p:sp>
      <p:graphicFrame>
        <p:nvGraphicFramePr>
          <p:cNvPr id="15" name="object 15"/>
          <p:cNvGraphicFramePr>
            <a:graphicFrameLocks noGrp="1"/>
          </p:cNvGraphicFramePr>
          <p:nvPr/>
        </p:nvGraphicFramePr>
        <p:xfrm>
          <a:off x="4458479" y="6467725"/>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16</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23</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6" name="object 16"/>
          <p:cNvGraphicFramePr>
            <a:graphicFrameLocks noGrp="1"/>
          </p:cNvGraphicFramePr>
          <p:nvPr/>
        </p:nvGraphicFramePr>
        <p:xfrm>
          <a:off x="1597258" y="6467725"/>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14</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18</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7" name="object 17"/>
          <p:cNvGraphicFramePr>
            <a:graphicFrameLocks noGrp="1"/>
          </p:cNvGraphicFramePr>
          <p:nvPr/>
        </p:nvGraphicFramePr>
        <p:xfrm>
          <a:off x="4477554" y="4359958"/>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151130">
                        <a:lnSpc>
                          <a:spcPct val="100000"/>
                        </a:lnSpc>
                        <a:spcBef>
                          <a:spcPts val="900"/>
                        </a:spcBef>
                      </a:pPr>
                      <a:r>
                        <a:rPr sz="1350" spc="-25" dirty="0">
                          <a:latin typeface="Lucida Sans Unicode"/>
                          <a:cs typeface="Lucida Sans Unicode"/>
                        </a:rPr>
                        <a:t>17</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23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16</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18" name="object 18"/>
          <p:cNvSpPr txBox="1"/>
          <p:nvPr/>
        </p:nvSpPr>
        <p:spPr>
          <a:xfrm>
            <a:off x="1584558" y="4051598"/>
            <a:ext cx="435609" cy="208915"/>
          </a:xfrm>
          <a:prstGeom prst="rect">
            <a:avLst/>
          </a:prstGeom>
        </p:spPr>
        <p:txBody>
          <a:bodyPr vert="horz" wrap="square" lIns="0" tIns="12700" rIns="0" bIns="0" rtlCol="0">
            <a:spAutoFit/>
          </a:bodyPr>
          <a:lstStyle/>
          <a:p>
            <a:pPr marL="12700">
              <a:lnSpc>
                <a:spcPct val="100000"/>
              </a:lnSpc>
              <a:spcBef>
                <a:spcPts val="100"/>
              </a:spcBef>
            </a:pPr>
            <a:r>
              <a:rPr sz="1200" b="1" spc="55" dirty="0">
                <a:latin typeface="Trebuchet MS"/>
                <a:cs typeface="Trebuchet MS"/>
              </a:rPr>
              <a:t>list</a:t>
            </a:r>
            <a:r>
              <a:rPr sz="1200" b="1" spc="30" dirty="0">
                <a:latin typeface="Trebuchet MS"/>
                <a:cs typeface="Trebuchet MS"/>
              </a:rPr>
              <a:t> </a:t>
            </a:r>
            <a:r>
              <a:rPr sz="1200" b="1" spc="70" dirty="0">
                <a:latin typeface="Trebuchet MS"/>
                <a:cs typeface="Trebuchet MS"/>
              </a:rPr>
              <a:t>A</a:t>
            </a:r>
            <a:endParaRPr sz="1200">
              <a:latin typeface="Trebuchet MS"/>
              <a:cs typeface="Trebuchet MS"/>
            </a:endParaRPr>
          </a:p>
        </p:txBody>
      </p:sp>
      <p:graphicFrame>
        <p:nvGraphicFramePr>
          <p:cNvPr id="19" name="object 19"/>
          <p:cNvGraphicFramePr>
            <a:graphicFrameLocks noGrp="1"/>
          </p:cNvGraphicFramePr>
          <p:nvPr/>
        </p:nvGraphicFramePr>
        <p:xfrm>
          <a:off x="1616334" y="4359958"/>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18</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14</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20" name="object 20"/>
          <p:cNvSpPr txBox="1"/>
          <p:nvPr/>
        </p:nvSpPr>
        <p:spPr>
          <a:xfrm>
            <a:off x="4445779" y="4051598"/>
            <a:ext cx="419100" cy="208915"/>
          </a:xfrm>
          <a:prstGeom prst="rect">
            <a:avLst/>
          </a:prstGeom>
        </p:spPr>
        <p:txBody>
          <a:bodyPr vert="horz" wrap="square" lIns="0" tIns="12700" rIns="0" bIns="0" rtlCol="0">
            <a:spAutoFit/>
          </a:bodyPr>
          <a:lstStyle/>
          <a:p>
            <a:pPr marL="12700">
              <a:lnSpc>
                <a:spcPct val="100000"/>
              </a:lnSpc>
              <a:spcBef>
                <a:spcPts val="100"/>
              </a:spcBef>
            </a:pPr>
            <a:r>
              <a:rPr sz="1200" b="1" spc="55" dirty="0">
                <a:latin typeface="Trebuchet MS"/>
                <a:cs typeface="Trebuchet MS"/>
              </a:rPr>
              <a:t>list</a:t>
            </a:r>
            <a:r>
              <a:rPr sz="1200" b="1" spc="30" dirty="0">
                <a:latin typeface="Trebuchet MS"/>
                <a:cs typeface="Trebuchet MS"/>
              </a:rPr>
              <a:t> </a:t>
            </a:r>
            <a:r>
              <a:rPr sz="1200" b="1" spc="-50" dirty="0">
                <a:latin typeface="Trebuchet MS"/>
                <a:cs typeface="Trebuchet MS"/>
              </a:rPr>
              <a:t>B</a:t>
            </a:r>
            <a:endParaRPr sz="1200">
              <a:latin typeface="Trebuchet MS"/>
              <a:cs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1767" y="1218991"/>
            <a:ext cx="8243570" cy="2139950"/>
          </a:xfrm>
          <a:prstGeom prst="rect">
            <a:avLst/>
          </a:prstGeom>
        </p:spPr>
        <p:txBody>
          <a:bodyPr vert="horz" wrap="square" lIns="0" tIns="12700" rIns="0" bIns="0" rtlCol="0">
            <a:spAutoFit/>
          </a:bodyPr>
          <a:lstStyle/>
          <a:p>
            <a:pPr marL="76200">
              <a:lnSpc>
                <a:spcPts val="1980"/>
              </a:lnSpc>
              <a:spcBef>
                <a:spcPts val="100"/>
              </a:spcBef>
            </a:pPr>
            <a:r>
              <a:rPr sz="1800" dirty="0">
                <a:latin typeface="Lucida Sans Unicode"/>
                <a:cs typeface="Lucida Sans Unicode"/>
              </a:rPr>
              <a:t>Count inversions</a:t>
            </a:r>
            <a:r>
              <a:rPr sz="1800" spc="5" dirty="0">
                <a:latin typeface="Lucida Sans Unicode"/>
                <a:cs typeface="Lucida Sans Unicode"/>
              </a:rPr>
              <a:t> </a:t>
            </a:r>
            <a:r>
              <a:rPr sz="1800" dirty="0">
                <a:latin typeface="Times New Roman"/>
                <a:cs typeface="Times New Roman"/>
              </a:rPr>
              <a:t>(</a:t>
            </a:r>
            <a:r>
              <a:rPr sz="1800" i="1" dirty="0">
                <a:latin typeface="Times New Roman"/>
                <a:cs typeface="Times New Roman"/>
              </a:rPr>
              <a:t>a</a:t>
            </a:r>
            <a:r>
              <a:rPr sz="1800" dirty="0">
                <a:latin typeface="Times New Roman"/>
                <a:cs typeface="Times New Roman"/>
              </a:rPr>
              <a:t>, </a:t>
            </a:r>
            <a:r>
              <a:rPr sz="1800" i="1" dirty="0">
                <a:latin typeface="Times New Roman"/>
                <a:cs typeface="Times New Roman"/>
              </a:rPr>
              <a:t>b</a:t>
            </a:r>
            <a:r>
              <a:rPr sz="1800" dirty="0">
                <a:latin typeface="Times New Roman"/>
                <a:cs typeface="Times New Roman"/>
              </a:rPr>
              <a:t>)</a:t>
            </a:r>
            <a:r>
              <a:rPr sz="1800" spc="120" dirty="0">
                <a:latin typeface="Times New Roman"/>
                <a:cs typeface="Times New Roman"/>
              </a:rPr>
              <a:t> </a:t>
            </a:r>
            <a:r>
              <a:rPr sz="1800" dirty="0">
                <a:latin typeface="Lucida Sans Unicode"/>
                <a:cs typeface="Lucida Sans Unicode"/>
              </a:rPr>
              <a:t>with </a:t>
            </a:r>
            <a:r>
              <a:rPr sz="1800" i="1" dirty="0">
                <a:latin typeface="Times New Roman"/>
                <a:cs typeface="Times New Roman"/>
              </a:rPr>
              <a:t>a</a:t>
            </a:r>
            <a:r>
              <a:rPr sz="1800" i="1" spc="5" dirty="0">
                <a:latin typeface="Times New Roman"/>
                <a:cs typeface="Times New Roman"/>
              </a:rPr>
              <a:t> </a:t>
            </a:r>
            <a:r>
              <a:rPr sz="1800" dirty="0">
                <a:latin typeface="Symbol"/>
                <a:cs typeface="Symbol"/>
              </a:rPr>
              <a:t></a:t>
            </a:r>
            <a:r>
              <a:rPr sz="1800" dirty="0">
                <a:latin typeface="Times New Roman"/>
                <a:cs typeface="Times New Roman"/>
              </a:rPr>
              <a:t> </a:t>
            </a:r>
            <a:r>
              <a:rPr sz="1800" i="1" dirty="0">
                <a:latin typeface="Times New Roman"/>
                <a:cs typeface="Times New Roman"/>
              </a:rPr>
              <a:t>A</a:t>
            </a:r>
            <a:r>
              <a:rPr sz="1800" i="1" spc="120" dirty="0">
                <a:latin typeface="Times New Roman"/>
                <a:cs typeface="Times New Roman"/>
              </a:rPr>
              <a:t> </a:t>
            </a:r>
            <a:r>
              <a:rPr sz="1800" dirty="0">
                <a:latin typeface="Lucida Sans Unicode"/>
                <a:cs typeface="Lucida Sans Unicode"/>
              </a:rPr>
              <a:t>and </a:t>
            </a:r>
            <a:r>
              <a:rPr sz="1800" i="1" dirty="0">
                <a:latin typeface="Times New Roman"/>
                <a:cs typeface="Times New Roman"/>
              </a:rPr>
              <a:t>b</a:t>
            </a:r>
            <a:r>
              <a:rPr sz="1800" i="1" spc="5" dirty="0">
                <a:latin typeface="Times New Roman"/>
                <a:cs typeface="Times New Roman"/>
              </a:rPr>
              <a:t> </a:t>
            </a:r>
            <a:r>
              <a:rPr sz="1800" dirty="0">
                <a:latin typeface="Symbol"/>
                <a:cs typeface="Symbol"/>
              </a:rPr>
              <a:t></a:t>
            </a:r>
            <a:r>
              <a:rPr sz="1800" dirty="0">
                <a:latin typeface="Times New Roman"/>
                <a:cs typeface="Times New Roman"/>
              </a:rPr>
              <a:t> </a:t>
            </a:r>
            <a:r>
              <a:rPr sz="1800" i="1" dirty="0">
                <a:latin typeface="Times New Roman"/>
                <a:cs typeface="Times New Roman"/>
              </a:rPr>
              <a:t>B</a:t>
            </a:r>
            <a:r>
              <a:rPr sz="1800" dirty="0">
                <a:latin typeface="Lucida Sans Unicode"/>
                <a:cs typeface="Lucida Sans Unicode"/>
              </a:rPr>
              <a:t>,</a:t>
            </a:r>
            <a:r>
              <a:rPr sz="1800" spc="5" dirty="0">
                <a:latin typeface="Lucida Sans Unicode"/>
                <a:cs typeface="Lucida Sans Unicode"/>
              </a:rPr>
              <a:t> </a:t>
            </a:r>
            <a:r>
              <a:rPr sz="1800" dirty="0">
                <a:latin typeface="Lucida Sans Unicode"/>
                <a:cs typeface="Lucida Sans Unicode"/>
              </a:rPr>
              <a:t>assuming </a:t>
            </a:r>
            <a:r>
              <a:rPr sz="1800" i="1" dirty="0">
                <a:latin typeface="Times New Roman"/>
                <a:cs typeface="Times New Roman"/>
              </a:rPr>
              <a:t>A</a:t>
            </a:r>
            <a:r>
              <a:rPr sz="1800" i="1" spc="120" dirty="0">
                <a:latin typeface="Times New Roman"/>
                <a:cs typeface="Times New Roman"/>
              </a:rPr>
              <a:t> </a:t>
            </a:r>
            <a:r>
              <a:rPr sz="1800" dirty="0">
                <a:latin typeface="Lucida Sans Unicode"/>
                <a:cs typeface="Lucida Sans Unicode"/>
              </a:rPr>
              <a:t>and</a:t>
            </a:r>
            <a:r>
              <a:rPr sz="1800" spc="5" dirty="0">
                <a:latin typeface="Lucida Sans Unicode"/>
                <a:cs typeface="Lucida Sans Unicode"/>
              </a:rPr>
              <a:t> </a:t>
            </a:r>
            <a:r>
              <a:rPr sz="1800" i="1" dirty="0">
                <a:latin typeface="Times New Roman"/>
                <a:cs typeface="Times New Roman"/>
              </a:rPr>
              <a:t>B</a:t>
            </a:r>
            <a:r>
              <a:rPr sz="1800" i="1" spc="114" dirty="0">
                <a:latin typeface="Times New Roman"/>
                <a:cs typeface="Times New Roman"/>
              </a:rPr>
              <a:t> </a:t>
            </a:r>
            <a:r>
              <a:rPr sz="1800" dirty="0">
                <a:latin typeface="Lucida Sans Unicode"/>
                <a:cs typeface="Lucida Sans Unicode"/>
              </a:rPr>
              <a:t>are</a:t>
            </a:r>
            <a:r>
              <a:rPr sz="1800" spc="5" dirty="0">
                <a:latin typeface="Lucida Sans Unicode"/>
                <a:cs typeface="Lucida Sans Unicode"/>
              </a:rPr>
              <a:t> </a:t>
            </a:r>
            <a:r>
              <a:rPr sz="1800" spc="-10" dirty="0">
                <a:latin typeface="Lucida Sans Unicode"/>
                <a:cs typeface="Lucida Sans Unicode"/>
              </a:rPr>
              <a:t>sorted.</a:t>
            </a:r>
            <a:endParaRPr sz="1800">
              <a:latin typeface="Lucida Sans Unicode"/>
              <a:cs typeface="Lucida Sans Unicode"/>
            </a:endParaRPr>
          </a:p>
          <a:p>
            <a:pPr marL="171450">
              <a:lnSpc>
                <a:spcPts val="2960"/>
              </a:lnSpc>
            </a:pPr>
            <a:r>
              <a:rPr sz="4275" spc="2175" baseline="-7797" dirty="0">
                <a:latin typeface="Yu Gothic UI"/>
                <a:cs typeface="Yu Gothic UI"/>
              </a:rPr>
              <a:t>・</a:t>
            </a:r>
            <a:r>
              <a:rPr sz="1800" dirty="0">
                <a:latin typeface="Lucida Sans Unicode"/>
                <a:cs typeface="Lucida Sans Unicode"/>
              </a:rPr>
              <a:t>Scan</a:t>
            </a:r>
            <a:r>
              <a:rPr sz="1800" spc="-20" dirty="0">
                <a:latin typeface="Lucida Sans Unicode"/>
                <a:cs typeface="Lucida Sans Unicode"/>
              </a:rPr>
              <a:t> </a:t>
            </a:r>
            <a:r>
              <a:rPr sz="1800" i="1" dirty="0">
                <a:latin typeface="Times New Roman"/>
                <a:cs typeface="Times New Roman"/>
              </a:rPr>
              <a:t>A</a:t>
            </a:r>
            <a:r>
              <a:rPr sz="1800" i="1" spc="100" dirty="0">
                <a:latin typeface="Times New Roman"/>
                <a:cs typeface="Times New Roman"/>
              </a:rPr>
              <a:t> </a:t>
            </a:r>
            <a:r>
              <a:rPr sz="1800" dirty="0">
                <a:latin typeface="Lucida Sans Unicode"/>
                <a:cs typeface="Lucida Sans Unicode"/>
              </a:rPr>
              <a:t>and</a:t>
            </a:r>
            <a:r>
              <a:rPr sz="1800" spc="-15" dirty="0">
                <a:latin typeface="Lucida Sans Unicode"/>
                <a:cs typeface="Lucida Sans Unicode"/>
              </a:rPr>
              <a:t> </a:t>
            </a:r>
            <a:r>
              <a:rPr sz="1800" i="1" dirty="0">
                <a:latin typeface="Times New Roman"/>
                <a:cs typeface="Times New Roman"/>
              </a:rPr>
              <a:t>B</a:t>
            </a:r>
            <a:r>
              <a:rPr sz="1800" i="1" spc="100" dirty="0">
                <a:latin typeface="Times New Roman"/>
                <a:cs typeface="Times New Roman"/>
              </a:rPr>
              <a:t> </a:t>
            </a:r>
            <a:r>
              <a:rPr sz="1800" dirty="0">
                <a:latin typeface="Lucida Sans Unicode"/>
                <a:cs typeface="Lucida Sans Unicode"/>
              </a:rPr>
              <a:t>from</a:t>
            </a:r>
            <a:r>
              <a:rPr sz="1800" spc="-15" dirty="0">
                <a:latin typeface="Lucida Sans Unicode"/>
                <a:cs typeface="Lucida Sans Unicode"/>
              </a:rPr>
              <a:t> </a:t>
            </a:r>
            <a:r>
              <a:rPr sz="1800" dirty="0">
                <a:latin typeface="Lucida Sans Unicode"/>
                <a:cs typeface="Lucida Sans Unicode"/>
              </a:rPr>
              <a:t>left</a:t>
            </a:r>
            <a:r>
              <a:rPr sz="1800" spc="-20" dirty="0">
                <a:latin typeface="Lucida Sans Unicode"/>
                <a:cs typeface="Lucida Sans Unicode"/>
              </a:rPr>
              <a:t> </a:t>
            </a:r>
            <a:r>
              <a:rPr sz="1800" dirty="0">
                <a:latin typeface="Lucida Sans Unicode"/>
                <a:cs typeface="Lucida Sans Unicode"/>
              </a:rPr>
              <a:t>to</a:t>
            </a:r>
            <a:r>
              <a:rPr sz="1800" spc="-15" dirty="0">
                <a:latin typeface="Lucida Sans Unicode"/>
                <a:cs typeface="Lucida Sans Unicode"/>
              </a:rPr>
              <a:t> </a:t>
            </a:r>
            <a:r>
              <a:rPr sz="1800" spc="-10" dirty="0">
                <a:latin typeface="Lucida Sans Unicode"/>
                <a:cs typeface="Lucida Sans Unicode"/>
              </a:rPr>
              <a:t>right.</a:t>
            </a:r>
            <a:endParaRPr sz="1800">
              <a:latin typeface="Lucida Sans Unicode"/>
              <a:cs typeface="Lucida Sans Unicode"/>
            </a:endParaRPr>
          </a:p>
          <a:p>
            <a:pPr marL="171450">
              <a:lnSpc>
                <a:spcPts val="2855"/>
              </a:lnSpc>
            </a:pPr>
            <a:r>
              <a:rPr sz="4275" spc="2175" baseline="-7797" dirty="0">
                <a:latin typeface="Yu Gothic UI"/>
                <a:cs typeface="Yu Gothic UI"/>
              </a:rPr>
              <a:t>・</a:t>
            </a:r>
            <a:r>
              <a:rPr sz="1800" dirty="0">
                <a:latin typeface="Lucida Sans Unicode"/>
                <a:cs typeface="Lucida Sans Unicode"/>
              </a:rPr>
              <a:t>Compare</a:t>
            </a:r>
            <a:r>
              <a:rPr sz="1800" spc="-30"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359" baseline="-6944" dirty="0">
                <a:latin typeface="Times New Roman"/>
                <a:cs typeface="Times New Roman"/>
              </a:rPr>
              <a:t> </a:t>
            </a:r>
            <a:r>
              <a:rPr sz="1800" dirty="0">
                <a:latin typeface="Lucida Sans Unicode"/>
                <a:cs typeface="Lucida Sans Unicode"/>
              </a:rPr>
              <a:t>and</a:t>
            </a:r>
            <a:r>
              <a:rPr sz="1800" spc="-25" dirty="0">
                <a:latin typeface="Lucida Sans Unicode"/>
                <a:cs typeface="Lucida Sans Unicode"/>
              </a:rPr>
              <a:t> </a:t>
            </a:r>
            <a:r>
              <a:rPr sz="1800" i="1" spc="-25" dirty="0">
                <a:latin typeface="Times New Roman"/>
                <a:cs typeface="Times New Roman"/>
              </a:rPr>
              <a:t>b</a:t>
            </a:r>
            <a:r>
              <a:rPr sz="1800" i="1" spc="-37" baseline="-6944" dirty="0">
                <a:latin typeface="Times New Roman"/>
                <a:cs typeface="Times New Roman"/>
              </a:rPr>
              <a:t>j</a:t>
            </a:r>
            <a:r>
              <a:rPr sz="1800" spc="-25" dirty="0">
                <a:latin typeface="Lucida Sans Unicode"/>
                <a:cs typeface="Lucida Sans Unicode"/>
              </a:rPr>
              <a:t>.</a:t>
            </a:r>
            <a:endParaRPr sz="1800">
              <a:latin typeface="Lucida Sans Unicode"/>
              <a:cs typeface="Lucida Sans Unicode"/>
            </a:endParaRPr>
          </a:p>
          <a:p>
            <a:pPr marL="171450">
              <a:lnSpc>
                <a:spcPts val="2855"/>
              </a:lnSpc>
            </a:pPr>
            <a:r>
              <a:rPr sz="4275" spc="2175" baseline="-7797" dirty="0">
                <a:latin typeface="Yu Gothic UI"/>
                <a:cs typeface="Yu Gothic UI"/>
              </a:rPr>
              <a:t>・</a:t>
            </a:r>
            <a:r>
              <a:rPr sz="1800" dirty="0">
                <a:latin typeface="Lucida Sans Unicode"/>
                <a:cs typeface="Lucida Sans Unicode"/>
              </a:rPr>
              <a:t>If</a:t>
            </a:r>
            <a:r>
              <a:rPr sz="1800" spc="10"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419" baseline="-6944" dirty="0">
                <a:latin typeface="Times New Roman"/>
                <a:cs typeface="Times New Roman"/>
              </a:rPr>
              <a:t> </a:t>
            </a:r>
            <a:r>
              <a:rPr sz="1800" i="1" spc="5" dirty="0">
                <a:latin typeface="Times New Roman"/>
                <a:cs typeface="Times New Roman"/>
              </a:rPr>
              <a:t>&lt; </a:t>
            </a:r>
            <a:r>
              <a:rPr sz="1800" i="1" dirty="0">
                <a:latin typeface="Times New Roman"/>
                <a:cs typeface="Times New Roman"/>
              </a:rPr>
              <a:t>b</a:t>
            </a:r>
            <a:r>
              <a:rPr sz="1800" i="1" baseline="-6944" dirty="0">
                <a:latin typeface="Times New Roman"/>
                <a:cs typeface="Times New Roman"/>
              </a:rPr>
              <a:t>j</a:t>
            </a:r>
            <a:r>
              <a:rPr sz="1800" spc="5" dirty="0">
                <a:latin typeface="Lucida Sans Unicode"/>
                <a:cs typeface="Lucida Sans Unicode"/>
              </a:rPr>
              <a:t>, </a:t>
            </a:r>
            <a:r>
              <a:rPr sz="1800" dirty="0">
                <a:latin typeface="Lucida Sans Unicode"/>
                <a:cs typeface="Lucida Sans Unicode"/>
              </a:rPr>
              <a:t>then</a:t>
            </a:r>
            <a:r>
              <a:rPr sz="1800" spc="15"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419" baseline="-6944" dirty="0">
                <a:latin typeface="Times New Roman"/>
                <a:cs typeface="Times New Roman"/>
              </a:rPr>
              <a:t> </a:t>
            </a:r>
            <a:r>
              <a:rPr sz="1800" dirty="0">
                <a:latin typeface="Lucida Sans Unicode"/>
                <a:cs typeface="Lucida Sans Unicode"/>
              </a:rPr>
              <a:t>is</a:t>
            </a:r>
            <a:r>
              <a:rPr sz="1800" spc="10" dirty="0">
                <a:latin typeface="Lucida Sans Unicode"/>
                <a:cs typeface="Lucida Sans Unicode"/>
              </a:rPr>
              <a:t> </a:t>
            </a:r>
            <a:r>
              <a:rPr sz="1800" dirty="0">
                <a:latin typeface="Lucida Sans Unicode"/>
                <a:cs typeface="Lucida Sans Unicode"/>
              </a:rPr>
              <a:t>not</a:t>
            </a:r>
            <a:r>
              <a:rPr sz="1800" spc="15" dirty="0">
                <a:latin typeface="Lucida Sans Unicode"/>
                <a:cs typeface="Lucida Sans Unicode"/>
              </a:rPr>
              <a:t> </a:t>
            </a:r>
            <a:r>
              <a:rPr sz="1800" dirty="0">
                <a:latin typeface="Lucida Sans Unicode"/>
                <a:cs typeface="Lucida Sans Unicode"/>
              </a:rPr>
              <a:t>inverted</a:t>
            </a:r>
            <a:r>
              <a:rPr sz="1800" spc="15" dirty="0">
                <a:latin typeface="Lucida Sans Unicode"/>
                <a:cs typeface="Lucida Sans Unicode"/>
              </a:rPr>
              <a:t> </a:t>
            </a:r>
            <a:r>
              <a:rPr sz="1800" dirty="0">
                <a:latin typeface="Lucida Sans Unicode"/>
                <a:cs typeface="Lucida Sans Unicode"/>
              </a:rPr>
              <a:t>with</a:t>
            </a:r>
            <a:r>
              <a:rPr sz="1800" spc="15" dirty="0">
                <a:latin typeface="Lucida Sans Unicode"/>
                <a:cs typeface="Lucida Sans Unicode"/>
              </a:rPr>
              <a:t> </a:t>
            </a:r>
            <a:r>
              <a:rPr sz="1800" dirty="0">
                <a:latin typeface="Lucida Sans Unicode"/>
                <a:cs typeface="Lucida Sans Unicode"/>
              </a:rPr>
              <a:t>any</a:t>
            </a:r>
            <a:r>
              <a:rPr sz="1800" spc="15" dirty="0">
                <a:latin typeface="Lucida Sans Unicode"/>
                <a:cs typeface="Lucida Sans Unicode"/>
              </a:rPr>
              <a:t> </a:t>
            </a:r>
            <a:r>
              <a:rPr sz="1800" dirty="0">
                <a:latin typeface="Lucida Sans Unicode"/>
                <a:cs typeface="Lucida Sans Unicode"/>
              </a:rPr>
              <a:t>element</a:t>
            </a:r>
            <a:r>
              <a:rPr sz="1800" spc="10" dirty="0">
                <a:latin typeface="Lucida Sans Unicode"/>
                <a:cs typeface="Lucida Sans Unicode"/>
              </a:rPr>
              <a:t> </a:t>
            </a:r>
            <a:r>
              <a:rPr sz="1800" dirty="0">
                <a:latin typeface="Lucida Sans Unicode"/>
                <a:cs typeface="Lucida Sans Unicode"/>
              </a:rPr>
              <a:t>left</a:t>
            </a:r>
            <a:r>
              <a:rPr sz="1800" spc="15" dirty="0">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i="1" spc="-25" dirty="0">
                <a:latin typeface="Times New Roman"/>
                <a:cs typeface="Times New Roman"/>
              </a:rPr>
              <a:t>B</a:t>
            </a:r>
            <a:r>
              <a:rPr sz="1800" spc="-25" dirty="0">
                <a:latin typeface="Lucida Sans Unicode"/>
                <a:cs typeface="Lucida Sans Unicode"/>
              </a:rPr>
              <a:t>.</a:t>
            </a:r>
            <a:endParaRPr sz="1800">
              <a:latin typeface="Lucida Sans Unicode"/>
              <a:cs typeface="Lucida Sans Unicode"/>
            </a:endParaRPr>
          </a:p>
          <a:p>
            <a:pPr marL="171450">
              <a:lnSpc>
                <a:spcPts val="2855"/>
              </a:lnSpc>
            </a:pPr>
            <a:r>
              <a:rPr sz="4275" spc="2175" baseline="-7797" dirty="0">
                <a:latin typeface="Yu Gothic UI"/>
                <a:cs typeface="Yu Gothic UI"/>
              </a:rPr>
              <a:t>・</a:t>
            </a:r>
            <a:r>
              <a:rPr sz="1800" dirty="0">
                <a:latin typeface="Lucida Sans Unicode"/>
                <a:cs typeface="Lucida Sans Unicode"/>
              </a:rPr>
              <a:t>If</a:t>
            </a:r>
            <a:r>
              <a:rPr sz="1800" spc="20"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i</a:t>
            </a:r>
            <a:r>
              <a:rPr sz="1800" i="1" spc="434" baseline="-6944" dirty="0">
                <a:latin typeface="Times New Roman"/>
                <a:cs typeface="Times New Roman"/>
              </a:rPr>
              <a:t> </a:t>
            </a:r>
            <a:r>
              <a:rPr sz="1800" i="1" spc="10" dirty="0">
                <a:latin typeface="Times New Roman"/>
                <a:cs typeface="Times New Roman"/>
              </a:rPr>
              <a:t>&gt; </a:t>
            </a:r>
            <a:r>
              <a:rPr sz="1800" i="1" dirty="0">
                <a:latin typeface="Times New Roman"/>
                <a:cs typeface="Times New Roman"/>
              </a:rPr>
              <a:t>b</a:t>
            </a:r>
            <a:r>
              <a:rPr sz="1800" i="1" baseline="-6944" dirty="0">
                <a:latin typeface="Times New Roman"/>
                <a:cs typeface="Times New Roman"/>
              </a:rPr>
              <a:t>j</a:t>
            </a:r>
            <a:r>
              <a:rPr sz="1800" spc="10" dirty="0">
                <a:latin typeface="Lucida Sans Unicode"/>
                <a:cs typeface="Lucida Sans Unicode"/>
              </a:rPr>
              <a:t>, </a:t>
            </a:r>
            <a:r>
              <a:rPr sz="1800" dirty="0">
                <a:latin typeface="Lucida Sans Unicode"/>
                <a:cs typeface="Lucida Sans Unicode"/>
              </a:rPr>
              <a:t>then</a:t>
            </a:r>
            <a:r>
              <a:rPr sz="1800" spc="25" dirty="0">
                <a:latin typeface="Lucida Sans Unicode"/>
                <a:cs typeface="Lucida Sans Unicode"/>
              </a:rPr>
              <a:t> </a:t>
            </a:r>
            <a:r>
              <a:rPr sz="1800" i="1" dirty="0">
                <a:latin typeface="Times New Roman"/>
                <a:cs typeface="Times New Roman"/>
              </a:rPr>
              <a:t>b</a:t>
            </a:r>
            <a:r>
              <a:rPr sz="1800" i="1" baseline="-6944" dirty="0">
                <a:latin typeface="Times New Roman"/>
                <a:cs typeface="Times New Roman"/>
              </a:rPr>
              <a:t>j</a:t>
            </a:r>
            <a:r>
              <a:rPr sz="1800" i="1" spc="434" baseline="-6944" dirty="0">
                <a:latin typeface="Times New Roman"/>
                <a:cs typeface="Times New Roman"/>
              </a:rPr>
              <a:t> </a:t>
            </a:r>
            <a:r>
              <a:rPr sz="1800" dirty="0">
                <a:latin typeface="Lucida Sans Unicode"/>
                <a:cs typeface="Lucida Sans Unicode"/>
              </a:rPr>
              <a:t>is</a:t>
            </a:r>
            <a:r>
              <a:rPr sz="1800" spc="25" dirty="0">
                <a:latin typeface="Lucida Sans Unicode"/>
                <a:cs typeface="Lucida Sans Unicode"/>
              </a:rPr>
              <a:t> </a:t>
            </a:r>
            <a:r>
              <a:rPr sz="1800" dirty="0">
                <a:latin typeface="Lucida Sans Unicode"/>
                <a:cs typeface="Lucida Sans Unicode"/>
              </a:rPr>
              <a:t>inverted</a:t>
            </a:r>
            <a:r>
              <a:rPr sz="1800" spc="25" dirty="0">
                <a:latin typeface="Lucida Sans Unicode"/>
                <a:cs typeface="Lucida Sans Unicode"/>
              </a:rPr>
              <a:t> </a:t>
            </a:r>
            <a:r>
              <a:rPr sz="1800" dirty="0">
                <a:latin typeface="Lucida Sans Unicode"/>
                <a:cs typeface="Lucida Sans Unicode"/>
              </a:rPr>
              <a:t>with</a:t>
            </a:r>
            <a:r>
              <a:rPr sz="1800" spc="25" dirty="0">
                <a:latin typeface="Lucida Sans Unicode"/>
                <a:cs typeface="Lucida Sans Unicode"/>
              </a:rPr>
              <a:t> </a:t>
            </a:r>
            <a:r>
              <a:rPr sz="1800" dirty="0">
                <a:latin typeface="Lucida Sans Unicode"/>
                <a:cs typeface="Lucida Sans Unicode"/>
              </a:rPr>
              <a:t>every</a:t>
            </a:r>
            <a:r>
              <a:rPr sz="1800" spc="25" dirty="0">
                <a:latin typeface="Lucida Sans Unicode"/>
                <a:cs typeface="Lucida Sans Unicode"/>
              </a:rPr>
              <a:t> </a:t>
            </a:r>
            <a:r>
              <a:rPr sz="1800" dirty="0">
                <a:latin typeface="Lucida Sans Unicode"/>
                <a:cs typeface="Lucida Sans Unicode"/>
              </a:rPr>
              <a:t>element</a:t>
            </a:r>
            <a:r>
              <a:rPr sz="1800" spc="25" dirty="0">
                <a:latin typeface="Lucida Sans Unicode"/>
                <a:cs typeface="Lucida Sans Unicode"/>
              </a:rPr>
              <a:t> </a:t>
            </a:r>
            <a:r>
              <a:rPr sz="1800" dirty="0">
                <a:latin typeface="Lucida Sans Unicode"/>
                <a:cs typeface="Lucida Sans Unicode"/>
              </a:rPr>
              <a:t>left</a:t>
            </a:r>
            <a:r>
              <a:rPr sz="1800" spc="25" dirty="0">
                <a:latin typeface="Lucida Sans Unicode"/>
                <a:cs typeface="Lucida Sans Unicode"/>
              </a:rPr>
              <a:t> </a:t>
            </a:r>
            <a:r>
              <a:rPr sz="1800" dirty="0">
                <a:latin typeface="Lucida Sans Unicode"/>
                <a:cs typeface="Lucida Sans Unicode"/>
              </a:rPr>
              <a:t>in</a:t>
            </a:r>
            <a:r>
              <a:rPr sz="1800" spc="25" dirty="0">
                <a:latin typeface="Lucida Sans Unicode"/>
                <a:cs typeface="Lucida Sans Unicode"/>
              </a:rPr>
              <a:t> </a:t>
            </a:r>
            <a:r>
              <a:rPr sz="1800" i="1" spc="-25" dirty="0">
                <a:latin typeface="Times New Roman"/>
                <a:cs typeface="Times New Roman"/>
              </a:rPr>
              <a:t>A</a:t>
            </a:r>
            <a:r>
              <a:rPr sz="1800" spc="-25" dirty="0">
                <a:latin typeface="Lucida Sans Unicode"/>
                <a:cs typeface="Lucida Sans Unicode"/>
              </a:rPr>
              <a:t>.</a:t>
            </a:r>
            <a:endParaRPr sz="1800">
              <a:latin typeface="Lucida Sans Unicode"/>
              <a:cs typeface="Lucida Sans Unicode"/>
            </a:endParaRPr>
          </a:p>
          <a:p>
            <a:pPr marL="171450">
              <a:lnSpc>
                <a:spcPts val="3135"/>
              </a:lnSpc>
            </a:pPr>
            <a:r>
              <a:rPr sz="4275" spc="2175" baseline="-7797" dirty="0">
                <a:latin typeface="Yu Gothic UI"/>
                <a:cs typeface="Yu Gothic UI"/>
              </a:rPr>
              <a:t>・</a:t>
            </a:r>
            <a:r>
              <a:rPr sz="1800" dirty="0">
                <a:latin typeface="Lucida Sans Unicode"/>
                <a:cs typeface="Lucida Sans Unicode"/>
              </a:rPr>
              <a:t>Append</a:t>
            </a:r>
            <a:r>
              <a:rPr sz="1800" spc="-5" dirty="0">
                <a:latin typeface="Lucida Sans Unicode"/>
                <a:cs typeface="Lucida Sans Unicode"/>
              </a:rPr>
              <a:t> </a:t>
            </a:r>
            <a:r>
              <a:rPr sz="1800" dirty="0">
                <a:latin typeface="Lucida Sans Unicode"/>
                <a:cs typeface="Lucida Sans Unicode"/>
              </a:rPr>
              <a:t>smaller</a:t>
            </a:r>
            <a:r>
              <a:rPr sz="1800" spc="-5" dirty="0">
                <a:latin typeface="Lucida Sans Unicode"/>
                <a:cs typeface="Lucida Sans Unicode"/>
              </a:rPr>
              <a:t> </a:t>
            </a:r>
            <a:r>
              <a:rPr sz="1800" dirty="0">
                <a:latin typeface="Lucida Sans Unicode"/>
                <a:cs typeface="Lucida Sans Unicode"/>
              </a:rPr>
              <a:t>element</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sorted list</a:t>
            </a:r>
            <a:r>
              <a:rPr sz="1800" spc="-5" dirty="0">
                <a:latin typeface="Lucida Sans Unicode"/>
                <a:cs typeface="Lucida Sans Unicode"/>
              </a:rPr>
              <a:t> </a:t>
            </a:r>
            <a:r>
              <a:rPr sz="1800" i="1" spc="-25" dirty="0">
                <a:latin typeface="Times New Roman"/>
                <a:cs typeface="Times New Roman"/>
              </a:rPr>
              <a:t>C</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745267" y="475073"/>
            <a:ext cx="6802120" cy="346075"/>
          </a:xfrm>
          <a:prstGeom prst="rect">
            <a:avLst/>
          </a:prstGeom>
        </p:spPr>
        <p:txBody>
          <a:bodyPr vert="horz" wrap="square" lIns="0" tIns="12700" rIns="0" bIns="0" rtlCol="0">
            <a:spAutoFit/>
          </a:bodyPr>
          <a:lstStyle/>
          <a:p>
            <a:pPr marL="12700">
              <a:lnSpc>
                <a:spcPct val="100000"/>
              </a:lnSpc>
              <a:spcBef>
                <a:spcPts val="100"/>
              </a:spcBef>
              <a:tabLst>
                <a:tab pos="2603500" algn="l"/>
              </a:tabLst>
            </a:pPr>
            <a:r>
              <a:rPr dirty="0"/>
              <a:t>Counting</a:t>
            </a:r>
            <a:r>
              <a:rPr spc="180" dirty="0"/>
              <a:t> </a:t>
            </a:r>
            <a:r>
              <a:rPr spc="-10" dirty="0"/>
              <a:t>inversions:</a:t>
            </a:r>
            <a:r>
              <a:rPr dirty="0"/>
              <a:t>	how</a:t>
            </a:r>
            <a:r>
              <a:rPr spc="170" dirty="0"/>
              <a:t> </a:t>
            </a:r>
            <a:r>
              <a:rPr dirty="0"/>
              <a:t>to</a:t>
            </a:r>
            <a:r>
              <a:rPr spc="175" dirty="0"/>
              <a:t> </a:t>
            </a:r>
            <a:r>
              <a:rPr dirty="0"/>
              <a:t>combine</a:t>
            </a:r>
            <a:r>
              <a:rPr spc="175" dirty="0"/>
              <a:t> </a:t>
            </a:r>
            <a:r>
              <a:rPr dirty="0"/>
              <a:t>two</a:t>
            </a:r>
            <a:r>
              <a:rPr spc="175" dirty="0"/>
              <a:t> </a:t>
            </a:r>
            <a:r>
              <a:rPr spc="-10" dirty="0"/>
              <a:t>subproblems?</a:t>
            </a:r>
          </a:p>
        </p:txBody>
      </p:sp>
      <p:sp>
        <p:nvSpPr>
          <p:cNvPr id="5" name="object 5"/>
          <p:cNvSpPr txBox="1"/>
          <p:nvPr/>
        </p:nvSpPr>
        <p:spPr>
          <a:xfrm>
            <a:off x="1584558" y="4509394"/>
            <a:ext cx="3390265" cy="208915"/>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Trebuchet MS"/>
                <a:cs typeface="Trebuchet MS"/>
              </a:rPr>
              <a:t>count </a:t>
            </a:r>
            <a:r>
              <a:rPr sz="1200" b="1" spc="70" dirty="0">
                <a:latin typeface="Trebuchet MS"/>
                <a:cs typeface="Trebuchet MS"/>
              </a:rPr>
              <a:t>inversions</a:t>
            </a:r>
            <a:r>
              <a:rPr sz="1200" b="1" spc="50" dirty="0">
                <a:latin typeface="Trebuchet MS"/>
                <a:cs typeface="Trebuchet MS"/>
              </a:rPr>
              <a:t> </a:t>
            </a:r>
            <a:r>
              <a:rPr sz="1200" b="1" dirty="0">
                <a:latin typeface="Trebuchet MS"/>
                <a:cs typeface="Trebuchet MS"/>
              </a:rPr>
              <a:t>(a,</a:t>
            </a:r>
            <a:r>
              <a:rPr sz="1200" b="1" spc="50" dirty="0">
                <a:latin typeface="Trebuchet MS"/>
                <a:cs typeface="Trebuchet MS"/>
              </a:rPr>
              <a:t> </a:t>
            </a:r>
            <a:r>
              <a:rPr sz="1200" b="1" dirty="0">
                <a:latin typeface="Trebuchet MS"/>
                <a:cs typeface="Trebuchet MS"/>
              </a:rPr>
              <a:t>b)</a:t>
            </a:r>
            <a:r>
              <a:rPr sz="1200" b="1" spc="50" dirty="0">
                <a:latin typeface="Trebuchet MS"/>
                <a:cs typeface="Trebuchet MS"/>
              </a:rPr>
              <a:t> </a:t>
            </a:r>
            <a:r>
              <a:rPr sz="1200" b="1" dirty="0">
                <a:latin typeface="Trebuchet MS"/>
                <a:cs typeface="Trebuchet MS"/>
              </a:rPr>
              <a:t>with</a:t>
            </a:r>
            <a:r>
              <a:rPr sz="1200" b="1" spc="55" dirty="0">
                <a:latin typeface="Trebuchet MS"/>
                <a:cs typeface="Trebuchet MS"/>
              </a:rPr>
              <a:t> </a:t>
            </a:r>
            <a:r>
              <a:rPr sz="1200" b="1" spc="60" dirty="0">
                <a:latin typeface="Trebuchet MS"/>
                <a:cs typeface="Trebuchet MS"/>
              </a:rPr>
              <a:t>a</a:t>
            </a:r>
            <a:r>
              <a:rPr sz="1200" b="1" spc="55" dirty="0">
                <a:latin typeface="Trebuchet MS"/>
                <a:cs typeface="Trebuchet MS"/>
              </a:rPr>
              <a:t> </a:t>
            </a:r>
            <a:r>
              <a:rPr sz="1200" spc="-270" dirty="0">
                <a:latin typeface="Lucida Sans Unicode"/>
                <a:cs typeface="Lucida Sans Unicode"/>
              </a:rPr>
              <a:t>∈</a:t>
            </a:r>
            <a:r>
              <a:rPr sz="1200" spc="35" dirty="0">
                <a:latin typeface="Lucida Sans Unicode"/>
                <a:cs typeface="Lucida Sans Unicode"/>
              </a:rPr>
              <a:t> </a:t>
            </a:r>
            <a:r>
              <a:rPr sz="1200" b="1" spc="120" dirty="0">
                <a:latin typeface="Trebuchet MS"/>
                <a:cs typeface="Trebuchet MS"/>
              </a:rPr>
              <a:t>A</a:t>
            </a:r>
            <a:r>
              <a:rPr sz="1200" b="1" spc="50" dirty="0">
                <a:latin typeface="Trebuchet MS"/>
                <a:cs typeface="Trebuchet MS"/>
              </a:rPr>
              <a:t> </a:t>
            </a:r>
            <a:r>
              <a:rPr sz="1200" b="1" spc="75" dirty="0">
                <a:latin typeface="Trebuchet MS"/>
                <a:cs typeface="Trebuchet MS"/>
              </a:rPr>
              <a:t>and</a:t>
            </a:r>
            <a:r>
              <a:rPr sz="1200" b="1" spc="55" dirty="0">
                <a:latin typeface="Trebuchet MS"/>
                <a:cs typeface="Trebuchet MS"/>
              </a:rPr>
              <a:t> </a:t>
            </a:r>
            <a:r>
              <a:rPr sz="1200" b="1" spc="90" dirty="0">
                <a:latin typeface="Trebuchet MS"/>
                <a:cs typeface="Trebuchet MS"/>
              </a:rPr>
              <a:t>b</a:t>
            </a:r>
            <a:r>
              <a:rPr sz="1200" b="1" spc="50" dirty="0">
                <a:latin typeface="Trebuchet MS"/>
                <a:cs typeface="Trebuchet MS"/>
              </a:rPr>
              <a:t> </a:t>
            </a:r>
            <a:r>
              <a:rPr sz="1200" spc="-270" dirty="0">
                <a:latin typeface="Lucida Sans Unicode"/>
                <a:cs typeface="Lucida Sans Unicode"/>
              </a:rPr>
              <a:t>∈</a:t>
            </a:r>
            <a:r>
              <a:rPr sz="1200" spc="35" dirty="0">
                <a:latin typeface="Lucida Sans Unicode"/>
                <a:cs typeface="Lucida Sans Unicode"/>
              </a:rPr>
              <a:t> </a:t>
            </a:r>
            <a:r>
              <a:rPr sz="1200" b="1" spc="-50" dirty="0">
                <a:latin typeface="Trebuchet MS"/>
                <a:cs typeface="Trebuchet MS"/>
              </a:rPr>
              <a:t>B</a:t>
            </a:r>
            <a:endParaRPr sz="1200">
              <a:latin typeface="Trebuchet MS"/>
              <a:cs typeface="Trebuchet MS"/>
            </a:endParaRPr>
          </a:p>
        </p:txBody>
      </p:sp>
      <p:sp>
        <p:nvSpPr>
          <p:cNvPr id="6" name="object 6"/>
          <p:cNvSpPr txBox="1"/>
          <p:nvPr/>
        </p:nvSpPr>
        <p:spPr>
          <a:xfrm>
            <a:off x="4657959" y="5405909"/>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5</a:t>
            </a:r>
            <a:endParaRPr sz="1200">
              <a:latin typeface="Lucida Sans Unicode"/>
              <a:cs typeface="Lucida Sans Unicode"/>
            </a:endParaRPr>
          </a:p>
        </p:txBody>
      </p:sp>
      <p:sp>
        <p:nvSpPr>
          <p:cNvPr id="7" name="object 7"/>
          <p:cNvSpPr txBox="1"/>
          <p:nvPr/>
        </p:nvSpPr>
        <p:spPr>
          <a:xfrm>
            <a:off x="5134829" y="5405909"/>
            <a:ext cx="122555" cy="208915"/>
          </a:xfrm>
          <a:prstGeom prst="rect">
            <a:avLst/>
          </a:prstGeom>
        </p:spPr>
        <p:txBody>
          <a:bodyPr vert="horz" wrap="square" lIns="0" tIns="12700" rIns="0" bIns="0" rtlCol="0">
            <a:spAutoFit/>
          </a:bodyPr>
          <a:lstStyle/>
          <a:p>
            <a:pPr marL="12700">
              <a:lnSpc>
                <a:spcPct val="100000"/>
              </a:lnSpc>
              <a:spcBef>
                <a:spcPts val="100"/>
              </a:spcBef>
            </a:pPr>
            <a:r>
              <a:rPr sz="1200" spc="-50" dirty="0">
                <a:latin typeface="Lucida Sans Unicode"/>
                <a:cs typeface="Lucida Sans Unicode"/>
              </a:rPr>
              <a:t>2</a:t>
            </a:r>
            <a:endParaRPr sz="1200">
              <a:latin typeface="Lucida Sans Unicode"/>
              <a:cs typeface="Lucida Sans Unicode"/>
            </a:endParaRPr>
          </a:p>
        </p:txBody>
      </p:sp>
      <p:graphicFrame>
        <p:nvGraphicFramePr>
          <p:cNvPr id="8" name="object 8"/>
          <p:cNvGraphicFramePr>
            <a:graphicFrameLocks noGrp="1"/>
          </p:cNvGraphicFramePr>
          <p:nvPr/>
        </p:nvGraphicFramePr>
        <p:xfrm>
          <a:off x="1619487" y="6467725"/>
          <a:ext cx="4768846"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gridCol w="476885">
                  <a:extLst>
                    <a:ext uri="{9D8B030D-6E8A-4147-A177-3AD203B41FA5}">
                      <a16:colId xmlns:a16="http://schemas.microsoft.com/office/drawing/2014/main" val="20005"/>
                    </a:ext>
                  </a:extLst>
                </a:gridCol>
                <a:gridCol w="476885">
                  <a:extLst>
                    <a:ext uri="{9D8B030D-6E8A-4147-A177-3AD203B41FA5}">
                      <a16:colId xmlns:a16="http://schemas.microsoft.com/office/drawing/2014/main" val="20006"/>
                    </a:ext>
                  </a:extLst>
                </a:gridCol>
                <a:gridCol w="476885">
                  <a:extLst>
                    <a:ext uri="{9D8B030D-6E8A-4147-A177-3AD203B41FA5}">
                      <a16:colId xmlns:a16="http://schemas.microsoft.com/office/drawing/2014/main" val="20007"/>
                    </a:ext>
                  </a:extLst>
                </a:gridCol>
                <a:gridCol w="476885">
                  <a:extLst>
                    <a:ext uri="{9D8B030D-6E8A-4147-A177-3AD203B41FA5}">
                      <a16:colId xmlns:a16="http://schemas.microsoft.com/office/drawing/2014/main" val="20008"/>
                    </a:ext>
                  </a:extLst>
                </a:gridCol>
                <a:gridCol w="476885">
                  <a:extLst>
                    <a:ext uri="{9D8B030D-6E8A-4147-A177-3AD203B41FA5}">
                      <a16:colId xmlns:a16="http://schemas.microsoft.com/office/drawing/2014/main" val="20009"/>
                    </a:ext>
                  </a:extLst>
                </a:gridCol>
              </a:tblGrid>
              <a:tr h="476250">
                <a:tc>
                  <a:txBody>
                    <a:bodyPr/>
                    <a:lstStyle/>
                    <a:p>
                      <a:pPr marL="42545" algn="ctr">
                        <a:lnSpc>
                          <a:spcPct val="100000"/>
                        </a:lnSpc>
                        <a:spcBef>
                          <a:spcPts val="900"/>
                        </a:spcBef>
                      </a:pPr>
                      <a:r>
                        <a:rPr sz="1350" spc="-50" dirty="0">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3</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7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7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7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700">
                        <a:latin typeface="Times New Roman"/>
                        <a:cs typeface="Times New Roman"/>
                      </a:endParaRPr>
                    </a:p>
                  </a:txBody>
                  <a:tcPr marL="0" marR="0" marT="0" marB="0">
                    <a:lnL w="3175">
                      <a:solidFill>
                        <a:srgbClr val="E7EAEB"/>
                      </a:solidFill>
                      <a:prstDash val="solid"/>
                    </a:lnL>
                    <a:lnR w="3175">
                      <a:solidFill>
                        <a:srgbClr val="E7EAEB"/>
                      </a:solidFill>
                      <a:prstDash val="solid"/>
                    </a:lnR>
                    <a:solidFill>
                      <a:srgbClr val="D5D5D5"/>
                    </a:solidFill>
                  </a:tcPr>
                </a:tc>
                <a:tc>
                  <a:txBody>
                    <a:bodyPr/>
                    <a:lstStyle/>
                    <a:p>
                      <a:pPr>
                        <a:lnSpc>
                          <a:spcPct val="100000"/>
                        </a:lnSpc>
                      </a:pPr>
                      <a:endParaRPr sz="1700">
                        <a:latin typeface="Times New Roman"/>
                        <a:cs typeface="Times New Roman"/>
                      </a:endParaRPr>
                    </a:p>
                  </a:txBody>
                  <a:tcPr marL="0" marR="0" marT="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sp>
        <p:nvSpPr>
          <p:cNvPr id="9" name="object 9"/>
          <p:cNvSpPr txBox="1"/>
          <p:nvPr/>
        </p:nvSpPr>
        <p:spPr>
          <a:xfrm>
            <a:off x="1584558" y="6111678"/>
            <a:ext cx="2172970" cy="208915"/>
          </a:xfrm>
          <a:prstGeom prst="rect">
            <a:avLst/>
          </a:prstGeom>
        </p:spPr>
        <p:txBody>
          <a:bodyPr vert="horz" wrap="square" lIns="0" tIns="12700" rIns="0" bIns="0" rtlCol="0">
            <a:spAutoFit/>
          </a:bodyPr>
          <a:lstStyle/>
          <a:p>
            <a:pPr marL="12700">
              <a:lnSpc>
                <a:spcPct val="100000"/>
              </a:lnSpc>
              <a:spcBef>
                <a:spcPts val="100"/>
              </a:spcBef>
            </a:pPr>
            <a:r>
              <a:rPr sz="1200" b="1" spc="65" dirty="0">
                <a:latin typeface="Trebuchet MS"/>
                <a:cs typeface="Trebuchet MS"/>
              </a:rPr>
              <a:t>merge</a:t>
            </a:r>
            <a:r>
              <a:rPr sz="1200" b="1" spc="55" dirty="0">
                <a:latin typeface="Trebuchet MS"/>
                <a:cs typeface="Trebuchet MS"/>
              </a:rPr>
              <a:t> </a:t>
            </a:r>
            <a:r>
              <a:rPr sz="1200" b="1" dirty="0">
                <a:latin typeface="Trebuchet MS"/>
                <a:cs typeface="Trebuchet MS"/>
              </a:rPr>
              <a:t>to</a:t>
            </a:r>
            <a:r>
              <a:rPr sz="1200" b="1" spc="60" dirty="0">
                <a:latin typeface="Trebuchet MS"/>
                <a:cs typeface="Trebuchet MS"/>
              </a:rPr>
              <a:t> </a:t>
            </a:r>
            <a:r>
              <a:rPr sz="1200" b="1" spc="70" dirty="0">
                <a:latin typeface="Trebuchet MS"/>
                <a:cs typeface="Trebuchet MS"/>
              </a:rPr>
              <a:t>form</a:t>
            </a:r>
            <a:r>
              <a:rPr sz="1200" b="1" spc="60" dirty="0">
                <a:latin typeface="Trebuchet MS"/>
                <a:cs typeface="Trebuchet MS"/>
              </a:rPr>
              <a:t> </a:t>
            </a:r>
            <a:r>
              <a:rPr sz="1200" b="1" spc="65" dirty="0">
                <a:latin typeface="Trebuchet MS"/>
                <a:cs typeface="Trebuchet MS"/>
              </a:rPr>
              <a:t>sorted</a:t>
            </a:r>
            <a:r>
              <a:rPr sz="1200" b="1" spc="55" dirty="0">
                <a:latin typeface="Trebuchet MS"/>
                <a:cs typeface="Trebuchet MS"/>
              </a:rPr>
              <a:t> list</a:t>
            </a:r>
            <a:r>
              <a:rPr sz="1200" b="1" spc="65" dirty="0">
                <a:latin typeface="Trebuchet MS"/>
                <a:cs typeface="Trebuchet MS"/>
              </a:rPr>
              <a:t> C</a:t>
            </a:r>
            <a:endParaRPr sz="1200">
              <a:latin typeface="Trebuchet MS"/>
              <a:cs typeface="Trebuchet MS"/>
            </a:endParaRPr>
          </a:p>
        </p:txBody>
      </p:sp>
      <p:graphicFrame>
        <p:nvGraphicFramePr>
          <p:cNvPr id="10" name="object 10"/>
          <p:cNvGraphicFramePr>
            <a:graphicFrameLocks noGrp="1"/>
          </p:cNvGraphicFramePr>
          <p:nvPr/>
        </p:nvGraphicFramePr>
        <p:xfrm>
          <a:off x="4458479" y="4894052"/>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solidFill>
                            <a:srgbClr val="BABABA"/>
                          </a:solidFill>
                          <a:latin typeface="Lucida Sans Unicode"/>
                          <a:cs typeface="Lucida Sans Unicode"/>
                        </a:rPr>
                        <a:t>2</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151765">
                        <a:lnSpc>
                          <a:spcPct val="100000"/>
                        </a:lnSpc>
                        <a:spcBef>
                          <a:spcPts val="900"/>
                        </a:spcBef>
                      </a:pPr>
                      <a:r>
                        <a:rPr sz="1350" spc="-25" dirty="0">
                          <a:solidFill>
                            <a:srgbClr val="BABABA"/>
                          </a:solidFill>
                          <a:latin typeface="Lucida Sans Unicode"/>
                          <a:cs typeface="Lucida Sans Unicode"/>
                        </a:rPr>
                        <a:t>11</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825"/>
                        </a:spcBef>
                      </a:pPr>
                      <a:r>
                        <a:rPr sz="1650" i="1" spc="-25" dirty="0">
                          <a:latin typeface="Times New Roman"/>
                          <a:cs typeface="Times New Roman"/>
                        </a:rPr>
                        <a:t>b</a:t>
                      </a:r>
                      <a:r>
                        <a:rPr sz="1650" i="1" spc="-37" baseline="-5050" dirty="0">
                          <a:latin typeface="Times New Roman"/>
                          <a:cs typeface="Times New Roman"/>
                        </a:rPr>
                        <a:t>j</a:t>
                      </a:r>
                      <a:endParaRPr sz="1650" baseline="-5050">
                        <a:latin typeface="Times New Roman"/>
                        <a:cs typeface="Times New Roman"/>
                      </a:endParaRPr>
                    </a:p>
                  </a:txBody>
                  <a:tcPr marL="0" marR="0" marT="104775"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latin typeface="Lucida Sans Unicode"/>
                          <a:cs typeface="Lucida Sans Unicode"/>
                        </a:rPr>
                        <a:t>17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23</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aphicFrame>
        <p:nvGraphicFramePr>
          <p:cNvPr id="11" name="object 11"/>
          <p:cNvGraphicFramePr>
            <a:graphicFrameLocks noGrp="1"/>
          </p:cNvGraphicFramePr>
          <p:nvPr/>
        </p:nvGraphicFramePr>
        <p:xfrm>
          <a:off x="1597258" y="4894052"/>
          <a:ext cx="2384421" cy="476250"/>
        </p:xfrm>
        <a:graphic>
          <a:graphicData uri="http://schemas.openxmlformats.org/drawingml/2006/table">
            <a:tbl>
              <a:tblPr firstRow="1" bandRow="1">
                <a:tableStyleId>{2D5ABB26-0587-4C30-8999-92F81FD0307C}</a:tableStyleId>
              </a:tblPr>
              <a:tblGrid>
                <a:gridCol w="476884">
                  <a:extLst>
                    <a:ext uri="{9D8B030D-6E8A-4147-A177-3AD203B41FA5}">
                      <a16:colId xmlns:a16="http://schemas.microsoft.com/office/drawing/2014/main" val="20000"/>
                    </a:ext>
                  </a:extLst>
                </a:gridCol>
                <a:gridCol w="476884">
                  <a:extLst>
                    <a:ext uri="{9D8B030D-6E8A-4147-A177-3AD203B41FA5}">
                      <a16:colId xmlns:a16="http://schemas.microsoft.com/office/drawing/2014/main" val="20001"/>
                    </a:ext>
                  </a:extLst>
                </a:gridCol>
                <a:gridCol w="476884">
                  <a:extLst>
                    <a:ext uri="{9D8B030D-6E8A-4147-A177-3AD203B41FA5}">
                      <a16:colId xmlns:a16="http://schemas.microsoft.com/office/drawing/2014/main" val="20002"/>
                    </a:ext>
                  </a:extLst>
                </a:gridCol>
                <a:gridCol w="476884">
                  <a:extLst>
                    <a:ext uri="{9D8B030D-6E8A-4147-A177-3AD203B41FA5}">
                      <a16:colId xmlns:a16="http://schemas.microsoft.com/office/drawing/2014/main" val="20003"/>
                    </a:ext>
                  </a:extLst>
                </a:gridCol>
                <a:gridCol w="476885">
                  <a:extLst>
                    <a:ext uri="{9D8B030D-6E8A-4147-A177-3AD203B41FA5}">
                      <a16:colId xmlns:a16="http://schemas.microsoft.com/office/drawing/2014/main" val="20004"/>
                    </a:ext>
                  </a:extLst>
                </a:gridCol>
              </a:tblGrid>
              <a:tr h="476250">
                <a:tc>
                  <a:txBody>
                    <a:bodyPr/>
                    <a:lstStyle/>
                    <a:p>
                      <a:pPr marL="42545" algn="ctr">
                        <a:lnSpc>
                          <a:spcPct val="100000"/>
                        </a:lnSpc>
                        <a:spcBef>
                          <a:spcPts val="900"/>
                        </a:spcBef>
                      </a:pPr>
                      <a:r>
                        <a:rPr sz="1350" spc="-50" dirty="0">
                          <a:solidFill>
                            <a:srgbClr val="BABABA"/>
                          </a:solidFill>
                          <a:latin typeface="Lucida Sans Unicode"/>
                          <a:cs typeface="Lucida Sans Unicode"/>
                        </a:rPr>
                        <a:t>3</a:t>
                      </a:r>
                      <a:endParaRPr sz="1350">
                        <a:latin typeface="Lucida Sans Unicode"/>
                        <a:cs typeface="Lucida Sans Unicode"/>
                      </a:endParaRPr>
                    </a:p>
                  </a:txBody>
                  <a:tcPr marL="0" marR="0" marT="114300" marB="0">
                    <a:lnR w="3175">
                      <a:solidFill>
                        <a:srgbClr val="E7EAEB"/>
                      </a:solidFill>
                      <a:prstDash val="solid"/>
                    </a:lnR>
                    <a:solidFill>
                      <a:srgbClr val="D5D5D5"/>
                    </a:solidFill>
                  </a:tcPr>
                </a:tc>
                <a:tc>
                  <a:txBody>
                    <a:bodyPr/>
                    <a:lstStyle/>
                    <a:p>
                      <a:pPr marL="43815" algn="ctr">
                        <a:lnSpc>
                          <a:spcPct val="100000"/>
                        </a:lnSpc>
                        <a:spcBef>
                          <a:spcPts val="900"/>
                        </a:spcBef>
                      </a:pPr>
                      <a:r>
                        <a:rPr sz="1350" spc="-50" dirty="0">
                          <a:solidFill>
                            <a:srgbClr val="BABABA"/>
                          </a:solidFill>
                          <a:latin typeface="Lucida Sans Unicode"/>
                          <a:cs typeface="Lucida Sans Unicode"/>
                        </a:rPr>
                        <a:t>7</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marL="151765">
                        <a:lnSpc>
                          <a:spcPct val="100000"/>
                        </a:lnSpc>
                        <a:spcBef>
                          <a:spcPts val="900"/>
                        </a:spcBef>
                      </a:pPr>
                      <a:r>
                        <a:rPr sz="1350" spc="-25" dirty="0">
                          <a:solidFill>
                            <a:srgbClr val="BABABA"/>
                          </a:solidFill>
                          <a:latin typeface="Lucida Sans Unicode"/>
                          <a:cs typeface="Lucida Sans Unicode"/>
                        </a:rPr>
                        <a:t>10</a:t>
                      </a:r>
                      <a:endParaRPr sz="1350">
                        <a:latin typeface="Lucida Sans Unicode"/>
                        <a:cs typeface="Lucida Sans Unicode"/>
                      </a:endParaRPr>
                    </a:p>
                  </a:txBody>
                  <a:tcPr marL="0" marR="0" marT="114300" marB="0">
                    <a:lnL w="3175">
                      <a:solidFill>
                        <a:srgbClr val="E7EAEB"/>
                      </a:solidFill>
                      <a:prstDash val="solid"/>
                    </a:lnL>
                    <a:lnR w="3175">
                      <a:solidFill>
                        <a:srgbClr val="E7EAEB"/>
                      </a:solidFill>
                      <a:prstDash val="solid"/>
                    </a:lnR>
                    <a:solidFill>
                      <a:srgbClr val="D5D5D5"/>
                    </a:solidFill>
                  </a:tcPr>
                </a:tc>
                <a:tc>
                  <a:txBody>
                    <a:bodyPr/>
                    <a:lstStyle/>
                    <a:p>
                      <a:pPr algn="ctr">
                        <a:lnSpc>
                          <a:spcPct val="100000"/>
                        </a:lnSpc>
                        <a:spcBef>
                          <a:spcPts val="825"/>
                        </a:spcBef>
                      </a:pPr>
                      <a:r>
                        <a:rPr sz="1650" i="1" spc="-25" dirty="0">
                          <a:latin typeface="Times New Roman"/>
                          <a:cs typeface="Times New Roman"/>
                        </a:rPr>
                        <a:t>a</a:t>
                      </a:r>
                      <a:r>
                        <a:rPr sz="1650" i="1" spc="-37" baseline="-5050" dirty="0">
                          <a:latin typeface="Times New Roman"/>
                          <a:cs typeface="Times New Roman"/>
                        </a:rPr>
                        <a:t>i</a:t>
                      </a:r>
                      <a:endParaRPr sz="1650" baseline="-5050">
                        <a:latin typeface="Times New Roman"/>
                        <a:cs typeface="Times New Roman"/>
                      </a:endParaRPr>
                    </a:p>
                  </a:txBody>
                  <a:tcPr marL="0" marR="0" marT="104775" marB="0">
                    <a:lnL w="3175">
                      <a:solidFill>
                        <a:srgbClr val="E7EAEB"/>
                      </a:solidFill>
                      <a:prstDash val="solid"/>
                    </a:lnL>
                    <a:lnR w="3175">
                      <a:solidFill>
                        <a:srgbClr val="E7EAEB"/>
                      </a:solidFill>
                      <a:prstDash val="solid"/>
                    </a:lnR>
                    <a:solidFill>
                      <a:srgbClr val="D5D5D5"/>
                    </a:solidFill>
                  </a:tcPr>
                </a:tc>
                <a:tc>
                  <a:txBody>
                    <a:bodyPr/>
                    <a:lstStyle/>
                    <a:p>
                      <a:pPr marL="152400">
                        <a:lnSpc>
                          <a:spcPct val="100000"/>
                        </a:lnSpc>
                        <a:spcBef>
                          <a:spcPts val="900"/>
                        </a:spcBef>
                      </a:pPr>
                      <a:r>
                        <a:rPr sz="1350" spc="-25" dirty="0">
                          <a:latin typeface="Lucida Sans Unicode"/>
                          <a:cs typeface="Lucida Sans Unicode"/>
                        </a:rPr>
                        <a:t>18</a:t>
                      </a:r>
                      <a:endParaRPr sz="1350">
                        <a:latin typeface="Lucida Sans Unicode"/>
                        <a:cs typeface="Lucida Sans Unicode"/>
                      </a:endParaRPr>
                    </a:p>
                  </a:txBody>
                  <a:tcPr marL="0" marR="0" marT="114300" marB="0">
                    <a:lnL w="3175">
                      <a:solidFill>
                        <a:srgbClr val="E7EAEB"/>
                      </a:solidFill>
                      <a:prstDash val="solid"/>
                    </a:lnL>
                    <a:solidFill>
                      <a:srgbClr val="D5D5D5"/>
                    </a:solidFill>
                  </a:tcPr>
                </a:tc>
                <a:extLst>
                  <a:ext uri="{0D108BD9-81ED-4DB2-BD59-A6C34878D82A}">
                    <a16:rowId xmlns:a16="http://schemas.microsoft.com/office/drawing/2014/main" val="10000"/>
                  </a:ext>
                </a:extLst>
              </a:tr>
            </a:tbl>
          </a:graphicData>
        </a:graphic>
      </p:graphicFrame>
      <p:grpSp>
        <p:nvGrpSpPr>
          <p:cNvPr id="12" name="object 12"/>
          <p:cNvGrpSpPr/>
          <p:nvPr/>
        </p:nvGrpSpPr>
        <p:grpSpPr>
          <a:xfrm>
            <a:off x="3231969" y="5428147"/>
            <a:ext cx="126364" cy="248285"/>
            <a:chOff x="3231969" y="5428147"/>
            <a:chExt cx="126364" cy="248285"/>
          </a:xfrm>
        </p:grpSpPr>
        <p:sp>
          <p:nvSpPr>
            <p:cNvPr id="13" name="object 13"/>
            <p:cNvSpPr/>
            <p:nvPr/>
          </p:nvSpPr>
          <p:spPr>
            <a:xfrm>
              <a:off x="3294916" y="5539735"/>
              <a:ext cx="0" cy="136525"/>
            </a:xfrm>
            <a:custGeom>
              <a:avLst/>
              <a:gdLst/>
              <a:ahLst/>
              <a:cxnLst/>
              <a:rect l="l" t="t" r="r" b="b"/>
              <a:pathLst>
                <a:path h="136525">
                  <a:moveTo>
                    <a:pt x="0" y="0"/>
                  </a:moveTo>
                  <a:lnTo>
                    <a:pt x="0" y="14306"/>
                  </a:lnTo>
                  <a:lnTo>
                    <a:pt x="0" y="136414"/>
                  </a:lnTo>
                </a:path>
              </a:pathLst>
            </a:custGeom>
            <a:ln w="28612">
              <a:solidFill>
                <a:srgbClr val="003F83"/>
              </a:solidFill>
            </a:ln>
          </p:spPr>
          <p:txBody>
            <a:bodyPr wrap="square" lIns="0" tIns="0" rIns="0" bIns="0" rtlCol="0"/>
            <a:lstStyle/>
            <a:p>
              <a:endParaRPr/>
            </a:p>
          </p:txBody>
        </p:sp>
        <p:sp>
          <p:nvSpPr>
            <p:cNvPr id="14" name="object 14"/>
            <p:cNvSpPr/>
            <p:nvPr/>
          </p:nvSpPr>
          <p:spPr>
            <a:xfrm>
              <a:off x="3231969" y="5428147"/>
              <a:ext cx="126364" cy="126364"/>
            </a:xfrm>
            <a:custGeom>
              <a:avLst/>
              <a:gdLst/>
              <a:ahLst/>
              <a:cxnLst/>
              <a:rect l="l" t="t" r="r" b="b"/>
              <a:pathLst>
                <a:path w="126364" h="126364">
                  <a:moveTo>
                    <a:pt x="62947" y="0"/>
                  </a:moveTo>
                  <a:lnTo>
                    <a:pt x="0" y="125893"/>
                  </a:lnTo>
                  <a:lnTo>
                    <a:pt x="125893" y="125893"/>
                  </a:lnTo>
                  <a:lnTo>
                    <a:pt x="62947" y="0"/>
                  </a:lnTo>
                  <a:close/>
                </a:path>
              </a:pathLst>
            </a:custGeom>
            <a:solidFill>
              <a:srgbClr val="003F83"/>
            </a:solidFill>
          </p:spPr>
          <p:txBody>
            <a:bodyPr wrap="square" lIns="0" tIns="0" rIns="0" bIns="0" rtlCol="0"/>
            <a:lstStyle/>
            <a:p>
              <a:endParaRPr/>
            </a:p>
          </p:txBody>
        </p:sp>
      </p:grpSp>
      <p:grpSp>
        <p:nvGrpSpPr>
          <p:cNvPr id="15" name="object 15"/>
          <p:cNvGrpSpPr/>
          <p:nvPr/>
        </p:nvGrpSpPr>
        <p:grpSpPr>
          <a:xfrm>
            <a:off x="5616319" y="5428147"/>
            <a:ext cx="126364" cy="248285"/>
            <a:chOff x="5616319" y="5428147"/>
            <a:chExt cx="126364" cy="248285"/>
          </a:xfrm>
        </p:grpSpPr>
        <p:sp>
          <p:nvSpPr>
            <p:cNvPr id="16" name="object 16"/>
            <p:cNvSpPr/>
            <p:nvPr/>
          </p:nvSpPr>
          <p:spPr>
            <a:xfrm>
              <a:off x="5679267" y="5539735"/>
              <a:ext cx="0" cy="136525"/>
            </a:xfrm>
            <a:custGeom>
              <a:avLst/>
              <a:gdLst/>
              <a:ahLst/>
              <a:cxnLst/>
              <a:rect l="l" t="t" r="r" b="b"/>
              <a:pathLst>
                <a:path h="136525">
                  <a:moveTo>
                    <a:pt x="0" y="0"/>
                  </a:moveTo>
                  <a:lnTo>
                    <a:pt x="0" y="14306"/>
                  </a:lnTo>
                  <a:lnTo>
                    <a:pt x="0" y="136414"/>
                  </a:lnTo>
                </a:path>
              </a:pathLst>
            </a:custGeom>
            <a:ln w="28612">
              <a:solidFill>
                <a:srgbClr val="003F83"/>
              </a:solidFill>
            </a:ln>
          </p:spPr>
          <p:txBody>
            <a:bodyPr wrap="square" lIns="0" tIns="0" rIns="0" bIns="0" rtlCol="0"/>
            <a:lstStyle/>
            <a:p>
              <a:endParaRPr/>
            </a:p>
          </p:txBody>
        </p:sp>
        <p:sp>
          <p:nvSpPr>
            <p:cNvPr id="17" name="object 17"/>
            <p:cNvSpPr/>
            <p:nvPr/>
          </p:nvSpPr>
          <p:spPr>
            <a:xfrm>
              <a:off x="5616319" y="5428147"/>
              <a:ext cx="126364" cy="126364"/>
            </a:xfrm>
            <a:custGeom>
              <a:avLst/>
              <a:gdLst/>
              <a:ahLst/>
              <a:cxnLst/>
              <a:rect l="l" t="t" r="r" b="b"/>
              <a:pathLst>
                <a:path w="126364" h="126364">
                  <a:moveTo>
                    <a:pt x="62947" y="0"/>
                  </a:moveTo>
                  <a:lnTo>
                    <a:pt x="0" y="125893"/>
                  </a:lnTo>
                  <a:lnTo>
                    <a:pt x="125893" y="125893"/>
                  </a:lnTo>
                  <a:lnTo>
                    <a:pt x="62947" y="0"/>
                  </a:lnTo>
                  <a:close/>
                </a:path>
              </a:pathLst>
            </a:custGeom>
            <a:solidFill>
              <a:srgbClr val="003F83"/>
            </a:solidFill>
          </p:spPr>
          <p:txBody>
            <a:bodyPr wrap="square" lIns="0" tIns="0" rIns="0" bIns="0" rtlCol="0"/>
            <a:lstStyle/>
            <a:p>
              <a:endParaRPr/>
            </a:p>
          </p:txBody>
        </p:sp>
      </p:grpSp>
      <p:grpSp>
        <p:nvGrpSpPr>
          <p:cNvPr id="18" name="object 18"/>
          <p:cNvGrpSpPr/>
          <p:nvPr/>
        </p:nvGrpSpPr>
        <p:grpSpPr>
          <a:xfrm>
            <a:off x="4176172" y="7030431"/>
            <a:ext cx="126364" cy="248285"/>
            <a:chOff x="4176172" y="7030431"/>
            <a:chExt cx="126364" cy="248285"/>
          </a:xfrm>
        </p:grpSpPr>
        <p:sp>
          <p:nvSpPr>
            <p:cNvPr id="19" name="object 19"/>
            <p:cNvSpPr/>
            <p:nvPr/>
          </p:nvSpPr>
          <p:spPr>
            <a:xfrm>
              <a:off x="4239119" y="7142019"/>
              <a:ext cx="0" cy="136525"/>
            </a:xfrm>
            <a:custGeom>
              <a:avLst/>
              <a:gdLst/>
              <a:ahLst/>
              <a:cxnLst/>
              <a:rect l="l" t="t" r="r" b="b"/>
              <a:pathLst>
                <a:path h="136525">
                  <a:moveTo>
                    <a:pt x="0" y="0"/>
                  </a:moveTo>
                  <a:lnTo>
                    <a:pt x="0" y="14306"/>
                  </a:lnTo>
                  <a:lnTo>
                    <a:pt x="0" y="136414"/>
                  </a:lnTo>
                </a:path>
              </a:pathLst>
            </a:custGeom>
            <a:ln w="28612">
              <a:solidFill>
                <a:srgbClr val="003F83"/>
              </a:solidFill>
            </a:ln>
          </p:spPr>
          <p:txBody>
            <a:bodyPr wrap="square" lIns="0" tIns="0" rIns="0" bIns="0" rtlCol="0"/>
            <a:lstStyle/>
            <a:p>
              <a:endParaRPr/>
            </a:p>
          </p:txBody>
        </p:sp>
        <p:sp>
          <p:nvSpPr>
            <p:cNvPr id="20" name="object 20"/>
            <p:cNvSpPr/>
            <p:nvPr/>
          </p:nvSpPr>
          <p:spPr>
            <a:xfrm>
              <a:off x="4176172" y="7030431"/>
              <a:ext cx="126364" cy="126364"/>
            </a:xfrm>
            <a:custGeom>
              <a:avLst/>
              <a:gdLst/>
              <a:ahLst/>
              <a:cxnLst/>
              <a:rect l="l" t="t" r="r" b="b"/>
              <a:pathLst>
                <a:path w="126364" h="126365">
                  <a:moveTo>
                    <a:pt x="62946" y="0"/>
                  </a:moveTo>
                  <a:lnTo>
                    <a:pt x="0" y="125893"/>
                  </a:lnTo>
                  <a:lnTo>
                    <a:pt x="125893" y="125893"/>
                  </a:lnTo>
                  <a:lnTo>
                    <a:pt x="62946" y="0"/>
                  </a:lnTo>
                  <a:close/>
                </a:path>
              </a:pathLst>
            </a:custGeom>
            <a:solidFill>
              <a:srgbClr val="003F83"/>
            </a:solidFill>
          </p:spPr>
          <p:txBody>
            <a:bodyPr wrap="square" lIns="0" tIns="0" rIns="0" bIns="0" rtlCol="0"/>
            <a:lstStyle/>
            <a:p>
              <a:endParaRPr/>
            </a:p>
          </p:txBody>
        </p:sp>
      </p:grpSp>
      <p:pic>
        <p:nvPicPr>
          <p:cNvPr id="21" name="object 21"/>
          <p:cNvPicPr/>
          <p:nvPr/>
        </p:nvPicPr>
        <p:blipFill>
          <a:blip r:embed="rId2" cstate="print"/>
          <a:stretch>
            <a:fillRect/>
          </a:stretch>
        </p:blipFill>
        <p:spPr>
          <a:xfrm>
            <a:off x="8819385" y="1721051"/>
            <a:ext cx="553214" cy="515019"/>
          </a:xfrm>
          <a:prstGeom prst="rect">
            <a:avLst/>
          </a:prstGeom>
        </p:spPr>
      </p:pic>
      <p:sp>
        <p:nvSpPr>
          <p:cNvPr id="22" name="object 2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745267" y="475073"/>
            <a:ext cx="8086090" cy="346075"/>
          </a:xfrm>
          <a:prstGeom prst="rect">
            <a:avLst/>
          </a:prstGeom>
        </p:spPr>
        <p:txBody>
          <a:bodyPr vert="horz" wrap="square" lIns="0" tIns="12700" rIns="0" bIns="0" rtlCol="0">
            <a:spAutoFit/>
          </a:bodyPr>
          <a:lstStyle/>
          <a:p>
            <a:pPr marL="12700">
              <a:lnSpc>
                <a:spcPct val="100000"/>
              </a:lnSpc>
              <a:spcBef>
                <a:spcPts val="100"/>
              </a:spcBef>
              <a:tabLst>
                <a:tab pos="2603500" algn="l"/>
              </a:tabLst>
            </a:pPr>
            <a:r>
              <a:rPr dirty="0"/>
              <a:t>Counting</a:t>
            </a:r>
            <a:r>
              <a:rPr spc="180" dirty="0"/>
              <a:t> </a:t>
            </a:r>
            <a:r>
              <a:rPr spc="-10" dirty="0"/>
              <a:t>inversions:</a:t>
            </a:r>
            <a:r>
              <a:rPr dirty="0"/>
              <a:t>	divide-</a:t>
            </a:r>
            <a:r>
              <a:rPr spc="-25" dirty="0"/>
              <a:t>and-</a:t>
            </a:r>
            <a:r>
              <a:rPr dirty="0"/>
              <a:t>conquer</a:t>
            </a:r>
            <a:r>
              <a:rPr spc="200" dirty="0"/>
              <a:t> </a:t>
            </a:r>
            <a:r>
              <a:rPr spc="45" dirty="0"/>
              <a:t>algorithm</a:t>
            </a:r>
            <a:r>
              <a:rPr spc="204" dirty="0"/>
              <a:t> </a:t>
            </a:r>
            <a:r>
              <a:rPr spc="-10" dirty="0"/>
              <a:t>implementation</a:t>
            </a:r>
          </a:p>
        </p:txBody>
      </p:sp>
      <p:sp>
        <p:nvSpPr>
          <p:cNvPr id="4" name="object 4"/>
          <p:cNvSpPr txBox="1"/>
          <p:nvPr/>
        </p:nvSpPr>
        <p:spPr>
          <a:xfrm>
            <a:off x="745267" y="1131247"/>
            <a:ext cx="7244080" cy="750570"/>
          </a:xfrm>
          <a:prstGeom prst="rect">
            <a:avLst/>
          </a:prstGeom>
        </p:spPr>
        <p:txBody>
          <a:bodyPr vert="horz" wrap="square" lIns="0" tIns="100330" rIns="0" bIns="0" rtlCol="0">
            <a:spAutoFit/>
          </a:bodyPr>
          <a:lstStyle/>
          <a:p>
            <a:pPr marL="12700">
              <a:lnSpc>
                <a:spcPct val="100000"/>
              </a:lnSpc>
              <a:spcBef>
                <a:spcPts val="790"/>
              </a:spcBef>
              <a:tabLst>
                <a:tab pos="808990" algn="l"/>
              </a:tabLst>
            </a:pPr>
            <a:r>
              <a:rPr sz="1800" spc="-10" dirty="0">
                <a:solidFill>
                  <a:srgbClr val="0048AA"/>
                </a:solidFill>
                <a:latin typeface="Lucida Sans Unicode"/>
                <a:cs typeface="Lucida Sans Unicode"/>
              </a:rPr>
              <a:t>Input.</a:t>
            </a:r>
            <a:r>
              <a:rPr sz="1800" dirty="0">
                <a:solidFill>
                  <a:srgbClr val="0048AA"/>
                </a:solidFill>
                <a:latin typeface="Lucida Sans Unicode"/>
                <a:cs typeface="Lucida Sans Unicode"/>
              </a:rPr>
              <a:t>	</a:t>
            </a:r>
            <a:r>
              <a:rPr sz="1800" dirty="0">
                <a:latin typeface="Lucida Sans Unicode"/>
                <a:cs typeface="Lucida Sans Unicode"/>
              </a:rPr>
              <a:t>List </a:t>
            </a:r>
            <a:r>
              <a:rPr sz="1800" i="1" spc="-25" dirty="0">
                <a:latin typeface="Times New Roman"/>
                <a:cs typeface="Times New Roman"/>
              </a:rPr>
              <a:t>L</a:t>
            </a:r>
            <a:r>
              <a:rPr sz="1800" spc="-25" dirty="0">
                <a:latin typeface="Lucida Sans Unicode"/>
                <a:cs typeface="Lucida Sans Unicode"/>
              </a:rPr>
              <a:t>.</a:t>
            </a:r>
            <a:endParaRPr sz="1800">
              <a:latin typeface="Lucida Sans Unicode"/>
              <a:cs typeface="Lucida Sans Unicode"/>
            </a:endParaRPr>
          </a:p>
          <a:p>
            <a:pPr marL="12700">
              <a:lnSpc>
                <a:spcPct val="100000"/>
              </a:lnSpc>
              <a:spcBef>
                <a:spcPts val="695"/>
              </a:spcBef>
              <a:tabLst>
                <a:tab pos="1006475" algn="l"/>
              </a:tabLst>
            </a:pPr>
            <a:r>
              <a:rPr sz="1800" spc="-10" dirty="0">
                <a:solidFill>
                  <a:srgbClr val="0048AA"/>
                </a:solidFill>
                <a:latin typeface="Lucida Sans Unicode"/>
                <a:cs typeface="Lucida Sans Unicode"/>
              </a:rPr>
              <a:t>Output.</a:t>
            </a:r>
            <a:r>
              <a:rPr sz="1800" dirty="0">
                <a:solidFill>
                  <a:srgbClr val="0048AA"/>
                </a:solidFill>
                <a:latin typeface="Lucida Sans Unicode"/>
                <a:cs typeface="Lucida Sans Unicode"/>
              </a:rPr>
              <a:t>	</a:t>
            </a:r>
            <a:r>
              <a:rPr sz="1800" dirty="0">
                <a:latin typeface="Lucida Sans Unicode"/>
                <a:cs typeface="Lucida Sans Unicode"/>
              </a:rPr>
              <a:t>Number of</a:t>
            </a:r>
            <a:r>
              <a:rPr sz="1800" spc="5" dirty="0">
                <a:latin typeface="Lucida Sans Unicode"/>
                <a:cs typeface="Lucida Sans Unicode"/>
              </a:rPr>
              <a:t> </a:t>
            </a:r>
            <a:r>
              <a:rPr sz="1800" dirty="0">
                <a:latin typeface="Lucida Sans Unicode"/>
                <a:cs typeface="Lucida Sans Unicode"/>
              </a:rPr>
              <a:t>inversions in</a:t>
            </a:r>
            <a:r>
              <a:rPr sz="1800" spc="5" dirty="0">
                <a:latin typeface="Lucida Sans Unicode"/>
                <a:cs typeface="Lucida Sans Unicode"/>
              </a:rPr>
              <a:t> </a:t>
            </a:r>
            <a:r>
              <a:rPr sz="1800" i="1" dirty="0">
                <a:latin typeface="Times New Roman"/>
                <a:cs typeface="Times New Roman"/>
              </a:rPr>
              <a:t>L</a:t>
            </a:r>
            <a:r>
              <a:rPr sz="1800" i="1" spc="-35" dirty="0">
                <a:latin typeface="Times New Roman"/>
                <a:cs typeface="Times New Roman"/>
              </a:rPr>
              <a:t> </a:t>
            </a:r>
            <a:r>
              <a:rPr sz="1800" dirty="0">
                <a:solidFill>
                  <a:srgbClr val="8D3124"/>
                </a:solidFill>
                <a:latin typeface="Lucida Sans Unicode"/>
                <a:cs typeface="Lucida Sans Unicode"/>
              </a:rPr>
              <a:t>and</a:t>
            </a:r>
            <a:r>
              <a:rPr sz="1800" spc="5" dirty="0">
                <a:solidFill>
                  <a:srgbClr val="8D3124"/>
                </a:solidFill>
                <a:latin typeface="Lucida Sans Unicode"/>
                <a:cs typeface="Lucida Sans Unicode"/>
              </a:rPr>
              <a:t> </a:t>
            </a:r>
            <a:r>
              <a:rPr sz="1800" dirty="0">
                <a:latin typeface="Lucida Sans Unicode"/>
                <a:cs typeface="Lucida Sans Unicode"/>
              </a:rPr>
              <a:t>sorted</a:t>
            </a:r>
            <a:r>
              <a:rPr sz="1800" spc="5" dirty="0">
                <a:latin typeface="Lucida Sans Unicode"/>
                <a:cs typeface="Lucida Sans Unicode"/>
              </a:rPr>
              <a:t> </a:t>
            </a:r>
            <a:r>
              <a:rPr sz="1800" dirty="0">
                <a:latin typeface="Lucida Sans Unicode"/>
                <a:cs typeface="Lucida Sans Unicode"/>
              </a:rPr>
              <a:t>list of</a:t>
            </a:r>
            <a:r>
              <a:rPr sz="1800" spc="5" dirty="0">
                <a:latin typeface="Lucida Sans Unicode"/>
                <a:cs typeface="Lucida Sans Unicode"/>
              </a:rPr>
              <a:t> </a:t>
            </a:r>
            <a:r>
              <a:rPr sz="1800" dirty="0">
                <a:latin typeface="Lucida Sans Unicode"/>
                <a:cs typeface="Lucida Sans Unicode"/>
              </a:rPr>
              <a:t>elements </a:t>
            </a:r>
            <a:r>
              <a:rPr sz="1800" i="1" spc="-25" dirty="0">
                <a:latin typeface="Times New Roman"/>
                <a:cs typeface="Times New Roman"/>
              </a:rPr>
              <a:t>L</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p:txBody>
      </p:sp>
      <p:grpSp>
        <p:nvGrpSpPr>
          <p:cNvPr id="5" name="object 5"/>
          <p:cNvGrpSpPr/>
          <p:nvPr/>
        </p:nvGrpSpPr>
        <p:grpSpPr>
          <a:xfrm>
            <a:off x="2303026" y="2433403"/>
            <a:ext cx="5169535" cy="4416425"/>
            <a:chOff x="2303026" y="2433403"/>
            <a:chExt cx="5169535" cy="4416425"/>
          </a:xfrm>
        </p:grpSpPr>
        <p:sp>
          <p:nvSpPr>
            <p:cNvPr id="6" name="object 6"/>
            <p:cNvSpPr/>
            <p:nvPr/>
          </p:nvSpPr>
          <p:spPr>
            <a:xfrm>
              <a:off x="2303026" y="2433403"/>
              <a:ext cx="5169535" cy="4416425"/>
            </a:xfrm>
            <a:custGeom>
              <a:avLst/>
              <a:gdLst/>
              <a:ahLst/>
              <a:cxnLst/>
              <a:rect l="l" t="t" r="r" b="b"/>
              <a:pathLst>
                <a:path w="5169534" h="4416425">
                  <a:moveTo>
                    <a:pt x="0" y="0"/>
                  </a:moveTo>
                  <a:lnTo>
                    <a:pt x="5169272" y="0"/>
                  </a:lnTo>
                  <a:lnTo>
                    <a:pt x="5169272" y="4415816"/>
                  </a:lnTo>
                  <a:lnTo>
                    <a:pt x="0" y="4415816"/>
                  </a:lnTo>
                  <a:lnTo>
                    <a:pt x="0" y="0"/>
                  </a:lnTo>
                  <a:close/>
                </a:path>
              </a:pathLst>
            </a:custGeom>
            <a:solidFill>
              <a:srgbClr val="FFFFFF"/>
            </a:solidFill>
          </p:spPr>
          <p:txBody>
            <a:bodyPr wrap="square" lIns="0" tIns="0" rIns="0" bIns="0" rtlCol="0"/>
            <a:lstStyle/>
            <a:p>
              <a:endParaRPr/>
            </a:p>
          </p:txBody>
        </p:sp>
        <p:sp>
          <p:nvSpPr>
            <p:cNvPr id="7" name="object 7"/>
            <p:cNvSpPr/>
            <p:nvPr/>
          </p:nvSpPr>
          <p:spPr>
            <a:xfrm>
              <a:off x="2522387" y="3036129"/>
              <a:ext cx="4277995" cy="0"/>
            </a:xfrm>
            <a:custGeom>
              <a:avLst/>
              <a:gdLst/>
              <a:ahLst/>
              <a:cxnLst/>
              <a:rect l="l" t="t" r="r" b="b"/>
              <a:pathLst>
                <a:path w="4277995">
                  <a:moveTo>
                    <a:pt x="0" y="0"/>
                  </a:moveTo>
                  <a:lnTo>
                    <a:pt x="4277525" y="0"/>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2303026" y="2433403"/>
            <a:ext cx="5169535" cy="4416425"/>
          </a:xfrm>
          <a:prstGeom prst="rect">
            <a:avLst/>
          </a:prstGeom>
        </p:spPr>
        <p:txBody>
          <a:bodyPr vert="horz" wrap="square" lIns="0" tIns="191135" rIns="0" bIns="0" rtlCol="0">
            <a:spAutoFit/>
          </a:bodyPr>
          <a:lstStyle/>
          <a:p>
            <a:pPr marL="219075">
              <a:lnSpc>
                <a:spcPct val="100000"/>
              </a:lnSpc>
              <a:spcBef>
                <a:spcPts val="1505"/>
              </a:spcBef>
            </a:pPr>
            <a:r>
              <a:rPr sz="1800" cap="small" spc="-35" dirty="0">
                <a:solidFill>
                  <a:srgbClr val="003F83"/>
                </a:solidFill>
                <a:latin typeface="Times New Roman"/>
                <a:cs typeface="Times New Roman"/>
              </a:rPr>
              <a:t>Sort-</a:t>
            </a:r>
            <a:r>
              <a:rPr sz="1800" cap="small" spc="-10" dirty="0">
                <a:solidFill>
                  <a:srgbClr val="003F83"/>
                </a:solidFill>
                <a:latin typeface="Times New Roman"/>
                <a:cs typeface="Times New Roman"/>
              </a:rPr>
              <a:t>And-</a:t>
            </a:r>
            <a:r>
              <a:rPr sz="1800" cap="small" dirty="0">
                <a:solidFill>
                  <a:srgbClr val="003F83"/>
                </a:solidFill>
                <a:latin typeface="Times New Roman"/>
                <a:cs typeface="Times New Roman"/>
              </a:rPr>
              <a:t>Count</a:t>
            </a:r>
            <a:r>
              <a:rPr sz="1800" cap="small" spc="-10" dirty="0">
                <a:solidFill>
                  <a:srgbClr val="003F83"/>
                </a:solidFill>
                <a:latin typeface="Times New Roman"/>
                <a:cs typeface="Times New Roman"/>
              </a:rPr>
              <a:t> </a:t>
            </a:r>
            <a:r>
              <a:rPr sz="1800" cap="small" spc="-25" dirty="0">
                <a:latin typeface="Times New Roman"/>
                <a:cs typeface="Times New Roman"/>
              </a:rPr>
              <a:t>(</a:t>
            </a:r>
            <a:r>
              <a:rPr sz="1800" i="1" spc="-25" dirty="0">
                <a:latin typeface="Times New Roman"/>
                <a:cs typeface="Times New Roman"/>
              </a:rPr>
              <a:t>L</a:t>
            </a:r>
            <a:r>
              <a:rPr sz="1800" cap="small" spc="-25" dirty="0">
                <a:latin typeface="Times New Roman"/>
                <a:cs typeface="Times New Roman"/>
              </a:rPr>
              <a:t>)</a:t>
            </a:r>
            <a:endParaRPr sz="1800">
              <a:latin typeface="Times New Roman"/>
              <a:cs typeface="Times New Roman"/>
            </a:endParaRPr>
          </a:p>
          <a:p>
            <a:pPr marL="505459" marR="2710180" indent="-286385">
              <a:lnSpc>
                <a:spcPct val="135600"/>
              </a:lnSpc>
              <a:spcBef>
                <a:spcPts val="975"/>
              </a:spcBef>
            </a:pPr>
            <a:r>
              <a:rPr sz="1800" dirty="0">
                <a:solidFill>
                  <a:srgbClr val="003F83"/>
                </a:solidFill>
                <a:latin typeface="Times New Roman"/>
                <a:cs typeface="Times New Roman"/>
              </a:rPr>
              <a:t>I</a:t>
            </a:r>
            <a:r>
              <a:rPr sz="1450" dirty="0">
                <a:solidFill>
                  <a:srgbClr val="003F83"/>
                </a:solidFill>
                <a:latin typeface="Times New Roman"/>
                <a:cs typeface="Times New Roman"/>
              </a:rPr>
              <a:t>F</a:t>
            </a:r>
            <a:r>
              <a:rPr sz="1450" spc="75" dirty="0">
                <a:solidFill>
                  <a:srgbClr val="003F83"/>
                </a:solidFill>
                <a:latin typeface="Times New Roman"/>
                <a:cs typeface="Times New Roman"/>
              </a:rPr>
              <a:t> </a:t>
            </a:r>
            <a:r>
              <a:rPr sz="1800" dirty="0">
                <a:latin typeface="Times New Roman"/>
                <a:cs typeface="Times New Roman"/>
              </a:rPr>
              <a:t>list</a:t>
            </a:r>
            <a:r>
              <a:rPr sz="1800" spc="-5" dirty="0">
                <a:latin typeface="Times New Roman"/>
                <a:cs typeface="Times New Roman"/>
              </a:rPr>
              <a:t> </a:t>
            </a:r>
            <a:r>
              <a:rPr sz="1800" i="1" dirty="0">
                <a:latin typeface="Times New Roman"/>
                <a:cs typeface="Times New Roman"/>
              </a:rPr>
              <a:t>L</a:t>
            </a:r>
            <a:r>
              <a:rPr sz="1800" i="1" spc="-5" dirty="0">
                <a:latin typeface="Times New Roman"/>
                <a:cs typeface="Times New Roman"/>
              </a:rPr>
              <a:t> </a:t>
            </a:r>
            <a:r>
              <a:rPr sz="1800" dirty="0">
                <a:latin typeface="Times New Roman"/>
                <a:cs typeface="Times New Roman"/>
              </a:rPr>
              <a:t>has</a:t>
            </a:r>
            <a:r>
              <a:rPr sz="1800" spc="-5" dirty="0">
                <a:latin typeface="Times New Roman"/>
                <a:cs typeface="Times New Roman"/>
              </a:rPr>
              <a:t> </a:t>
            </a:r>
            <a:r>
              <a:rPr sz="1800" dirty="0">
                <a:latin typeface="Times New Roman"/>
                <a:cs typeface="Times New Roman"/>
              </a:rPr>
              <a:t>one</a:t>
            </a:r>
            <a:r>
              <a:rPr sz="1800" spc="-10" dirty="0">
                <a:latin typeface="Times New Roman"/>
                <a:cs typeface="Times New Roman"/>
              </a:rPr>
              <a:t> element </a:t>
            </a:r>
            <a:r>
              <a:rPr sz="1800" dirty="0">
                <a:solidFill>
                  <a:srgbClr val="003F83"/>
                </a:solidFill>
                <a:latin typeface="Times New Roman"/>
                <a:cs typeface="Times New Roman"/>
              </a:rPr>
              <a:t>R</a:t>
            </a:r>
            <a:r>
              <a:rPr sz="1450" dirty="0">
                <a:solidFill>
                  <a:srgbClr val="003F83"/>
                </a:solidFill>
                <a:latin typeface="Times New Roman"/>
                <a:cs typeface="Times New Roman"/>
              </a:rPr>
              <a:t>ETURN</a:t>
            </a:r>
            <a:r>
              <a:rPr sz="1450" spc="-35" dirty="0">
                <a:solidFill>
                  <a:srgbClr val="003F83"/>
                </a:solidFill>
                <a:latin typeface="Times New Roman"/>
                <a:cs typeface="Times New Roman"/>
              </a:rPr>
              <a:t> </a:t>
            </a:r>
            <a:r>
              <a:rPr sz="1800" dirty="0">
                <a:latin typeface="Times New Roman"/>
                <a:cs typeface="Times New Roman"/>
              </a:rPr>
              <a:t>(0,</a:t>
            </a:r>
            <a:r>
              <a:rPr sz="1800" spc="-35" dirty="0">
                <a:latin typeface="Times New Roman"/>
                <a:cs typeface="Times New Roman"/>
              </a:rPr>
              <a:t> </a:t>
            </a:r>
            <a:r>
              <a:rPr sz="1800" i="1" spc="-25" dirty="0">
                <a:latin typeface="Times New Roman"/>
                <a:cs typeface="Times New Roman"/>
              </a:rPr>
              <a:t>L</a:t>
            </a:r>
            <a:r>
              <a:rPr sz="1800" spc="-25" dirty="0">
                <a:latin typeface="Times New Roman"/>
                <a:cs typeface="Times New Roman"/>
              </a:rPr>
              <a:t>)</a:t>
            </a:r>
            <a:r>
              <a:rPr sz="1800" i="1" spc="-25" dirty="0">
                <a:latin typeface="Times New Roman"/>
                <a:cs typeface="Times New Roman"/>
              </a:rPr>
              <a:t>.</a:t>
            </a:r>
            <a:endParaRPr sz="1800">
              <a:latin typeface="Times New Roman"/>
              <a:cs typeface="Times New Roman"/>
            </a:endParaRPr>
          </a:p>
          <a:p>
            <a:pPr>
              <a:lnSpc>
                <a:spcPct val="100000"/>
              </a:lnSpc>
              <a:spcBef>
                <a:spcPts val="1625"/>
              </a:spcBef>
            </a:pPr>
            <a:endParaRPr sz="1800">
              <a:latin typeface="Times New Roman"/>
              <a:cs typeface="Times New Roman"/>
            </a:endParaRPr>
          </a:p>
          <a:p>
            <a:pPr marL="219075">
              <a:lnSpc>
                <a:spcPct val="100000"/>
              </a:lnSpc>
            </a:pPr>
            <a:r>
              <a:rPr sz="1800" dirty="0">
                <a:solidFill>
                  <a:srgbClr val="003F83"/>
                </a:solidFill>
                <a:latin typeface="Times New Roman"/>
                <a:cs typeface="Times New Roman"/>
              </a:rPr>
              <a:t>D</a:t>
            </a:r>
            <a:r>
              <a:rPr sz="1450" dirty="0">
                <a:solidFill>
                  <a:srgbClr val="003F83"/>
                </a:solidFill>
                <a:latin typeface="Times New Roman"/>
                <a:cs typeface="Times New Roman"/>
              </a:rPr>
              <a:t>IVIDE</a:t>
            </a:r>
            <a:r>
              <a:rPr sz="1450" spc="415" dirty="0">
                <a:solidFill>
                  <a:srgbClr val="003F83"/>
                </a:solidFill>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list</a:t>
            </a:r>
            <a:r>
              <a:rPr sz="1800" spc="-15" dirty="0">
                <a:latin typeface="Times New Roman"/>
                <a:cs typeface="Times New Roman"/>
              </a:rPr>
              <a:t> </a:t>
            </a:r>
            <a:r>
              <a:rPr sz="1800" dirty="0">
                <a:latin typeface="Times New Roman"/>
                <a:cs typeface="Times New Roman"/>
              </a:rPr>
              <a:t>into</a:t>
            </a:r>
            <a:r>
              <a:rPr sz="1800" spc="-15" dirty="0">
                <a:latin typeface="Times New Roman"/>
                <a:cs typeface="Times New Roman"/>
              </a:rPr>
              <a:t> </a:t>
            </a:r>
            <a:r>
              <a:rPr sz="1800" dirty="0">
                <a:latin typeface="Times New Roman"/>
                <a:cs typeface="Times New Roman"/>
              </a:rPr>
              <a:t>two</a:t>
            </a:r>
            <a:r>
              <a:rPr sz="1800" spc="-15" dirty="0">
                <a:latin typeface="Times New Roman"/>
                <a:cs typeface="Times New Roman"/>
              </a:rPr>
              <a:t> </a:t>
            </a:r>
            <a:r>
              <a:rPr sz="1800" dirty="0">
                <a:latin typeface="Times New Roman"/>
                <a:cs typeface="Times New Roman"/>
              </a:rPr>
              <a:t>halves</a:t>
            </a:r>
            <a:r>
              <a:rPr sz="1800" spc="-15" dirty="0">
                <a:latin typeface="Times New Roman"/>
                <a:cs typeface="Times New Roman"/>
              </a:rPr>
              <a:t> </a:t>
            </a:r>
            <a:r>
              <a:rPr sz="1800" i="1" dirty="0">
                <a:latin typeface="Times New Roman"/>
                <a:cs typeface="Times New Roman"/>
              </a:rPr>
              <a:t>A</a:t>
            </a:r>
            <a:r>
              <a:rPr sz="1800" i="1" spc="-1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i="1" spc="-25" dirty="0">
                <a:latin typeface="Times New Roman"/>
                <a:cs typeface="Times New Roman"/>
              </a:rPr>
              <a:t>B.</a:t>
            </a:r>
            <a:endParaRPr sz="1800">
              <a:latin typeface="Times New Roman"/>
              <a:cs typeface="Times New Roman"/>
            </a:endParaRPr>
          </a:p>
          <a:p>
            <a:pPr marL="219075">
              <a:lnSpc>
                <a:spcPct val="100000"/>
              </a:lnSpc>
              <a:spcBef>
                <a:spcPts val="770"/>
              </a:spcBef>
            </a:pPr>
            <a:r>
              <a:rPr sz="1800" dirty="0">
                <a:latin typeface="Times New Roman"/>
                <a:cs typeface="Times New Roman"/>
              </a:rPr>
              <a:t>(</a:t>
            </a:r>
            <a:r>
              <a:rPr sz="1800" i="1" dirty="0">
                <a:latin typeface="Times New Roman"/>
                <a:cs typeface="Times New Roman"/>
              </a:rPr>
              <a:t>r</a:t>
            </a:r>
            <a:r>
              <a:rPr sz="1800" i="1" baseline="-6944" dirty="0">
                <a:latin typeface="Times New Roman"/>
                <a:cs typeface="Times New Roman"/>
              </a:rPr>
              <a:t>A</a:t>
            </a:r>
            <a:r>
              <a:rPr sz="1800" i="1" spc="240" baseline="-6944"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i="1" dirty="0">
                <a:latin typeface="Times New Roman"/>
                <a:cs typeface="Times New Roman"/>
              </a:rPr>
              <a:t>A</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spc="-35" dirty="0">
                <a:solidFill>
                  <a:srgbClr val="003F83"/>
                </a:solidFill>
                <a:latin typeface="Times New Roman"/>
                <a:cs typeface="Times New Roman"/>
              </a:rPr>
              <a:t>S</a:t>
            </a:r>
            <a:r>
              <a:rPr sz="1450" spc="-35" dirty="0">
                <a:solidFill>
                  <a:srgbClr val="003F83"/>
                </a:solidFill>
                <a:latin typeface="Times New Roman"/>
                <a:cs typeface="Times New Roman"/>
              </a:rPr>
              <a:t>ORT</a:t>
            </a:r>
            <a:r>
              <a:rPr sz="1800" spc="-35" dirty="0">
                <a:solidFill>
                  <a:srgbClr val="003F83"/>
                </a:solidFill>
                <a:latin typeface="Times New Roman"/>
                <a:cs typeface="Times New Roman"/>
              </a:rPr>
              <a:t>-</a:t>
            </a:r>
            <a:r>
              <a:rPr sz="1800" spc="-10" dirty="0">
                <a:solidFill>
                  <a:srgbClr val="003F83"/>
                </a:solidFill>
                <a:latin typeface="Times New Roman"/>
                <a:cs typeface="Times New Roman"/>
              </a:rPr>
              <a:t>A</a:t>
            </a:r>
            <a:r>
              <a:rPr sz="1450" spc="-10" dirty="0">
                <a:solidFill>
                  <a:srgbClr val="003F83"/>
                </a:solidFill>
                <a:latin typeface="Times New Roman"/>
                <a:cs typeface="Times New Roman"/>
              </a:rPr>
              <a:t>ND</a:t>
            </a:r>
            <a:r>
              <a:rPr sz="1800" spc="-10" dirty="0">
                <a:solidFill>
                  <a:srgbClr val="003F83"/>
                </a:solidFill>
                <a:latin typeface="Times New Roman"/>
                <a:cs typeface="Times New Roman"/>
              </a:rPr>
              <a:t>-C</a:t>
            </a:r>
            <a:r>
              <a:rPr sz="1450" spc="-10" dirty="0">
                <a:solidFill>
                  <a:srgbClr val="003F83"/>
                </a:solidFill>
                <a:latin typeface="Times New Roman"/>
                <a:cs typeface="Times New Roman"/>
              </a:rPr>
              <a:t>OUNT</a:t>
            </a:r>
            <a:r>
              <a:rPr sz="1800" spc="-10" dirty="0">
                <a:latin typeface="Times New Roman"/>
                <a:cs typeface="Times New Roman"/>
              </a:rPr>
              <a:t>(</a:t>
            </a:r>
            <a:r>
              <a:rPr sz="1800" i="1" spc="-10" dirty="0">
                <a:latin typeface="Times New Roman"/>
                <a:cs typeface="Times New Roman"/>
              </a:rPr>
              <a:t>A</a:t>
            </a:r>
            <a:r>
              <a:rPr sz="1800" spc="-10" dirty="0">
                <a:latin typeface="Times New Roman"/>
                <a:cs typeface="Times New Roman"/>
              </a:rPr>
              <a:t>)</a:t>
            </a:r>
            <a:r>
              <a:rPr sz="1800" i="1" spc="-10" dirty="0">
                <a:latin typeface="Times New Roman"/>
                <a:cs typeface="Times New Roman"/>
              </a:rPr>
              <a:t>.</a:t>
            </a:r>
            <a:endParaRPr sz="1800">
              <a:latin typeface="Times New Roman"/>
              <a:cs typeface="Times New Roman"/>
            </a:endParaRPr>
          </a:p>
          <a:p>
            <a:pPr marL="219075">
              <a:lnSpc>
                <a:spcPct val="100000"/>
              </a:lnSpc>
              <a:spcBef>
                <a:spcPts val="770"/>
              </a:spcBef>
            </a:pPr>
            <a:r>
              <a:rPr sz="1800" dirty="0">
                <a:latin typeface="Times New Roman"/>
                <a:cs typeface="Times New Roman"/>
              </a:rPr>
              <a:t>(</a:t>
            </a:r>
            <a:r>
              <a:rPr sz="1800" i="1" dirty="0">
                <a:latin typeface="Times New Roman"/>
                <a:cs typeface="Times New Roman"/>
              </a:rPr>
              <a:t>r</a:t>
            </a:r>
            <a:r>
              <a:rPr sz="1800" i="1" baseline="-6944" dirty="0">
                <a:latin typeface="Times New Roman"/>
                <a:cs typeface="Times New Roman"/>
              </a:rPr>
              <a:t>B</a:t>
            </a:r>
            <a:r>
              <a:rPr sz="1800" i="1" spc="240" baseline="-6944"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i="1" dirty="0">
                <a:latin typeface="Times New Roman"/>
                <a:cs typeface="Times New Roman"/>
              </a:rPr>
              <a:t>B</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spc="-35" dirty="0">
                <a:solidFill>
                  <a:srgbClr val="003F83"/>
                </a:solidFill>
                <a:latin typeface="Times New Roman"/>
                <a:cs typeface="Times New Roman"/>
              </a:rPr>
              <a:t>S</a:t>
            </a:r>
            <a:r>
              <a:rPr sz="1450" spc="-35" dirty="0">
                <a:solidFill>
                  <a:srgbClr val="003F83"/>
                </a:solidFill>
                <a:latin typeface="Times New Roman"/>
                <a:cs typeface="Times New Roman"/>
              </a:rPr>
              <a:t>ORT</a:t>
            </a:r>
            <a:r>
              <a:rPr sz="1800" spc="-35" dirty="0">
                <a:solidFill>
                  <a:srgbClr val="003F83"/>
                </a:solidFill>
                <a:latin typeface="Times New Roman"/>
                <a:cs typeface="Times New Roman"/>
              </a:rPr>
              <a:t>-</a:t>
            </a:r>
            <a:r>
              <a:rPr sz="1800" spc="-10" dirty="0">
                <a:solidFill>
                  <a:srgbClr val="003F83"/>
                </a:solidFill>
                <a:latin typeface="Times New Roman"/>
                <a:cs typeface="Times New Roman"/>
              </a:rPr>
              <a:t>A</a:t>
            </a:r>
            <a:r>
              <a:rPr sz="1450" spc="-10" dirty="0">
                <a:solidFill>
                  <a:srgbClr val="003F83"/>
                </a:solidFill>
                <a:latin typeface="Times New Roman"/>
                <a:cs typeface="Times New Roman"/>
              </a:rPr>
              <a:t>ND</a:t>
            </a:r>
            <a:r>
              <a:rPr sz="1800" spc="-10" dirty="0">
                <a:solidFill>
                  <a:srgbClr val="003F83"/>
                </a:solidFill>
                <a:latin typeface="Times New Roman"/>
                <a:cs typeface="Times New Roman"/>
              </a:rPr>
              <a:t>-C</a:t>
            </a:r>
            <a:r>
              <a:rPr sz="1450" spc="-10" dirty="0">
                <a:solidFill>
                  <a:srgbClr val="003F83"/>
                </a:solidFill>
                <a:latin typeface="Times New Roman"/>
                <a:cs typeface="Times New Roman"/>
              </a:rPr>
              <a:t>OUNT</a:t>
            </a:r>
            <a:r>
              <a:rPr sz="1800" spc="-10" dirty="0">
                <a:latin typeface="Times New Roman"/>
                <a:cs typeface="Times New Roman"/>
              </a:rPr>
              <a:t>(</a:t>
            </a:r>
            <a:r>
              <a:rPr sz="1800" i="1" spc="-10" dirty="0">
                <a:latin typeface="Times New Roman"/>
                <a:cs typeface="Times New Roman"/>
              </a:rPr>
              <a:t>B</a:t>
            </a:r>
            <a:r>
              <a:rPr sz="1800" spc="-10" dirty="0">
                <a:latin typeface="Times New Roman"/>
                <a:cs typeface="Times New Roman"/>
              </a:rPr>
              <a:t>)</a:t>
            </a:r>
            <a:r>
              <a:rPr sz="1800" i="1" spc="-10" dirty="0">
                <a:latin typeface="Times New Roman"/>
                <a:cs typeface="Times New Roman"/>
              </a:rPr>
              <a:t>.</a:t>
            </a:r>
            <a:endParaRPr sz="1800">
              <a:latin typeface="Times New Roman"/>
              <a:cs typeface="Times New Roman"/>
            </a:endParaRPr>
          </a:p>
          <a:p>
            <a:pPr marL="219075">
              <a:lnSpc>
                <a:spcPct val="100000"/>
              </a:lnSpc>
              <a:spcBef>
                <a:spcPts val="770"/>
              </a:spcBef>
            </a:pPr>
            <a:r>
              <a:rPr sz="1800" dirty="0">
                <a:latin typeface="Times New Roman"/>
                <a:cs typeface="Times New Roman"/>
              </a:rPr>
              <a:t>(</a:t>
            </a:r>
            <a:r>
              <a:rPr sz="1800" i="1" dirty="0">
                <a:latin typeface="Times New Roman"/>
                <a:cs typeface="Times New Roman"/>
              </a:rPr>
              <a:t>r</a:t>
            </a:r>
            <a:r>
              <a:rPr sz="1800" i="1" baseline="-6944" dirty="0">
                <a:latin typeface="Times New Roman"/>
                <a:cs typeface="Times New Roman"/>
              </a:rPr>
              <a:t>AB</a:t>
            </a:r>
            <a:r>
              <a:rPr sz="1800" i="1" spc="209" baseline="-6944"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i="1" dirty="0">
                <a:latin typeface="Times New Roman"/>
                <a:cs typeface="Times New Roman"/>
              </a:rPr>
              <a:t>L</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spc="-10" dirty="0">
                <a:solidFill>
                  <a:srgbClr val="003F83"/>
                </a:solidFill>
                <a:latin typeface="Times New Roman"/>
                <a:cs typeface="Times New Roman"/>
              </a:rPr>
              <a:t>M</a:t>
            </a:r>
            <a:r>
              <a:rPr sz="1450" spc="-10" dirty="0">
                <a:solidFill>
                  <a:srgbClr val="003F83"/>
                </a:solidFill>
                <a:latin typeface="Times New Roman"/>
                <a:cs typeface="Times New Roman"/>
              </a:rPr>
              <a:t>ERGE</a:t>
            </a:r>
            <a:r>
              <a:rPr sz="1800" spc="-10" dirty="0">
                <a:solidFill>
                  <a:srgbClr val="003F83"/>
                </a:solidFill>
                <a:latin typeface="Times New Roman"/>
                <a:cs typeface="Times New Roman"/>
              </a:rPr>
              <a:t>-A</a:t>
            </a:r>
            <a:r>
              <a:rPr sz="1450" spc="-10" dirty="0">
                <a:solidFill>
                  <a:srgbClr val="003F83"/>
                </a:solidFill>
                <a:latin typeface="Times New Roman"/>
                <a:cs typeface="Times New Roman"/>
              </a:rPr>
              <a:t>ND</a:t>
            </a:r>
            <a:r>
              <a:rPr sz="1800" spc="-10" dirty="0">
                <a:solidFill>
                  <a:srgbClr val="003F83"/>
                </a:solidFill>
                <a:latin typeface="Times New Roman"/>
                <a:cs typeface="Times New Roman"/>
              </a:rPr>
              <a:t>-</a:t>
            </a:r>
            <a:r>
              <a:rPr sz="1800" dirty="0">
                <a:solidFill>
                  <a:srgbClr val="003F83"/>
                </a:solidFill>
                <a:latin typeface="Times New Roman"/>
                <a:cs typeface="Times New Roman"/>
              </a:rPr>
              <a:t>C</a:t>
            </a:r>
            <a:r>
              <a:rPr sz="1450" dirty="0">
                <a:solidFill>
                  <a:srgbClr val="003F83"/>
                </a:solidFill>
                <a:latin typeface="Times New Roman"/>
                <a:cs typeface="Times New Roman"/>
              </a:rPr>
              <a:t>OUNT</a:t>
            </a:r>
            <a:r>
              <a:rPr sz="1800" dirty="0">
                <a:latin typeface="Times New Roman"/>
                <a:cs typeface="Times New Roman"/>
              </a:rPr>
              <a:t>(</a:t>
            </a:r>
            <a:r>
              <a:rPr sz="1800" i="1" dirty="0">
                <a:latin typeface="Times New Roman"/>
                <a:cs typeface="Times New Roman"/>
              </a:rPr>
              <a:t>A</a:t>
            </a:r>
            <a:r>
              <a:rPr sz="1800" dirty="0">
                <a:latin typeface="Times New Roman"/>
                <a:cs typeface="Times New Roman"/>
              </a:rPr>
              <a:t>,</a:t>
            </a:r>
            <a:r>
              <a:rPr sz="1800" spc="-10" dirty="0">
                <a:latin typeface="Times New Roman"/>
                <a:cs typeface="Times New Roman"/>
              </a:rPr>
              <a:t> </a:t>
            </a:r>
            <a:r>
              <a:rPr sz="1800" i="1" spc="-25" dirty="0">
                <a:latin typeface="Times New Roman"/>
                <a:cs typeface="Times New Roman"/>
              </a:rPr>
              <a:t>B</a:t>
            </a:r>
            <a:r>
              <a:rPr sz="1800" spc="-25" dirty="0">
                <a:latin typeface="Times New Roman"/>
                <a:cs typeface="Times New Roman"/>
              </a:rPr>
              <a:t>)</a:t>
            </a:r>
            <a:r>
              <a:rPr sz="1800" i="1" spc="-25" dirty="0">
                <a:latin typeface="Times New Roman"/>
                <a:cs typeface="Times New Roman"/>
              </a:rPr>
              <a:t>.</a:t>
            </a:r>
            <a:endParaRPr sz="1800">
              <a:latin typeface="Times New Roman"/>
              <a:cs typeface="Times New Roman"/>
            </a:endParaRPr>
          </a:p>
          <a:p>
            <a:pPr>
              <a:lnSpc>
                <a:spcPct val="100000"/>
              </a:lnSpc>
              <a:spcBef>
                <a:spcPts val="1625"/>
              </a:spcBef>
            </a:pPr>
            <a:endParaRPr sz="1800">
              <a:latin typeface="Times New Roman"/>
              <a:cs typeface="Times New Roman"/>
            </a:endParaRPr>
          </a:p>
          <a:p>
            <a:pPr marL="219075">
              <a:lnSpc>
                <a:spcPct val="100000"/>
              </a:lnSpc>
            </a:pPr>
            <a:r>
              <a:rPr sz="1800" dirty="0">
                <a:solidFill>
                  <a:srgbClr val="003F83"/>
                </a:solidFill>
                <a:latin typeface="Times New Roman"/>
                <a:cs typeface="Times New Roman"/>
              </a:rPr>
              <a:t>R</a:t>
            </a:r>
            <a:r>
              <a:rPr sz="1450" dirty="0">
                <a:solidFill>
                  <a:srgbClr val="003F83"/>
                </a:solidFill>
                <a:latin typeface="Times New Roman"/>
                <a:cs typeface="Times New Roman"/>
              </a:rPr>
              <a:t>ETURN</a:t>
            </a:r>
            <a:r>
              <a:rPr sz="1450" spc="75" dirty="0">
                <a:solidFill>
                  <a:srgbClr val="003F83"/>
                </a:solidFill>
                <a:latin typeface="Times New Roman"/>
                <a:cs typeface="Times New Roman"/>
              </a:rPr>
              <a:t>  </a:t>
            </a:r>
            <a:r>
              <a:rPr sz="1800" dirty="0">
                <a:latin typeface="Times New Roman"/>
                <a:cs typeface="Times New Roman"/>
              </a:rPr>
              <a:t>(</a:t>
            </a:r>
            <a:r>
              <a:rPr sz="1800" i="1" dirty="0">
                <a:latin typeface="Times New Roman"/>
                <a:cs typeface="Times New Roman"/>
              </a:rPr>
              <a:t>r</a:t>
            </a:r>
            <a:r>
              <a:rPr sz="1800" i="1" baseline="-6944" dirty="0">
                <a:latin typeface="Times New Roman"/>
                <a:cs typeface="Times New Roman"/>
              </a:rPr>
              <a:t>A</a:t>
            </a:r>
            <a:r>
              <a:rPr sz="1800" i="1" spc="209" baseline="-6944"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i="1" dirty="0">
                <a:latin typeface="Times New Roman"/>
                <a:cs typeface="Times New Roman"/>
              </a:rPr>
              <a:t>r</a:t>
            </a:r>
            <a:r>
              <a:rPr sz="1800" i="1" baseline="-6944" dirty="0">
                <a:latin typeface="Times New Roman"/>
                <a:cs typeface="Times New Roman"/>
              </a:rPr>
              <a:t>B</a:t>
            </a:r>
            <a:r>
              <a:rPr sz="1800" i="1" spc="209" baseline="-6944"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i="1" dirty="0">
                <a:latin typeface="Times New Roman"/>
                <a:cs typeface="Times New Roman"/>
              </a:rPr>
              <a:t>r</a:t>
            </a:r>
            <a:r>
              <a:rPr sz="1800" i="1" baseline="-6944" dirty="0">
                <a:latin typeface="Times New Roman"/>
                <a:cs typeface="Times New Roman"/>
              </a:rPr>
              <a:t>AB</a:t>
            </a:r>
            <a:r>
              <a:rPr sz="1800" i="1" spc="-7" baseline="-6944" dirty="0">
                <a:latin typeface="Times New Roman"/>
                <a:cs typeface="Times New Roman"/>
              </a:rPr>
              <a:t> </a:t>
            </a:r>
            <a:r>
              <a:rPr sz="1800" dirty="0">
                <a:latin typeface="Times New Roman"/>
                <a:cs typeface="Times New Roman"/>
              </a:rPr>
              <a:t>,</a:t>
            </a:r>
            <a:r>
              <a:rPr sz="1800" spc="425" dirty="0">
                <a:latin typeface="Times New Roman"/>
                <a:cs typeface="Times New Roman"/>
              </a:rPr>
              <a:t> </a:t>
            </a:r>
            <a:r>
              <a:rPr sz="1800" i="1" spc="-20" dirty="0">
                <a:latin typeface="Times New Roman"/>
                <a:cs typeface="Times New Roman"/>
              </a:rPr>
              <a:t>L</a:t>
            </a:r>
            <a:r>
              <a:rPr sz="1800" spc="-20" dirty="0">
                <a:latin typeface="Times New Roman"/>
                <a:cs typeface="Times New Roman"/>
              </a:rPr>
              <a:t>')</a:t>
            </a:r>
            <a:r>
              <a:rPr sz="1800" i="1" spc="-20" dirty="0">
                <a:latin typeface="Times New Roman"/>
                <a:cs typeface="Times New Roman"/>
              </a:rPr>
              <a:t>.</a:t>
            </a:r>
            <a:endParaRPr sz="1800">
              <a:latin typeface="Times New Roman"/>
              <a:cs typeface="Times New Roman"/>
            </a:endParaRPr>
          </a:p>
        </p:txBody>
      </p:sp>
      <p:sp>
        <p:nvSpPr>
          <p:cNvPr id="9" name="object 9"/>
          <p:cNvSpPr/>
          <p:nvPr/>
        </p:nvSpPr>
        <p:spPr>
          <a:xfrm>
            <a:off x="2522387" y="6507743"/>
            <a:ext cx="4277995" cy="0"/>
          </a:xfrm>
          <a:custGeom>
            <a:avLst/>
            <a:gdLst/>
            <a:ahLst/>
            <a:cxnLst/>
            <a:rect l="l" t="t" r="r" b="b"/>
            <a:pathLst>
              <a:path w="4277995">
                <a:moveTo>
                  <a:pt x="0" y="0"/>
                </a:moveTo>
                <a:lnTo>
                  <a:pt x="4277525" y="0"/>
                </a:lnTo>
              </a:path>
            </a:pathLst>
          </a:custGeom>
          <a:ln w="3175">
            <a:solidFill>
              <a:srgbClr val="000000"/>
            </a:solidFill>
          </a:ln>
        </p:spPr>
        <p:txBody>
          <a:bodyPr wrap="square" lIns="0" tIns="0" rIns="0" bIns="0" rtlCol="0"/>
          <a:lstStyle/>
          <a:p>
            <a:endParaRPr/>
          </a:p>
        </p:txBody>
      </p:sp>
      <p:sp>
        <p:nvSpPr>
          <p:cNvPr id="10" name="object 10"/>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745267" y="475073"/>
            <a:ext cx="7125334" cy="346075"/>
          </a:xfrm>
          <a:prstGeom prst="rect">
            <a:avLst/>
          </a:prstGeom>
        </p:spPr>
        <p:txBody>
          <a:bodyPr vert="horz" wrap="square" lIns="0" tIns="12700" rIns="0" bIns="0" rtlCol="0">
            <a:spAutoFit/>
          </a:bodyPr>
          <a:lstStyle/>
          <a:p>
            <a:pPr marL="12700">
              <a:lnSpc>
                <a:spcPct val="100000"/>
              </a:lnSpc>
              <a:spcBef>
                <a:spcPts val="100"/>
              </a:spcBef>
            </a:pPr>
            <a:r>
              <a:rPr dirty="0"/>
              <a:t>Counting</a:t>
            </a:r>
            <a:r>
              <a:rPr spc="120" dirty="0"/>
              <a:t> </a:t>
            </a:r>
            <a:r>
              <a:rPr dirty="0"/>
              <a:t>inversions:</a:t>
            </a:r>
            <a:r>
              <a:rPr spc="125" dirty="0"/>
              <a:t> </a:t>
            </a:r>
            <a:r>
              <a:rPr dirty="0"/>
              <a:t>divide-</a:t>
            </a:r>
            <a:r>
              <a:rPr spc="-25" dirty="0"/>
              <a:t>and-</a:t>
            </a:r>
            <a:r>
              <a:rPr dirty="0"/>
              <a:t>conquer</a:t>
            </a:r>
            <a:r>
              <a:rPr spc="125" dirty="0"/>
              <a:t> </a:t>
            </a:r>
            <a:r>
              <a:rPr spc="45" dirty="0"/>
              <a:t>algorithm</a:t>
            </a:r>
            <a:r>
              <a:rPr spc="125" dirty="0"/>
              <a:t> </a:t>
            </a:r>
            <a:r>
              <a:rPr spc="-10" dirty="0"/>
              <a:t>analysis</a:t>
            </a:r>
          </a:p>
        </p:txBody>
      </p:sp>
      <p:sp>
        <p:nvSpPr>
          <p:cNvPr id="4" name="object 4"/>
          <p:cNvSpPr/>
          <p:nvPr/>
        </p:nvSpPr>
        <p:spPr>
          <a:xfrm>
            <a:off x="2997244" y="2952238"/>
            <a:ext cx="124460" cy="715645"/>
          </a:xfrm>
          <a:custGeom>
            <a:avLst/>
            <a:gdLst/>
            <a:ahLst/>
            <a:cxnLst/>
            <a:rect l="l" t="t" r="r" b="b"/>
            <a:pathLst>
              <a:path w="124460" h="715645">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3165881" y="3011496"/>
          <a:ext cx="4457700" cy="624840"/>
        </p:xfrm>
        <a:graphic>
          <a:graphicData uri="http://schemas.openxmlformats.org/drawingml/2006/table">
            <a:tbl>
              <a:tblPr firstRow="1" bandRow="1">
                <a:tableStyleId>{2D5ABB26-0587-4C30-8999-92F81FD0307C}</a:tableStyleId>
              </a:tblPr>
              <a:tblGrid>
                <a:gridCol w="1080770">
                  <a:extLst>
                    <a:ext uri="{9D8B030D-6E8A-4147-A177-3AD203B41FA5}">
                      <a16:colId xmlns:a16="http://schemas.microsoft.com/office/drawing/2014/main" val="20000"/>
                    </a:ext>
                  </a:extLst>
                </a:gridCol>
                <a:gridCol w="271780">
                  <a:extLst>
                    <a:ext uri="{9D8B030D-6E8A-4147-A177-3AD203B41FA5}">
                      <a16:colId xmlns:a16="http://schemas.microsoft.com/office/drawing/2014/main" val="20001"/>
                    </a:ext>
                  </a:extLst>
                </a:gridCol>
                <a:gridCol w="2025650">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tblGrid>
              <a:tr h="306705">
                <a:tc>
                  <a:txBody>
                    <a:bodyPr/>
                    <a:lstStyle/>
                    <a:p>
                      <a:pPr marL="31750">
                        <a:lnSpc>
                          <a:spcPts val="1964"/>
                        </a:lnSpc>
                      </a:pPr>
                      <a:r>
                        <a:rPr sz="1800" spc="-20" dirty="0">
                          <a:latin typeface="Times New Roman"/>
                          <a:cs typeface="Times New Roman"/>
                        </a:rPr>
                        <a:t>Θ(1)</a:t>
                      </a: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marL="158115">
                        <a:lnSpc>
                          <a:spcPts val="1964"/>
                        </a:lnSpc>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a:t>
                      </a:r>
                      <a:endParaRPr sz="1800">
                        <a:latin typeface="Times New Roman"/>
                        <a:cs typeface="Times New Roman"/>
                      </a:endParaRPr>
                    </a:p>
                  </a:txBody>
                  <a:tcPr marL="0" marR="0" marT="0" marB="0"/>
                </a:tc>
                <a:extLst>
                  <a:ext uri="{0D108BD9-81ED-4DB2-BD59-A6C34878D82A}">
                    <a16:rowId xmlns:a16="http://schemas.microsoft.com/office/drawing/2014/main" val="10000"/>
                  </a:ext>
                </a:extLst>
              </a:tr>
              <a:tr h="318135">
                <a:tc>
                  <a:txBody>
                    <a:bodyPr/>
                    <a:lstStyle/>
                    <a:p>
                      <a:pPr marL="31750">
                        <a:lnSpc>
                          <a:spcPct val="100000"/>
                        </a:lnSpc>
                        <a:spcBef>
                          <a:spcPts val="165"/>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45"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a:t>
                      </a:r>
                      <a:r>
                        <a:rPr sz="1800" spc="-235" dirty="0">
                          <a:latin typeface="Times New Roman"/>
                          <a:cs typeface="Times New Roman"/>
                        </a:rPr>
                        <a:t>2</a:t>
                      </a:r>
                      <a:r>
                        <a:rPr sz="1800" spc="-235" dirty="0">
                          <a:latin typeface="Symbol"/>
                          <a:cs typeface="Symbol"/>
                        </a:rPr>
                        <a:t></a:t>
                      </a:r>
                      <a:r>
                        <a:rPr sz="1800" spc="-145" dirty="0">
                          <a:latin typeface="Times New Roman"/>
                          <a:cs typeface="Times New Roman"/>
                        </a:rPr>
                        <a:t> </a:t>
                      </a:r>
                      <a:r>
                        <a:rPr sz="1800" spc="-50" dirty="0">
                          <a:latin typeface="Times New Roman"/>
                          <a:cs typeface="Times New Roman"/>
                        </a:rPr>
                        <a:t>)</a:t>
                      </a:r>
                      <a:endParaRPr sz="1800">
                        <a:latin typeface="Times New Roman"/>
                        <a:cs typeface="Times New Roman"/>
                      </a:endParaRPr>
                    </a:p>
                  </a:txBody>
                  <a:tcPr marL="0" marR="0" marT="20955" marB="0"/>
                </a:tc>
                <a:tc>
                  <a:txBody>
                    <a:bodyPr/>
                    <a:lstStyle/>
                    <a:p>
                      <a:pPr marL="57150">
                        <a:lnSpc>
                          <a:spcPct val="100000"/>
                        </a:lnSpc>
                        <a:spcBef>
                          <a:spcPts val="165"/>
                        </a:spcBef>
                      </a:pPr>
                      <a:r>
                        <a:rPr sz="1800" spc="-50" dirty="0">
                          <a:latin typeface="Times New Roman"/>
                          <a:cs typeface="Times New Roman"/>
                        </a:rPr>
                        <a:t>+</a:t>
                      </a:r>
                      <a:endParaRPr sz="1800">
                        <a:latin typeface="Times New Roman"/>
                        <a:cs typeface="Times New Roman"/>
                      </a:endParaRPr>
                    </a:p>
                  </a:txBody>
                  <a:tcPr marL="0" marR="0" marT="20955" marB="0"/>
                </a:tc>
                <a:tc>
                  <a:txBody>
                    <a:bodyPr/>
                    <a:lstStyle/>
                    <a:p>
                      <a:pPr marL="85725">
                        <a:lnSpc>
                          <a:spcPct val="100000"/>
                        </a:lnSpc>
                        <a:spcBef>
                          <a:spcPts val="165"/>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 </a:t>
                      </a:r>
                      <a:r>
                        <a:rPr sz="1800" dirty="0">
                          <a:latin typeface="Times New Roman"/>
                          <a:cs typeface="Times New Roman"/>
                        </a:rPr>
                        <a:t>/ 2</a:t>
                      </a:r>
                      <a:r>
                        <a:rPr sz="1800" dirty="0">
                          <a:latin typeface="Symbol"/>
                          <a:cs typeface="Symbol"/>
                        </a:rPr>
                        <a:t></a:t>
                      </a:r>
                      <a:r>
                        <a:rPr sz="1800" spc="-1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spc="-20" dirty="0">
                          <a:latin typeface="Times New Roman"/>
                          <a:cs typeface="Times New Roman"/>
                        </a:rPr>
                        <a:t>Θ(</a:t>
                      </a:r>
                      <a:r>
                        <a:rPr sz="1800" i="1" spc="-20" dirty="0">
                          <a:latin typeface="Times New Roman"/>
                          <a:cs typeface="Times New Roman"/>
                        </a:rPr>
                        <a:t>n</a:t>
                      </a:r>
                      <a:r>
                        <a:rPr sz="1800" spc="-20" dirty="0">
                          <a:latin typeface="Times New Roman"/>
                          <a:cs typeface="Times New Roman"/>
                        </a:rPr>
                        <a:t>)</a:t>
                      </a:r>
                      <a:endParaRPr sz="1800">
                        <a:latin typeface="Times New Roman"/>
                        <a:cs typeface="Times New Roman"/>
                      </a:endParaRPr>
                    </a:p>
                  </a:txBody>
                  <a:tcPr marL="0" marR="0" marT="20955" marB="0"/>
                </a:tc>
                <a:tc>
                  <a:txBody>
                    <a:bodyPr/>
                    <a:lstStyle/>
                    <a:p>
                      <a:pPr marL="158115">
                        <a:lnSpc>
                          <a:spcPct val="100000"/>
                        </a:lnSpc>
                        <a:spcBef>
                          <a:spcPts val="165"/>
                        </a:spcBef>
                      </a:pPr>
                      <a:r>
                        <a:rPr sz="1800" spc="-10" dirty="0">
                          <a:latin typeface="Times New Roman"/>
                          <a:cs typeface="Times New Roman"/>
                        </a:rPr>
                        <a:t>otherwise</a:t>
                      </a:r>
                      <a:endParaRPr sz="1800">
                        <a:latin typeface="Times New Roman"/>
                        <a:cs typeface="Times New Roman"/>
                      </a:endParaRPr>
                    </a:p>
                  </a:txBody>
                  <a:tcPr marL="0" marR="0" marT="20955" marB="0"/>
                </a:tc>
                <a:extLst>
                  <a:ext uri="{0D108BD9-81ED-4DB2-BD59-A6C34878D82A}">
                    <a16:rowId xmlns:a16="http://schemas.microsoft.com/office/drawing/2014/main" val="10001"/>
                  </a:ext>
                </a:extLst>
              </a:tr>
            </a:tbl>
          </a:graphicData>
        </a:graphic>
      </p:graphicFrame>
      <p:sp>
        <p:nvSpPr>
          <p:cNvPr id="7" name="object 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20</a:t>
            </a:fld>
            <a:endParaRPr spc="-25" dirty="0"/>
          </a:p>
        </p:txBody>
      </p:sp>
      <p:sp>
        <p:nvSpPr>
          <p:cNvPr id="6" name="object 6"/>
          <p:cNvSpPr txBox="1"/>
          <p:nvPr/>
        </p:nvSpPr>
        <p:spPr>
          <a:xfrm>
            <a:off x="745267" y="1131247"/>
            <a:ext cx="8382000" cy="2343150"/>
          </a:xfrm>
          <a:prstGeom prst="rect">
            <a:avLst/>
          </a:prstGeom>
        </p:spPr>
        <p:txBody>
          <a:bodyPr vert="horz" wrap="square" lIns="0" tIns="12700" rIns="0" bIns="0" rtlCol="0">
            <a:spAutoFit/>
          </a:bodyPr>
          <a:lstStyle/>
          <a:p>
            <a:pPr marL="12700" marR="5080">
              <a:lnSpc>
                <a:spcPct val="132100"/>
              </a:lnSpc>
              <a:spcBef>
                <a:spcPts val="100"/>
              </a:spcBef>
            </a:pPr>
            <a:r>
              <a:rPr sz="1800" dirty="0">
                <a:solidFill>
                  <a:srgbClr val="0048AA"/>
                </a:solidFill>
                <a:latin typeface="Lucida Sans Unicode"/>
                <a:cs typeface="Lucida Sans Unicode"/>
              </a:rPr>
              <a:t>Proposition.</a:t>
            </a:r>
            <a:r>
              <a:rPr sz="1800" spc="-5" dirty="0">
                <a:solidFill>
                  <a:srgbClr val="0048AA"/>
                </a:solidFill>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spc="-70" dirty="0">
                <a:latin typeface="Lucida Sans Unicode"/>
                <a:cs typeface="Lucida Sans Unicode"/>
              </a:rPr>
              <a:t>sort-</a:t>
            </a:r>
            <a:r>
              <a:rPr sz="1800" spc="-85" dirty="0">
                <a:latin typeface="Lucida Sans Unicode"/>
                <a:cs typeface="Lucida Sans Unicode"/>
              </a:rPr>
              <a:t>and-</a:t>
            </a:r>
            <a:r>
              <a:rPr sz="1800" spc="-60" dirty="0">
                <a:latin typeface="Lucida Sans Unicode"/>
                <a:cs typeface="Lucida Sans Unicode"/>
              </a:rPr>
              <a:t>count</a:t>
            </a:r>
            <a:r>
              <a:rPr sz="1800" dirty="0">
                <a:latin typeface="Lucida Sans Unicode"/>
                <a:cs typeface="Lucida Sans Unicode"/>
              </a:rPr>
              <a:t> algorithm</a:t>
            </a:r>
            <a:r>
              <a:rPr sz="1800" spc="-5" dirty="0">
                <a:latin typeface="Lucida Sans Unicode"/>
                <a:cs typeface="Lucida Sans Unicode"/>
              </a:rPr>
              <a:t> </a:t>
            </a:r>
            <a:r>
              <a:rPr sz="1800" dirty="0">
                <a:latin typeface="Lucida Sans Unicode"/>
                <a:cs typeface="Lucida Sans Unicode"/>
              </a:rPr>
              <a:t>counts</a:t>
            </a:r>
            <a:r>
              <a:rPr sz="1800" spc="-5" dirty="0">
                <a:latin typeface="Lucida Sans Unicode"/>
                <a:cs typeface="Lucida Sans Unicode"/>
              </a:rPr>
              <a:t> </a:t>
            </a:r>
            <a:r>
              <a:rPr sz="1800" dirty="0">
                <a:latin typeface="Lucida Sans Unicode"/>
                <a:cs typeface="Lucida Sans Unicode"/>
              </a:rPr>
              <a:t>the number</a:t>
            </a:r>
            <a:r>
              <a:rPr sz="1800" spc="-5" dirty="0">
                <a:latin typeface="Lucida Sans Unicode"/>
                <a:cs typeface="Lucida Sans Unicode"/>
              </a:rPr>
              <a:t> </a:t>
            </a:r>
            <a:r>
              <a:rPr sz="1800" dirty="0">
                <a:latin typeface="Lucida Sans Unicode"/>
                <a:cs typeface="Lucida Sans Unicode"/>
              </a:rPr>
              <a:t>of </a:t>
            </a:r>
            <a:r>
              <a:rPr sz="1800" spc="-10" dirty="0">
                <a:latin typeface="Lucida Sans Unicode"/>
                <a:cs typeface="Lucida Sans Unicode"/>
              </a:rPr>
              <a:t>inversions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a permutation of</a:t>
            </a:r>
            <a:r>
              <a:rPr sz="1800" spc="-5" dirty="0">
                <a:latin typeface="Lucida Sans Unicode"/>
                <a:cs typeface="Lucida Sans Unicode"/>
              </a:rPr>
              <a:t> </a:t>
            </a:r>
            <a:r>
              <a:rPr sz="1800" dirty="0">
                <a:latin typeface="Lucida Sans Unicode"/>
                <a:cs typeface="Lucida Sans Unicode"/>
              </a:rPr>
              <a:t>size </a:t>
            </a:r>
            <a:r>
              <a:rPr sz="1800" i="1" dirty="0">
                <a:latin typeface="Times New Roman"/>
                <a:cs typeface="Times New Roman"/>
              </a:rPr>
              <a:t>n</a:t>
            </a:r>
            <a:r>
              <a:rPr sz="1800" i="1" spc="114" dirty="0">
                <a:latin typeface="Times New Roman"/>
                <a:cs typeface="Times New Roman"/>
              </a:rPr>
              <a:t> </a:t>
            </a:r>
            <a:r>
              <a:rPr sz="1800" dirty="0">
                <a:latin typeface="Lucida Sans Unicode"/>
                <a:cs typeface="Lucida Sans Unicode"/>
              </a:rPr>
              <a:t>in</a:t>
            </a:r>
            <a:r>
              <a:rPr sz="1800" spc="-5"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log </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spc="-10" dirty="0">
                <a:latin typeface="Lucida Sans Unicode"/>
                <a:cs typeface="Lucida Sans Unicode"/>
              </a:rPr>
              <a:t>time.</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12700">
              <a:lnSpc>
                <a:spcPct val="100000"/>
              </a:lnSpc>
              <a:tabLst>
                <a:tab pos="44005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latin typeface="Lucida Sans Unicode"/>
                <a:cs typeface="Lucida Sans Unicode"/>
              </a:rPr>
              <a:t>The</a:t>
            </a:r>
            <a:r>
              <a:rPr sz="1800" spc="-15" dirty="0">
                <a:latin typeface="Lucida Sans Unicode"/>
                <a:cs typeface="Lucida Sans Unicode"/>
              </a:rPr>
              <a:t> </a:t>
            </a:r>
            <a:r>
              <a:rPr sz="1800" spc="-45" dirty="0">
                <a:latin typeface="Lucida Sans Unicode"/>
                <a:cs typeface="Lucida Sans Unicode"/>
              </a:rPr>
              <a:t>worst-</a:t>
            </a:r>
            <a:r>
              <a:rPr sz="1800" spc="-10" dirty="0">
                <a:latin typeface="Lucida Sans Unicode"/>
                <a:cs typeface="Lucida Sans Unicode"/>
              </a:rPr>
              <a:t>case </a:t>
            </a:r>
            <a:r>
              <a:rPr sz="1800" dirty="0">
                <a:latin typeface="Lucida Sans Unicode"/>
                <a:cs typeface="Lucida Sans Unicode"/>
              </a:rPr>
              <a:t>running</a:t>
            </a:r>
            <a:r>
              <a:rPr sz="1800" spc="-10" dirty="0">
                <a:latin typeface="Lucida Sans Unicode"/>
                <a:cs typeface="Lucida Sans Unicode"/>
              </a:rPr>
              <a:t> </a:t>
            </a:r>
            <a:r>
              <a:rPr sz="1800" dirty="0">
                <a:latin typeface="Lucida Sans Unicode"/>
                <a:cs typeface="Lucida Sans Unicode"/>
              </a:rPr>
              <a:t>time</a:t>
            </a:r>
            <a:r>
              <a:rPr sz="1800" spc="-15" dirty="0">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5" dirty="0">
                <a:latin typeface="Times New Roman"/>
                <a:cs typeface="Times New Roman"/>
              </a:rPr>
              <a:t> </a:t>
            </a:r>
            <a:r>
              <a:rPr sz="1800" dirty="0">
                <a:latin typeface="Lucida Sans Unicode"/>
                <a:cs typeface="Lucida Sans Unicode"/>
              </a:rPr>
              <a:t>satisfies</a:t>
            </a:r>
            <a:r>
              <a:rPr sz="1800" spc="-15" dirty="0">
                <a:latin typeface="Lucida Sans Unicode"/>
                <a:cs typeface="Lucida Sans Unicode"/>
              </a:rPr>
              <a:t> </a:t>
            </a:r>
            <a:r>
              <a:rPr sz="1800" dirty="0">
                <a:latin typeface="Lucida Sans Unicode"/>
                <a:cs typeface="Lucida Sans Unicode"/>
              </a:rPr>
              <a:t>the</a:t>
            </a:r>
            <a:r>
              <a:rPr sz="1800" spc="-10" dirty="0">
                <a:latin typeface="Lucida Sans Unicode"/>
                <a:cs typeface="Lucida Sans Unicode"/>
              </a:rPr>
              <a:t> recurrence:</a:t>
            </a:r>
            <a:endParaRPr sz="1800">
              <a:latin typeface="Lucida Sans Unicode"/>
              <a:cs typeface="Lucida Sans Unicode"/>
            </a:endParaRPr>
          </a:p>
          <a:p>
            <a:pPr>
              <a:lnSpc>
                <a:spcPct val="100000"/>
              </a:lnSpc>
              <a:spcBef>
                <a:spcPts val="1905"/>
              </a:spcBef>
            </a:pPr>
            <a:endParaRPr sz="1800">
              <a:latin typeface="Lucida Sans Unicode"/>
              <a:cs typeface="Lucida Sans Unicode"/>
            </a:endParaRPr>
          </a:p>
          <a:p>
            <a:pPr marL="1410335">
              <a:lnSpc>
                <a:spcPct val="100000"/>
              </a:lnSpc>
              <a:spcBef>
                <a:spcPts val="5"/>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7D6814-170C-B512-DA65-E2A758E7051E}"/>
              </a:ext>
            </a:extLst>
          </p:cNvPr>
          <p:cNvSpPr>
            <a:spLocks noGrp="1"/>
          </p:cNvSpPr>
          <p:nvPr>
            <p:ph type="title"/>
          </p:nvPr>
        </p:nvSpPr>
        <p:spPr>
          <a:xfrm>
            <a:off x="745267" y="475073"/>
            <a:ext cx="6357620" cy="323165"/>
          </a:xfrm>
        </p:spPr>
        <p:txBody>
          <a:bodyPr/>
          <a:lstStyle/>
          <a:p>
            <a:r>
              <a:rPr kumimoji="1" lang="en-GB" altLang="zh-CN"/>
              <a:t>https://www.youtube.com/watch?v=7_AJfusC6UQ</a:t>
            </a:r>
            <a:endParaRPr kumimoji="1" lang="zh-CN" altLang="en-US"/>
          </a:p>
        </p:txBody>
      </p:sp>
      <p:pic>
        <p:nvPicPr>
          <p:cNvPr id="1026" name="Picture 2" descr="Columbia Engineering on Instagram: &quot;@columbia_cs Professor Tim Roughgarden  has been elected an Association for Computing Machinery (ACM) fellow in  recognition of his contributions to the field of computer science and  algorithmic theory. Congratulations! Roughgarden is recognized for his  significant impact in the computing community. Read more about his  accomplishments through our #linkinbio #ColumbiaEngineering  @datascicolumbia&quot;">
            <a:extLst>
              <a:ext uri="{FF2B5EF4-FFF2-40B4-BE49-F238E27FC236}">
                <a16:creationId xmlns:a16="http://schemas.microsoft.com/office/drawing/2014/main" id="{51CF69B5-6543-BF73-87BF-E3EED562A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300" y="1046480"/>
            <a:ext cx="6357620" cy="6357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909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0936" y="1527350"/>
            <a:ext cx="3337560" cy="3832225"/>
            <a:chOff x="640936" y="1527350"/>
            <a:chExt cx="3337560" cy="3832225"/>
          </a:xfrm>
        </p:grpSpPr>
        <p:pic>
          <p:nvPicPr>
            <p:cNvPr id="3" name="object 3"/>
            <p:cNvPicPr/>
            <p:nvPr/>
          </p:nvPicPr>
          <p:blipFill>
            <a:blip r:embed="rId2" cstate="print"/>
            <a:stretch>
              <a:fillRect/>
            </a:stretch>
          </p:blipFill>
          <p:spPr>
            <a:xfrm>
              <a:off x="640936" y="1527350"/>
              <a:ext cx="3337527" cy="3832049"/>
            </a:xfrm>
            <a:prstGeom prst="rect">
              <a:avLst/>
            </a:prstGeom>
          </p:spPr>
        </p:pic>
        <p:pic>
          <p:nvPicPr>
            <p:cNvPr id="4" name="object 4"/>
            <p:cNvPicPr/>
            <p:nvPr/>
          </p:nvPicPr>
          <p:blipFill>
            <a:blip r:embed="rId3" cstate="print"/>
            <a:stretch>
              <a:fillRect/>
            </a:stretch>
          </p:blipFill>
          <p:spPr>
            <a:xfrm>
              <a:off x="3276600" y="1641798"/>
              <a:ext cx="552411" cy="606101"/>
            </a:xfrm>
            <a:prstGeom prst="rect">
              <a:avLst/>
            </a:prstGeom>
          </p:spPr>
        </p:pic>
      </p:grpSp>
      <p:sp>
        <p:nvSpPr>
          <p:cNvPr id="5" name="object 5"/>
          <p:cNvSpPr/>
          <p:nvPr/>
        </p:nvSpPr>
        <p:spPr>
          <a:xfrm>
            <a:off x="4487092" y="1985145"/>
            <a:ext cx="4893310" cy="0"/>
          </a:xfrm>
          <a:custGeom>
            <a:avLst/>
            <a:gdLst/>
            <a:ahLst/>
            <a:cxnLst/>
            <a:rect l="l" t="t" r="r" b="b"/>
            <a:pathLst>
              <a:path w="4893309">
                <a:moveTo>
                  <a:pt x="0" y="0"/>
                </a:moveTo>
                <a:lnTo>
                  <a:pt x="4892688" y="0"/>
                </a:lnTo>
              </a:path>
            </a:pathLst>
          </a:custGeom>
          <a:ln w="19074">
            <a:solidFill>
              <a:srgbClr val="000000"/>
            </a:solidFill>
          </a:ln>
        </p:spPr>
        <p:txBody>
          <a:bodyPr wrap="square" lIns="0" tIns="0" rIns="0" bIns="0" rtlCol="0"/>
          <a:lstStyle/>
          <a:p>
            <a:endParaRPr/>
          </a:p>
        </p:txBody>
      </p:sp>
      <p:sp>
        <p:nvSpPr>
          <p:cNvPr id="6" name="object 6"/>
          <p:cNvSpPr txBox="1"/>
          <p:nvPr/>
        </p:nvSpPr>
        <p:spPr>
          <a:xfrm>
            <a:off x="1773707" y="5444059"/>
            <a:ext cx="1082675" cy="254635"/>
          </a:xfrm>
          <a:prstGeom prst="rect">
            <a:avLst/>
          </a:prstGeom>
        </p:spPr>
        <p:txBody>
          <a:bodyPr vert="horz" wrap="square" lIns="0" tIns="12700" rIns="0" bIns="0" rtlCol="0">
            <a:spAutoFit/>
          </a:bodyPr>
          <a:lstStyle/>
          <a:p>
            <a:pPr marL="12700">
              <a:lnSpc>
                <a:spcPct val="100000"/>
              </a:lnSpc>
              <a:spcBef>
                <a:spcPts val="100"/>
              </a:spcBef>
            </a:pPr>
            <a:r>
              <a:rPr sz="1500" b="1" cap="small" spc="85" dirty="0">
                <a:latin typeface="Trebuchet MS"/>
                <a:cs typeface="Trebuchet MS"/>
              </a:rPr>
              <a:t>Section</a:t>
            </a:r>
            <a:r>
              <a:rPr sz="1500" b="1" cap="small" spc="65" dirty="0">
                <a:latin typeface="Trebuchet MS"/>
                <a:cs typeface="Trebuchet MS"/>
              </a:rPr>
              <a:t> </a:t>
            </a:r>
            <a:r>
              <a:rPr sz="1500" b="1" cap="small" spc="-45" dirty="0">
                <a:latin typeface="Trebuchet MS"/>
                <a:cs typeface="Trebuchet MS"/>
              </a:rPr>
              <a:t>5.4</a:t>
            </a:r>
            <a:endParaRPr sz="1500">
              <a:latin typeface="Trebuchet MS"/>
              <a:cs typeface="Trebuchet MS"/>
            </a:endParaRPr>
          </a:p>
        </p:txBody>
      </p:sp>
      <p:sp>
        <p:nvSpPr>
          <p:cNvPr id="7" name="object 7"/>
          <p:cNvSpPr txBox="1">
            <a:spLocks noGrp="1"/>
          </p:cNvSpPr>
          <p:nvPr>
            <p:ph type="title"/>
          </p:nvPr>
        </p:nvSpPr>
        <p:spPr>
          <a:xfrm>
            <a:off x="4512541" y="1428813"/>
            <a:ext cx="4783859" cy="437515"/>
          </a:xfrm>
          <a:prstGeom prst="rect">
            <a:avLst/>
          </a:prstGeom>
        </p:spPr>
        <p:txBody>
          <a:bodyPr vert="horz" wrap="square" lIns="0" tIns="12700" rIns="0" bIns="0" rtlCol="0">
            <a:spAutoFit/>
          </a:bodyPr>
          <a:lstStyle/>
          <a:p>
            <a:pPr marL="12700">
              <a:lnSpc>
                <a:spcPct val="100000"/>
              </a:lnSpc>
              <a:spcBef>
                <a:spcPts val="100"/>
              </a:spcBef>
              <a:tabLst>
                <a:tab pos="523875" algn="l"/>
              </a:tabLst>
            </a:pPr>
            <a:r>
              <a:rPr sz="2700" b="1" cap="small" spc="-25" dirty="0">
                <a:latin typeface="Tahoma"/>
                <a:cs typeface="Tahoma"/>
              </a:rPr>
              <a:t>5.</a:t>
            </a:r>
            <a:r>
              <a:rPr sz="2700" b="1" cap="small" dirty="0">
                <a:latin typeface="Tahoma"/>
                <a:cs typeface="Tahoma"/>
              </a:rPr>
              <a:t>	</a:t>
            </a:r>
            <a:r>
              <a:rPr sz="2700" b="1" cap="small" spc="-200" dirty="0">
                <a:latin typeface="Tahoma"/>
                <a:cs typeface="Tahoma"/>
              </a:rPr>
              <a:t>Divide</a:t>
            </a:r>
            <a:r>
              <a:rPr sz="2700" b="1" cap="small" spc="100" dirty="0">
                <a:latin typeface="Tahoma"/>
                <a:cs typeface="Tahoma"/>
              </a:rPr>
              <a:t> </a:t>
            </a:r>
            <a:r>
              <a:rPr sz="2700" b="1" cap="small" dirty="0">
                <a:latin typeface="Tahoma"/>
                <a:cs typeface="Tahoma"/>
              </a:rPr>
              <a:t>and</a:t>
            </a:r>
            <a:r>
              <a:rPr sz="2700" b="1" cap="small" spc="105" dirty="0">
                <a:latin typeface="Tahoma"/>
                <a:cs typeface="Tahoma"/>
              </a:rPr>
              <a:t> </a:t>
            </a:r>
            <a:r>
              <a:rPr sz="2700" b="1" cap="small" spc="-80" dirty="0">
                <a:latin typeface="Tahoma"/>
                <a:cs typeface="Tahoma"/>
              </a:rPr>
              <a:t>Conquer</a:t>
            </a:r>
            <a:endParaRPr sz="2700">
              <a:latin typeface="Tahoma"/>
              <a:cs typeface="Tahoma"/>
            </a:endParaRPr>
          </a:p>
        </p:txBody>
      </p:sp>
      <p:sp>
        <p:nvSpPr>
          <p:cNvPr id="8" name="object 8"/>
          <p:cNvSpPr txBox="1"/>
          <p:nvPr/>
        </p:nvSpPr>
        <p:spPr>
          <a:xfrm>
            <a:off x="4512541" y="2115505"/>
            <a:ext cx="2877820" cy="2409825"/>
          </a:xfrm>
          <a:prstGeom prst="rect">
            <a:avLst/>
          </a:prstGeom>
        </p:spPr>
        <p:txBody>
          <a:bodyPr vert="horz" wrap="square" lIns="0" tIns="146685" rIns="0" bIns="0" rtlCol="0">
            <a:spAutoFit/>
          </a:bodyPr>
          <a:lstStyle/>
          <a:p>
            <a:pPr marL="250825" indent="-238125">
              <a:lnSpc>
                <a:spcPct val="100000"/>
              </a:lnSpc>
              <a:spcBef>
                <a:spcPts val="1155"/>
              </a:spcBef>
              <a:buFont typeface="Lucida Sans Unicode"/>
              <a:buChar char="‣"/>
              <a:tabLst>
                <a:tab pos="250825" algn="l"/>
              </a:tabLst>
            </a:pPr>
            <a:r>
              <a:rPr sz="2250" i="1" spc="-145" dirty="0">
                <a:solidFill>
                  <a:srgbClr val="D5D5D5"/>
                </a:solidFill>
                <a:latin typeface="Verdana"/>
                <a:cs typeface="Verdana"/>
              </a:rPr>
              <a:t>mergesort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counting</a:t>
            </a:r>
            <a:r>
              <a:rPr sz="2250" i="1" spc="-80" dirty="0">
                <a:solidFill>
                  <a:srgbClr val="D5D5D5"/>
                </a:solidFill>
                <a:latin typeface="Verdana"/>
                <a:cs typeface="Verdana"/>
              </a:rPr>
              <a:t> </a:t>
            </a:r>
            <a:r>
              <a:rPr sz="2250" i="1" spc="-110" dirty="0">
                <a:solidFill>
                  <a:srgbClr val="D5D5D5"/>
                </a:solidFill>
                <a:latin typeface="Verdana"/>
                <a:cs typeface="Verdana"/>
              </a:rPr>
              <a:t>inversions</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50" dirty="0">
                <a:latin typeface="Verdana"/>
                <a:cs typeface="Verdana"/>
              </a:rPr>
              <a:t>closest</a:t>
            </a:r>
            <a:r>
              <a:rPr sz="2250" i="1" spc="-110" dirty="0">
                <a:latin typeface="Verdana"/>
                <a:cs typeface="Verdana"/>
              </a:rPr>
              <a:t> </a:t>
            </a:r>
            <a:r>
              <a:rPr sz="2250" i="1" spc="-125" dirty="0">
                <a:latin typeface="Verdana"/>
                <a:cs typeface="Verdana"/>
              </a:rPr>
              <a:t>pair</a:t>
            </a:r>
            <a:r>
              <a:rPr sz="2250" i="1" spc="-110" dirty="0">
                <a:latin typeface="Verdana"/>
                <a:cs typeface="Verdana"/>
              </a:rPr>
              <a:t> </a:t>
            </a:r>
            <a:r>
              <a:rPr sz="2250" i="1" spc="-170" dirty="0">
                <a:latin typeface="Verdana"/>
                <a:cs typeface="Verdana"/>
              </a:rPr>
              <a:t>of</a:t>
            </a:r>
            <a:r>
              <a:rPr sz="2250" i="1" spc="-110" dirty="0">
                <a:latin typeface="Verdana"/>
                <a:cs typeface="Verdana"/>
              </a:rPr>
              <a:t> </a:t>
            </a:r>
            <a:r>
              <a:rPr sz="2250" i="1" spc="-40" dirty="0">
                <a:latin typeface="Verdana"/>
                <a:cs typeface="Verdana"/>
              </a:rPr>
              <a:t>points</a:t>
            </a:r>
            <a:endParaRPr sz="2250">
              <a:latin typeface="Verdana"/>
              <a:cs typeface="Verdana"/>
            </a:endParaRPr>
          </a:p>
          <a:p>
            <a:pPr marL="250825" indent="-238125">
              <a:lnSpc>
                <a:spcPct val="100000"/>
              </a:lnSpc>
              <a:spcBef>
                <a:spcPts val="1050"/>
              </a:spcBef>
              <a:buFont typeface="Lucida Sans Unicode"/>
              <a:buChar char="‣"/>
              <a:tabLst>
                <a:tab pos="250825" algn="l"/>
              </a:tabLst>
            </a:pPr>
            <a:r>
              <a:rPr sz="2250" i="1" spc="-195" dirty="0">
                <a:solidFill>
                  <a:srgbClr val="D5D5D5"/>
                </a:solidFill>
                <a:latin typeface="Verdana"/>
                <a:cs typeface="Verdana"/>
              </a:rPr>
              <a:t>randomized</a:t>
            </a:r>
            <a:r>
              <a:rPr sz="2250" i="1" spc="-50" dirty="0">
                <a:solidFill>
                  <a:srgbClr val="D5D5D5"/>
                </a:solidFill>
                <a:latin typeface="Verdana"/>
                <a:cs typeface="Verdana"/>
              </a:rPr>
              <a:t> </a:t>
            </a:r>
            <a:r>
              <a:rPr sz="2250" i="1" spc="-200" dirty="0">
                <a:solidFill>
                  <a:srgbClr val="D5D5D5"/>
                </a:solidFill>
                <a:latin typeface="Verdana"/>
                <a:cs typeface="Verdana"/>
              </a:rPr>
              <a:t>quicksort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median</a:t>
            </a:r>
            <a:r>
              <a:rPr sz="2250" i="1" spc="-105" dirty="0">
                <a:solidFill>
                  <a:srgbClr val="D5D5D5"/>
                </a:solidFill>
                <a:latin typeface="Verdana"/>
                <a:cs typeface="Verdana"/>
              </a:rPr>
              <a:t> </a:t>
            </a:r>
            <a:r>
              <a:rPr sz="2250" i="1" spc="-175" dirty="0">
                <a:solidFill>
                  <a:srgbClr val="D5D5D5"/>
                </a:solidFill>
                <a:latin typeface="Verdana"/>
                <a:cs typeface="Verdana"/>
              </a:rPr>
              <a:t>and</a:t>
            </a:r>
            <a:r>
              <a:rPr sz="2250" i="1" spc="-110" dirty="0">
                <a:solidFill>
                  <a:srgbClr val="D5D5D5"/>
                </a:solidFill>
                <a:latin typeface="Verdana"/>
                <a:cs typeface="Verdana"/>
              </a:rPr>
              <a:t> </a:t>
            </a:r>
            <a:r>
              <a:rPr sz="2250" i="1" spc="-155" dirty="0">
                <a:solidFill>
                  <a:srgbClr val="D5D5D5"/>
                </a:solidFill>
                <a:latin typeface="Verdana"/>
                <a:cs typeface="Verdana"/>
              </a:rPr>
              <a:t>selection</a:t>
            </a:r>
            <a:endParaRPr sz="2250">
              <a:latin typeface="Verdana"/>
              <a:cs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Closest</a:t>
            </a:r>
            <a:r>
              <a:rPr spc="10" dirty="0"/>
              <a:t> </a:t>
            </a:r>
            <a:r>
              <a:rPr spc="80" dirty="0"/>
              <a:t>pair</a:t>
            </a:r>
            <a:r>
              <a:rPr spc="15" dirty="0"/>
              <a:t> </a:t>
            </a:r>
            <a:r>
              <a:rPr spc="60" dirty="0"/>
              <a:t>of</a:t>
            </a:r>
            <a:r>
              <a:rPr spc="15" dirty="0"/>
              <a:t> </a:t>
            </a:r>
            <a:r>
              <a:rPr spc="-10" dirty="0"/>
              <a:t>points</a:t>
            </a:r>
          </a:p>
        </p:txBody>
      </p:sp>
      <p:sp>
        <p:nvSpPr>
          <p:cNvPr id="4" name="object 4"/>
          <p:cNvSpPr txBox="1"/>
          <p:nvPr/>
        </p:nvSpPr>
        <p:spPr>
          <a:xfrm>
            <a:off x="745267" y="1131247"/>
            <a:ext cx="7874000" cy="750570"/>
          </a:xfrm>
          <a:prstGeom prst="rect">
            <a:avLst/>
          </a:prstGeom>
        </p:spPr>
        <p:txBody>
          <a:bodyPr vert="horz" wrap="square" lIns="0" tIns="12700" rIns="0" bIns="0" rtlCol="0">
            <a:spAutoFit/>
          </a:bodyPr>
          <a:lstStyle/>
          <a:p>
            <a:pPr marL="12700" marR="5080">
              <a:lnSpc>
                <a:spcPct val="132100"/>
              </a:lnSpc>
              <a:spcBef>
                <a:spcPts val="100"/>
              </a:spcBef>
              <a:tabLst>
                <a:tab pos="2541270" algn="l"/>
              </a:tabLst>
            </a:pPr>
            <a:r>
              <a:rPr sz="1800" dirty="0">
                <a:solidFill>
                  <a:srgbClr val="0048AA"/>
                </a:solidFill>
                <a:latin typeface="Lucida Sans Unicode"/>
                <a:cs typeface="Lucida Sans Unicode"/>
              </a:rPr>
              <a:t>Closest</a:t>
            </a:r>
            <a:r>
              <a:rPr sz="1800" spc="-20" dirty="0">
                <a:solidFill>
                  <a:srgbClr val="0048AA"/>
                </a:solidFill>
                <a:latin typeface="Lucida Sans Unicode"/>
                <a:cs typeface="Lucida Sans Unicode"/>
              </a:rPr>
              <a:t> </a:t>
            </a:r>
            <a:r>
              <a:rPr sz="1800" dirty="0">
                <a:solidFill>
                  <a:srgbClr val="0048AA"/>
                </a:solidFill>
                <a:latin typeface="Lucida Sans Unicode"/>
                <a:cs typeface="Lucida Sans Unicode"/>
              </a:rPr>
              <a:t>pair</a:t>
            </a:r>
            <a:r>
              <a:rPr sz="1800" spc="-15" dirty="0">
                <a:solidFill>
                  <a:srgbClr val="0048AA"/>
                </a:solidFill>
                <a:latin typeface="Lucida Sans Unicode"/>
                <a:cs typeface="Lucida Sans Unicode"/>
              </a:rPr>
              <a:t> </a:t>
            </a:r>
            <a:r>
              <a:rPr sz="1800" spc="-10" dirty="0">
                <a:solidFill>
                  <a:srgbClr val="0048AA"/>
                </a:solidFill>
                <a:latin typeface="Lucida Sans Unicode"/>
                <a:cs typeface="Lucida Sans Unicode"/>
              </a:rPr>
              <a:t>problem.</a:t>
            </a:r>
            <a:r>
              <a:rPr sz="1800" dirty="0">
                <a:solidFill>
                  <a:srgbClr val="0048AA"/>
                </a:solidFill>
                <a:latin typeface="Lucida Sans Unicode"/>
                <a:cs typeface="Lucida Sans Unicode"/>
              </a:rPr>
              <a:t>	</a:t>
            </a:r>
            <a:r>
              <a:rPr sz="1800" dirty="0">
                <a:latin typeface="Lucida Sans Unicode"/>
                <a:cs typeface="Lucida Sans Unicode"/>
              </a:rPr>
              <a:t>Given</a:t>
            </a:r>
            <a:r>
              <a:rPr sz="1800" spc="-5" dirty="0">
                <a:latin typeface="Lucida Sans Unicode"/>
                <a:cs typeface="Lucida Sans Unicode"/>
              </a:rPr>
              <a:t> </a:t>
            </a:r>
            <a:r>
              <a:rPr sz="1800" i="1" dirty="0">
                <a:latin typeface="Times New Roman"/>
                <a:cs typeface="Times New Roman"/>
              </a:rPr>
              <a:t>n</a:t>
            </a:r>
            <a:r>
              <a:rPr sz="1800" i="1" spc="110" dirty="0">
                <a:latin typeface="Times New Roman"/>
                <a:cs typeface="Times New Roman"/>
              </a:rPr>
              <a:t> </a:t>
            </a:r>
            <a:r>
              <a:rPr sz="1800" dirty="0">
                <a:latin typeface="Lucida Sans Unicode"/>
                <a:cs typeface="Lucida Sans Unicode"/>
              </a:rPr>
              <a:t>points</a:t>
            </a:r>
            <a:r>
              <a:rPr sz="1800" spc="-5" dirty="0">
                <a:latin typeface="Lucida Sans Unicode"/>
                <a:cs typeface="Lucida Sans Unicode"/>
              </a:rPr>
              <a:t> </a:t>
            </a:r>
            <a:r>
              <a:rPr sz="1800" dirty="0">
                <a:latin typeface="Lucida Sans Unicode"/>
                <a:cs typeface="Lucida Sans Unicode"/>
              </a:rPr>
              <a:t>in the</a:t>
            </a:r>
            <a:r>
              <a:rPr sz="1800" spc="-5" dirty="0">
                <a:latin typeface="Lucida Sans Unicode"/>
                <a:cs typeface="Lucida Sans Unicode"/>
              </a:rPr>
              <a:t> </a:t>
            </a:r>
            <a:r>
              <a:rPr sz="1800" dirty="0">
                <a:latin typeface="Lucida Sans Unicode"/>
                <a:cs typeface="Lucida Sans Unicode"/>
              </a:rPr>
              <a:t>plane,</a:t>
            </a:r>
            <a:r>
              <a:rPr sz="1800" spc="-5" dirty="0">
                <a:latin typeface="Lucida Sans Unicode"/>
                <a:cs typeface="Lucida Sans Unicode"/>
              </a:rPr>
              <a:t> </a:t>
            </a:r>
            <a:r>
              <a:rPr sz="1800" dirty="0">
                <a:latin typeface="Lucida Sans Unicode"/>
                <a:cs typeface="Lucida Sans Unicode"/>
              </a:rPr>
              <a:t>find a</a:t>
            </a:r>
            <a:r>
              <a:rPr sz="1800" spc="-5" dirty="0">
                <a:latin typeface="Lucida Sans Unicode"/>
                <a:cs typeface="Lucida Sans Unicode"/>
              </a:rPr>
              <a:t> </a:t>
            </a:r>
            <a:r>
              <a:rPr sz="1800" dirty="0">
                <a:latin typeface="Lucida Sans Unicode"/>
                <a:cs typeface="Lucida Sans Unicode"/>
              </a:rPr>
              <a:t>pair</a:t>
            </a:r>
            <a:r>
              <a:rPr sz="1800" spc="-5" dirty="0">
                <a:latin typeface="Lucida Sans Unicode"/>
                <a:cs typeface="Lucida Sans Unicode"/>
              </a:rPr>
              <a:t> </a:t>
            </a:r>
            <a:r>
              <a:rPr sz="1800" dirty="0">
                <a:latin typeface="Lucida Sans Unicode"/>
                <a:cs typeface="Lucida Sans Unicode"/>
              </a:rPr>
              <a:t>of </a:t>
            </a:r>
            <a:r>
              <a:rPr sz="1800" spc="-10" dirty="0">
                <a:latin typeface="Lucida Sans Unicode"/>
                <a:cs typeface="Lucida Sans Unicode"/>
              </a:rPr>
              <a:t>points </a:t>
            </a:r>
            <a:r>
              <a:rPr sz="1800" dirty="0">
                <a:latin typeface="Lucida Sans Unicode"/>
                <a:cs typeface="Lucida Sans Unicode"/>
              </a:rPr>
              <a:t>with</a:t>
            </a:r>
            <a:r>
              <a:rPr sz="1800" spc="30" dirty="0">
                <a:latin typeface="Lucida Sans Unicode"/>
                <a:cs typeface="Lucida Sans Unicode"/>
              </a:rPr>
              <a:t> </a:t>
            </a:r>
            <a:r>
              <a:rPr sz="1800" dirty="0">
                <a:latin typeface="Lucida Sans Unicode"/>
                <a:cs typeface="Lucida Sans Unicode"/>
              </a:rPr>
              <a:t>the</a:t>
            </a:r>
            <a:r>
              <a:rPr sz="1800" spc="30" dirty="0">
                <a:latin typeface="Lucida Sans Unicode"/>
                <a:cs typeface="Lucida Sans Unicode"/>
              </a:rPr>
              <a:t> </a:t>
            </a:r>
            <a:r>
              <a:rPr sz="1800" dirty="0">
                <a:latin typeface="Lucida Sans Unicode"/>
                <a:cs typeface="Lucida Sans Unicode"/>
              </a:rPr>
              <a:t>smallest</a:t>
            </a:r>
            <a:r>
              <a:rPr sz="1800" spc="30" dirty="0">
                <a:latin typeface="Lucida Sans Unicode"/>
                <a:cs typeface="Lucida Sans Unicode"/>
              </a:rPr>
              <a:t> </a:t>
            </a:r>
            <a:r>
              <a:rPr sz="1800" dirty="0">
                <a:latin typeface="Lucida Sans Unicode"/>
                <a:cs typeface="Lucida Sans Unicode"/>
              </a:rPr>
              <a:t>Euclidean</a:t>
            </a:r>
            <a:r>
              <a:rPr sz="1800" spc="30" dirty="0">
                <a:latin typeface="Lucida Sans Unicode"/>
                <a:cs typeface="Lucida Sans Unicode"/>
              </a:rPr>
              <a:t> </a:t>
            </a:r>
            <a:r>
              <a:rPr sz="1800" dirty="0">
                <a:latin typeface="Lucida Sans Unicode"/>
                <a:cs typeface="Lucida Sans Unicode"/>
              </a:rPr>
              <a:t>distance</a:t>
            </a:r>
            <a:r>
              <a:rPr sz="1800" spc="30" dirty="0">
                <a:latin typeface="Lucida Sans Unicode"/>
                <a:cs typeface="Lucida Sans Unicode"/>
              </a:rPr>
              <a:t> </a:t>
            </a:r>
            <a:r>
              <a:rPr sz="1800" dirty="0">
                <a:latin typeface="Lucida Sans Unicode"/>
                <a:cs typeface="Lucida Sans Unicode"/>
              </a:rPr>
              <a:t>between</a:t>
            </a:r>
            <a:r>
              <a:rPr sz="1800" spc="30" dirty="0">
                <a:latin typeface="Lucida Sans Unicode"/>
                <a:cs typeface="Lucida Sans Unicode"/>
              </a:rPr>
              <a:t> </a:t>
            </a:r>
            <a:r>
              <a:rPr sz="1800" spc="-10" dirty="0">
                <a:latin typeface="Lucida Sans Unicode"/>
                <a:cs typeface="Lucida Sans Unicode"/>
              </a:rPr>
              <a:t>them.</a:t>
            </a:r>
            <a:endParaRPr sz="1800">
              <a:latin typeface="Lucida Sans Unicode"/>
              <a:cs typeface="Lucida Sans Unicode"/>
            </a:endParaRPr>
          </a:p>
        </p:txBody>
      </p:sp>
      <p:sp>
        <p:nvSpPr>
          <p:cNvPr id="5" name="object 5"/>
          <p:cNvSpPr txBox="1"/>
          <p:nvPr/>
        </p:nvSpPr>
        <p:spPr>
          <a:xfrm>
            <a:off x="745267" y="2306254"/>
            <a:ext cx="379095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48AA"/>
                </a:solidFill>
                <a:latin typeface="Lucida Sans Unicode"/>
                <a:cs typeface="Lucida Sans Unicode"/>
              </a:rPr>
              <a:t>Fundamental geometric </a:t>
            </a:r>
            <a:r>
              <a:rPr sz="1800" spc="-10" dirty="0">
                <a:solidFill>
                  <a:srgbClr val="0048AA"/>
                </a:solidFill>
                <a:latin typeface="Lucida Sans Unicode"/>
                <a:cs typeface="Lucida Sans Unicode"/>
              </a:rPr>
              <a:t>primitive.</a:t>
            </a:r>
            <a:endParaRPr sz="1800">
              <a:latin typeface="Lucida Sans Unicode"/>
              <a:cs typeface="Lucida Sans Unicode"/>
            </a:endParaRPr>
          </a:p>
        </p:txBody>
      </p:sp>
      <p:sp>
        <p:nvSpPr>
          <p:cNvPr id="6" name="object 6"/>
          <p:cNvSpPr txBox="1"/>
          <p:nvPr/>
        </p:nvSpPr>
        <p:spPr>
          <a:xfrm>
            <a:off x="815241" y="2434894"/>
            <a:ext cx="7174230" cy="896619"/>
          </a:xfrm>
          <a:prstGeom prst="rect">
            <a:avLst/>
          </a:prstGeom>
        </p:spPr>
        <p:txBody>
          <a:bodyPr vert="horz" wrap="square" lIns="0" tIns="52069" rIns="0" bIns="0" rtlCol="0">
            <a:spAutoFit/>
          </a:bodyPr>
          <a:lstStyle/>
          <a:p>
            <a:pPr marL="381000" marR="30480" indent="-343535">
              <a:lnSpc>
                <a:spcPct val="114100"/>
              </a:lnSpc>
              <a:spcBef>
                <a:spcPts val="409"/>
              </a:spcBef>
            </a:pPr>
            <a:r>
              <a:rPr sz="4275" spc="2175" baseline="-8771" dirty="0">
                <a:latin typeface="Yu Gothic UI"/>
                <a:cs typeface="Yu Gothic UI"/>
              </a:rPr>
              <a:t>・</a:t>
            </a:r>
            <a:r>
              <a:rPr sz="1800" dirty="0">
                <a:latin typeface="Lucida Sans Unicode"/>
                <a:cs typeface="Lucida Sans Unicode"/>
              </a:rPr>
              <a:t>Graphics,</a:t>
            </a:r>
            <a:r>
              <a:rPr sz="1800" spc="10" dirty="0">
                <a:latin typeface="Lucida Sans Unicode"/>
                <a:cs typeface="Lucida Sans Unicode"/>
              </a:rPr>
              <a:t> </a:t>
            </a:r>
            <a:r>
              <a:rPr sz="1800" dirty="0">
                <a:latin typeface="Lucida Sans Unicode"/>
                <a:cs typeface="Lucida Sans Unicode"/>
              </a:rPr>
              <a:t>computer</a:t>
            </a:r>
            <a:r>
              <a:rPr sz="1800" spc="10" dirty="0">
                <a:latin typeface="Lucida Sans Unicode"/>
                <a:cs typeface="Lucida Sans Unicode"/>
              </a:rPr>
              <a:t> </a:t>
            </a:r>
            <a:r>
              <a:rPr sz="1800" dirty="0">
                <a:latin typeface="Lucida Sans Unicode"/>
                <a:cs typeface="Lucida Sans Unicode"/>
              </a:rPr>
              <a:t>vision,</a:t>
            </a:r>
            <a:r>
              <a:rPr sz="1800" spc="15" dirty="0">
                <a:latin typeface="Lucida Sans Unicode"/>
                <a:cs typeface="Lucida Sans Unicode"/>
              </a:rPr>
              <a:t> </a:t>
            </a:r>
            <a:r>
              <a:rPr sz="1800" dirty="0">
                <a:latin typeface="Lucida Sans Unicode"/>
                <a:cs typeface="Lucida Sans Unicode"/>
              </a:rPr>
              <a:t>geographic</a:t>
            </a:r>
            <a:r>
              <a:rPr sz="1800" spc="10" dirty="0">
                <a:latin typeface="Lucida Sans Unicode"/>
                <a:cs typeface="Lucida Sans Unicode"/>
              </a:rPr>
              <a:t> </a:t>
            </a:r>
            <a:r>
              <a:rPr sz="1800" dirty="0">
                <a:latin typeface="Lucida Sans Unicode"/>
                <a:cs typeface="Lucida Sans Unicode"/>
              </a:rPr>
              <a:t>information</a:t>
            </a:r>
            <a:r>
              <a:rPr sz="1800" spc="15" dirty="0">
                <a:latin typeface="Lucida Sans Unicode"/>
                <a:cs typeface="Lucida Sans Unicode"/>
              </a:rPr>
              <a:t> </a:t>
            </a:r>
            <a:r>
              <a:rPr sz="1800" spc="-10" dirty="0">
                <a:latin typeface="Lucida Sans Unicode"/>
                <a:cs typeface="Lucida Sans Unicode"/>
              </a:rPr>
              <a:t>systems, </a:t>
            </a:r>
            <a:r>
              <a:rPr sz="1800" dirty="0">
                <a:latin typeface="Lucida Sans Unicode"/>
                <a:cs typeface="Lucida Sans Unicode"/>
              </a:rPr>
              <a:t>molecular</a:t>
            </a:r>
            <a:r>
              <a:rPr sz="1800" spc="-25" dirty="0">
                <a:latin typeface="Lucida Sans Unicode"/>
                <a:cs typeface="Lucida Sans Unicode"/>
              </a:rPr>
              <a:t> </a:t>
            </a:r>
            <a:r>
              <a:rPr sz="1800" dirty="0">
                <a:latin typeface="Lucida Sans Unicode"/>
                <a:cs typeface="Lucida Sans Unicode"/>
              </a:rPr>
              <a:t>modeling,</a:t>
            </a:r>
            <a:r>
              <a:rPr sz="1800" spc="-20" dirty="0">
                <a:latin typeface="Lucida Sans Unicode"/>
                <a:cs typeface="Lucida Sans Unicode"/>
              </a:rPr>
              <a:t> </a:t>
            </a:r>
            <a:r>
              <a:rPr lang="en-GB" altLang="zh-CN" sz="1800" dirty="0">
                <a:latin typeface="Lucida Sans Unicode"/>
                <a:cs typeface="Lucida Sans Unicode"/>
              </a:rPr>
              <a:t>air</a:t>
            </a:r>
            <a:r>
              <a:rPr lang="en-GB" altLang="zh-CN" sz="1800" spc="-25" dirty="0">
                <a:latin typeface="Lucida Sans Unicode"/>
                <a:cs typeface="Lucida Sans Unicode"/>
              </a:rPr>
              <a:t> </a:t>
            </a:r>
            <a:r>
              <a:rPr lang="en-GB" altLang="zh-CN" sz="1800" dirty="0">
                <a:latin typeface="Lucida Sans Unicode"/>
                <a:cs typeface="Lucida Sans Unicode"/>
              </a:rPr>
              <a:t>traffic</a:t>
            </a:r>
            <a:r>
              <a:rPr lang="en-GB" altLang="zh-CN" sz="1800" spc="-20" dirty="0">
                <a:latin typeface="Lucida Sans Unicode"/>
                <a:cs typeface="Lucida Sans Unicode"/>
              </a:rPr>
              <a:t> </a:t>
            </a:r>
            <a:r>
              <a:rPr lang="en-GB" altLang="zh-CN" sz="1800" spc="-10" dirty="0">
                <a:latin typeface="Lucida Sans Unicode"/>
                <a:cs typeface="Lucida Sans Unicode"/>
              </a:rPr>
              <a:t>control</a:t>
            </a:r>
            <a:r>
              <a:rPr sz="1800" spc="-10" dirty="0">
                <a:latin typeface="Lucida Sans Unicode"/>
                <a:cs typeface="Lucida Sans Unicode"/>
              </a:rPr>
              <a:t>.</a:t>
            </a:r>
            <a:endParaRPr sz="1800">
              <a:latin typeface="Lucida Sans Unicode"/>
              <a:cs typeface="Lucida Sans Unicode"/>
            </a:endParaRPr>
          </a:p>
        </p:txBody>
      </p:sp>
      <p:sp>
        <p:nvSpPr>
          <p:cNvPr id="7" name="object 7"/>
          <p:cNvSpPr txBox="1"/>
          <p:nvPr/>
        </p:nvSpPr>
        <p:spPr>
          <a:xfrm>
            <a:off x="815241" y="3256180"/>
            <a:ext cx="6767830" cy="1060450"/>
          </a:xfrm>
          <a:prstGeom prst="rect">
            <a:avLst/>
          </a:prstGeom>
        </p:spPr>
        <p:txBody>
          <a:bodyPr vert="horz" wrap="square" lIns="0" tIns="16510" rIns="0" bIns="0" rtlCol="0">
            <a:spAutoFit/>
          </a:bodyPr>
          <a:lstStyle/>
          <a:p>
            <a:pPr marL="38100">
              <a:lnSpc>
                <a:spcPct val="100000"/>
              </a:lnSpc>
              <a:spcBef>
                <a:spcPts val="130"/>
              </a:spcBef>
            </a:pPr>
            <a:r>
              <a:rPr sz="4275" spc="2175" baseline="-8771" dirty="0">
                <a:latin typeface="Yu Gothic UI"/>
                <a:cs typeface="Yu Gothic UI"/>
              </a:rPr>
              <a:t>・</a:t>
            </a:r>
            <a:r>
              <a:rPr sz="1800" dirty="0">
                <a:latin typeface="Lucida Sans Unicode"/>
                <a:cs typeface="Lucida Sans Unicode"/>
              </a:rPr>
              <a:t>Special</a:t>
            </a:r>
            <a:r>
              <a:rPr sz="1800" spc="-35" dirty="0">
                <a:latin typeface="Lucida Sans Unicode"/>
                <a:cs typeface="Lucida Sans Unicode"/>
              </a:rPr>
              <a:t> </a:t>
            </a:r>
            <a:r>
              <a:rPr sz="1800" dirty="0">
                <a:latin typeface="Lucida Sans Unicode"/>
                <a:cs typeface="Lucida Sans Unicode"/>
              </a:rPr>
              <a:t>case</a:t>
            </a:r>
            <a:r>
              <a:rPr sz="1800" spc="-30" dirty="0">
                <a:latin typeface="Lucida Sans Unicode"/>
                <a:cs typeface="Lucida Sans Unicode"/>
              </a:rPr>
              <a:t> </a:t>
            </a:r>
            <a:r>
              <a:rPr sz="1800" dirty="0">
                <a:latin typeface="Lucida Sans Unicode"/>
                <a:cs typeface="Lucida Sans Unicode"/>
              </a:rPr>
              <a:t>of</a:t>
            </a:r>
            <a:r>
              <a:rPr sz="1800" spc="-30" dirty="0">
                <a:latin typeface="Lucida Sans Unicode"/>
                <a:cs typeface="Lucida Sans Unicode"/>
              </a:rPr>
              <a:t> </a:t>
            </a:r>
            <a:r>
              <a:rPr sz="1800" dirty="0">
                <a:latin typeface="Lucida Sans Unicode"/>
                <a:cs typeface="Lucida Sans Unicode"/>
              </a:rPr>
              <a:t>nearest</a:t>
            </a:r>
            <a:r>
              <a:rPr sz="1800" spc="-30" dirty="0">
                <a:latin typeface="Lucida Sans Unicode"/>
                <a:cs typeface="Lucida Sans Unicode"/>
              </a:rPr>
              <a:t> </a:t>
            </a:r>
            <a:r>
              <a:rPr sz="1800" spc="-20" dirty="0">
                <a:latin typeface="Lucida Sans Unicode"/>
                <a:cs typeface="Lucida Sans Unicode"/>
              </a:rPr>
              <a:t>neighbor</a:t>
            </a:r>
            <a:r>
              <a:rPr sz="1800" spc="-25" dirty="0">
                <a:latin typeface="Lucida Sans Unicode"/>
                <a:cs typeface="Lucida Sans Unicode"/>
              </a:rPr>
              <a:t>, </a:t>
            </a:r>
            <a:r>
              <a:rPr sz="1800" dirty="0">
                <a:latin typeface="Lucida Sans Unicode"/>
                <a:cs typeface="Lucida Sans Unicode"/>
              </a:rPr>
              <a:t>Euclidean</a:t>
            </a:r>
            <a:r>
              <a:rPr sz="1800" spc="-35" dirty="0">
                <a:latin typeface="Lucida Sans Unicode"/>
                <a:cs typeface="Lucida Sans Unicode"/>
              </a:rPr>
              <a:t> </a:t>
            </a:r>
            <a:r>
              <a:rPr sz="1800" spc="-75" dirty="0">
                <a:latin typeface="Lucida Sans Unicode"/>
                <a:cs typeface="Lucida Sans Unicode"/>
              </a:rPr>
              <a:t>MST</a:t>
            </a:r>
            <a:r>
              <a:rPr sz="1800" spc="-55" dirty="0">
                <a:latin typeface="Lucida Sans Unicode"/>
                <a:cs typeface="Lucida Sans Unicode"/>
              </a:rPr>
              <a:t>, </a:t>
            </a:r>
            <a:r>
              <a:rPr sz="1800" spc="-10" dirty="0">
                <a:latin typeface="Lucida Sans Unicode"/>
                <a:cs typeface="Lucida Sans Unicode"/>
              </a:rPr>
              <a:t>Voronoi.</a:t>
            </a:r>
            <a:endParaRPr sz="1800">
              <a:latin typeface="Lucida Sans Unicode"/>
              <a:cs typeface="Lucida Sans Unicode"/>
            </a:endParaRPr>
          </a:p>
          <a:p>
            <a:pPr>
              <a:lnSpc>
                <a:spcPct val="100000"/>
              </a:lnSpc>
              <a:spcBef>
                <a:spcPts val="490"/>
              </a:spcBef>
            </a:pPr>
            <a:endParaRPr sz="1800">
              <a:latin typeface="Lucida Sans Unicode"/>
              <a:cs typeface="Lucida Sans Unicode"/>
            </a:endParaRPr>
          </a:p>
          <a:p>
            <a:pPr marL="2028825">
              <a:lnSpc>
                <a:spcPct val="100000"/>
              </a:lnSpc>
            </a:pPr>
            <a:r>
              <a:rPr sz="1200" dirty="0">
                <a:solidFill>
                  <a:srgbClr val="8D3124"/>
                </a:solidFill>
                <a:latin typeface="Lucida Sans Unicode"/>
                <a:cs typeface="Lucida Sans Unicode"/>
              </a:rPr>
              <a:t>fast</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closest</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pair</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inspired</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fast</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algorithms</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for</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these</a:t>
            </a:r>
            <a:r>
              <a:rPr sz="1200" spc="-10" dirty="0">
                <a:solidFill>
                  <a:srgbClr val="8D3124"/>
                </a:solidFill>
                <a:latin typeface="Lucida Sans Unicode"/>
                <a:cs typeface="Lucida Sans Unicode"/>
              </a:rPr>
              <a:t> problems</a:t>
            </a:r>
            <a:endParaRPr sz="1200">
              <a:latin typeface="Lucida Sans Unicode"/>
              <a:cs typeface="Lucida Sans Unicode"/>
            </a:endParaRPr>
          </a:p>
        </p:txBody>
      </p:sp>
      <p:sp>
        <p:nvSpPr>
          <p:cNvPr id="8" name="object 8"/>
          <p:cNvSpPr/>
          <p:nvPr/>
        </p:nvSpPr>
        <p:spPr>
          <a:xfrm>
            <a:off x="2782652" y="3805835"/>
            <a:ext cx="4387215" cy="276860"/>
          </a:xfrm>
          <a:custGeom>
            <a:avLst/>
            <a:gdLst/>
            <a:ahLst/>
            <a:cxnLst/>
            <a:rect l="l" t="t" r="r" b="b"/>
            <a:pathLst>
              <a:path w="4387215" h="276860">
                <a:moveTo>
                  <a:pt x="4387204" y="0"/>
                </a:moveTo>
                <a:lnTo>
                  <a:pt x="4364331" y="48254"/>
                </a:lnTo>
                <a:lnTo>
                  <a:pt x="4301220" y="89099"/>
                </a:lnTo>
                <a:lnTo>
                  <a:pt x="4257156" y="105767"/>
                </a:lnTo>
                <a:lnTo>
                  <a:pt x="4206130" y="119411"/>
                </a:lnTo>
                <a:lnTo>
                  <a:pt x="4149174" y="129640"/>
                </a:lnTo>
                <a:lnTo>
                  <a:pt x="4087322" y="136064"/>
                </a:lnTo>
                <a:lnTo>
                  <a:pt x="4021605" y="138292"/>
                </a:lnTo>
                <a:lnTo>
                  <a:pt x="2559202" y="138292"/>
                </a:lnTo>
                <a:lnTo>
                  <a:pt x="2493485" y="140520"/>
                </a:lnTo>
                <a:lnTo>
                  <a:pt x="2431633" y="146944"/>
                </a:lnTo>
                <a:lnTo>
                  <a:pt x="2374677" y="157173"/>
                </a:lnTo>
                <a:lnTo>
                  <a:pt x="2323651" y="170817"/>
                </a:lnTo>
                <a:lnTo>
                  <a:pt x="2279587" y="187484"/>
                </a:lnTo>
                <a:lnTo>
                  <a:pt x="2243517" y="206786"/>
                </a:lnTo>
                <a:lnTo>
                  <a:pt x="2199493" y="251726"/>
                </a:lnTo>
                <a:lnTo>
                  <a:pt x="2193602" y="276584"/>
                </a:lnTo>
                <a:lnTo>
                  <a:pt x="2187712" y="251726"/>
                </a:lnTo>
                <a:lnTo>
                  <a:pt x="2143687" y="206786"/>
                </a:lnTo>
                <a:lnTo>
                  <a:pt x="2107617" y="187484"/>
                </a:lnTo>
                <a:lnTo>
                  <a:pt x="2063553" y="170817"/>
                </a:lnTo>
                <a:lnTo>
                  <a:pt x="2012527" y="157173"/>
                </a:lnTo>
                <a:lnTo>
                  <a:pt x="1955571" y="146944"/>
                </a:lnTo>
                <a:lnTo>
                  <a:pt x="1893718" y="140520"/>
                </a:lnTo>
                <a:lnTo>
                  <a:pt x="1828001" y="138292"/>
                </a:lnTo>
                <a:lnTo>
                  <a:pt x="365598" y="138292"/>
                </a:lnTo>
                <a:lnTo>
                  <a:pt x="299881" y="136064"/>
                </a:lnTo>
                <a:lnTo>
                  <a:pt x="238029" y="129640"/>
                </a:lnTo>
                <a:lnTo>
                  <a:pt x="181073" y="119411"/>
                </a:lnTo>
                <a:lnTo>
                  <a:pt x="130047" y="105767"/>
                </a:lnTo>
                <a:lnTo>
                  <a:pt x="85984" y="89099"/>
                </a:lnTo>
                <a:lnTo>
                  <a:pt x="49914" y="69798"/>
                </a:lnTo>
                <a:lnTo>
                  <a:pt x="5890" y="24858"/>
                </a:lnTo>
                <a:lnTo>
                  <a:pt x="0" y="0"/>
                </a:lnTo>
              </a:path>
            </a:pathLst>
          </a:custGeom>
          <a:ln w="9537">
            <a:solidFill>
              <a:srgbClr val="8D3124"/>
            </a:solidFill>
          </a:ln>
        </p:spPr>
        <p:txBody>
          <a:bodyPr wrap="square" lIns="0" tIns="0" rIns="0" bIns="0" rtlCol="0"/>
          <a:lstStyle/>
          <a:p>
            <a:endParaRPr/>
          </a:p>
        </p:txBody>
      </p:sp>
      <p:grpSp>
        <p:nvGrpSpPr>
          <p:cNvPr id="9" name="object 9"/>
          <p:cNvGrpSpPr/>
          <p:nvPr/>
        </p:nvGrpSpPr>
        <p:grpSpPr>
          <a:xfrm>
            <a:off x="3652569" y="4822523"/>
            <a:ext cx="2747010" cy="2556510"/>
            <a:chOff x="3652569" y="4822523"/>
            <a:chExt cx="2747010" cy="2556510"/>
          </a:xfrm>
        </p:grpSpPr>
        <p:sp>
          <p:nvSpPr>
            <p:cNvPr id="10" name="object 10"/>
            <p:cNvSpPr/>
            <p:nvPr/>
          </p:nvSpPr>
          <p:spPr>
            <a:xfrm>
              <a:off x="3657338" y="4827291"/>
              <a:ext cx="2737485" cy="2546985"/>
            </a:xfrm>
            <a:custGeom>
              <a:avLst/>
              <a:gdLst/>
              <a:ahLst/>
              <a:cxnLst/>
              <a:rect l="l" t="t" r="r" b="b"/>
              <a:pathLst>
                <a:path w="2737485" h="2546984">
                  <a:moveTo>
                    <a:pt x="0" y="0"/>
                  </a:moveTo>
                  <a:lnTo>
                    <a:pt x="2737233" y="0"/>
                  </a:lnTo>
                  <a:lnTo>
                    <a:pt x="2737233" y="2546486"/>
                  </a:lnTo>
                  <a:lnTo>
                    <a:pt x="0" y="2546486"/>
                  </a:lnTo>
                  <a:lnTo>
                    <a:pt x="0" y="0"/>
                  </a:lnTo>
                  <a:close/>
                </a:path>
              </a:pathLst>
            </a:custGeom>
            <a:solidFill>
              <a:srgbClr val="D5D5D5"/>
            </a:solidFill>
          </p:spPr>
          <p:txBody>
            <a:bodyPr wrap="square" lIns="0" tIns="0" rIns="0" bIns="0" rtlCol="0"/>
            <a:lstStyle/>
            <a:p>
              <a:endParaRPr/>
            </a:p>
          </p:txBody>
        </p:sp>
        <p:sp>
          <p:nvSpPr>
            <p:cNvPr id="11" name="object 11"/>
            <p:cNvSpPr/>
            <p:nvPr/>
          </p:nvSpPr>
          <p:spPr>
            <a:xfrm>
              <a:off x="3657338" y="4827291"/>
              <a:ext cx="2737485" cy="2546985"/>
            </a:xfrm>
            <a:custGeom>
              <a:avLst/>
              <a:gdLst/>
              <a:ahLst/>
              <a:cxnLst/>
              <a:rect l="l" t="t" r="r" b="b"/>
              <a:pathLst>
                <a:path w="2737485" h="2546984">
                  <a:moveTo>
                    <a:pt x="0" y="0"/>
                  </a:moveTo>
                  <a:lnTo>
                    <a:pt x="2737234" y="0"/>
                  </a:lnTo>
                  <a:lnTo>
                    <a:pt x="2737234" y="2546486"/>
                  </a:lnTo>
                  <a:lnTo>
                    <a:pt x="0" y="2546486"/>
                  </a:lnTo>
                  <a:lnTo>
                    <a:pt x="0" y="0"/>
                  </a:lnTo>
                  <a:close/>
                </a:path>
              </a:pathLst>
            </a:custGeom>
            <a:ln w="9537">
              <a:solidFill>
                <a:srgbClr val="000000"/>
              </a:solidFill>
            </a:ln>
          </p:spPr>
          <p:txBody>
            <a:bodyPr wrap="square" lIns="0" tIns="0" rIns="0" bIns="0" rtlCol="0"/>
            <a:lstStyle/>
            <a:p>
              <a:endParaRPr/>
            </a:p>
          </p:txBody>
        </p:sp>
        <p:sp>
          <p:nvSpPr>
            <p:cNvPr id="12" name="object 12"/>
            <p:cNvSpPr/>
            <p:nvPr/>
          </p:nvSpPr>
          <p:spPr>
            <a:xfrm>
              <a:off x="3940695" y="5122951"/>
              <a:ext cx="2230120" cy="2027555"/>
            </a:xfrm>
            <a:custGeom>
              <a:avLst/>
              <a:gdLst/>
              <a:ahLst/>
              <a:cxnLst/>
              <a:rect l="l" t="t" r="r" b="b"/>
              <a:pathLst>
                <a:path w="2230120" h="2027554">
                  <a:moveTo>
                    <a:pt x="62738" y="337413"/>
                  </a:moveTo>
                  <a:lnTo>
                    <a:pt x="60439" y="325297"/>
                  </a:lnTo>
                  <a:lnTo>
                    <a:pt x="53555" y="314629"/>
                  </a:lnTo>
                  <a:lnTo>
                    <a:pt x="43180" y="307555"/>
                  </a:lnTo>
                  <a:lnTo>
                    <a:pt x="31369" y="305206"/>
                  </a:lnTo>
                  <a:lnTo>
                    <a:pt x="19570" y="307555"/>
                  </a:lnTo>
                  <a:lnTo>
                    <a:pt x="9194" y="314629"/>
                  </a:lnTo>
                  <a:lnTo>
                    <a:pt x="2298" y="325297"/>
                  </a:lnTo>
                  <a:lnTo>
                    <a:pt x="0" y="337413"/>
                  </a:lnTo>
                  <a:lnTo>
                    <a:pt x="2298" y="349542"/>
                  </a:lnTo>
                  <a:lnTo>
                    <a:pt x="9194" y="360197"/>
                  </a:lnTo>
                  <a:lnTo>
                    <a:pt x="19570" y="367271"/>
                  </a:lnTo>
                  <a:lnTo>
                    <a:pt x="31369" y="369633"/>
                  </a:lnTo>
                  <a:lnTo>
                    <a:pt x="43180" y="367271"/>
                  </a:lnTo>
                  <a:lnTo>
                    <a:pt x="53555" y="360197"/>
                  </a:lnTo>
                  <a:lnTo>
                    <a:pt x="60439" y="349542"/>
                  </a:lnTo>
                  <a:lnTo>
                    <a:pt x="62738" y="337413"/>
                  </a:lnTo>
                  <a:close/>
                </a:path>
                <a:path w="2230120" h="2027554">
                  <a:moveTo>
                    <a:pt x="306895" y="1606524"/>
                  </a:moveTo>
                  <a:lnTo>
                    <a:pt x="304596" y="1594726"/>
                  </a:lnTo>
                  <a:lnTo>
                    <a:pt x="297713" y="1584350"/>
                  </a:lnTo>
                  <a:lnTo>
                    <a:pt x="287337" y="1577454"/>
                  </a:lnTo>
                  <a:lnTo>
                    <a:pt x="275526" y="1575155"/>
                  </a:lnTo>
                  <a:lnTo>
                    <a:pt x="263728" y="1577454"/>
                  </a:lnTo>
                  <a:lnTo>
                    <a:pt x="253352" y="1584350"/>
                  </a:lnTo>
                  <a:lnTo>
                    <a:pt x="246456" y="1594726"/>
                  </a:lnTo>
                  <a:lnTo>
                    <a:pt x="244157" y="1606524"/>
                  </a:lnTo>
                  <a:lnTo>
                    <a:pt x="246456" y="1618335"/>
                  </a:lnTo>
                  <a:lnTo>
                    <a:pt x="253352" y="1628711"/>
                  </a:lnTo>
                  <a:lnTo>
                    <a:pt x="263728" y="1635594"/>
                  </a:lnTo>
                  <a:lnTo>
                    <a:pt x="275526" y="1637893"/>
                  </a:lnTo>
                  <a:lnTo>
                    <a:pt x="287337" y="1635594"/>
                  </a:lnTo>
                  <a:lnTo>
                    <a:pt x="297713" y="1628711"/>
                  </a:lnTo>
                  <a:lnTo>
                    <a:pt x="304596" y="1618335"/>
                  </a:lnTo>
                  <a:lnTo>
                    <a:pt x="306895" y="1606524"/>
                  </a:lnTo>
                  <a:close/>
                </a:path>
                <a:path w="2230120" h="2027554">
                  <a:moveTo>
                    <a:pt x="306895" y="1340751"/>
                  </a:moveTo>
                  <a:lnTo>
                    <a:pt x="304596" y="1328953"/>
                  </a:lnTo>
                  <a:lnTo>
                    <a:pt x="297713" y="1318564"/>
                  </a:lnTo>
                  <a:lnTo>
                    <a:pt x="287337" y="1311681"/>
                  </a:lnTo>
                  <a:lnTo>
                    <a:pt x="275526" y="1309382"/>
                  </a:lnTo>
                  <a:lnTo>
                    <a:pt x="263728" y="1311681"/>
                  </a:lnTo>
                  <a:lnTo>
                    <a:pt x="253352" y="1318564"/>
                  </a:lnTo>
                  <a:lnTo>
                    <a:pt x="246456" y="1328953"/>
                  </a:lnTo>
                  <a:lnTo>
                    <a:pt x="244157" y="1340751"/>
                  </a:lnTo>
                  <a:lnTo>
                    <a:pt x="246456" y="1352562"/>
                  </a:lnTo>
                  <a:lnTo>
                    <a:pt x="253352" y="1362938"/>
                  </a:lnTo>
                  <a:lnTo>
                    <a:pt x="263728" y="1369822"/>
                  </a:lnTo>
                  <a:lnTo>
                    <a:pt x="275526" y="1372120"/>
                  </a:lnTo>
                  <a:lnTo>
                    <a:pt x="287337" y="1369822"/>
                  </a:lnTo>
                  <a:lnTo>
                    <a:pt x="297713" y="1362938"/>
                  </a:lnTo>
                  <a:lnTo>
                    <a:pt x="304596" y="1352562"/>
                  </a:lnTo>
                  <a:lnTo>
                    <a:pt x="306895" y="1340751"/>
                  </a:lnTo>
                  <a:close/>
                </a:path>
                <a:path w="2230120" h="2027554">
                  <a:moveTo>
                    <a:pt x="352679" y="709587"/>
                  </a:moveTo>
                  <a:lnTo>
                    <a:pt x="350380" y="697788"/>
                  </a:lnTo>
                  <a:lnTo>
                    <a:pt x="343484" y="687400"/>
                  </a:lnTo>
                  <a:lnTo>
                    <a:pt x="333108" y="680516"/>
                  </a:lnTo>
                  <a:lnTo>
                    <a:pt x="321310" y="678218"/>
                  </a:lnTo>
                  <a:lnTo>
                    <a:pt x="309499" y="680516"/>
                  </a:lnTo>
                  <a:lnTo>
                    <a:pt x="299123" y="687400"/>
                  </a:lnTo>
                  <a:lnTo>
                    <a:pt x="292239" y="697788"/>
                  </a:lnTo>
                  <a:lnTo>
                    <a:pt x="289941" y="709587"/>
                  </a:lnTo>
                  <a:lnTo>
                    <a:pt x="292239" y="721398"/>
                  </a:lnTo>
                  <a:lnTo>
                    <a:pt x="299123" y="731774"/>
                  </a:lnTo>
                  <a:lnTo>
                    <a:pt x="309499" y="738657"/>
                  </a:lnTo>
                  <a:lnTo>
                    <a:pt x="321310" y="740956"/>
                  </a:lnTo>
                  <a:lnTo>
                    <a:pt x="333108" y="738657"/>
                  </a:lnTo>
                  <a:lnTo>
                    <a:pt x="343484" y="731774"/>
                  </a:lnTo>
                  <a:lnTo>
                    <a:pt x="350380" y="721398"/>
                  </a:lnTo>
                  <a:lnTo>
                    <a:pt x="352679" y="709587"/>
                  </a:lnTo>
                  <a:close/>
                </a:path>
                <a:path w="2230120" h="2027554">
                  <a:moveTo>
                    <a:pt x="471360" y="1823554"/>
                  </a:moveTo>
                  <a:lnTo>
                    <a:pt x="469011" y="1811756"/>
                  </a:lnTo>
                  <a:lnTo>
                    <a:pt x="461924" y="1801380"/>
                  </a:lnTo>
                  <a:lnTo>
                    <a:pt x="451269" y="1794484"/>
                  </a:lnTo>
                  <a:lnTo>
                    <a:pt x="439153" y="1792185"/>
                  </a:lnTo>
                  <a:lnTo>
                    <a:pt x="427024" y="1794484"/>
                  </a:lnTo>
                  <a:lnTo>
                    <a:pt x="416369" y="1801380"/>
                  </a:lnTo>
                  <a:lnTo>
                    <a:pt x="409282" y="1811756"/>
                  </a:lnTo>
                  <a:lnTo>
                    <a:pt x="406933" y="1823554"/>
                  </a:lnTo>
                  <a:lnTo>
                    <a:pt x="409282" y="1835365"/>
                  </a:lnTo>
                  <a:lnTo>
                    <a:pt x="416369" y="1845741"/>
                  </a:lnTo>
                  <a:lnTo>
                    <a:pt x="427024" y="1852625"/>
                  </a:lnTo>
                  <a:lnTo>
                    <a:pt x="439153" y="1854923"/>
                  </a:lnTo>
                  <a:lnTo>
                    <a:pt x="451269" y="1852625"/>
                  </a:lnTo>
                  <a:lnTo>
                    <a:pt x="461924" y="1845741"/>
                  </a:lnTo>
                  <a:lnTo>
                    <a:pt x="469011" y="1835365"/>
                  </a:lnTo>
                  <a:lnTo>
                    <a:pt x="471360" y="1823554"/>
                  </a:lnTo>
                  <a:close/>
                </a:path>
                <a:path w="2230120" h="2027554">
                  <a:moveTo>
                    <a:pt x="734174" y="31369"/>
                  </a:moveTo>
                  <a:lnTo>
                    <a:pt x="731812" y="19570"/>
                  </a:lnTo>
                  <a:lnTo>
                    <a:pt x="724738" y="9194"/>
                  </a:lnTo>
                  <a:lnTo>
                    <a:pt x="714082" y="2298"/>
                  </a:lnTo>
                  <a:lnTo>
                    <a:pt x="701954" y="0"/>
                  </a:lnTo>
                  <a:lnTo>
                    <a:pt x="689825" y="2298"/>
                  </a:lnTo>
                  <a:lnTo>
                    <a:pt x="679170" y="9194"/>
                  </a:lnTo>
                  <a:lnTo>
                    <a:pt x="672096" y="19570"/>
                  </a:lnTo>
                  <a:lnTo>
                    <a:pt x="669734" y="31369"/>
                  </a:lnTo>
                  <a:lnTo>
                    <a:pt x="672096" y="43180"/>
                  </a:lnTo>
                  <a:lnTo>
                    <a:pt x="679170" y="53555"/>
                  </a:lnTo>
                  <a:lnTo>
                    <a:pt x="689825" y="60452"/>
                  </a:lnTo>
                  <a:lnTo>
                    <a:pt x="701954" y="62738"/>
                  </a:lnTo>
                  <a:lnTo>
                    <a:pt x="714082" y="60452"/>
                  </a:lnTo>
                  <a:lnTo>
                    <a:pt x="724738" y="53555"/>
                  </a:lnTo>
                  <a:lnTo>
                    <a:pt x="731812" y="43180"/>
                  </a:lnTo>
                  <a:lnTo>
                    <a:pt x="734174" y="31369"/>
                  </a:lnTo>
                  <a:close/>
                </a:path>
                <a:path w="2230120" h="2027554">
                  <a:moveTo>
                    <a:pt x="1013929" y="1960054"/>
                  </a:moveTo>
                  <a:lnTo>
                    <a:pt x="1011643" y="1947926"/>
                  </a:lnTo>
                  <a:lnTo>
                    <a:pt x="1004747" y="1937270"/>
                  </a:lnTo>
                  <a:lnTo>
                    <a:pt x="994371" y="1930184"/>
                  </a:lnTo>
                  <a:lnTo>
                    <a:pt x="982573" y="1927834"/>
                  </a:lnTo>
                  <a:lnTo>
                    <a:pt x="970762" y="1930184"/>
                  </a:lnTo>
                  <a:lnTo>
                    <a:pt x="960386" y="1937270"/>
                  </a:lnTo>
                  <a:lnTo>
                    <a:pt x="953490" y="1947926"/>
                  </a:lnTo>
                  <a:lnTo>
                    <a:pt x="951191" y="1960054"/>
                  </a:lnTo>
                  <a:lnTo>
                    <a:pt x="953490" y="1972170"/>
                  </a:lnTo>
                  <a:lnTo>
                    <a:pt x="960386" y="1982825"/>
                  </a:lnTo>
                  <a:lnTo>
                    <a:pt x="970762" y="1989912"/>
                  </a:lnTo>
                  <a:lnTo>
                    <a:pt x="982573" y="1992261"/>
                  </a:lnTo>
                  <a:lnTo>
                    <a:pt x="994371" y="1989912"/>
                  </a:lnTo>
                  <a:lnTo>
                    <a:pt x="1004747" y="1982825"/>
                  </a:lnTo>
                  <a:lnTo>
                    <a:pt x="1011643" y="1972170"/>
                  </a:lnTo>
                  <a:lnTo>
                    <a:pt x="1013929" y="1960054"/>
                  </a:lnTo>
                  <a:close/>
                </a:path>
                <a:path w="2230120" h="2027554">
                  <a:moveTo>
                    <a:pt x="1029195" y="862190"/>
                  </a:moveTo>
                  <a:lnTo>
                    <a:pt x="1026833" y="850379"/>
                  </a:lnTo>
                  <a:lnTo>
                    <a:pt x="1019759" y="840003"/>
                  </a:lnTo>
                  <a:lnTo>
                    <a:pt x="1009103" y="833120"/>
                  </a:lnTo>
                  <a:lnTo>
                    <a:pt x="996975" y="830821"/>
                  </a:lnTo>
                  <a:lnTo>
                    <a:pt x="984859" y="833120"/>
                  </a:lnTo>
                  <a:lnTo>
                    <a:pt x="974204" y="840003"/>
                  </a:lnTo>
                  <a:lnTo>
                    <a:pt x="967117" y="850379"/>
                  </a:lnTo>
                  <a:lnTo>
                    <a:pt x="964768" y="862190"/>
                  </a:lnTo>
                  <a:lnTo>
                    <a:pt x="967117" y="873988"/>
                  </a:lnTo>
                  <a:lnTo>
                    <a:pt x="974204" y="884364"/>
                  </a:lnTo>
                  <a:lnTo>
                    <a:pt x="984859" y="891260"/>
                  </a:lnTo>
                  <a:lnTo>
                    <a:pt x="996975" y="893559"/>
                  </a:lnTo>
                  <a:lnTo>
                    <a:pt x="1009103" y="891260"/>
                  </a:lnTo>
                  <a:lnTo>
                    <a:pt x="1019759" y="884364"/>
                  </a:lnTo>
                  <a:lnTo>
                    <a:pt x="1026833" y="873988"/>
                  </a:lnTo>
                  <a:lnTo>
                    <a:pt x="1029195" y="862190"/>
                  </a:lnTo>
                  <a:close/>
                </a:path>
                <a:path w="2230120" h="2027554">
                  <a:moveTo>
                    <a:pt x="1052080" y="31369"/>
                  </a:moveTo>
                  <a:lnTo>
                    <a:pt x="1049794" y="19570"/>
                  </a:lnTo>
                  <a:lnTo>
                    <a:pt x="1042898" y="9194"/>
                  </a:lnTo>
                  <a:lnTo>
                    <a:pt x="1032522" y="2298"/>
                  </a:lnTo>
                  <a:lnTo>
                    <a:pt x="1020711" y="0"/>
                  </a:lnTo>
                  <a:lnTo>
                    <a:pt x="1008913" y="2298"/>
                  </a:lnTo>
                  <a:lnTo>
                    <a:pt x="998537" y="9194"/>
                  </a:lnTo>
                  <a:lnTo>
                    <a:pt x="991641" y="19570"/>
                  </a:lnTo>
                  <a:lnTo>
                    <a:pt x="989342" y="31369"/>
                  </a:lnTo>
                  <a:lnTo>
                    <a:pt x="991641" y="43180"/>
                  </a:lnTo>
                  <a:lnTo>
                    <a:pt x="998537" y="53555"/>
                  </a:lnTo>
                  <a:lnTo>
                    <a:pt x="1008913" y="60452"/>
                  </a:lnTo>
                  <a:lnTo>
                    <a:pt x="1020711" y="62738"/>
                  </a:lnTo>
                  <a:lnTo>
                    <a:pt x="1032522" y="60452"/>
                  </a:lnTo>
                  <a:lnTo>
                    <a:pt x="1042898" y="53555"/>
                  </a:lnTo>
                  <a:lnTo>
                    <a:pt x="1049794" y="43180"/>
                  </a:lnTo>
                  <a:lnTo>
                    <a:pt x="1052080" y="31369"/>
                  </a:lnTo>
                  <a:close/>
                </a:path>
                <a:path w="2230120" h="2027554">
                  <a:moveTo>
                    <a:pt x="1124153" y="1418323"/>
                  </a:moveTo>
                  <a:lnTo>
                    <a:pt x="1121791" y="1406512"/>
                  </a:lnTo>
                  <a:lnTo>
                    <a:pt x="1114717" y="1396136"/>
                  </a:lnTo>
                  <a:lnTo>
                    <a:pt x="1104049" y="1389253"/>
                  </a:lnTo>
                  <a:lnTo>
                    <a:pt x="1091933" y="1386954"/>
                  </a:lnTo>
                  <a:lnTo>
                    <a:pt x="1079804" y="1389253"/>
                  </a:lnTo>
                  <a:lnTo>
                    <a:pt x="1069149" y="1396136"/>
                  </a:lnTo>
                  <a:lnTo>
                    <a:pt x="1062075" y="1406512"/>
                  </a:lnTo>
                  <a:lnTo>
                    <a:pt x="1059713" y="1418323"/>
                  </a:lnTo>
                  <a:lnTo>
                    <a:pt x="1062075" y="1430134"/>
                  </a:lnTo>
                  <a:lnTo>
                    <a:pt x="1069149" y="1440510"/>
                  </a:lnTo>
                  <a:lnTo>
                    <a:pt x="1079804" y="1447393"/>
                  </a:lnTo>
                  <a:lnTo>
                    <a:pt x="1091933" y="1449692"/>
                  </a:lnTo>
                  <a:lnTo>
                    <a:pt x="1104049" y="1447393"/>
                  </a:lnTo>
                  <a:lnTo>
                    <a:pt x="1114717" y="1440510"/>
                  </a:lnTo>
                  <a:lnTo>
                    <a:pt x="1121791" y="1430134"/>
                  </a:lnTo>
                  <a:lnTo>
                    <a:pt x="1124153" y="1418323"/>
                  </a:lnTo>
                  <a:close/>
                </a:path>
                <a:path w="2230120" h="2027554">
                  <a:moveTo>
                    <a:pt x="1259789" y="292481"/>
                  </a:moveTo>
                  <a:lnTo>
                    <a:pt x="1257427" y="280682"/>
                  </a:lnTo>
                  <a:lnTo>
                    <a:pt x="1250353" y="270306"/>
                  </a:lnTo>
                  <a:lnTo>
                    <a:pt x="1239697" y="263410"/>
                  </a:lnTo>
                  <a:lnTo>
                    <a:pt x="1227569" y="261112"/>
                  </a:lnTo>
                  <a:lnTo>
                    <a:pt x="1215453" y="263410"/>
                  </a:lnTo>
                  <a:lnTo>
                    <a:pt x="1204798" y="270306"/>
                  </a:lnTo>
                  <a:lnTo>
                    <a:pt x="1197711" y="280682"/>
                  </a:lnTo>
                  <a:lnTo>
                    <a:pt x="1195362" y="292481"/>
                  </a:lnTo>
                  <a:lnTo>
                    <a:pt x="1197711" y="304292"/>
                  </a:lnTo>
                  <a:lnTo>
                    <a:pt x="1204798" y="314667"/>
                  </a:lnTo>
                  <a:lnTo>
                    <a:pt x="1215453" y="321564"/>
                  </a:lnTo>
                  <a:lnTo>
                    <a:pt x="1227569" y="323850"/>
                  </a:lnTo>
                  <a:lnTo>
                    <a:pt x="1239697" y="321564"/>
                  </a:lnTo>
                  <a:lnTo>
                    <a:pt x="1250353" y="314667"/>
                  </a:lnTo>
                  <a:lnTo>
                    <a:pt x="1257427" y="304292"/>
                  </a:lnTo>
                  <a:lnTo>
                    <a:pt x="1259789" y="292481"/>
                  </a:lnTo>
                  <a:close/>
                </a:path>
                <a:path w="2230120" h="2027554">
                  <a:moveTo>
                    <a:pt x="1368298" y="1282674"/>
                  </a:moveTo>
                  <a:lnTo>
                    <a:pt x="1365948" y="1270876"/>
                  </a:lnTo>
                  <a:lnTo>
                    <a:pt x="1358874" y="1260500"/>
                  </a:lnTo>
                  <a:lnTo>
                    <a:pt x="1348206" y="1253604"/>
                  </a:lnTo>
                  <a:lnTo>
                    <a:pt x="1336090" y="1251305"/>
                  </a:lnTo>
                  <a:lnTo>
                    <a:pt x="1323962" y="1253604"/>
                  </a:lnTo>
                  <a:lnTo>
                    <a:pt x="1313307" y="1260500"/>
                  </a:lnTo>
                  <a:lnTo>
                    <a:pt x="1306233" y="1270876"/>
                  </a:lnTo>
                  <a:lnTo>
                    <a:pt x="1303870" y="1282674"/>
                  </a:lnTo>
                  <a:lnTo>
                    <a:pt x="1306233" y="1294485"/>
                  </a:lnTo>
                  <a:lnTo>
                    <a:pt x="1313307" y="1304861"/>
                  </a:lnTo>
                  <a:lnTo>
                    <a:pt x="1323962" y="1311757"/>
                  </a:lnTo>
                  <a:lnTo>
                    <a:pt x="1336090" y="1314043"/>
                  </a:lnTo>
                  <a:lnTo>
                    <a:pt x="1348206" y="1311757"/>
                  </a:lnTo>
                  <a:lnTo>
                    <a:pt x="1358874" y="1304861"/>
                  </a:lnTo>
                  <a:lnTo>
                    <a:pt x="1365948" y="1294485"/>
                  </a:lnTo>
                  <a:lnTo>
                    <a:pt x="1368298" y="1282674"/>
                  </a:lnTo>
                  <a:close/>
                </a:path>
                <a:path w="2230120" h="2027554">
                  <a:moveTo>
                    <a:pt x="1395437" y="997826"/>
                  </a:moveTo>
                  <a:lnTo>
                    <a:pt x="1393075" y="986028"/>
                  </a:lnTo>
                  <a:lnTo>
                    <a:pt x="1386001" y="975652"/>
                  </a:lnTo>
                  <a:lnTo>
                    <a:pt x="1375333" y="968756"/>
                  </a:lnTo>
                  <a:lnTo>
                    <a:pt x="1363218" y="966457"/>
                  </a:lnTo>
                  <a:lnTo>
                    <a:pt x="1351089" y="968756"/>
                  </a:lnTo>
                  <a:lnTo>
                    <a:pt x="1340434" y="975652"/>
                  </a:lnTo>
                  <a:lnTo>
                    <a:pt x="1333360" y="986028"/>
                  </a:lnTo>
                  <a:lnTo>
                    <a:pt x="1330998" y="997826"/>
                  </a:lnTo>
                  <a:lnTo>
                    <a:pt x="1333360" y="1009637"/>
                  </a:lnTo>
                  <a:lnTo>
                    <a:pt x="1340434" y="1020013"/>
                  </a:lnTo>
                  <a:lnTo>
                    <a:pt x="1351089" y="1026896"/>
                  </a:lnTo>
                  <a:lnTo>
                    <a:pt x="1363218" y="1029195"/>
                  </a:lnTo>
                  <a:lnTo>
                    <a:pt x="1375333" y="1026896"/>
                  </a:lnTo>
                  <a:lnTo>
                    <a:pt x="1386001" y="1020013"/>
                  </a:lnTo>
                  <a:lnTo>
                    <a:pt x="1393075" y="1009637"/>
                  </a:lnTo>
                  <a:lnTo>
                    <a:pt x="1395437" y="997826"/>
                  </a:lnTo>
                  <a:close/>
                </a:path>
                <a:path w="2230120" h="2027554">
                  <a:moveTo>
                    <a:pt x="1503946" y="1201293"/>
                  </a:moveTo>
                  <a:lnTo>
                    <a:pt x="1501584" y="1189494"/>
                  </a:lnTo>
                  <a:lnTo>
                    <a:pt x="1494510" y="1179106"/>
                  </a:lnTo>
                  <a:lnTo>
                    <a:pt x="1483855" y="1172222"/>
                  </a:lnTo>
                  <a:lnTo>
                    <a:pt x="1471726" y="1169924"/>
                  </a:lnTo>
                  <a:lnTo>
                    <a:pt x="1459611" y="1172222"/>
                  </a:lnTo>
                  <a:lnTo>
                    <a:pt x="1448955" y="1179106"/>
                  </a:lnTo>
                  <a:lnTo>
                    <a:pt x="1441869" y="1189494"/>
                  </a:lnTo>
                  <a:lnTo>
                    <a:pt x="1439519" y="1201293"/>
                  </a:lnTo>
                  <a:lnTo>
                    <a:pt x="1441869" y="1213104"/>
                  </a:lnTo>
                  <a:lnTo>
                    <a:pt x="1448955" y="1223479"/>
                  </a:lnTo>
                  <a:lnTo>
                    <a:pt x="1459611" y="1230363"/>
                  </a:lnTo>
                  <a:lnTo>
                    <a:pt x="1471726" y="1232662"/>
                  </a:lnTo>
                  <a:lnTo>
                    <a:pt x="1483855" y="1230363"/>
                  </a:lnTo>
                  <a:lnTo>
                    <a:pt x="1494510" y="1223479"/>
                  </a:lnTo>
                  <a:lnTo>
                    <a:pt x="1501584" y="1213104"/>
                  </a:lnTo>
                  <a:lnTo>
                    <a:pt x="1503946" y="1201293"/>
                  </a:lnTo>
                  <a:close/>
                </a:path>
                <a:path w="2230120" h="2027554">
                  <a:moveTo>
                    <a:pt x="1685366" y="1996084"/>
                  </a:moveTo>
                  <a:lnTo>
                    <a:pt x="1683016" y="1984273"/>
                  </a:lnTo>
                  <a:lnTo>
                    <a:pt x="1675930" y="1973897"/>
                  </a:lnTo>
                  <a:lnTo>
                    <a:pt x="1665274" y="1967001"/>
                  </a:lnTo>
                  <a:lnTo>
                    <a:pt x="1653159" y="1964715"/>
                  </a:lnTo>
                  <a:lnTo>
                    <a:pt x="1641030" y="1967001"/>
                  </a:lnTo>
                  <a:lnTo>
                    <a:pt x="1630375" y="1973897"/>
                  </a:lnTo>
                  <a:lnTo>
                    <a:pt x="1623288" y="1984273"/>
                  </a:lnTo>
                  <a:lnTo>
                    <a:pt x="1620939" y="1996084"/>
                  </a:lnTo>
                  <a:lnTo>
                    <a:pt x="1623288" y="2007882"/>
                  </a:lnTo>
                  <a:lnTo>
                    <a:pt x="1630375" y="2018258"/>
                  </a:lnTo>
                  <a:lnTo>
                    <a:pt x="1641030" y="2025154"/>
                  </a:lnTo>
                  <a:lnTo>
                    <a:pt x="1653159" y="2027453"/>
                  </a:lnTo>
                  <a:lnTo>
                    <a:pt x="1665274" y="2025154"/>
                  </a:lnTo>
                  <a:lnTo>
                    <a:pt x="1675930" y="2018258"/>
                  </a:lnTo>
                  <a:lnTo>
                    <a:pt x="1683016" y="2007882"/>
                  </a:lnTo>
                  <a:lnTo>
                    <a:pt x="1685366" y="1996084"/>
                  </a:lnTo>
                  <a:close/>
                </a:path>
                <a:path w="2230120" h="2027554">
                  <a:moveTo>
                    <a:pt x="1766760" y="1498015"/>
                  </a:moveTo>
                  <a:lnTo>
                    <a:pt x="1764461" y="1486204"/>
                  </a:lnTo>
                  <a:lnTo>
                    <a:pt x="1757565" y="1475828"/>
                  </a:lnTo>
                  <a:lnTo>
                    <a:pt x="1747189" y="1468945"/>
                  </a:lnTo>
                  <a:lnTo>
                    <a:pt x="1735391" y="1466646"/>
                  </a:lnTo>
                  <a:lnTo>
                    <a:pt x="1723580" y="1468945"/>
                  </a:lnTo>
                  <a:lnTo>
                    <a:pt x="1713204" y="1475828"/>
                  </a:lnTo>
                  <a:lnTo>
                    <a:pt x="1706308" y="1486204"/>
                  </a:lnTo>
                  <a:lnTo>
                    <a:pt x="1704022" y="1498015"/>
                  </a:lnTo>
                  <a:lnTo>
                    <a:pt x="1706308" y="1509814"/>
                  </a:lnTo>
                  <a:lnTo>
                    <a:pt x="1713204" y="1520190"/>
                  </a:lnTo>
                  <a:lnTo>
                    <a:pt x="1723580" y="1527086"/>
                  </a:lnTo>
                  <a:lnTo>
                    <a:pt x="1735391" y="1529384"/>
                  </a:lnTo>
                  <a:lnTo>
                    <a:pt x="1747189" y="1527086"/>
                  </a:lnTo>
                  <a:lnTo>
                    <a:pt x="1757565" y="1520190"/>
                  </a:lnTo>
                  <a:lnTo>
                    <a:pt x="1764461" y="1509814"/>
                  </a:lnTo>
                  <a:lnTo>
                    <a:pt x="1766760" y="1498015"/>
                  </a:lnTo>
                  <a:close/>
                </a:path>
                <a:path w="2230120" h="2027554">
                  <a:moveTo>
                    <a:pt x="1821014" y="1715046"/>
                  </a:moveTo>
                  <a:lnTo>
                    <a:pt x="1818716" y="1703235"/>
                  </a:lnTo>
                  <a:lnTo>
                    <a:pt x="1811832" y="1692859"/>
                  </a:lnTo>
                  <a:lnTo>
                    <a:pt x="1801444" y="1685975"/>
                  </a:lnTo>
                  <a:lnTo>
                    <a:pt x="1789645" y="1683677"/>
                  </a:lnTo>
                  <a:lnTo>
                    <a:pt x="1777834" y="1685975"/>
                  </a:lnTo>
                  <a:lnTo>
                    <a:pt x="1767459" y="1692859"/>
                  </a:lnTo>
                  <a:lnTo>
                    <a:pt x="1760575" y="1703235"/>
                  </a:lnTo>
                  <a:lnTo>
                    <a:pt x="1758276" y="1715046"/>
                  </a:lnTo>
                  <a:lnTo>
                    <a:pt x="1760575" y="1726844"/>
                  </a:lnTo>
                  <a:lnTo>
                    <a:pt x="1767459" y="1737220"/>
                  </a:lnTo>
                  <a:lnTo>
                    <a:pt x="1777834" y="1744116"/>
                  </a:lnTo>
                  <a:lnTo>
                    <a:pt x="1789645" y="1746415"/>
                  </a:lnTo>
                  <a:lnTo>
                    <a:pt x="1801444" y="1744116"/>
                  </a:lnTo>
                  <a:lnTo>
                    <a:pt x="1811832" y="1737220"/>
                  </a:lnTo>
                  <a:lnTo>
                    <a:pt x="1818716" y="1726844"/>
                  </a:lnTo>
                  <a:lnTo>
                    <a:pt x="1821014" y="1715046"/>
                  </a:lnTo>
                  <a:close/>
                </a:path>
                <a:path w="2230120" h="2027554">
                  <a:moveTo>
                    <a:pt x="1821014" y="201777"/>
                  </a:moveTo>
                  <a:lnTo>
                    <a:pt x="1818716" y="189649"/>
                  </a:lnTo>
                  <a:lnTo>
                    <a:pt x="1811832" y="178993"/>
                  </a:lnTo>
                  <a:lnTo>
                    <a:pt x="1801444" y="171919"/>
                  </a:lnTo>
                  <a:lnTo>
                    <a:pt x="1789645" y="169557"/>
                  </a:lnTo>
                  <a:lnTo>
                    <a:pt x="1777834" y="171919"/>
                  </a:lnTo>
                  <a:lnTo>
                    <a:pt x="1767459" y="178993"/>
                  </a:lnTo>
                  <a:lnTo>
                    <a:pt x="1760575" y="189649"/>
                  </a:lnTo>
                  <a:lnTo>
                    <a:pt x="1758276" y="201777"/>
                  </a:lnTo>
                  <a:lnTo>
                    <a:pt x="1760575" y="213893"/>
                  </a:lnTo>
                  <a:lnTo>
                    <a:pt x="1767459" y="224561"/>
                  </a:lnTo>
                  <a:lnTo>
                    <a:pt x="1777834" y="231635"/>
                  </a:lnTo>
                  <a:lnTo>
                    <a:pt x="1789645" y="233997"/>
                  </a:lnTo>
                  <a:lnTo>
                    <a:pt x="1801444" y="231635"/>
                  </a:lnTo>
                  <a:lnTo>
                    <a:pt x="1811832" y="224561"/>
                  </a:lnTo>
                  <a:lnTo>
                    <a:pt x="1818716" y="213893"/>
                  </a:lnTo>
                  <a:lnTo>
                    <a:pt x="1821014" y="201777"/>
                  </a:lnTo>
                  <a:close/>
                </a:path>
                <a:path w="2230120" h="2027554">
                  <a:moveTo>
                    <a:pt x="2038045" y="908812"/>
                  </a:moveTo>
                  <a:lnTo>
                    <a:pt x="2035746" y="896696"/>
                  </a:lnTo>
                  <a:lnTo>
                    <a:pt x="2028850" y="886028"/>
                  </a:lnTo>
                  <a:lnTo>
                    <a:pt x="2018474" y="878954"/>
                  </a:lnTo>
                  <a:lnTo>
                    <a:pt x="2006676" y="876592"/>
                  </a:lnTo>
                  <a:lnTo>
                    <a:pt x="1994865" y="878954"/>
                  </a:lnTo>
                  <a:lnTo>
                    <a:pt x="1984489" y="886028"/>
                  </a:lnTo>
                  <a:lnTo>
                    <a:pt x="1977593" y="896696"/>
                  </a:lnTo>
                  <a:lnTo>
                    <a:pt x="1975307" y="908812"/>
                  </a:lnTo>
                  <a:lnTo>
                    <a:pt x="1977593" y="920940"/>
                  </a:lnTo>
                  <a:lnTo>
                    <a:pt x="1984489" y="931595"/>
                  </a:lnTo>
                  <a:lnTo>
                    <a:pt x="1994865" y="938669"/>
                  </a:lnTo>
                  <a:lnTo>
                    <a:pt x="2006676" y="941031"/>
                  </a:lnTo>
                  <a:lnTo>
                    <a:pt x="2018474" y="938669"/>
                  </a:lnTo>
                  <a:lnTo>
                    <a:pt x="2028850" y="931595"/>
                  </a:lnTo>
                  <a:lnTo>
                    <a:pt x="2035746" y="920940"/>
                  </a:lnTo>
                  <a:lnTo>
                    <a:pt x="2038045" y="908812"/>
                  </a:lnTo>
                  <a:close/>
                </a:path>
                <a:path w="2230120" h="2027554">
                  <a:moveTo>
                    <a:pt x="2155888" y="1425105"/>
                  </a:moveTo>
                  <a:lnTo>
                    <a:pt x="2153526" y="1413306"/>
                  </a:lnTo>
                  <a:lnTo>
                    <a:pt x="2146452" y="1402918"/>
                  </a:lnTo>
                  <a:lnTo>
                    <a:pt x="2135784" y="1396034"/>
                  </a:lnTo>
                  <a:lnTo>
                    <a:pt x="2123668" y="1393736"/>
                  </a:lnTo>
                  <a:lnTo>
                    <a:pt x="2111540" y="1396034"/>
                  </a:lnTo>
                  <a:lnTo>
                    <a:pt x="2100884" y="1402918"/>
                  </a:lnTo>
                  <a:lnTo>
                    <a:pt x="2093810" y="1413306"/>
                  </a:lnTo>
                  <a:lnTo>
                    <a:pt x="2091448" y="1425105"/>
                  </a:lnTo>
                  <a:lnTo>
                    <a:pt x="2093810" y="1436916"/>
                  </a:lnTo>
                  <a:lnTo>
                    <a:pt x="2100884" y="1447292"/>
                  </a:lnTo>
                  <a:lnTo>
                    <a:pt x="2111540" y="1454175"/>
                  </a:lnTo>
                  <a:lnTo>
                    <a:pt x="2123668" y="1456474"/>
                  </a:lnTo>
                  <a:lnTo>
                    <a:pt x="2135784" y="1454175"/>
                  </a:lnTo>
                  <a:lnTo>
                    <a:pt x="2146452" y="1447292"/>
                  </a:lnTo>
                  <a:lnTo>
                    <a:pt x="2153526" y="1436916"/>
                  </a:lnTo>
                  <a:lnTo>
                    <a:pt x="2155888" y="1425105"/>
                  </a:lnTo>
                  <a:close/>
                </a:path>
                <a:path w="2230120" h="2027554">
                  <a:moveTo>
                    <a:pt x="2229637" y="1135164"/>
                  </a:moveTo>
                  <a:lnTo>
                    <a:pt x="2227275" y="1123365"/>
                  </a:lnTo>
                  <a:lnTo>
                    <a:pt x="2220201" y="1112989"/>
                  </a:lnTo>
                  <a:lnTo>
                    <a:pt x="2209546" y="1106093"/>
                  </a:lnTo>
                  <a:lnTo>
                    <a:pt x="2197417" y="1103795"/>
                  </a:lnTo>
                  <a:lnTo>
                    <a:pt x="2185301" y="1106093"/>
                  </a:lnTo>
                  <a:lnTo>
                    <a:pt x="2174633" y="1112989"/>
                  </a:lnTo>
                  <a:lnTo>
                    <a:pt x="2167559" y="1123365"/>
                  </a:lnTo>
                  <a:lnTo>
                    <a:pt x="2165197" y="1135164"/>
                  </a:lnTo>
                  <a:lnTo>
                    <a:pt x="2167559" y="1146975"/>
                  </a:lnTo>
                  <a:lnTo>
                    <a:pt x="2174633" y="1157351"/>
                  </a:lnTo>
                  <a:lnTo>
                    <a:pt x="2185301" y="1164247"/>
                  </a:lnTo>
                  <a:lnTo>
                    <a:pt x="2197417" y="1166533"/>
                  </a:lnTo>
                  <a:lnTo>
                    <a:pt x="2209546" y="1164247"/>
                  </a:lnTo>
                  <a:lnTo>
                    <a:pt x="2220201" y="1157351"/>
                  </a:lnTo>
                  <a:lnTo>
                    <a:pt x="2227275" y="1146975"/>
                  </a:lnTo>
                  <a:lnTo>
                    <a:pt x="2229637" y="1135164"/>
                  </a:lnTo>
                  <a:close/>
                </a:path>
              </a:pathLst>
            </a:custGeom>
            <a:solidFill>
              <a:srgbClr val="000000"/>
            </a:solidFill>
          </p:spPr>
          <p:txBody>
            <a:bodyPr wrap="square" lIns="0" tIns="0" rIns="0" bIns="0" rtlCol="0"/>
            <a:lstStyle/>
            <a:p>
              <a:endParaRPr/>
            </a:p>
          </p:txBody>
        </p:sp>
        <p:sp>
          <p:nvSpPr>
            <p:cNvPr id="13" name="object 13"/>
            <p:cNvSpPr/>
            <p:nvPr/>
          </p:nvSpPr>
          <p:spPr>
            <a:xfrm>
              <a:off x="5183322" y="6200677"/>
              <a:ext cx="343535" cy="343535"/>
            </a:xfrm>
            <a:custGeom>
              <a:avLst/>
              <a:gdLst/>
              <a:ahLst/>
              <a:cxnLst/>
              <a:rect l="l" t="t" r="r" b="b"/>
              <a:pathLst>
                <a:path w="343535" h="343534">
                  <a:moveTo>
                    <a:pt x="293064" y="50282"/>
                  </a:moveTo>
                  <a:lnTo>
                    <a:pt x="320999" y="86889"/>
                  </a:lnTo>
                  <a:lnTo>
                    <a:pt x="337760" y="128124"/>
                  </a:lnTo>
                  <a:lnTo>
                    <a:pt x="343346" y="171673"/>
                  </a:lnTo>
                  <a:lnTo>
                    <a:pt x="337760" y="215222"/>
                  </a:lnTo>
                  <a:lnTo>
                    <a:pt x="320999" y="256457"/>
                  </a:lnTo>
                  <a:lnTo>
                    <a:pt x="293064" y="293064"/>
                  </a:lnTo>
                  <a:lnTo>
                    <a:pt x="256457" y="320999"/>
                  </a:lnTo>
                  <a:lnTo>
                    <a:pt x="215222" y="337760"/>
                  </a:lnTo>
                  <a:lnTo>
                    <a:pt x="171673" y="343346"/>
                  </a:lnTo>
                  <a:lnTo>
                    <a:pt x="128124" y="337760"/>
                  </a:lnTo>
                  <a:lnTo>
                    <a:pt x="86889" y="320999"/>
                  </a:lnTo>
                  <a:lnTo>
                    <a:pt x="50282" y="293064"/>
                  </a:lnTo>
                  <a:lnTo>
                    <a:pt x="22347" y="256457"/>
                  </a:lnTo>
                  <a:lnTo>
                    <a:pt x="5586" y="215222"/>
                  </a:lnTo>
                  <a:lnTo>
                    <a:pt x="0" y="171673"/>
                  </a:lnTo>
                  <a:lnTo>
                    <a:pt x="5586" y="128124"/>
                  </a:lnTo>
                  <a:lnTo>
                    <a:pt x="22347" y="86889"/>
                  </a:lnTo>
                  <a:lnTo>
                    <a:pt x="50282" y="50282"/>
                  </a:lnTo>
                  <a:lnTo>
                    <a:pt x="86889" y="22347"/>
                  </a:lnTo>
                  <a:lnTo>
                    <a:pt x="128124" y="5586"/>
                  </a:lnTo>
                  <a:lnTo>
                    <a:pt x="171673" y="0"/>
                  </a:lnTo>
                  <a:lnTo>
                    <a:pt x="215222" y="5586"/>
                  </a:lnTo>
                  <a:lnTo>
                    <a:pt x="256457" y="22347"/>
                  </a:lnTo>
                  <a:lnTo>
                    <a:pt x="293064" y="50282"/>
                  </a:lnTo>
                </a:path>
              </a:pathLst>
            </a:custGeom>
            <a:ln w="19074">
              <a:solidFill>
                <a:srgbClr val="8D3124"/>
              </a:solidFill>
            </a:ln>
          </p:spPr>
          <p:txBody>
            <a:bodyPr wrap="square" lIns="0" tIns="0" rIns="0" bIns="0" rtlCol="0"/>
            <a:lstStyle/>
            <a:p>
              <a:endParaRPr/>
            </a:p>
          </p:txBody>
        </p:sp>
      </p:grpSp>
      <p:sp>
        <p:nvSpPr>
          <p:cNvPr id="14" name="object 1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Closest</a:t>
            </a:r>
            <a:r>
              <a:rPr spc="10" dirty="0"/>
              <a:t> </a:t>
            </a:r>
            <a:r>
              <a:rPr spc="80" dirty="0"/>
              <a:t>pair</a:t>
            </a:r>
            <a:r>
              <a:rPr spc="15" dirty="0"/>
              <a:t> </a:t>
            </a:r>
            <a:r>
              <a:rPr spc="60" dirty="0"/>
              <a:t>of</a:t>
            </a:r>
            <a:r>
              <a:rPr spc="15" dirty="0"/>
              <a:t> </a:t>
            </a:r>
            <a:r>
              <a:rPr spc="-10" dirty="0"/>
              <a:t>points</a:t>
            </a:r>
          </a:p>
        </p:txBody>
      </p:sp>
      <p:sp>
        <p:nvSpPr>
          <p:cNvPr id="4" name="object 4"/>
          <p:cNvSpPr txBox="1"/>
          <p:nvPr/>
        </p:nvSpPr>
        <p:spPr>
          <a:xfrm>
            <a:off x="681767" y="1131247"/>
            <a:ext cx="8169909" cy="2924810"/>
          </a:xfrm>
          <a:prstGeom prst="rect">
            <a:avLst/>
          </a:prstGeom>
        </p:spPr>
        <p:txBody>
          <a:bodyPr vert="horz" wrap="square" lIns="0" tIns="12700" rIns="0" bIns="0" rtlCol="0">
            <a:spAutoFit/>
          </a:bodyPr>
          <a:lstStyle/>
          <a:p>
            <a:pPr marL="76200" marR="236854">
              <a:lnSpc>
                <a:spcPct val="132100"/>
              </a:lnSpc>
              <a:spcBef>
                <a:spcPts val="100"/>
              </a:spcBef>
              <a:tabLst>
                <a:tab pos="2604770" algn="l"/>
              </a:tabLst>
            </a:pPr>
            <a:r>
              <a:rPr sz="1800" dirty="0">
                <a:solidFill>
                  <a:srgbClr val="0048AA"/>
                </a:solidFill>
                <a:latin typeface="Lucida Sans Unicode"/>
                <a:cs typeface="Lucida Sans Unicode"/>
              </a:rPr>
              <a:t>Closest</a:t>
            </a:r>
            <a:r>
              <a:rPr sz="1800" spc="-20" dirty="0">
                <a:solidFill>
                  <a:srgbClr val="0048AA"/>
                </a:solidFill>
                <a:latin typeface="Lucida Sans Unicode"/>
                <a:cs typeface="Lucida Sans Unicode"/>
              </a:rPr>
              <a:t> </a:t>
            </a:r>
            <a:r>
              <a:rPr sz="1800" dirty="0">
                <a:solidFill>
                  <a:srgbClr val="0048AA"/>
                </a:solidFill>
                <a:latin typeface="Lucida Sans Unicode"/>
                <a:cs typeface="Lucida Sans Unicode"/>
              </a:rPr>
              <a:t>pair</a:t>
            </a:r>
            <a:r>
              <a:rPr sz="1800" spc="-15" dirty="0">
                <a:solidFill>
                  <a:srgbClr val="0048AA"/>
                </a:solidFill>
                <a:latin typeface="Lucida Sans Unicode"/>
                <a:cs typeface="Lucida Sans Unicode"/>
              </a:rPr>
              <a:t> </a:t>
            </a:r>
            <a:r>
              <a:rPr sz="1800" spc="-10" dirty="0">
                <a:solidFill>
                  <a:srgbClr val="0048AA"/>
                </a:solidFill>
                <a:latin typeface="Lucida Sans Unicode"/>
                <a:cs typeface="Lucida Sans Unicode"/>
              </a:rPr>
              <a:t>problem.</a:t>
            </a:r>
            <a:r>
              <a:rPr sz="1800" dirty="0">
                <a:solidFill>
                  <a:srgbClr val="0048AA"/>
                </a:solidFill>
                <a:latin typeface="Lucida Sans Unicode"/>
                <a:cs typeface="Lucida Sans Unicode"/>
              </a:rPr>
              <a:t>	</a:t>
            </a:r>
            <a:r>
              <a:rPr sz="1800" dirty="0">
                <a:latin typeface="Lucida Sans Unicode"/>
                <a:cs typeface="Lucida Sans Unicode"/>
              </a:rPr>
              <a:t>Given</a:t>
            </a:r>
            <a:r>
              <a:rPr sz="1800" spc="-5" dirty="0">
                <a:latin typeface="Lucida Sans Unicode"/>
                <a:cs typeface="Lucida Sans Unicode"/>
              </a:rPr>
              <a:t> </a:t>
            </a:r>
            <a:r>
              <a:rPr sz="1800" i="1" dirty="0">
                <a:latin typeface="Times New Roman"/>
                <a:cs typeface="Times New Roman"/>
              </a:rPr>
              <a:t>n</a:t>
            </a:r>
            <a:r>
              <a:rPr sz="1800" i="1" spc="110" dirty="0">
                <a:latin typeface="Times New Roman"/>
                <a:cs typeface="Times New Roman"/>
              </a:rPr>
              <a:t> </a:t>
            </a:r>
            <a:r>
              <a:rPr sz="1800" dirty="0">
                <a:latin typeface="Lucida Sans Unicode"/>
                <a:cs typeface="Lucida Sans Unicode"/>
              </a:rPr>
              <a:t>points</a:t>
            </a:r>
            <a:r>
              <a:rPr sz="1800" spc="-5" dirty="0">
                <a:latin typeface="Lucida Sans Unicode"/>
                <a:cs typeface="Lucida Sans Unicode"/>
              </a:rPr>
              <a:t> </a:t>
            </a:r>
            <a:r>
              <a:rPr sz="1800" dirty="0">
                <a:latin typeface="Lucida Sans Unicode"/>
                <a:cs typeface="Lucida Sans Unicode"/>
              </a:rPr>
              <a:t>in the</a:t>
            </a:r>
            <a:r>
              <a:rPr sz="1800" spc="-5" dirty="0">
                <a:latin typeface="Lucida Sans Unicode"/>
                <a:cs typeface="Lucida Sans Unicode"/>
              </a:rPr>
              <a:t> </a:t>
            </a:r>
            <a:r>
              <a:rPr sz="1800" dirty="0">
                <a:latin typeface="Lucida Sans Unicode"/>
                <a:cs typeface="Lucida Sans Unicode"/>
              </a:rPr>
              <a:t>plane,</a:t>
            </a:r>
            <a:r>
              <a:rPr sz="1800" spc="-5" dirty="0">
                <a:latin typeface="Lucida Sans Unicode"/>
                <a:cs typeface="Lucida Sans Unicode"/>
              </a:rPr>
              <a:t> </a:t>
            </a:r>
            <a:r>
              <a:rPr sz="1800" dirty="0">
                <a:latin typeface="Lucida Sans Unicode"/>
                <a:cs typeface="Lucida Sans Unicode"/>
              </a:rPr>
              <a:t>find a</a:t>
            </a:r>
            <a:r>
              <a:rPr sz="1800" spc="-5" dirty="0">
                <a:latin typeface="Lucida Sans Unicode"/>
                <a:cs typeface="Lucida Sans Unicode"/>
              </a:rPr>
              <a:t> </a:t>
            </a:r>
            <a:r>
              <a:rPr sz="1800" dirty="0">
                <a:latin typeface="Lucida Sans Unicode"/>
                <a:cs typeface="Lucida Sans Unicode"/>
              </a:rPr>
              <a:t>pair</a:t>
            </a:r>
            <a:r>
              <a:rPr sz="1800" spc="-5" dirty="0">
                <a:latin typeface="Lucida Sans Unicode"/>
                <a:cs typeface="Lucida Sans Unicode"/>
              </a:rPr>
              <a:t> </a:t>
            </a:r>
            <a:r>
              <a:rPr sz="1800" dirty="0">
                <a:latin typeface="Lucida Sans Unicode"/>
                <a:cs typeface="Lucida Sans Unicode"/>
              </a:rPr>
              <a:t>of </a:t>
            </a:r>
            <a:r>
              <a:rPr sz="1800" spc="-10" dirty="0">
                <a:latin typeface="Lucida Sans Unicode"/>
                <a:cs typeface="Lucida Sans Unicode"/>
              </a:rPr>
              <a:t>points </a:t>
            </a:r>
            <a:r>
              <a:rPr sz="1800" dirty="0">
                <a:latin typeface="Lucida Sans Unicode"/>
                <a:cs typeface="Lucida Sans Unicode"/>
              </a:rPr>
              <a:t>with</a:t>
            </a:r>
            <a:r>
              <a:rPr sz="1800" spc="30" dirty="0">
                <a:latin typeface="Lucida Sans Unicode"/>
                <a:cs typeface="Lucida Sans Unicode"/>
              </a:rPr>
              <a:t> </a:t>
            </a:r>
            <a:r>
              <a:rPr sz="1800" dirty="0">
                <a:latin typeface="Lucida Sans Unicode"/>
                <a:cs typeface="Lucida Sans Unicode"/>
              </a:rPr>
              <a:t>the</a:t>
            </a:r>
            <a:r>
              <a:rPr sz="1800" spc="30" dirty="0">
                <a:latin typeface="Lucida Sans Unicode"/>
                <a:cs typeface="Lucida Sans Unicode"/>
              </a:rPr>
              <a:t> </a:t>
            </a:r>
            <a:r>
              <a:rPr sz="1800" dirty="0">
                <a:latin typeface="Lucida Sans Unicode"/>
                <a:cs typeface="Lucida Sans Unicode"/>
              </a:rPr>
              <a:t>smallest</a:t>
            </a:r>
            <a:r>
              <a:rPr sz="1800" spc="30" dirty="0">
                <a:latin typeface="Lucida Sans Unicode"/>
                <a:cs typeface="Lucida Sans Unicode"/>
              </a:rPr>
              <a:t> </a:t>
            </a:r>
            <a:r>
              <a:rPr sz="1800" dirty="0">
                <a:latin typeface="Lucida Sans Unicode"/>
                <a:cs typeface="Lucida Sans Unicode"/>
              </a:rPr>
              <a:t>Euclidean</a:t>
            </a:r>
            <a:r>
              <a:rPr sz="1800" spc="30" dirty="0">
                <a:latin typeface="Lucida Sans Unicode"/>
                <a:cs typeface="Lucida Sans Unicode"/>
              </a:rPr>
              <a:t> </a:t>
            </a:r>
            <a:r>
              <a:rPr sz="1800" dirty="0">
                <a:latin typeface="Lucida Sans Unicode"/>
                <a:cs typeface="Lucida Sans Unicode"/>
              </a:rPr>
              <a:t>distance</a:t>
            </a:r>
            <a:r>
              <a:rPr sz="1800" spc="30" dirty="0">
                <a:latin typeface="Lucida Sans Unicode"/>
                <a:cs typeface="Lucida Sans Unicode"/>
              </a:rPr>
              <a:t> </a:t>
            </a:r>
            <a:r>
              <a:rPr sz="1800" dirty="0">
                <a:latin typeface="Lucida Sans Unicode"/>
                <a:cs typeface="Lucida Sans Unicode"/>
              </a:rPr>
              <a:t>between</a:t>
            </a:r>
            <a:r>
              <a:rPr sz="1800" spc="30" dirty="0">
                <a:latin typeface="Lucida Sans Unicode"/>
                <a:cs typeface="Lucida Sans Unicode"/>
              </a:rPr>
              <a:t> </a:t>
            </a:r>
            <a:r>
              <a:rPr sz="1800" spc="-10" dirty="0">
                <a:latin typeface="Lucida Sans Unicode"/>
                <a:cs typeface="Lucida Sans Unicode"/>
              </a:rPr>
              <a:t>them.</a:t>
            </a:r>
            <a:endParaRPr sz="1800">
              <a:latin typeface="Lucida Sans Unicode"/>
              <a:cs typeface="Lucida Sans Unicode"/>
            </a:endParaRPr>
          </a:p>
          <a:p>
            <a:pPr marL="76200" marR="1401445">
              <a:lnSpc>
                <a:spcPct val="264200"/>
              </a:lnSpc>
              <a:tabLst>
                <a:tab pos="1471930" algn="l"/>
                <a:tab pos="1504950" algn="l"/>
              </a:tabLst>
            </a:pPr>
            <a:r>
              <a:rPr sz="1800" dirty="0">
                <a:solidFill>
                  <a:srgbClr val="0048AA"/>
                </a:solidFill>
                <a:latin typeface="Lucida Sans Unicode"/>
                <a:cs typeface="Lucida Sans Unicode"/>
              </a:rPr>
              <a:t>Brute </a:t>
            </a:r>
            <a:r>
              <a:rPr sz="1800" spc="-10" dirty="0">
                <a:solidFill>
                  <a:srgbClr val="0048AA"/>
                </a:solidFill>
                <a:latin typeface="Lucida Sans Unicode"/>
                <a:cs typeface="Lucida Sans Unicode"/>
              </a:rPr>
              <a:t>force.</a:t>
            </a:r>
            <a:r>
              <a:rPr sz="1800" dirty="0">
                <a:solidFill>
                  <a:srgbClr val="0048AA"/>
                </a:solidFill>
                <a:latin typeface="Lucida Sans Unicode"/>
                <a:cs typeface="Lucida Sans Unicode"/>
              </a:rPr>
              <a:t>		</a:t>
            </a:r>
            <a:r>
              <a:rPr sz="1800" dirty="0">
                <a:latin typeface="Lucida Sans Unicode"/>
                <a:cs typeface="Lucida Sans Unicode"/>
              </a:rPr>
              <a:t>Check</a:t>
            </a:r>
            <a:r>
              <a:rPr sz="1800" spc="40" dirty="0">
                <a:latin typeface="Lucida Sans Unicode"/>
                <a:cs typeface="Lucida Sans Unicode"/>
              </a:rPr>
              <a:t> </a:t>
            </a:r>
            <a:r>
              <a:rPr sz="1800" dirty="0">
                <a:latin typeface="Lucida Sans Unicode"/>
                <a:cs typeface="Lucida Sans Unicode"/>
              </a:rPr>
              <a:t>all</a:t>
            </a:r>
            <a:r>
              <a:rPr sz="1800" spc="40" dirty="0">
                <a:latin typeface="Lucida Sans Unicode"/>
                <a:cs typeface="Lucida Sans Unicode"/>
              </a:rPr>
              <a:t> </a:t>
            </a:r>
            <a:r>
              <a:rPr sz="1800" dirty="0">
                <a:latin typeface="Lucida Sans Unicode"/>
                <a:cs typeface="Lucida Sans Unicode"/>
              </a:rPr>
              <a:t>pairs</a:t>
            </a:r>
            <a:r>
              <a:rPr sz="1800" spc="40" dirty="0">
                <a:latin typeface="Lucida Sans Unicode"/>
                <a:cs typeface="Lucida Sans Unicode"/>
              </a:rPr>
              <a:t> </a:t>
            </a:r>
            <a:r>
              <a:rPr sz="1800" dirty="0">
                <a:latin typeface="Lucida Sans Unicode"/>
                <a:cs typeface="Lucida Sans Unicode"/>
              </a:rPr>
              <a:t>with</a:t>
            </a:r>
            <a:r>
              <a:rPr sz="1800" spc="40" dirty="0">
                <a:latin typeface="Lucida Sans Unicode"/>
                <a:cs typeface="Lucida Sans Unicode"/>
              </a:rPr>
              <a:t> </a:t>
            </a:r>
            <a:r>
              <a:rPr sz="1800" dirty="0">
                <a:latin typeface="Times New Roman"/>
                <a:cs typeface="Times New Roman"/>
              </a:rPr>
              <a:t>Θ(</a:t>
            </a:r>
            <a:r>
              <a:rPr sz="1800" i="1" dirty="0">
                <a:latin typeface="Times New Roman"/>
                <a:cs typeface="Times New Roman"/>
              </a:rPr>
              <a:t>n</a:t>
            </a:r>
            <a:r>
              <a:rPr sz="1800" baseline="20833" dirty="0">
                <a:latin typeface="Times New Roman"/>
                <a:cs typeface="Times New Roman"/>
              </a:rPr>
              <a:t>2</a:t>
            </a:r>
            <a:r>
              <a:rPr sz="1800" dirty="0">
                <a:latin typeface="Times New Roman"/>
                <a:cs typeface="Times New Roman"/>
              </a:rPr>
              <a:t>)</a:t>
            </a:r>
            <a:r>
              <a:rPr sz="1800" spc="155" dirty="0">
                <a:latin typeface="Times New Roman"/>
                <a:cs typeface="Times New Roman"/>
              </a:rPr>
              <a:t> </a:t>
            </a:r>
            <a:r>
              <a:rPr sz="1800" dirty="0">
                <a:latin typeface="Lucida Sans Unicode"/>
                <a:cs typeface="Lucida Sans Unicode"/>
              </a:rPr>
              <a:t>distance</a:t>
            </a:r>
            <a:r>
              <a:rPr sz="1800" spc="40" dirty="0">
                <a:latin typeface="Lucida Sans Unicode"/>
                <a:cs typeface="Lucida Sans Unicode"/>
              </a:rPr>
              <a:t> </a:t>
            </a:r>
            <a:r>
              <a:rPr sz="1800" spc="-10" dirty="0">
                <a:latin typeface="Lucida Sans Unicode"/>
                <a:cs typeface="Lucida Sans Unicode"/>
              </a:rPr>
              <a:t>calculations. </a:t>
            </a:r>
            <a:r>
              <a:rPr sz="1800" dirty="0">
                <a:solidFill>
                  <a:srgbClr val="0048AA"/>
                </a:solidFill>
                <a:latin typeface="Lucida Sans Unicode"/>
                <a:cs typeface="Lucida Sans Unicode"/>
              </a:rPr>
              <a:t>1d </a:t>
            </a:r>
            <a:r>
              <a:rPr sz="1800" spc="-10" dirty="0">
                <a:solidFill>
                  <a:srgbClr val="0048AA"/>
                </a:solidFill>
                <a:latin typeface="Lucida Sans Unicode"/>
                <a:cs typeface="Lucida Sans Unicode"/>
              </a:rPr>
              <a:t>version.</a:t>
            </a:r>
            <a:r>
              <a:rPr sz="1800" dirty="0">
                <a:solidFill>
                  <a:srgbClr val="0048AA"/>
                </a:solidFill>
                <a:latin typeface="Lucida Sans Unicode"/>
                <a:cs typeface="Lucida Sans Unicode"/>
              </a:rPr>
              <a:t>	</a:t>
            </a:r>
            <a:r>
              <a:rPr sz="1800" dirty="0">
                <a:latin typeface="Lucida Sans Unicode"/>
                <a:cs typeface="Lucida Sans Unicode"/>
              </a:rPr>
              <a:t>Easy</a:t>
            </a:r>
            <a:r>
              <a:rPr sz="1800" spc="-5"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log </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dirty="0">
                <a:latin typeface="Lucida Sans Unicode"/>
                <a:cs typeface="Lucida Sans Unicode"/>
              </a:rPr>
              <a:t>algorithm if points</a:t>
            </a:r>
            <a:r>
              <a:rPr sz="1800" spc="-5" dirty="0">
                <a:latin typeface="Lucida Sans Unicode"/>
                <a:cs typeface="Lucida Sans Unicode"/>
              </a:rPr>
              <a:t> </a:t>
            </a:r>
            <a:r>
              <a:rPr sz="1800" dirty="0">
                <a:latin typeface="Lucida Sans Unicode"/>
                <a:cs typeface="Lucida Sans Unicode"/>
              </a:rPr>
              <a:t>are on a </a:t>
            </a:r>
            <a:r>
              <a:rPr sz="1800" spc="-10" dirty="0">
                <a:latin typeface="Lucida Sans Unicode"/>
                <a:cs typeface="Lucida Sans Unicode"/>
              </a:rPr>
              <a:t>line.</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76200">
              <a:lnSpc>
                <a:spcPct val="100000"/>
              </a:lnSpc>
              <a:tabLst>
                <a:tab pos="3390900" algn="l"/>
              </a:tabLst>
            </a:pPr>
            <a:r>
              <a:rPr sz="1800" dirty="0">
                <a:solidFill>
                  <a:srgbClr val="0048AA"/>
                </a:solidFill>
                <a:latin typeface="Lucida Sans Unicode"/>
                <a:cs typeface="Lucida Sans Unicode"/>
              </a:rPr>
              <a:t>Nondegeneracy </a:t>
            </a:r>
            <a:r>
              <a:rPr sz="1800" spc="-10" dirty="0">
                <a:solidFill>
                  <a:srgbClr val="0048AA"/>
                </a:solidFill>
                <a:latin typeface="Lucida Sans Unicode"/>
                <a:cs typeface="Lucida Sans Unicode"/>
              </a:rPr>
              <a:t>assumption.</a:t>
            </a:r>
            <a:r>
              <a:rPr sz="1800" dirty="0">
                <a:solidFill>
                  <a:srgbClr val="0048AA"/>
                </a:solidFill>
                <a:latin typeface="Lucida Sans Unicode"/>
                <a:cs typeface="Lucida Sans Unicode"/>
              </a:rPr>
              <a:t>	</a:t>
            </a:r>
            <a:r>
              <a:rPr sz="1800" dirty="0">
                <a:latin typeface="Lucida Sans Unicode"/>
                <a:cs typeface="Lucida Sans Unicode"/>
              </a:rPr>
              <a:t>No</a:t>
            </a:r>
            <a:r>
              <a:rPr sz="1800" spc="35" dirty="0">
                <a:latin typeface="Lucida Sans Unicode"/>
                <a:cs typeface="Lucida Sans Unicode"/>
              </a:rPr>
              <a:t> </a:t>
            </a:r>
            <a:r>
              <a:rPr sz="1800" dirty="0">
                <a:latin typeface="Lucida Sans Unicode"/>
                <a:cs typeface="Lucida Sans Unicode"/>
              </a:rPr>
              <a:t>two</a:t>
            </a:r>
            <a:r>
              <a:rPr sz="1800" spc="35" dirty="0">
                <a:latin typeface="Lucida Sans Unicode"/>
                <a:cs typeface="Lucida Sans Unicode"/>
              </a:rPr>
              <a:t> </a:t>
            </a:r>
            <a:r>
              <a:rPr sz="1800" dirty="0">
                <a:latin typeface="Lucida Sans Unicode"/>
                <a:cs typeface="Lucida Sans Unicode"/>
              </a:rPr>
              <a:t>points</a:t>
            </a:r>
            <a:r>
              <a:rPr sz="1800" spc="40" dirty="0">
                <a:latin typeface="Lucida Sans Unicode"/>
                <a:cs typeface="Lucida Sans Unicode"/>
              </a:rPr>
              <a:t> </a:t>
            </a:r>
            <a:r>
              <a:rPr sz="1800" dirty="0">
                <a:latin typeface="Lucida Sans Unicode"/>
                <a:cs typeface="Lucida Sans Unicode"/>
              </a:rPr>
              <a:t>have</a:t>
            </a:r>
            <a:r>
              <a:rPr sz="1800" spc="35" dirty="0">
                <a:latin typeface="Lucida Sans Unicode"/>
                <a:cs typeface="Lucida Sans Unicode"/>
              </a:rPr>
              <a:t> </a:t>
            </a:r>
            <a:r>
              <a:rPr sz="1800" dirty="0">
                <a:latin typeface="Lucida Sans Unicode"/>
                <a:cs typeface="Lucida Sans Unicode"/>
              </a:rPr>
              <a:t>the</a:t>
            </a:r>
            <a:r>
              <a:rPr sz="1800" spc="40" dirty="0">
                <a:latin typeface="Lucida Sans Unicode"/>
                <a:cs typeface="Lucida Sans Unicode"/>
              </a:rPr>
              <a:t> </a:t>
            </a:r>
            <a:r>
              <a:rPr sz="1800" dirty="0">
                <a:latin typeface="Lucida Sans Unicode"/>
                <a:cs typeface="Lucida Sans Unicode"/>
              </a:rPr>
              <a:t>same</a:t>
            </a:r>
            <a:r>
              <a:rPr sz="1800" spc="35" dirty="0">
                <a:latin typeface="Lucida Sans Unicode"/>
                <a:cs typeface="Lucida Sans Unicode"/>
              </a:rPr>
              <a:t> </a:t>
            </a:r>
            <a:r>
              <a:rPr sz="1800" i="1" spc="-55" dirty="0">
                <a:latin typeface="Times New Roman"/>
                <a:cs typeface="Times New Roman"/>
              </a:rPr>
              <a:t>x</a:t>
            </a:r>
            <a:r>
              <a:rPr sz="1800" spc="-55" dirty="0">
                <a:latin typeface="Lucida Sans Unicode"/>
                <a:cs typeface="Lucida Sans Unicode"/>
              </a:rPr>
              <a:t>-</a:t>
            </a:r>
            <a:r>
              <a:rPr sz="1800" spc="-25" dirty="0">
                <a:latin typeface="Lucida Sans Unicode"/>
                <a:cs typeface="Lucida Sans Unicode"/>
              </a:rPr>
              <a:t>coordinate.</a:t>
            </a:r>
            <a:endParaRPr sz="1800">
              <a:latin typeface="Lucida Sans Unicode"/>
              <a:cs typeface="Lucida Sans Unicode"/>
            </a:endParaRPr>
          </a:p>
        </p:txBody>
      </p:sp>
      <p:grpSp>
        <p:nvGrpSpPr>
          <p:cNvPr id="5" name="object 5"/>
          <p:cNvGrpSpPr/>
          <p:nvPr/>
        </p:nvGrpSpPr>
        <p:grpSpPr>
          <a:xfrm>
            <a:off x="3652569" y="4822523"/>
            <a:ext cx="2747010" cy="2556510"/>
            <a:chOff x="3652569" y="4822523"/>
            <a:chExt cx="2747010" cy="2556510"/>
          </a:xfrm>
        </p:grpSpPr>
        <p:sp>
          <p:nvSpPr>
            <p:cNvPr id="6" name="object 6"/>
            <p:cNvSpPr/>
            <p:nvPr/>
          </p:nvSpPr>
          <p:spPr>
            <a:xfrm>
              <a:off x="3657338" y="4827291"/>
              <a:ext cx="2737485" cy="2546985"/>
            </a:xfrm>
            <a:custGeom>
              <a:avLst/>
              <a:gdLst/>
              <a:ahLst/>
              <a:cxnLst/>
              <a:rect l="l" t="t" r="r" b="b"/>
              <a:pathLst>
                <a:path w="2737485" h="2546984">
                  <a:moveTo>
                    <a:pt x="0" y="0"/>
                  </a:moveTo>
                  <a:lnTo>
                    <a:pt x="2737233" y="0"/>
                  </a:lnTo>
                  <a:lnTo>
                    <a:pt x="2737233" y="2546486"/>
                  </a:lnTo>
                  <a:lnTo>
                    <a:pt x="0" y="2546486"/>
                  </a:lnTo>
                  <a:lnTo>
                    <a:pt x="0" y="0"/>
                  </a:lnTo>
                  <a:close/>
                </a:path>
              </a:pathLst>
            </a:custGeom>
            <a:solidFill>
              <a:srgbClr val="D5D5D5"/>
            </a:solidFill>
          </p:spPr>
          <p:txBody>
            <a:bodyPr wrap="square" lIns="0" tIns="0" rIns="0" bIns="0" rtlCol="0"/>
            <a:lstStyle/>
            <a:p>
              <a:endParaRPr/>
            </a:p>
          </p:txBody>
        </p:sp>
        <p:sp>
          <p:nvSpPr>
            <p:cNvPr id="7" name="object 7"/>
            <p:cNvSpPr/>
            <p:nvPr/>
          </p:nvSpPr>
          <p:spPr>
            <a:xfrm>
              <a:off x="3657338" y="4827291"/>
              <a:ext cx="2737485" cy="2546985"/>
            </a:xfrm>
            <a:custGeom>
              <a:avLst/>
              <a:gdLst/>
              <a:ahLst/>
              <a:cxnLst/>
              <a:rect l="l" t="t" r="r" b="b"/>
              <a:pathLst>
                <a:path w="2737485" h="2546984">
                  <a:moveTo>
                    <a:pt x="0" y="0"/>
                  </a:moveTo>
                  <a:lnTo>
                    <a:pt x="2737234" y="0"/>
                  </a:lnTo>
                  <a:lnTo>
                    <a:pt x="2737234" y="2546486"/>
                  </a:lnTo>
                  <a:lnTo>
                    <a:pt x="0" y="2546486"/>
                  </a:lnTo>
                  <a:lnTo>
                    <a:pt x="0" y="0"/>
                  </a:lnTo>
                  <a:close/>
                </a:path>
              </a:pathLst>
            </a:custGeom>
            <a:ln w="9537">
              <a:solidFill>
                <a:srgbClr val="000000"/>
              </a:solidFill>
            </a:ln>
          </p:spPr>
          <p:txBody>
            <a:bodyPr wrap="square" lIns="0" tIns="0" rIns="0" bIns="0" rtlCol="0"/>
            <a:lstStyle/>
            <a:p>
              <a:endParaRPr/>
            </a:p>
          </p:txBody>
        </p:sp>
        <p:sp>
          <p:nvSpPr>
            <p:cNvPr id="8" name="object 8"/>
            <p:cNvSpPr/>
            <p:nvPr/>
          </p:nvSpPr>
          <p:spPr>
            <a:xfrm>
              <a:off x="3940695" y="5122951"/>
              <a:ext cx="2230120" cy="2027555"/>
            </a:xfrm>
            <a:custGeom>
              <a:avLst/>
              <a:gdLst/>
              <a:ahLst/>
              <a:cxnLst/>
              <a:rect l="l" t="t" r="r" b="b"/>
              <a:pathLst>
                <a:path w="2230120" h="2027554">
                  <a:moveTo>
                    <a:pt x="62738" y="337413"/>
                  </a:moveTo>
                  <a:lnTo>
                    <a:pt x="60439" y="325297"/>
                  </a:lnTo>
                  <a:lnTo>
                    <a:pt x="53555" y="314629"/>
                  </a:lnTo>
                  <a:lnTo>
                    <a:pt x="43180" y="307555"/>
                  </a:lnTo>
                  <a:lnTo>
                    <a:pt x="31369" y="305206"/>
                  </a:lnTo>
                  <a:lnTo>
                    <a:pt x="19570" y="307555"/>
                  </a:lnTo>
                  <a:lnTo>
                    <a:pt x="9194" y="314629"/>
                  </a:lnTo>
                  <a:lnTo>
                    <a:pt x="2298" y="325297"/>
                  </a:lnTo>
                  <a:lnTo>
                    <a:pt x="0" y="337413"/>
                  </a:lnTo>
                  <a:lnTo>
                    <a:pt x="2298" y="349542"/>
                  </a:lnTo>
                  <a:lnTo>
                    <a:pt x="9194" y="360197"/>
                  </a:lnTo>
                  <a:lnTo>
                    <a:pt x="19570" y="367271"/>
                  </a:lnTo>
                  <a:lnTo>
                    <a:pt x="31369" y="369633"/>
                  </a:lnTo>
                  <a:lnTo>
                    <a:pt x="43180" y="367271"/>
                  </a:lnTo>
                  <a:lnTo>
                    <a:pt x="53555" y="360197"/>
                  </a:lnTo>
                  <a:lnTo>
                    <a:pt x="60439" y="349542"/>
                  </a:lnTo>
                  <a:lnTo>
                    <a:pt x="62738" y="337413"/>
                  </a:lnTo>
                  <a:close/>
                </a:path>
                <a:path w="2230120" h="2027554">
                  <a:moveTo>
                    <a:pt x="306895" y="1606524"/>
                  </a:moveTo>
                  <a:lnTo>
                    <a:pt x="304596" y="1594726"/>
                  </a:lnTo>
                  <a:lnTo>
                    <a:pt x="297713" y="1584350"/>
                  </a:lnTo>
                  <a:lnTo>
                    <a:pt x="287337" y="1577454"/>
                  </a:lnTo>
                  <a:lnTo>
                    <a:pt x="275526" y="1575155"/>
                  </a:lnTo>
                  <a:lnTo>
                    <a:pt x="263728" y="1577454"/>
                  </a:lnTo>
                  <a:lnTo>
                    <a:pt x="253352" y="1584350"/>
                  </a:lnTo>
                  <a:lnTo>
                    <a:pt x="246456" y="1594726"/>
                  </a:lnTo>
                  <a:lnTo>
                    <a:pt x="244157" y="1606524"/>
                  </a:lnTo>
                  <a:lnTo>
                    <a:pt x="246456" y="1618335"/>
                  </a:lnTo>
                  <a:lnTo>
                    <a:pt x="253352" y="1628711"/>
                  </a:lnTo>
                  <a:lnTo>
                    <a:pt x="263728" y="1635594"/>
                  </a:lnTo>
                  <a:lnTo>
                    <a:pt x="275526" y="1637893"/>
                  </a:lnTo>
                  <a:lnTo>
                    <a:pt x="287337" y="1635594"/>
                  </a:lnTo>
                  <a:lnTo>
                    <a:pt x="297713" y="1628711"/>
                  </a:lnTo>
                  <a:lnTo>
                    <a:pt x="304596" y="1618335"/>
                  </a:lnTo>
                  <a:lnTo>
                    <a:pt x="306895" y="1606524"/>
                  </a:lnTo>
                  <a:close/>
                </a:path>
                <a:path w="2230120" h="2027554">
                  <a:moveTo>
                    <a:pt x="306895" y="1340751"/>
                  </a:moveTo>
                  <a:lnTo>
                    <a:pt x="304596" y="1328953"/>
                  </a:lnTo>
                  <a:lnTo>
                    <a:pt x="297713" y="1318564"/>
                  </a:lnTo>
                  <a:lnTo>
                    <a:pt x="287337" y="1311681"/>
                  </a:lnTo>
                  <a:lnTo>
                    <a:pt x="275526" y="1309382"/>
                  </a:lnTo>
                  <a:lnTo>
                    <a:pt x="263728" y="1311681"/>
                  </a:lnTo>
                  <a:lnTo>
                    <a:pt x="253352" y="1318564"/>
                  </a:lnTo>
                  <a:lnTo>
                    <a:pt x="246456" y="1328953"/>
                  </a:lnTo>
                  <a:lnTo>
                    <a:pt x="244157" y="1340751"/>
                  </a:lnTo>
                  <a:lnTo>
                    <a:pt x="246456" y="1352562"/>
                  </a:lnTo>
                  <a:lnTo>
                    <a:pt x="253352" y="1362938"/>
                  </a:lnTo>
                  <a:lnTo>
                    <a:pt x="263728" y="1369822"/>
                  </a:lnTo>
                  <a:lnTo>
                    <a:pt x="275526" y="1372120"/>
                  </a:lnTo>
                  <a:lnTo>
                    <a:pt x="287337" y="1369822"/>
                  </a:lnTo>
                  <a:lnTo>
                    <a:pt x="297713" y="1362938"/>
                  </a:lnTo>
                  <a:lnTo>
                    <a:pt x="304596" y="1352562"/>
                  </a:lnTo>
                  <a:lnTo>
                    <a:pt x="306895" y="1340751"/>
                  </a:lnTo>
                  <a:close/>
                </a:path>
                <a:path w="2230120" h="2027554">
                  <a:moveTo>
                    <a:pt x="352679" y="709587"/>
                  </a:moveTo>
                  <a:lnTo>
                    <a:pt x="350380" y="697788"/>
                  </a:lnTo>
                  <a:lnTo>
                    <a:pt x="343484" y="687400"/>
                  </a:lnTo>
                  <a:lnTo>
                    <a:pt x="333108" y="680516"/>
                  </a:lnTo>
                  <a:lnTo>
                    <a:pt x="321310" y="678218"/>
                  </a:lnTo>
                  <a:lnTo>
                    <a:pt x="309499" y="680516"/>
                  </a:lnTo>
                  <a:lnTo>
                    <a:pt x="299123" y="687400"/>
                  </a:lnTo>
                  <a:lnTo>
                    <a:pt x="292239" y="697788"/>
                  </a:lnTo>
                  <a:lnTo>
                    <a:pt x="289941" y="709587"/>
                  </a:lnTo>
                  <a:lnTo>
                    <a:pt x="292239" y="721398"/>
                  </a:lnTo>
                  <a:lnTo>
                    <a:pt x="299123" y="731774"/>
                  </a:lnTo>
                  <a:lnTo>
                    <a:pt x="309499" y="738657"/>
                  </a:lnTo>
                  <a:lnTo>
                    <a:pt x="321310" y="740956"/>
                  </a:lnTo>
                  <a:lnTo>
                    <a:pt x="333108" y="738657"/>
                  </a:lnTo>
                  <a:lnTo>
                    <a:pt x="343484" y="731774"/>
                  </a:lnTo>
                  <a:lnTo>
                    <a:pt x="350380" y="721398"/>
                  </a:lnTo>
                  <a:lnTo>
                    <a:pt x="352679" y="709587"/>
                  </a:lnTo>
                  <a:close/>
                </a:path>
                <a:path w="2230120" h="2027554">
                  <a:moveTo>
                    <a:pt x="471360" y="1823554"/>
                  </a:moveTo>
                  <a:lnTo>
                    <a:pt x="469011" y="1811756"/>
                  </a:lnTo>
                  <a:lnTo>
                    <a:pt x="461924" y="1801380"/>
                  </a:lnTo>
                  <a:lnTo>
                    <a:pt x="451269" y="1794484"/>
                  </a:lnTo>
                  <a:lnTo>
                    <a:pt x="439153" y="1792185"/>
                  </a:lnTo>
                  <a:lnTo>
                    <a:pt x="427024" y="1794484"/>
                  </a:lnTo>
                  <a:lnTo>
                    <a:pt x="416369" y="1801380"/>
                  </a:lnTo>
                  <a:lnTo>
                    <a:pt x="409282" y="1811756"/>
                  </a:lnTo>
                  <a:lnTo>
                    <a:pt x="406933" y="1823554"/>
                  </a:lnTo>
                  <a:lnTo>
                    <a:pt x="409282" y="1835365"/>
                  </a:lnTo>
                  <a:lnTo>
                    <a:pt x="416369" y="1845741"/>
                  </a:lnTo>
                  <a:lnTo>
                    <a:pt x="427024" y="1852625"/>
                  </a:lnTo>
                  <a:lnTo>
                    <a:pt x="439153" y="1854923"/>
                  </a:lnTo>
                  <a:lnTo>
                    <a:pt x="451269" y="1852625"/>
                  </a:lnTo>
                  <a:lnTo>
                    <a:pt x="461924" y="1845741"/>
                  </a:lnTo>
                  <a:lnTo>
                    <a:pt x="469011" y="1835365"/>
                  </a:lnTo>
                  <a:lnTo>
                    <a:pt x="471360" y="1823554"/>
                  </a:lnTo>
                  <a:close/>
                </a:path>
                <a:path w="2230120" h="2027554">
                  <a:moveTo>
                    <a:pt x="734174" y="31369"/>
                  </a:moveTo>
                  <a:lnTo>
                    <a:pt x="731812" y="19570"/>
                  </a:lnTo>
                  <a:lnTo>
                    <a:pt x="724738" y="9194"/>
                  </a:lnTo>
                  <a:lnTo>
                    <a:pt x="714082" y="2298"/>
                  </a:lnTo>
                  <a:lnTo>
                    <a:pt x="701954" y="0"/>
                  </a:lnTo>
                  <a:lnTo>
                    <a:pt x="689825" y="2298"/>
                  </a:lnTo>
                  <a:lnTo>
                    <a:pt x="679170" y="9194"/>
                  </a:lnTo>
                  <a:lnTo>
                    <a:pt x="672096" y="19570"/>
                  </a:lnTo>
                  <a:lnTo>
                    <a:pt x="669734" y="31369"/>
                  </a:lnTo>
                  <a:lnTo>
                    <a:pt x="672096" y="43180"/>
                  </a:lnTo>
                  <a:lnTo>
                    <a:pt x="679170" y="53555"/>
                  </a:lnTo>
                  <a:lnTo>
                    <a:pt x="689825" y="60452"/>
                  </a:lnTo>
                  <a:lnTo>
                    <a:pt x="701954" y="62738"/>
                  </a:lnTo>
                  <a:lnTo>
                    <a:pt x="714082" y="60452"/>
                  </a:lnTo>
                  <a:lnTo>
                    <a:pt x="724738" y="53555"/>
                  </a:lnTo>
                  <a:lnTo>
                    <a:pt x="731812" y="43180"/>
                  </a:lnTo>
                  <a:lnTo>
                    <a:pt x="734174" y="31369"/>
                  </a:lnTo>
                  <a:close/>
                </a:path>
                <a:path w="2230120" h="2027554">
                  <a:moveTo>
                    <a:pt x="1013929" y="1960054"/>
                  </a:moveTo>
                  <a:lnTo>
                    <a:pt x="1011643" y="1947926"/>
                  </a:lnTo>
                  <a:lnTo>
                    <a:pt x="1004747" y="1937270"/>
                  </a:lnTo>
                  <a:lnTo>
                    <a:pt x="994371" y="1930184"/>
                  </a:lnTo>
                  <a:lnTo>
                    <a:pt x="982573" y="1927834"/>
                  </a:lnTo>
                  <a:lnTo>
                    <a:pt x="970762" y="1930184"/>
                  </a:lnTo>
                  <a:lnTo>
                    <a:pt x="960386" y="1937270"/>
                  </a:lnTo>
                  <a:lnTo>
                    <a:pt x="953490" y="1947926"/>
                  </a:lnTo>
                  <a:lnTo>
                    <a:pt x="951191" y="1960054"/>
                  </a:lnTo>
                  <a:lnTo>
                    <a:pt x="953490" y="1972170"/>
                  </a:lnTo>
                  <a:lnTo>
                    <a:pt x="960386" y="1982825"/>
                  </a:lnTo>
                  <a:lnTo>
                    <a:pt x="970762" y="1989912"/>
                  </a:lnTo>
                  <a:lnTo>
                    <a:pt x="982573" y="1992261"/>
                  </a:lnTo>
                  <a:lnTo>
                    <a:pt x="994371" y="1989912"/>
                  </a:lnTo>
                  <a:lnTo>
                    <a:pt x="1004747" y="1982825"/>
                  </a:lnTo>
                  <a:lnTo>
                    <a:pt x="1011643" y="1972170"/>
                  </a:lnTo>
                  <a:lnTo>
                    <a:pt x="1013929" y="1960054"/>
                  </a:lnTo>
                  <a:close/>
                </a:path>
                <a:path w="2230120" h="2027554">
                  <a:moveTo>
                    <a:pt x="1029195" y="862190"/>
                  </a:moveTo>
                  <a:lnTo>
                    <a:pt x="1026833" y="850379"/>
                  </a:lnTo>
                  <a:lnTo>
                    <a:pt x="1019759" y="840003"/>
                  </a:lnTo>
                  <a:lnTo>
                    <a:pt x="1009103" y="833120"/>
                  </a:lnTo>
                  <a:lnTo>
                    <a:pt x="996975" y="830821"/>
                  </a:lnTo>
                  <a:lnTo>
                    <a:pt x="984859" y="833120"/>
                  </a:lnTo>
                  <a:lnTo>
                    <a:pt x="974204" y="840003"/>
                  </a:lnTo>
                  <a:lnTo>
                    <a:pt x="967117" y="850379"/>
                  </a:lnTo>
                  <a:lnTo>
                    <a:pt x="964768" y="862190"/>
                  </a:lnTo>
                  <a:lnTo>
                    <a:pt x="967117" y="873988"/>
                  </a:lnTo>
                  <a:lnTo>
                    <a:pt x="974204" y="884364"/>
                  </a:lnTo>
                  <a:lnTo>
                    <a:pt x="984859" y="891260"/>
                  </a:lnTo>
                  <a:lnTo>
                    <a:pt x="996975" y="893559"/>
                  </a:lnTo>
                  <a:lnTo>
                    <a:pt x="1009103" y="891260"/>
                  </a:lnTo>
                  <a:lnTo>
                    <a:pt x="1019759" y="884364"/>
                  </a:lnTo>
                  <a:lnTo>
                    <a:pt x="1026833" y="873988"/>
                  </a:lnTo>
                  <a:lnTo>
                    <a:pt x="1029195" y="862190"/>
                  </a:lnTo>
                  <a:close/>
                </a:path>
                <a:path w="2230120" h="2027554">
                  <a:moveTo>
                    <a:pt x="1052080" y="31369"/>
                  </a:moveTo>
                  <a:lnTo>
                    <a:pt x="1049794" y="19570"/>
                  </a:lnTo>
                  <a:lnTo>
                    <a:pt x="1042898" y="9194"/>
                  </a:lnTo>
                  <a:lnTo>
                    <a:pt x="1032522" y="2298"/>
                  </a:lnTo>
                  <a:lnTo>
                    <a:pt x="1020711" y="0"/>
                  </a:lnTo>
                  <a:lnTo>
                    <a:pt x="1008913" y="2298"/>
                  </a:lnTo>
                  <a:lnTo>
                    <a:pt x="998537" y="9194"/>
                  </a:lnTo>
                  <a:lnTo>
                    <a:pt x="991641" y="19570"/>
                  </a:lnTo>
                  <a:lnTo>
                    <a:pt x="989342" y="31369"/>
                  </a:lnTo>
                  <a:lnTo>
                    <a:pt x="991641" y="43180"/>
                  </a:lnTo>
                  <a:lnTo>
                    <a:pt x="998537" y="53555"/>
                  </a:lnTo>
                  <a:lnTo>
                    <a:pt x="1008913" y="60452"/>
                  </a:lnTo>
                  <a:lnTo>
                    <a:pt x="1020711" y="62738"/>
                  </a:lnTo>
                  <a:lnTo>
                    <a:pt x="1032522" y="60452"/>
                  </a:lnTo>
                  <a:lnTo>
                    <a:pt x="1042898" y="53555"/>
                  </a:lnTo>
                  <a:lnTo>
                    <a:pt x="1049794" y="43180"/>
                  </a:lnTo>
                  <a:lnTo>
                    <a:pt x="1052080" y="31369"/>
                  </a:lnTo>
                  <a:close/>
                </a:path>
                <a:path w="2230120" h="2027554">
                  <a:moveTo>
                    <a:pt x="1124153" y="1418323"/>
                  </a:moveTo>
                  <a:lnTo>
                    <a:pt x="1121791" y="1406512"/>
                  </a:lnTo>
                  <a:lnTo>
                    <a:pt x="1114717" y="1396136"/>
                  </a:lnTo>
                  <a:lnTo>
                    <a:pt x="1104049" y="1389253"/>
                  </a:lnTo>
                  <a:lnTo>
                    <a:pt x="1091933" y="1386954"/>
                  </a:lnTo>
                  <a:lnTo>
                    <a:pt x="1079804" y="1389253"/>
                  </a:lnTo>
                  <a:lnTo>
                    <a:pt x="1069149" y="1396136"/>
                  </a:lnTo>
                  <a:lnTo>
                    <a:pt x="1062075" y="1406512"/>
                  </a:lnTo>
                  <a:lnTo>
                    <a:pt x="1059713" y="1418323"/>
                  </a:lnTo>
                  <a:lnTo>
                    <a:pt x="1062075" y="1430134"/>
                  </a:lnTo>
                  <a:lnTo>
                    <a:pt x="1069149" y="1440510"/>
                  </a:lnTo>
                  <a:lnTo>
                    <a:pt x="1079804" y="1447393"/>
                  </a:lnTo>
                  <a:lnTo>
                    <a:pt x="1091933" y="1449692"/>
                  </a:lnTo>
                  <a:lnTo>
                    <a:pt x="1104049" y="1447393"/>
                  </a:lnTo>
                  <a:lnTo>
                    <a:pt x="1114717" y="1440510"/>
                  </a:lnTo>
                  <a:lnTo>
                    <a:pt x="1121791" y="1430134"/>
                  </a:lnTo>
                  <a:lnTo>
                    <a:pt x="1124153" y="1418323"/>
                  </a:lnTo>
                  <a:close/>
                </a:path>
                <a:path w="2230120" h="2027554">
                  <a:moveTo>
                    <a:pt x="1259789" y="292481"/>
                  </a:moveTo>
                  <a:lnTo>
                    <a:pt x="1257427" y="280682"/>
                  </a:lnTo>
                  <a:lnTo>
                    <a:pt x="1250353" y="270306"/>
                  </a:lnTo>
                  <a:lnTo>
                    <a:pt x="1239697" y="263410"/>
                  </a:lnTo>
                  <a:lnTo>
                    <a:pt x="1227569" y="261112"/>
                  </a:lnTo>
                  <a:lnTo>
                    <a:pt x="1215453" y="263410"/>
                  </a:lnTo>
                  <a:lnTo>
                    <a:pt x="1204798" y="270306"/>
                  </a:lnTo>
                  <a:lnTo>
                    <a:pt x="1197711" y="280682"/>
                  </a:lnTo>
                  <a:lnTo>
                    <a:pt x="1195362" y="292481"/>
                  </a:lnTo>
                  <a:lnTo>
                    <a:pt x="1197711" y="304292"/>
                  </a:lnTo>
                  <a:lnTo>
                    <a:pt x="1204798" y="314667"/>
                  </a:lnTo>
                  <a:lnTo>
                    <a:pt x="1215453" y="321564"/>
                  </a:lnTo>
                  <a:lnTo>
                    <a:pt x="1227569" y="323850"/>
                  </a:lnTo>
                  <a:lnTo>
                    <a:pt x="1239697" y="321564"/>
                  </a:lnTo>
                  <a:lnTo>
                    <a:pt x="1250353" y="314667"/>
                  </a:lnTo>
                  <a:lnTo>
                    <a:pt x="1257427" y="304292"/>
                  </a:lnTo>
                  <a:lnTo>
                    <a:pt x="1259789" y="292481"/>
                  </a:lnTo>
                  <a:close/>
                </a:path>
                <a:path w="2230120" h="2027554">
                  <a:moveTo>
                    <a:pt x="1368298" y="1282674"/>
                  </a:moveTo>
                  <a:lnTo>
                    <a:pt x="1365948" y="1270876"/>
                  </a:lnTo>
                  <a:lnTo>
                    <a:pt x="1358874" y="1260500"/>
                  </a:lnTo>
                  <a:lnTo>
                    <a:pt x="1348206" y="1253604"/>
                  </a:lnTo>
                  <a:lnTo>
                    <a:pt x="1336090" y="1251305"/>
                  </a:lnTo>
                  <a:lnTo>
                    <a:pt x="1323962" y="1253604"/>
                  </a:lnTo>
                  <a:lnTo>
                    <a:pt x="1313307" y="1260500"/>
                  </a:lnTo>
                  <a:lnTo>
                    <a:pt x="1306233" y="1270876"/>
                  </a:lnTo>
                  <a:lnTo>
                    <a:pt x="1303870" y="1282674"/>
                  </a:lnTo>
                  <a:lnTo>
                    <a:pt x="1306233" y="1294485"/>
                  </a:lnTo>
                  <a:lnTo>
                    <a:pt x="1313307" y="1304861"/>
                  </a:lnTo>
                  <a:lnTo>
                    <a:pt x="1323962" y="1311757"/>
                  </a:lnTo>
                  <a:lnTo>
                    <a:pt x="1336090" y="1314043"/>
                  </a:lnTo>
                  <a:lnTo>
                    <a:pt x="1348206" y="1311757"/>
                  </a:lnTo>
                  <a:lnTo>
                    <a:pt x="1358874" y="1304861"/>
                  </a:lnTo>
                  <a:lnTo>
                    <a:pt x="1365948" y="1294485"/>
                  </a:lnTo>
                  <a:lnTo>
                    <a:pt x="1368298" y="1282674"/>
                  </a:lnTo>
                  <a:close/>
                </a:path>
                <a:path w="2230120" h="2027554">
                  <a:moveTo>
                    <a:pt x="1395437" y="997826"/>
                  </a:moveTo>
                  <a:lnTo>
                    <a:pt x="1393075" y="986028"/>
                  </a:lnTo>
                  <a:lnTo>
                    <a:pt x="1386001" y="975652"/>
                  </a:lnTo>
                  <a:lnTo>
                    <a:pt x="1375333" y="968756"/>
                  </a:lnTo>
                  <a:lnTo>
                    <a:pt x="1363218" y="966457"/>
                  </a:lnTo>
                  <a:lnTo>
                    <a:pt x="1351089" y="968756"/>
                  </a:lnTo>
                  <a:lnTo>
                    <a:pt x="1340434" y="975652"/>
                  </a:lnTo>
                  <a:lnTo>
                    <a:pt x="1333360" y="986028"/>
                  </a:lnTo>
                  <a:lnTo>
                    <a:pt x="1330998" y="997826"/>
                  </a:lnTo>
                  <a:lnTo>
                    <a:pt x="1333360" y="1009637"/>
                  </a:lnTo>
                  <a:lnTo>
                    <a:pt x="1340434" y="1020013"/>
                  </a:lnTo>
                  <a:lnTo>
                    <a:pt x="1351089" y="1026896"/>
                  </a:lnTo>
                  <a:lnTo>
                    <a:pt x="1363218" y="1029195"/>
                  </a:lnTo>
                  <a:lnTo>
                    <a:pt x="1375333" y="1026896"/>
                  </a:lnTo>
                  <a:lnTo>
                    <a:pt x="1386001" y="1020013"/>
                  </a:lnTo>
                  <a:lnTo>
                    <a:pt x="1393075" y="1009637"/>
                  </a:lnTo>
                  <a:lnTo>
                    <a:pt x="1395437" y="997826"/>
                  </a:lnTo>
                  <a:close/>
                </a:path>
                <a:path w="2230120" h="2027554">
                  <a:moveTo>
                    <a:pt x="1503946" y="1201293"/>
                  </a:moveTo>
                  <a:lnTo>
                    <a:pt x="1501584" y="1189494"/>
                  </a:lnTo>
                  <a:lnTo>
                    <a:pt x="1494510" y="1179106"/>
                  </a:lnTo>
                  <a:lnTo>
                    <a:pt x="1483855" y="1172222"/>
                  </a:lnTo>
                  <a:lnTo>
                    <a:pt x="1471726" y="1169924"/>
                  </a:lnTo>
                  <a:lnTo>
                    <a:pt x="1459611" y="1172222"/>
                  </a:lnTo>
                  <a:lnTo>
                    <a:pt x="1448955" y="1179106"/>
                  </a:lnTo>
                  <a:lnTo>
                    <a:pt x="1441869" y="1189494"/>
                  </a:lnTo>
                  <a:lnTo>
                    <a:pt x="1439519" y="1201293"/>
                  </a:lnTo>
                  <a:lnTo>
                    <a:pt x="1441869" y="1213104"/>
                  </a:lnTo>
                  <a:lnTo>
                    <a:pt x="1448955" y="1223479"/>
                  </a:lnTo>
                  <a:lnTo>
                    <a:pt x="1459611" y="1230363"/>
                  </a:lnTo>
                  <a:lnTo>
                    <a:pt x="1471726" y="1232662"/>
                  </a:lnTo>
                  <a:lnTo>
                    <a:pt x="1483855" y="1230363"/>
                  </a:lnTo>
                  <a:lnTo>
                    <a:pt x="1494510" y="1223479"/>
                  </a:lnTo>
                  <a:lnTo>
                    <a:pt x="1501584" y="1213104"/>
                  </a:lnTo>
                  <a:lnTo>
                    <a:pt x="1503946" y="1201293"/>
                  </a:lnTo>
                  <a:close/>
                </a:path>
                <a:path w="2230120" h="2027554">
                  <a:moveTo>
                    <a:pt x="1685366" y="1996084"/>
                  </a:moveTo>
                  <a:lnTo>
                    <a:pt x="1683016" y="1984273"/>
                  </a:lnTo>
                  <a:lnTo>
                    <a:pt x="1675930" y="1973897"/>
                  </a:lnTo>
                  <a:lnTo>
                    <a:pt x="1665274" y="1967001"/>
                  </a:lnTo>
                  <a:lnTo>
                    <a:pt x="1653159" y="1964715"/>
                  </a:lnTo>
                  <a:lnTo>
                    <a:pt x="1641030" y="1967001"/>
                  </a:lnTo>
                  <a:lnTo>
                    <a:pt x="1630375" y="1973897"/>
                  </a:lnTo>
                  <a:lnTo>
                    <a:pt x="1623288" y="1984273"/>
                  </a:lnTo>
                  <a:lnTo>
                    <a:pt x="1620939" y="1996084"/>
                  </a:lnTo>
                  <a:lnTo>
                    <a:pt x="1623288" y="2007882"/>
                  </a:lnTo>
                  <a:lnTo>
                    <a:pt x="1630375" y="2018258"/>
                  </a:lnTo>
                  <a:lnTo>
                    <a:pt x="1641030" y="2025154"/>
                  </a:lnTo>
                  <a:lnTo>
                    <a:pt x="1653159" y="2027453"/>
                  </a:lnTo>
                  <a:lnTo>
                    <a:pt x="1665274" y="2025154"/>
                  </a:lnTo>
                  <a:lnTo>
                    <a:pt x="1675930" y="2018258"/>
                  </a:lnTo>
                  <a:lnTo>
                    <a:pt x="1683016" y="2007882"/>
                  </a:lnTo>
                  <a:lnTo>
                    <a:pt x="1685366" y="1996084"/>
                  </a:lnTo>
                  <a:close/>
                </a:path>
                <a:path w="2230120" h="2027554">
                  <a:moveTo>
                    <a:pt x="1766760" y="1498015"/>
                  </a:moveTo>
                  <a:lnTo>
                    <a:pt x="1764461" y="1486204"/>
                  </a:lnTo>
                  <a:lnTo>
                    <a:pt x="1757565" y="1475828"/>
                  </a:lnTo>
                  <a:lnTo>
                    <a:pt x="1747189" y="1468945"/>
                  </a:lnTo>
                  <a:lnTo>
                    <a:pt x="1735391" y="1466646"/>
                  </a:lnTo>
                  <a:lnTo>
                    <a:pt x="1723580" y="1468945"/>
                  </a:lnTo>
                  <a:lnTo>
                    <a:pt x="1713204" y="1475828"/>
                  </a:lnTo>
                  <a:lnTo>
                    <a:pt x="1706308" y="1486204"/>
                  </a:lnTo>
                  <a:lnTo>
                    <a:pt x="1704022" y="1498015"/>
                  </a:lnTo>
                  <a:lnTo>
                    <a:pt x="1706308" y="1509814"/>
                  </a:lnTo>
                  <a:lnTo>
                    <a:pt x="1713204" y="1520190"/>
                  </a:lnTo>
                  <a:lnTo>
                    <a:pt x="1723580" y="1527086"/>
                  </a:lnTo>
                  <a:lnTo>
                    <a:pt x="1735391" y="1529384"/>
                  </a:lnTo>
                  <a:lnTo>
                    <a:pt x="1747189" y="1527086"/>
                  </a:lnTo>
                  <a:lnTo>
                    <a:pt x="1757565" y="1520190"/>
                  </a:lnTo>
                  <a:lnTo>
                    <a:pt x="1764461" y="1509814"/>
                  </a:lnTo>
                  <a:lnTo>
                    <a:pt x="1766760" y="1498015"/>
                  </a:lnTo>
                  <a:close/>
                </a:path>
                <a:path w="2230120" h="2027554">
                  <a:moveTo>
                    <a:pt x="1821014" y="1715046"/>
                  </a:moveTo>
                  <a:lnTo>
                    <a:pt x="1818716" y="1703235"/>
                  </a:lnTo>
                  <a:lnTo>
                    <a:pt x="1811832" y="1692859"/>
                  </a:lnTo>
                  <a:lnTo>
                    <a:pt x="1801444" y="1685975"/>
                  </a:lnTo>
                  <a:lnTo>
                    <a:pt x="1789645" y="1683677"/>
                  </a:lnTo>
                  <a:lnTo>
                    <a:pt x="1777834" y="1685975"/>
                  </a:lnTo>
                  <a:lnTo>
                    <a:pt x="1767459" y="1692859"/>
                  </a:lnTo>
                  <a:lnTo>
                    <a:pt x="1760575" y="1703235"/>
                  </a:lnTo>
                  <a:lnTo>
                    <a:pt x="1758276" y="1715046"/>
                  </a:lnTo>
                  <a:lnTo>
                    <a:pt x="1760575" y="1726844"/>
                  </a:lnTo>
                  <a:lnTo>
                    <a:pt x="1767459" y="1737220"/>
                  </a:lnTo>
                  <a:lnTo>
                    <a:pt x="1777834" y="1744116"/>
                  </a:lnTo>
                  <a:lnTo>
                    <a:pt x="1789645" y="1746415"/>
                  </a:lnTo>
                  <a:lnTo>
                    <a:pt x="1801444" y="1744116"/>
                  </a:lnTo>
                  <a:lnTo>
                    <a:pt x="1811832" y="1737220"/>
                  </a:lnTo>
                  <a:lnTo>
                    <a:pt x="1818716" y="1726844"/>
                  </a:lnTo>
                  <a:lnTo>
                    <a:pt x="1821014" y="1715046"/>
                  </a:lnTo>
                  <a:close/>
                </a:path>
                <a:path w="2230120" h="2027554">
                  <a:moveTo>
                    <a:pt x="1821014" y="201777"/>
                  </a:moveTo>
                  <a:lnTo>
                    <a:pt x="1818716" y="189649"/>
                  </a:lnTo>
                  <a:lnTo>
                    <a:pt x="1811832" y="178993"/>
                  </a:lnTo>
                  <a:lnTo>
                    <a:pt x="1801444" y="171919"/>
                  </a:lnTo>
                  <a:lnTo>
                    <a:pt x="1789645" y="169557"/>
                  </a:lnTo>
                  <a:lnTo>
                    <a:pt x="1777834" y="171919"/>
                  </a:lnTo>
                  <a:lnTo>
                    <a:pt x="1767459" y="178993"/>
                  </a:lnTo>
                  <a:lnTo>
                    <a:pt x="1760575" y="189649"/>
                  </a:lnTo>
                  <a:lnTo>
                    <a:pt x="1758276" y="201777"/>
                  </a:lnTo>
                  <a:lnTo>
                    <a:pt x="1760575" y="213893"/>
                  </a:lnTo>
                  <a:lnTo>
                    <a:pt x="1767459" y="224561"/>
                  </a:lnTo>
                  <a:lnTo>
                    <a:pt x="1777834" y="231635"/>
                  </a:lnTo>
                  <a:lnTo>
                    <a:pt x="1789645" y="233997"/>
                  </a:lnTo>
                  <a:lnTo>
                    <a:pt x="1801444" y="231635"/>
                  </a:lnTo>
                  <a:lnTo>
                    <a:pt x="1811832" y="224561"/>
                  </a:lnTo>
                  <a:lnTo>
                    <a:pt x="1818716" y="213893"/>
                  </a:lnTo>
                  <a:lnTo>
                    <a:pt x="1821014" y="201777"/>
                  </a:lnTo>
                  <a:close/>
                </a:path>
                <a:path w="2230120" h="2027554">
                  <a:moveTo>
                    <a:pt x="2038045" y="908812"/>
                  </a:moveTo>
                  <a:lnTo>
                    <a:pt x="2035746" y="896696"/>
                  </a:lnTo>
                  <a:lnTo>
                    <a:pt x="2028850" y="886028"/>
                  </a:lnTo>
                  <a:lnTo>
                    <a:pt x="2018474" y="878954"/>
                  </a:lnTo>
                  <a:lnTo>
                    <a:pt x="2006676" y="876592"/>
                  </a:lnTo>
                  <a:lnTo>
                    <a:pt x="1994865" y="878954"/>
                  </a:lnTo>
                  <a:lnTo>
                    <a:pt x="1984489" y="886028"/>
                  </a:lnTo>
                  <a:lnTo>
                    <a:pt x="1977593" y="896696"/>
                  </a:lnTo>
                  <a:lnTo>
                    <a:pt x="1975307" y="908812"/>
                  </a:lnTo>
                  <a:lnTo>
                    <a:pt x="1977593" y="920940"/>
                  </a:lnTo>
                  <a:lnTo>
                    <a:pt x="1984489" y="931595"/>
                  </a:lnTo>
                  <a:lnTo>
                    <a:pt x="1994865" y="938669"/>
                  </a:lnTo>
                  <a:lnTo>
                    <a:pt x="2006676" y="941031"/>
                  </a:lnTo>
                  <a:lnTo>
                    <a:pt x="2018474" y="938669"/>
                  </a:lnTo>
                  <a:lnTo>
                    <a:pt x="2028850" y="931595"/>
                  </a:lnTo>
                  <a:lnTo>
                    <a:pt x="2035746" y="920940"/>
                  </a:lnTo>
                  <a:lnTo>
                    <a:pt x="2038045" y="908812"/>
                  </a:lnTo>
                  <a:close/>
                </a:path>
                <a:path w="2230120" h="2027554">
                  <a:moveTo>
                    <a:pt x="2155888" y="1425105"/>
                  </a:moveTo>
                  <a:lnTo>
                    <a:pt x="2153526" y="1413306"/>
                  </a:lnTo>
                  <a:lnTo>
                    <a:pt x="2146452" y="1402918"/>
                  </a:lnTo>
                  <a:lnTo>
                    <a:pt x="2135784" y="1396034"/>
                  </a:lnTo>
                  <a:lnTo>
                    <a:pt x="2123668" y="1393736"/>
                  </a:lnTo>
                  <a:lnTo>
                    <a:pt x="2111540" y="1396034"/>
                  </a:lnTo>
                  <a:lnTo>
                    <a:pt x="2100884" y="1402918"/>
                  </a:lnTo>
                  <a:lnTo>
                    <a:pt x="2093810" y="1413306"/>
                  </a:lnTo>
                  <a:lnTo>
                    <a:pt x="2091448" y="1425105"/>
                  </a:lnTo>
                  <a:lnTo>
                    <a:pt x="2093810" y="1436916"/>
                  </a:lnTo>
                  <a:lnTo>
                    <a:pt x="2100884" y="1447292"/>
                  </a:lnTo>
                  <a:lnTo>
                    <a:pt x="2111540" y="1454175"/>
                  </a:lnTo>
                  <a:lnTo>
                    <a:pt x="2123668" y="1456474"/>
                  </a:lnTo>
                  <a:lnTo>
                    <a:pt x="2135784" y="1454175"/>
                  </a:lnTo>
                  <a:lnTo>
                    <a:pt x="2146452" y="1447292"/>
                  </a:lnTo>
                  <a:lnTo>
                    <a:pt x="2153526" y="1436916"/>
                  </a:lnTo>
                  <a:lnTo>
                    <a:pt x="2155888" y="1425105"/>
                  </a:lnTo>
                  <a:close/>
                </a:path>
                <a:path w="2230120" h="2027554">
                  <a:moveTo>
                    <a:pt x="2229637" y="1135164"/>
                  </a:moveTo>
                  <a:lnTo>
                    <a:pt x="2227275" y="1123365"/>
                  </a:lnTo>
                  <a:lnTo>
                    <a:pt x="2220201" y="1112989"/>
                  </a:lnTo>
                  <a:lnTo>
                    <a:pt x="2209546" y="1106093"/>
                  </a:lnTo>
                  <a:lnTo>
                    <a:pt x="2197417" y="1103795"/>
                  </a:lnTo>
                  <a:lnTo>
                    <a:pt x="2185301" y="1106093"/>
                  </a:lnTo>
                  <a:lnTo>
                    <a:pt x="2174633" y="1112989"/>
                  </a:lnTo>
                  <a:lnTo>
                    <a:pt x="2167559" y="1123365"/>
                  </a:lnTo>
                  <a:lnTo>
                    <a:pt x="2165197" y="1135164"/>
                  </a:lnTo>
                  <a:lnTo>
                    <a:pt x="2167559" y="1146975"/>
                  </a:lnTo>
                  <a:lnTo>
                    <a:pt x="2174633" y="1157351"/>
                  </a:lnTo>
                  <a:lnTo>
                    <a:pt x="2185301" y="1164247"/>
                  </a:lnTo>
                  <a:lnTo>
                    <a:pt x="2197417" y="1166533"/>
                  </a:lnTo>
                  <a:lnTo>
                    <a:pt x="2209546" y="1164247"/>
                  </a:lnTo>
                  <a:lnTo>
                    <a:pt x="2220201" y="1157351"/>
                  </a:lnTo>
                  <a:lnTo>
                    <a:pt x="2227275" y="1146975"/>
                  </a:lnTo>
                  <a:lnTo>
                    <a:pt x="2229637" y="1135164"/>
                  </a:lnTo>
                  <a:close/>
                </a:path>
              </a:pathLst>
            </a:custGeom>
            <a:solidFill>
              <a:srgbClr val="000000"/>
            </a:solidFill>
          </p:spPr>
          <p:txBody>
            <a:bodyPr wrap="square" lIns="0" tIns="0" rIns="0" bIns="0" rtlCol="0"/>
            <a:lstStyle/>
            <a:p>
              <a:endParaRPr/>
            </a:p>
          </p:txBody>
        </p:sp>
        <p:sp>
          <p:nvSpPr>
            <p:cNvPr id="9" name="object 9"/>
            <p:cNvSpPr/>
            <p:nvPr/>
          </p:nvSpPr>
          <p:spPr>
            <a:xfrm>
              <a:off x="5183322" y="6200677"/>
              <a:ext cx="343535" cy="343535"/>
            </a:xfrm>
            <a:custGeom>
              <a:avLst/>
              <a:gdLst/>
              <a:ahLst/>
              <a:cxnLst/>
              <a:rect l="l" t="t" r="r" b="b"/>
              <a:pathLst>
                <a:path w="343535" h="343534">
                  <a:moveTo>
                    <a:pt x="293064" y="50282"/>
                  </a:moveTo>
                  <a:lnTo>
                    <a:pt x="320999" y="86889"/>
                  </a:lnTo>
                  <a:lnTo>
                    <a:pt x="337760" y="128124"/>
                  </a:lnTo>
                  <a:lnTo>
                    <a:pt x="343346" y="171673"/>
                  </a:lnTo>
                  <a:lnTo>
                    <a:pt x="337760" y="215222"/>
                  </a:lnTo>
                  <a:lnTo>
                    <a:pt x="320999" y="256457"/>
                  </a:lnTo>
                  <a:lnTo>
                    <a:pt x="293064" y="293064"/>
                  </a:lnTo>
                  <a:lnTo>
                    <a:pt x="256457" y="320999"/>
                  </a:lnTo>
                  <a:lnTo>
                    <a:pt x="215222" y="337760"/>
                  </a:lnTo>
                  <a:lnTo>
                    <a:pt x="171673" y="343346"/>
                  </a:lnTo>
                  <a:lnTo>
                    <a:pt x="128124" y="337760"/>
                  </a:lnTo>
                  <a:lnTo>
                    <a:pt x="86889" y="320999"/>
                  </a:lnTo>
                  <a:lnTo>
                    <a:pt x="50282" y="293064"/>
                  </a:lnTo>
                  <a:lnTo>
                    <a:pt x="22347" y="256457"/>
                  </a:lnTo>
                  <a:lnTo>
                    <a:pt x="5586" y="215222"/>
                  </a:lnTo>
                  <a:lnTo>
                    <a:pt x="0" y="171673"/>
                  </a:lnTo>
                  <a:lnTo>
                    <a:pt x="5586" y="128124"/>
                  </a:lnTo>
                  <a:lnTo>
                    <a:pt x="22347" y="86889"/>
                  </a:lnTo>
                  <a:lnTo>
                    <a:pt x="50282" y="50282"/>
                  </a:lnTo>
                  <a:lnTo>
                    <a:pt x="86889" y="22347"/>
                  </a:lnTo>
                  <a:lnTo>
                    <a:pt x="128124" y="5586"/>
                  </a:lnTo>
                  <a:lnTo>
                    <a:pt x="171673" y="0"/>
                  </a:lnTo>
                  <a:lnTo>
                    <a:pt x="215222" y="5586"/>
                  </a:lnTo>
                  <a:lnTo>
                    <a:pt x="256457" y="22347"/>
                  </a:lnTo>
                  <a:lnTo>
                    <a:pt x="293064" y="50282"/>
                  </a:lnTo>
                </a:path>
              </a:pathLst>
            </a:custGeom>
            <a:ln w="19074">
              <a:solidFill>
                <a:srgbClr val="8D3124"/>
              </a:solidFill>
            </a:ln>
          </p:spPr>
          <p:txBody>
            <a:bodyPr wrap="square" lIns="0" tIns="0" rIns="0" bIns="0" rtlCol="0"/>
            <a:lstStyle/>
            <a:p>
              <a:endParaRPr/>
            </a:p>
          </p:txBody>
        </p:sp>
      </p:grpSp>
      <p:sp>
        <p:nvSpPr>
          <p:cNvPr id="10" name="object 10"/>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9867" y="1218991"/>
            <a:ext cx="5963920" cy="1052830"/>
          </a:xfrm>
          <a:prstGeom prst="rect">
            <a:avLst/>
          </a:prstGeom>
        </p:spPr>
        <p:txBody>
          <a:bodyPr vert="horz" wrap="square" lIns="0" tIns="12700" rIns="0" bIns="0" rtlCol="0">
            <a:spAutoFit/>
          </a:bodyPr>
          <a:lstStyle/>
          <a:p>
            <a:pPr marL="38100">
              <a:lnSpc>
                <a:spcPts val="1980"/>
              </a:lnSpc>
              <a:spcBef>
                <a:spcPts val="100"/>
              </a:spcBef>
            </a:pPr>
            <a:r>
              <a:rPr sz="1800" dirty="0">
                <a:solidFill>
                  <a:srgbClr val="0048AA"/>
                </a:solidFill>
                <a:latin typeface="Lucida Sans Unicode"/>
                <a:cs typeface="Lucida Sans Unicode"/>
              </a:rPr>
              <a:t>Sorting</a:t>
            </a:r>
            <a:r>
              <a:rPr sz="1800" spc="-10" dirty="0">
                <a:solidFill>
                  <a:srgbClr val="0048AA"/>
                </a:solidFill>
                <a:latin typeface="Lucida Sans Unicode"/>
                <a:cs typeface="Lucida Sans Unicode"/>
              </a:rPr>
              <a:t> solution.</a:t>
            </a:r>
            <a:endParaRPr sz="1800">
              <a:latin typeface="Lucida Sans Unicode"/>
              <a:cs typeface="Lucida Sans Unicode"/>
            </a:endParaRPr>
          </a:p>
          <a:p>
            <a:pPr marL="133350">
              <a:lnSpc>
                <a:spcPts val="2960"/>
              </a:lnSpc>
            </a:pPr>
            <a:r>
              <a:rPr sz="4275" spc="2175" baseline="-6822" dirty="0">
                <a:latin typeface="Yu Gothic UI"/>
                <a:cs typeface="Yu Gothic UI"/>
              </a:rPr>
              <a:t>・</a:t>
            </a:r>
            <a:r>
              <a:rPr sz="1800" dirty="0">
                <a:latin typeface="Lucida Sans Unicode"/>
                <a:cs typeface="Lucida Sans Unicode"/>
              </a:rPr>
              <a:t>Sort</a:t>
            </a:r>
            <a:r>
              <a:rPr sz="1800" spc="5" dirty="0">
                <a:latin typeface="Lucida Sans Unicode"/>
                <a:cs typeface="Lucida Sans Unicode"/>
              </a:rPr>
              <a:t> </a:t>
            </a:r>
            <a:r>
              <a:rPr sz="1800" dirty="0">
                <a:latin typeface="Lucida Sans Unicode"/>
                <a:cs typeface="Lucida Sans Unicode"/>
              </a:rPr>
              <a:t>by</a:t>
            </a:r>
            <a:r>
              <a:rPr sz="1800" spc="5" dirty="0">
                <a:latin typeface="Lucida Sans Unicode"/>
                <a:cs typeface="Lucida Sans Unicode"/>
              </a:rPr>
              <a:t> </a:t>
            </a:r>
            <a:r>
              <a:rPr sz="1800" i="1" spc="-55" dirty="0">
                <a:latin typeface="Times New Roman"/>
                <a:cs typeface="Times New Roman"/>
              </a:rPr>
              <a:t>x</a:t>
            </a:r>
            <a:r>
              <a:rPr sz="1800" spc="-55" dirty="0">
                <a:latin typeface="Lucida Sans Unicode"/>
                <a:cs typeface="Lucida Sans Unicode"/>
              </a:rPr>
              <a:t>-</a:t>
            </a:r>
            <a:r>
              <a:rPr sz="1800" spc="-35" dirty="0">
                <a:latin typeface="Lucida Sans Unicode"/>
                <a:cs typeface="Lucida Sans Unicode"/>
              </a:rPr>
              <a:t>coordinate</a:t>
            </a:r>
            <a:r>
              <a:rPr sz="1800" spc="5" dirty="0">
                <a:latin typeface="Lucida Sans Unicode"/>
                <a:cs typeface="Lucida Sans Unicode"/>
              </a:rPr>
              <a:t> </a:t>
            </a:r>
            <a:r>
              <a:rPr sz="1800" dirty="0">
                <a:latin typeface="Lucida Sans Unicode"/>
                <a:cs typeface="Lucida Sans Unicode"/>
              </a:rPr>
              <a:t>and</a:t>
            </a:r>
            <a:r>
              <a:rPr sz="1800" spc="10" dirty="0">
                <a:latin typeface="Lucida Sans Unicode"/>
                <a:cs typeface="Lucida Sans Unicode"/>
              </a:rPr>
              <a:t> </a:t>
            </a:r>
            <a:r>
              <a:rPr sz="1800" dirty="0">
                <a:latin typeface="Lucida Sans Unicode"/>
                <a:cs typeface="Lucida Sans Unicode"/>
              </a:rPr>
              <a:t>consider</a:t>
            </a:r>
            <a:r>
              <a:rPr sz="1800" spc="5" dirty="0">
                <a:latin typeface="Lucida Sans Unicode"/>
                <a:cs typeface="Lucida Sans Unicode"/>
              </a:rPr>
              <a:t> </a:t>
            </a:r>
            <a:r>
              <a:rPr sz="1800" dirty="0">
                <a:latin typeface="Lucida Sans Unicode"/>
                <a:cs typeface="Lucida Sans Unicode"/>
              </a:rPr>
              <a:t>nearby</a:t>
            </a:r>
            <a:r>
              <a:rPr sz="1800" spc="5" dirty="0">
                <a:latin typeface="Lucida Sans Unicode"/>
                <a:cs typeface="Lucida Sans Unicode"/>
              </a:rPr>
              <a:t> </a:t>
            </a:r>
            <a:r>
              <a:rPr sz="1800" spc="-10" dirty="0">
                <a:latin typeface="Lucida Sans Unicode"/>
                <a:cs typeface="Lucida Sans Unicode"/>
              </a:rPr>
              <a:t>points.</a:t>
            </a:r>
            <a:endParaRPr sz="1800">
              <a:latin typeface="Lucida Sans Unicode"/>
              <a:cs typeface="Lucida Sans Unicode"/>
            </a:endParaRPr>
          </a:p>
          <a:p>
            <a:pPr marL="133350">
              <a:lnSpc>
                <a:spcPts val="3135"/>
              </a:lnSpc>
            </a:pPr>
            <a:r>
              <a:rPr sz="4275" spc="2175" baseline="-6822" dirty="0">
                <a:latin typeface="Yu Gothic UI"/>
                <a:cs typeface="Yu Gothic UI"/>
              </a:rPr>
              <a:t>・</a:t>
            </a:r>
            <a:r>
              <a:rPr sz="1800" dirty="0">
                <a:latin typeface="Lucida Sans Unicode"/>
                <a:cs typeface="Lucida Sans Unicode"/>
              </a:rPr>
              <a:t>Sort</a:t>
            </a:r>
            <a:r>
              <a:rPr sz="1800" spc="5" dirty="0">
                <a:latin typeface="Lucida Sans Unicode"/>
                <a:cs typeface="Lucida Sans Unicode"/>
              </a:rPr>
              <a:t> </a:t>
            </a:r>
            <a:r>
              <a:rPr sz="1800" dirty="0">
                <a:latin typeface="Lucida Sans Unicode"/>
                <a:cs typeface="Lucida Sans Unicode"/>
              </a:rPr>
              <a:t>by</a:t>
            </a:r>
            <a:r>
              <a:rPr sz="1800" spc="5" dirty="0">
                <a:latin typeface="Lucida Sans Unicode"/>
                <a:cs typeface="Lucida Sans Unicode"/>
              </a:rPr>
              <a:t> </a:t>
            </a:r>
            <a:r>
              <a:rPr sz="1800" i="1" spc="-55" dirty="0">
                <a:latin typeface="Times New Roman"/>
                <a:cs typeface="Times New Roman"/>
              </a:rPr>
              <a:t>y</a:t>
            </a:r>
            <a:r>
              <a:rPr sz="1800" spc="-55" dirty="0">
                <a:latin typeface="Lucida Sans Unicode"/>
                <a:cs typeface="Lucida Sans Unicode"/>
              </a:rPr>
              <a:t>-</a:t>
            </a:r>
            <a:r>
              <a:rPr sz="1800" spc="-35" dirty="0">
                <a:latin typeface="Lucida Sans Unicode"/>
                <a:cs typeface="Lucida Sans Unicode"/>
              </a:rPr>
              <a:t>coordinate</a:t>
            </a:r>
            <a:r>
              <a:rPr sz="1800" spc="5" dirty="0">
                <a:latin typeface="Lucida Sans Unicode"/>
                <a:cs typeface="Lucida Sans Unicode"/>
              </a:rPr>
              <a:t> </a:t>
            </a:r>
            <a:r>
              <a:rPr sz="1800" dirty="0">
                <a:latin typeface="Lucida Sans Unicode"/>
                <a:cs typeface="Lucida Sans Unicode"/>
              </a:rPr>
              <a:t>and</a:t>
            </a:r>
            <a:r>
              <a:rPr sz="1800" spc="10" dirty="0">
                <a:latin typeface="Lucida Sans Unicode"/>
                <a:cs typeface="Lucida Sans Unicode"/>
              </a:rPr>
              <a:t> </a:t>
            </a:r>
            <a:r>
              <a:rPr sz="1800" dirty="0">
                <a:latin typeface="Lucida Sans Unicode"/>
                <a:cs typeface="Lucida Sans Unicode"/>
              </a:rPr>
              <a:t>consider</a:t>
            </a:r>
            <a:r>
              <a:rPr sz="1800" spc="5" dirty="0">
                <a:latin typeface="Lucida Sans Unicode"/>
                <a:cs typeface="Lucida Sans Unicode"/>
              </a:rPr>
              <a:t> </a:t>
            </a:r>
            <a:r>
              <a:rPr sz="1800" dirty="0">
                <a:latin typeface="Lucida Sans Unicode"/>
                <a:cs typeface="Lucida Sans Unicode"/>
              </a:rPr>
              <a:t>nearby</a:t>
            </a:r>
            <a:r>
              <a:rPr sz="1800" spc="5" dirty="0">
                <a:latin typeface="Lucida Sans Unicode"/>
                <a:cs typeface="Lucida Sans Unicode"/>
              </a:rPr>
              <a:t> </a:t>
            </a:r>
            <a:r>
              <a:rPr sz="1800" spc="-10" dirty="0">
                <a:latin typeface="Lucida Sans Unicode"/>
                <a:cs typeface="Lucida Sans Unicode"/>
              </a:rPr>
              <a:t>points.</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xfrm>
            <a:off x="745267" y="475073"/>
            <a:ext cx="4224655" cy="346075"/>
          </a:xfrm>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first</a:t>
            </a:r>
            <a:r>
              <a:rPr spc="-15" dirty="0"/>
              <a:t> </a:t>
            </a:r>
            <a:r>
              <a:rPr spc="-10" dirty="0"/>
              <a:t>attempt</a:t>
            </a:r>
          </a:p>
        </p:txBody>
      </p:sp>
      <p:grpSp>
        <p:nvGrpSpPr>
          <p:cNvPr id="5" name="object 5"/>
          <p:cNvGrpSpPr/>
          <p:nvPr/>
        </p:nvGrpSpPr>
        <p:grpSpPr>
          <a:xfrm>
            <a:off x="1935837" y="3391912"/>
            <a:ext cx="6685915" cy="3834129"/>
            <a:chOff x="1935837" y="3391912"/>
            <a:chExt cx="6685915" cy="3834129"/>
          </a:xfrm>
        </p:grpSpPr>
        <p:sp>
          <p:nvSpPr>
            <p:cNvPr id="6" name="object 6"/>
            <p:cNvSpPr/>
            <p:nvPr/>
          </p:nvSpPr>
          <p:spPr>
            <a:xfrm>
              <a:off x="1940605" y="3396680"/>
              <a:ext cx="6676390" cy="3824604"/>
            </a:xfrm>
            <a:custGeom>
              <a:avLst/>
              <a:gdLst/>
              <a:ahLst/>
              <a:cxnLst/>
              <a:rect l="l" t="t" r="r" b="b"/>
              <a:pathLst>
                <a:path w="6676390" h="3824604">
                  <a:moveTo>
                    <a:pt x="0" y="0"/>
                  </a:moveTo>
                  <a:lnTo>
                    <a:pt x="6676181" y="0"/>
                  </a:lnTo>
                  <a:lnTo>
                    <a:pt x="6676181" y="3824498"/>
                  </a:lnTo>
                  <a:lnTo>
                    <a:pt x="0" y="3824498"/>
                  </a:lnTo>
                  <a:lnTo>
                    <a:pt x="0" y="0"/>
                  </a:lnTo>
                  <a:close/>
                </a:path>
              </a:pathLst>
            </a:custGeom>
            <a:solidFill>
              <a:srgbClr val="CBCBCB"/>
            </a:solidFill>
          </p:spPr>
          <p:txBody>
            <a:bodyPr wrap="square" lIns="0" tIns="0" rIns="0" bIns="0" rtlCol="0"/>
            <a:lstStyle/>
            <a:p>
              <a:endParaRPr/>
            </a:p>
          </p:txBody>
        </p:sp>
        <p:sp>
          <p:nvSpPr>
            <p:cNvPr id="7" name="object 7"/>
            <p:cNvSpPr/>
            <p:nvPr/>
          </p:nvSpPr>
          <p:spPr>
            <a:xfrm>
              <a:off x="1940605" y="3396681"/>
              <a:ext cx="6676390" cy="3824604"/>
            </a:xfrm>
            <a:custGeom>
              <a:avLst/>
              <a:gdLst/>
              <a:ahLst/>
              <a:cxnLst/>
              <a:rect l="l" t="t" r="r" b="b"/>
              <a:pathLst>
                <a:path w="6676390" h="3824604">
                  <a:moveTo>
                    <a:pt x="0" y="0"/>
                  </a:moveTo>
                  <a:lnTo>
                    <a:pt x="6676182" y="0"/>
                  </a:lnTo>
                  <a:lnTo>
                    <a:pt x="6676182" y="3824498"/>
                  </a:lnTo>
                  <a:lnTo>
                    <a:pt x="0" y="3824498"/>
                  </a:lnTo>
                  <a:lnTo>
                    <a:pt x="0" y="0"/>
                  </a:lnTo>
                  <a:close/>
                </a:path>
              </a:pathLst>
            </a:custGeom>
            <a:ln w="9537">
              <a:solidFill>
                <a:srgbClr val="000000"/>
              </a:solidFill>
            </a:ln>
          </p:spPr>
          <p:txBody>
            <a:bodyPr wrap="square" lIns="0" tIns="0" rIns="0" bIns="0" rtlCol="0"/>
            <a:lstStyle/>
            <a:p>
              <a:endParaRPr/>
            </a:p>
          </p:txBody>
        </p:sp>
        <p:pic>
          <p:nvPicPr>
            <p:cNvPr id="8" name="object 8"/>
            <p:cNvPicPr/>
            <p:nvPr/>
          </p:nvPicPr>
          <p:blipFill>
            <a:blip r:embed="rId2" cstate="print"/>
            <a:stretch>
              <a:fillRect/>
            </a:stretch>
          </p:blipFill>
          <p:spPr>
            <a:xfrm>
              <a:off x="2583188" y="4611507"/>
              <a:ext cx="97757" cy="97758"/>
            </a:xfrm>
            <a:prstGeom prst="rect">
              <a:avLst/>
            </a:prstGeom>
          </p:spPr>
        </p:pic>
        <p:pic>
          <p:nvPicPr>
            <p:cNvPr id="9" name="object 9"/>
            <p:cNvPicPr/>
            <p:nvPr/>
          </p:nvPicPr>
          <p:blipFill>
            <a:blip r:embed="rId3" cstate="print"/>
            <a:stretch>
              <a:fillRect/>
            </a:stretch>
          </p:blipFill>
          <p:spPr>
            <a:xfrm>
              <a:off x="4538356" y="4525670"/>
              <a:ext cx="97757" cy="97758"/>
            </a:xfrm>
            <a:prstGeom prst="rect">
              <a:avLst/>
            </a:prstGeom>
          </p:spPr>
        </p:pic>
        <p:pic>
          <p:nvPicPr>
            <p:cNvPr id="10" name="object 10"/>
            <p:cNvPicPr/>
            <p:nvPr/>
          </p:nvPicPr>
          <p:blipFill>
            <a:blip r:embed="rId4" cstate="print"/>
            <a:stretch>
              <a:fillRect/>
            </a:stretch>
          </p:blipFill>
          <p:spPr>
            <a:xfrm>
              <a:off x="3718139" y="5994431"/>
              <a:ext cx="97757" cy="97757"/>
            </a:xfrm>
            <a:prstGeom prst="rect">
              <a:avLst/>
            </a:prstGeom>
          </p:spPr>
        </p:pic>
        <p:pic>
          <p:nvPicPr>
            <p:cNvPr id="11" name="object 11"/>
            <p:cNvPicPr/>
            <p:nvPr/>
          </p:nvPicPr>
          <p:blipFill>
            <a:blip r:embed="rId5" cstate="print"/>
            <a:stretch>
              <a:fillRect/>
            </a:stretch>
          </p:blipFill>
          <p:spPr>
            <a:xfrm>
              <a:off x="4862627" y="6642974"/>
              <a:ext cx="97757" cy="97757"/>
            </a:xfrm>
            <a:prstGeom prst="rect">
              <a:avLst/>
            </a:prstGeom>
          </p:spPr>
        </p:pic>
        <p:pic>
          <p:nvPicPr>
            <p:cNvPr id="12" name="object 12"/>
            <p:cNvPicPr/>
            <p:nvPr/>
          </p:nvPicPr>
          <p:blipFill>
            <a:blip r:embed="rId2" cstate="print"/>
            <a:stretch>
              <a:fillRect/>
            </a:stretch>
          </p:blipFill>
          <p:spPr>
            <a:xfrm>
              <a:off x="2173080" y="4125099"/>
              <a:ext cx="97757" cy="97758"/>
            </a:xfrm>
            <a:prstGeom prst="rect">
              <a:avLst/>
            </a:prstGeom>
          </p:spPr>
        </p:pic>
        <p:pic>
          <p:nvPicPr>
            <p:cNvPr id="13" name="object 13"/>
            <p:cNvPicPr/>
            <p:nvPr/>
          </p:nvPicPr>
          <p:blipFill>
            <a:blip r:embed="rId3" cstate="print"/>
            <a:stretch>
              <a:fillRect/>
            </a:stretch>
          </p:blipFill>
          <p:spPr>
            <a:xfrm>
              <a:off x="3231732" y="4449371"/>
              <a:ext cx="97757" cy="97758"/>
            </a:xfrm>
            <a:prstGeom prst="rect">
              <a:avLst/>
            </a:prstGeom>
          </p:spPr>
        </p:pic>
        <p:pic>
          <p:nvPicPr>
            <p:cNvPr id="14" name="object 14"/>
            <p:cNvPicPr/>
            <p:nvPr/>
          </p:nvPicPr>
          <p:blipFill>
            <a:blip r:embed="rId3" cstate="print"/>
            <a:stretch>
              <a:fillRect/>
            </a:stretch>
          </p:blipFill>
          <p:spPr>
            <a:xfrm>
              <a:off x="3479704" y="3714991"/>
              <a:ext cx="97757" cy="97758"/>
            </a:xfrm>
            <a:prstGeom prst="rect">
              <a:avLst/>
            </a:prstGeom>
          </p:spPr>
        </p:pic>
        <p:pic>
          <p:nvPicPr>
            <p:cNvPr id="15" name="object 15"/>
            <p:cNvPicPr/>
            <p:nvPr/>
          </p:nvPicPr>
          <p:blipFill>
            <a:blip r:embed="rId3" cstate="print"/>
            <a:stretch>
              <a:fillRect/>
            </a:stretch>
          </p:blipFill>
          <p:spPr>
            <a:xfrm>
              <a:off x="3556003" y="4773643"/>
              <a:ext cx="97757" cy="97758"/>
            </a:xfrm>
            <a:prstGeom prst="rect">
              <a:avLst/>
            </a:prstGeom>
          </p:spPr>
        </p:pic>
        <p:pic>
          <p:nvPicPr>
            <p:cNvPr id="16" name="object 16"/>
            <p:cNvPicPr/>
            <p:nvPr/>
          </p:nvPicPr>
          <p:blipFill>
            <a:blip r:embed="rId2" cstate="print"/>
            <a:stretch>
              <a:fillRect/>
            </a:stretch>
          </p:blipFill>
          <p:spPr>
            <a:xfrm>
              <a:off x="6159714" y="4125099"/>
              <a:ext cx="97757" cy="97758"/>
            </a:xfrm>
            <a:prstGeom prst="rect">
              <a:avLst/>
            </a:prstGeom>
          </p:spPr>
        </p:pic>
        <p:pic>
          <p:nvPicPr>
            <p:cNvPr id="17" name="object 17"/>
            <p:cNvPicPr/>
            <p:nvPr/>
          </p:nvPicPr>
          <p:blipFill>
            <a:blip r:embed="rId3" cstate="print"/>
            <a:stretch>
              <a:fillRect/>
            </a:stretch>
          </p:blipFill>
          <p:spPr>
            <a:xfrm>
              <a:off x="4290383" y="4125099"/>
              <a:ext cx="97757" cy="97758"/>
            </a:xfrm>
            <a:prstGeom prst="rect">
              <a:avLst/>
            </a:prstGeom>
          </p:spPr>
        </p:pic>
        <p:pic>
          <p:nvPicPr>
            <p:cNvPr id="18" name="object 18"/>
            <p:cNvPicPr/>
            <p:nvPr/>
          </p:nvPicPr>
          <p:blipFill>
            <a:blip r:embed="rId2" cstate="print"/>
            <a:stretch>
              <a:fillRect/>
            </a:stretch>
          </p:blipFill>
          <p:spPr>
            <a:xfrm>
              <a:off x="5597007" y="4687806"/>
              <a:ext cx="97757" cy="97758"/>
            </a:xfrm>
            <a:prstGeom prst="rect">
              <a:avLst/>
            </a:prstGeom>
          </p:spPr>
        </p:pic>
        <p:pic>
          <p:nvPicPr>
            <p:cNvPr id="19" name="object 19"/>
            <p:cNvPicPr/>
            <p:nvPr/>
          </p:nvPicPr>
          <p:blipFill>
            <a:blip r:embed="rId2" cstate="print"/>
            <a:stretch>
              <a:fillRect/>
            </a:stretch>
          </p:blipFill>
          <p:spPr>
            <a:xfrm>
              <a:off x="5349035" y="5097914"/>
              <a:ext cx="97757" cy="97758"/>
            </a:xfrm>
            <a:prstGeom prst="rect">
              <a:avLst/>
            </a:prstGeom>
          </p:spPr>
        </p:pic>
        <p:pic>
          <p:nvPicPr>
            <p:cNvPr id="20" name="object 20"/>
            <p:cNvPicPr/>
            <p:nvPr/>
          </p:nvPicPr>
          <p:blipFill>
            <a:blip r:embed="rId6" cstate="print"/>
            <a:stretch>
              <a:fillRect/>
            </a:stretch>
          </p:blipFill>
          <p:spPr>
            <a:xfrm>
              <a:off x="8277017" y="7053083"/>
              <a:ext cx="97759" cy="97757"/>
            </a:xfrm>
            <a:prstGeom prst="rect">
              <a:avLst/>
            </a:prstGeom>
          </p:spPr>
        </p:pic>
        <p:pic>
          <p:nvPicPr>
            <p:cNvPr id="21" name="object 21"/>
            <p:cNvPicPr/>
            <p:nvPr/>
          </p:nvPicPr>
          <p:blipFill>
            <a:blip r:embed="rId2" cstate="print"/>
            <a:stretch>
              <a:fillRect/>
            </a:stretch>
          </p:blipFill>
          <p:spPr>
            <a:xfrm>
              <a:off x="6569822" y="3791290"/>
              <a:ext cx="97759" cy="97758"/>
            </a:xfrm>
            <a:prstGeom prst="rect">
              <a:avLst/>
            </a:prstGeom>
          </p:spPr>
        </p:pic>
        <p:pic>
          <p:nvPicPr>
            <p:cNvPr id="22" name="object 22"/>
            <p:cNvPicPr/>
            <p:nvPr/>
          </p:nvPicPr>
          <p:blipFill>
            <a:blip r:embed="rId7" cstate="print"/>
            <a:stretch>
              <a:fillRect/>
            </a:stretch>
          </p:blipFill>
          <p:spPr>
            <a:xfrm>
              <a:off x="7056229" y="5183752"/>
              <a:ext cx="97759" cy="97757"/>
            </a:xfrm>
            <a:prstGeom prst="rect">
              <a:avLst/>
            </a:prstGeom>
          </p:spPr>
        </p:pic>
        <p:pic>
          <p:nvPicPr>
            <p:cNvPr id="23" name="object 23"/>
            <p:cNvPicPr/>
            <p:nvPr/>
          </p:nvPicPr>
          <p:blipFill>
            <a:blip r:embed="rId2" cstate="print"/>
            <a:stretch>
              <a:fillRect/>
            </a:stretch>
          </p:blipFill>
          <p:spPr>
            <a:xfrm>
              <a:off x="2096780" y="5012078"/>
              <a:ext cx="97757" cy="97758"/>
            </a:xfrm>
            <a:prstGeom prst="rect">
              <a:avLst/>
            </a:prstGeom>
          </p:spPr>
        </p:pic>
        <p:pic>
          <p:nvPicPr>
            <p:cNvPr id="24" name="object 24"/>
            <p:cNvPicPr/>
            <p:nvPr/>
          </p:nvPicPr>
          <p:blipFill>
            <a:blip r:embed="rId2" cstate="print"/>
            <a:stretch>
              <a:fillRect/>
            </a:stretch>
          </p:blipFill>
          <p:spPr>
            <a:xfrm>
              <a:off x="4776791" y="4849942"/>
              <a:ext cx="97757" cy="97758"/>
            </a:xfrm>
            <a:prstGeom prst="rect">
              <a:avLst/>
            </a:prstGeom>
          </p:spPr>
        </p:pic>
        <p:pic>
          <p:nvPicPr>
            <p:cNvPr id="25" name="object 25"/>
            <p:cNvPicPr/>
            <p:nvPr/>
          </p:nvPicPr>
          <p:blipFill>
            <a:blip r:embed="rId8" cstate="print"/>
            <a:stretch>
              <a:fillRect/>
            </a:stretch>
          </p:blipFill>
          <p:spPr>
            <a:xfrm>
              <a:off x="3718139" y="5260051"/>
              <a:ext cx="97757" cy="97757"/>
            </a:xfrm>
            <a:prstGeom prst="rect">
              <a:avLst/>
            </a:prstGeom>
          </p:spPr>
        </p:pic>
        <p:pic>
          <p:nvPicPr>
            <p:cNvPr id="26" name="object 26"/>
            <p:cNvPicPr/>
            <p:nvPr/>
          </p:nvPicPr>
          <p:blipFill>
            <a:blip r:embed="rId3" cstate="print"/>
            <a:stretch>
              <a:fillRect/>
            </a:stretch>
          </p:blipFill>
          <p:spPr>
            <a:xfrm>
              <a:off x="4538356" y="5012078"/>
              <a:ext cx="97757" cy="97758"/>
            </a:xfrm>
            <a:prstGeom prst="rect">
              <a:avLst/>
            </a:prstGeom>
          </p:spPr>
        </p:pic>
        <p:pic>
          <p:nvPicPr>
            <p:cNvPr id="27" name="object 27"/>
            <p:cNvPicPr/>
            <p:nvPr/>
          </p:nvPicPr>
          <p:blipFill>
            <a:blip r:embed="rId4" cstate="print"/>
            <a:stretch>
              <a:fillRect/>
            </a:stretch>
          </p:blipFill>
          <p:spPr>
            <a:xfrm>
              <a:off x="4376220" y="5908594"/>
              <a:ext cx="97757" cy="97757"/>
            </a:xfrm>
            <a:prstGeom prst="rect">
              <a:avLst/>
            </a:prstGeom>
          </p:spPr>
        </p:pic>
        <p:pic>
          <p:nvPicPr>
            <p:cNvPr id="28" name="object 28"/>
            <p:cNvPicPr/>
            <p:nvPr/>
          </p:nvPicPr>
          <p:blipFill>
            <a:blip r:embed="rId5" cstate="print"/>
            <a:stretch>
              <a:fillRect/>
            </a:stretch>
          </p:blipFill>
          <p:spPr>
            <a:xfrm>
              <a:off x="2173080" y="6232866"/>
              <a:ext cx="97757" cy="97757"/>
            </a:xfrm>
            <a:prstGeom prst="rect">
              <a:avLst/>
            </a:prstGeom>
          </p:spPr>
        </p:pic>
        <p:pic>
          <p:nvPicPr>
            <p:cNvPr id="29" name="object 29"/>
            <p:cNvPicPr/>
            <p:nvPr/>
          </p:nvPicPr>
          <p:blipFill>
            <a:blip r:embed="rId5" cstate="print"/>
            <a:stretch>
              <a:fillRect/>
            </a:stretch>
          </p:blipFill>
          <p:spPr>
            <a:xfrm>
              <a:off x="2497351" y="6070730"/>
              <a:ext cx="97757" cy="97757"/>
            </a:xfrm>
            <a:prstGeom prst="rect">
              <a:avLst/>
            </a:prstGeom>
          </p:spPr>
        </p:pic>
        <p:pic>
          <p:nvPicPr>
            <p:cNvPr id="30" name="object 30"/>
            <p:cNvPicPr/>
            <p:nvPr/>
          </p:nvPicPr>
          <p:blipFill>
            <a:blip r:embed="rId4" cstate="print"/>
            <a:stretch>
              <a:fillRect/>
            </a:stretch>
          </p:blipFill>
          <p:spPr>
            <a:xfrm>
              <a:off x="4214084" y="6967246"/>
              <a:ext cx="97757" cy="97757"/>
            </a:xfrm>
            <a:prstGeom prst="rect">
              <a:avLst/>
            </a:prstGeom>
          </p:spPr>
        </p:pic>
        <p:pic>
          <p:nvPicPr>
            <p:cNvPr id="31" name="object 31"/>
            <p:cNvPicPr/>
            <p:nvPr/>
          </p:nvPicPr>
          <p:blipFill>
            <a:blip r:embed="rId5" cstate="print"/>
            <a:stretch>
              <a:fillRect/>
            </a:stretch>
          </p:blipFill>
          <p:spPr>
            <a:xfrm>
              <a:off x="2010944" y="6728811"/>
              <a:ext cx="97757" cy="97757"/>
            </a:xfrm>
            <a:prstGeom prst="rect">
              <a:avLst/>
            </a:prstGeom>
          </p:spPr>
        </p:pic>
        <p:pic>
          <p:nvPicPr>
            <p:cNvPr id="32" name="object 32"/>
            <p:cNvPicPr/>
            <p:nvPr/>
          </p:nvPicPr>
          <p:blipFill>
            <a:blip r:embed="rId4" cstate="print"/>
            <a:stretch>
              <a:fillRect/>
            </a:stretch>
          </p:blipFill>
          <p:spPr>
            <a:xfrm>
              <a:off x="3393867" y="6728811"/>
              <a:ext cx="97757" cy="97757"/>
            </a:xfrm>
            <a:prstGeom prst="rect">
              <a:avLst/>
            </a:prstGeom>
          </p:spPr>
        </p:pic>
        <p:pic>
          <p:nvPicPr>
            <p:cNvPr id="33" name="object 33"/>
            <p:cNvPicPr/>
            <p:nvPr/>
          </p:nvPicPr>
          <p:blipFill>
            <a:blip r:embed="rId9" cstate="print"/>
            <a:stretch>
              <a:fillRect/>
            </a:stretch>
          </p:blipFill>
          <p:spPr>
            <a:xfrm>
              <a:off x="8200718" y="4363534"/>
              <a:ext cx="97759" cy="97758"/>
            </a:xfrm>
            <a:prstGeom prst="rect">
              <a:avLst/>
            </a:prstGeom>
          </p:spPr>
        </p:pic>
        <p:pic>
          <p:nvPicPr>
            <p:cNvPr id="34" name="object 34"/>
            <p:cNvPicPr/>
            <p:nvPr/>
          </p:nvPicPr>
          <p:blipFill>
            <a:blip r:embed="rId9" cstate="print"/>
            <a:stretch>
              <a:fillRect/>
            </a:stretch>
          </p:blipFill>
          <p:spPr>
            <a:xfrm>
              <a:off x="7466338" y="3877127"/>
              <a:ext cx="97759" cy="97758"/>
            </a:xfrm>
            <a:prstGeom prst="rect">
              <a:avLst/>
            </a:prstGeom>
          </p:spPr>
        </p:pic>
        <p:pic>
          <p:nvPicPr>
            <p:cNvPr id="35" name="object 35"/>
            <p:cNvPicPr/>
            <p:nvPr/>
          </p:nvPicPr>
          <p:blipFill>
            <a:blip r:embed="rId5" cstate="print"/>
            <a:stretch>
              <a:fillRect/>
            </a:stretch>
          </p:blipFill>
          <p:spPr>
            <a:xfrm>
              <a:off x="5835442" y="6070730"/>
              <a:ext cx="97757" cy="97757"/>
            </a:xfrm>
            <a:prstGeom prst="rect">
              <a:avLst/>
            </a:prstGeom>
          </p:spPr>
        </p:pic>
        <p:pic>
          <p:nvPicPr>
            <p:cNvPr id="36" name="object 36"/>
            <p:cNvPicPr/>
            <p:nvPr/>
          </p:nvPicPr>
          <p:blipFill>
            <a:blip r:embed="rId9" cstate="print"/>
            <a:stretch>
              <a:fillRect/>
            </a:stretch>
          </p:blipFill>
          <p:spPr>
            <a:xfrm>
              <a:off x="8200718" y="3714991"/>
              <a:ext cx="97759" cy="97758"/>
            </a:xfrm>
            <a:prstGeom prst="rect">
              <a:avLst/>
            </a:prstGeom>
          </p:spPr>
        </p:pic>
        <p:pic>
          <p:nvPicPr>
            <p:cNvPr id="37" name="object 37"/>
            <p:cNvPicPr/>
            <p:nvPr/>
          </p:nvPicPr>
          <p:blipFill>
            <a:blip r:embed="rId10" cstate="print"/>
            <a:stretch>
              <a:fillRect/>
            </a:stretch>
          </p:blipFill>
          <p:spPr>
            <a:xfrm>
              <a:off x="6569822" y="5584323"/>
              <a:ext cx="97759" cy="97757"/>
            </a:xfrm>
            <a:prstGeom prst="rect">
              <a:avLst/>
            </a:prstGeom>
          </p:spPr>
        </p:pic>
        <p:pic>
          <p:nvPicPr>
            <p:cNvPr id="38" name="object 38"/>
            <p:cNvPicPr/>
            <p:nvPr/>
          </p:nvPicPr>
          <p:blipFill>
            <a:blip r:embed="rId6" cstate="print"/>
            <a:stretch>
              <a:fillRect/>
            </a:stretch>
          </p:blipFill>
          <p:spPr>
            <a:xfrm>
              <a:off x="6817794" y="6805110"/>
              <a:ext cx="97759" cy="97757"/>
            </a:xfrm>
            <a:prstGeom prst="rect">
              <a:avLst/>
            </a:prstGeom>
          </p:spPr>
        </p:pic>
        <p:pic>
          <p:nvPicPr>
            <p:cNvPr id="39" name="object 39"/>
            <p:cNvPicPr/>
            <p:nvPr/>
          </p:nvPicPr>
          <p:blipFill>
            <a:blip r:embed="rId7" cstate="print"/>
            <a:stretch>
              <a:fillRect/>
            </a:stretch>
          </p:blipFill>
          <p:spPr>
            <a:xfrm>
              <a:off x="8277017" y="5260051"/>
              <a:ext cx="97759" cy="97757"/>
            </a:xfrm>
            <a:prstGeom prst="rect">
              <a:avLst/>
            </a:prstGeom>
          </p:spPr>
        </p:pic>
        <p:pic>
          <p:nvPicPr>
            <p:cNvPr id="40" name="object 40"/>
            <p:cNvPicPr/>
            <p:nvPr/>
          </p:nvPicPr>
          <p:blipFill>
            <a:blip r:embed="rId6" cstate="print"/>
            <a:stretch>
              <a:fillRect/>
            </a:stretch>
          </p:blipFill>
          <p:spPr>
            <a:xfrm>
              <a:off x="7056229" y="6070730"/>
              <a:ext cx="97759" cy="97757"/>
            </a:xfrm>
            <a:prstGeom prst="rect">
              <a:avLst/>
            </a:prstGeom>
          </p:spPr>
        </p:pic>
        <p:pic>
          <p:nvPicPr>
            <p:cNvPr id="41" name="object 41"/>
            <p:cNvPicPr/>
            <p:nvPr/>
          </p:nvPicPr>
          <p:blipFill>
            <a:blip r:embed="rId6" cstate="print"/>
            <a:stretch>
              <a:fillRect/>
            </a:stretch>
          </p:blipFill>
          <p:spPr>
            <a:xfrm>
              <a:off x="7876446" y="6156567"/>
              <a:ext cx="97759" cy="97757"/>
            </a:xfrm>
            <a:prstGeom prst="rect">
              <a:avLst/>
            </a:prstGeom>
          </p:spPr>
        </p:pic>
      </p:grpSp>
      <p:sp>
        <p:nvSpPr>
          <p:cNvPr id="42" name="object 4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25</a:t>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9867" y="1218991"/>
            <a:ext cx="5963920" cy="1052830"/>
          </a:xfrm>
          <a:prstGeom prst="rect">
            <a:avLst/>
          </a:prstGeom>
        </p:spPr>
        <p:txBody>
          <a:bodyPr vert="horz" wrap="square" lIns="0" tIns="12700" rIns="0" bIns="0" rtlCol="0">
            <a:spAutoFit/>
          </a:bodyPr>
          <a:lstStyle/>
          <a:p>
            <a:pPr marL="38100">
              <a:lnSpc>
                <a:spcPts val="1980"/>
              </a:lnSpc>
              <a:spcBef>
                <a:spcPts val="100"/>
              </a:spcBef>
            </a:pPr>
            <a:r>
              <a:rPr sz="1800" dirty="0">
                <a:solidFill>
                  <a:srgbClr val="0048AA"/>
                </a:solidFill>
                <a:latin typeface="Lucida Sans Unicode"/>
                <a:cs typeface="Lucida Sans Unicode"/>
              </a:rPr>
              <a:t>Sorting</a:t>
            </a:r>
            <a:r>
              <a:rPr sz="1800" spc="-10" dirty="0">
                <a:solidFill>
                  <a:srgbClr val="0048AA"/>
                </a:solidFill>
                <a:latin typeface="Lucida Sans Unicode"/>
                <a:cs typeface="Lucida Sans Unicode"/>
              </a:rPr>
              <a:t> solution.</a:t>
            </a:r>
            <a:endParaRPr sz="1800">
              <a:latin typeface="Lucida Sans Unicode"/>
              <a:cs typeface="Lucida Sans Unicode"/>
            </a:endParaRPr>
          </a:p>
          <a:p>
            <a:pPr marL="133350">
              <a:lnSpc>
                <a:spcPts val="2960"/>
              </a:lnSpc>
            </a:pPr>
            <a:r>
              <a:rPr sz="4275" spc="2175" baseline="-6822" dirty="0">
                <a:latin typeface="Yu Gothic UI"/>
                <a:cs typeface="Yu Gothic UI"/>
              </a:rPr>
              <a:t>・</a:t>
            </a:r>
            <a:r>
              <a:rPr sz="1800" dirty="0">
                <a:latin typeface="Lucida Sans Unicode"/>
                <a:cs typeface="Lucida Sans Unicode"/>
              </a:rPr>
              <a:t>Sort</a:t>
            </a:r>
            <a:r>
              <a:rPr sz="1800" spc="5" dirty="0">
                <a:latin typeface="Lucida Sans Unicode"/>
                <a:cs typeface="Lucida Sans Unicode"/>
              </a:rPr>
              <a:t> </a:t>
            </a:r>
            <a:r>
              <a:rPr sz="1800" dirty="0">
                <a:latin typeface="Lucida Sans Unicode"/>
                <a:cs typeface="Lucida Sans Unicode"/>
              </a:rPr>
              <a:t>by</a:t>
            </a:r>
            <a:r>
              <a:rPr sz="1800" spc="5" dirty="0">
                <a:latin typeface="Lucida Sans Unicode"/>
                <a:cs typeface="Lucida Sans Unicode"/>
              </a:rPr>
              <a:t> </a:t>
            </a:r>
            <a:r>
              <a:rPr sz="1800" i="1" spc="-55" dirty="0">
                <a:latin typeface="Times New Roman"/>
                <a:cs typeface="Times New Roman"/>
              </a:rPr>
              <a:t>x</a:t>
            </a:r>
            <a:r>
              <a:rPr sz="1800" spc="-55" dirty="0">
                <a:latin typeface="Lucida Sans Unicode"/>
                <a:cs typeface="Lucida Sans Unicode"/>
              </a:rPr>
              <a:t>-</a:t>
            </a:r>
            <a:r>
              <a:rPr sz="1800" spc="-35" dirty="0">
                <a:latin typeface="Lucida Sans Unicode"/>
                <a:cs typeface="Lucida Sans Unicode"/>
              </a:rPr>
              <a:t>coordinate</a:t>
            </a:r>
            <a:r>
              <a:rPr sz="1800" spc="5" dirty="0">
                <a:latin typeface="Lucida Sans Unicode"/>
                <a:cs typeface="Lucida Sans Unicode"/>
              </a:rPr>
              <a:t> </a:t>
            </a:r>
            <a:r>
              <a:rPr sz="1800" dirty="0">
                <a:latin typeface="Lucida Sans Unicode"/>
                <a:cs typeface="Lucida Sans Unicode"/>
              </a:rPr>
              <a:t>and</a:t>
            </a:r>
            <a:r>
              <a:rPr sz="1800" spc="10" dirty="0">
                <a:latin typeface="Lucida Sans Unicode"/>
                <a:cs typeface="Lucida Sans Unicode"/>
              </a:rPr>
              <a:t> </a:t>
            </a:r>
            <a:r>
              <a:rPr sz="1800" dirty="0">
                <a:latin typeface="Lucida Sans Unicode"/>
                <a:cs typeface="Lucida Sans Unicode"/>
              </a:rPr>
              <a:t>consider</a:t>
            </a:r>
            <a:r>
              <a:rPr sz="1800" spc="5" dirty="0">
                <a:latin typeface="Lucida Sans Unicode"/>
                <a:cs typeface="Lucida Sans Unicode"/>
              </a:rPr>
              <a:t> </a:t>
            </a:r>
            <a:r>
              <a:rPr sz="1800" dirty="0">
                <a:latin typeface="Lucida Sans Unicode"/>
                <a:cs typeface="Lucida Sans Unicode"/>
              </a:rPr>
              <a:t>nearby</a:t>
            </a:r>
            <a:r>
              <a:rPr sz="1800" spc="5" dirty="0">
                <a:latin typeface="Lucida Sans Unicode"/>
                <a:cs typeface="Lucida Sans Unicode"/>
              </a:rPr>
              <a:t> </a:t>
            </a:r>
            <a:r>
              <a:rPr sz="1800" spc="-10" dirty="0">
                <a:latin typeface="Lucida Sans Unicode"/>
                <a:cs typeface="Lucida Sans Unicode"/>
              </a:rPr>
              <a:t>points.</a:t>
            </a:r>
            <a:endParaRPr sz="1800">
              <a:latin typeface="Lucida Sans Unicode"/>
              <a:cs typeface="Lucida Sans Unicode"/>
            </a:endParaRPr>
          </a:p>
          <a:p>
            <a:pPr marL="133350">
              <a:lnSpc>
                <a:spcPts val="3135"/>
              </a:lnSpc>
            </a:pPr>
            <a:r>
              <a:rPr sz="4275" spc="2175" baseline="-6822" dirty="0">
                <a:latin typeface="Yu Gothic UI"/>
                <a:cs typeface="Yu Gothic UI"/>
              </a:rPr>
              <a:t>・</a:t>
            </a:r>
            <a:r>
              <a:rPr sz="1800" dirty="0">
                <a:latin typeface="Lucida Sans Unicode"/>
                <a:cs typeface="Lucida Sans Unicode"/>
              </a:rPr>
              <a:t>Sort</a:t>
            </a:r>
            <a:r>
              <a:rPr sz="1800" spc="5" dirty="0">
                <a:latin typeface="Lucida Sans Unicode"/>
                <a:cs typeface="Lucida Sans Unicode"/>
              </a:rPr>
              <a:t> </a:t>
            </a:r>
            <a:r>
              <a:rPr sz="1800" dirty="0">
                <a:latin typeface="Lucida Sans Unicode"/>
                <a:cs typeface="Lucida Sans Unicode"/>
              </a:rPr>
              <a:t>by</a:t>
            </a:r>
            <a:r>
              <a:rPr sz="1800" spc="5" dirty="0">
                <a:latin typeface="Lucida Sans Unicode"/>
                <a:cs typeface="Lucida Sans Unicode"/>
              </a:rPr>
              <a:t> </a:t>
            </a:r>
            <a:r>
              <a:rPr sz="1800" i="1" spc="-55" dirty="0">
                <a:latin typeface="Times New Roman"/>
                <a:cs typeface="Times New Roman"/>
              </a:rPr>
              <a:t>y</a:t>
            </a:r>
            <a:r>
              <a:rPr sz="1800" spc="-55" dirty="0">
                <a:latin typeface="Lucida Sans Unicode"/>
                <a:cs typeface="Lucida Sans Unicode"/>
              </a:rPr>
              <a:t>-</a:t>
            </a:r>
            <a:r>
              <a:rPr sz="1800" spc="-35" dirty="0">
                <a:latin typeface="Lucida Sans Unicode"/>
                <a:cs typeface="Lucida Sans Unicode"/>
              </a:rPr>
              <a:t>coordinate</a:t>
            </a:r>
            <a:r>
              <a:rPr sz="1800" spc="5" dirty="0">
                <a:latin typeface="Lucida Sans Unicode"/>
                <a:cs typeface="Lucida Sans Unicode"/>
              </a:rPr>
              <a:t> </a:t>
            </a:r>
            <a:r>
              <a:rPr sz="1800" dirty="0">
                <a:latin typeface="Lucida Sans Unicode"/>
                <a:cs typeface="Lucida Sans Unicode"/>
              </a:rPr>
              <a:t>and</a:t>
            </a:r>
            <a:r>
              <a:rPr sz="1800" spc="10" dirty="0">
                <a:latin typeface="Lucida Sans Unicode"/>
                <a:cs typeface="Lucida Sans Unicode"/>
              </a:rPr>
              <a:t> </a:t>
            </a:r>
            <a:r>
              <a:rPr sz="1800" dirty="0">
                <a:latin typeface="Lucida Sans Unicode"/>
                <a:cs typeface="Lucida Sans Unicode"/>
              </a:rPr>
              <a:t>consider</a:t>
            </a:r>
            <a:r>
              <a:rPr sz="1800" spc="5" dirty="0">
                <a:latin typeface="Lucida Sans Unicode"/>
                <a:cs typeface="Lucida Sans Unicode"/>
              </a:rPr>
              <a:t> </a:t>
            </a:r>
            <a:r>
              <a:rPr sz="1800" dirty="0">
                <a:latin typeface="Lucida Sans Unicode"/>
                <a:cs typeface="Lucida Sans Unicode"/>
              </a:rPr>
              <a:t>nearby</a:t>
            </a:r>
            <a:r>
              <a:rPr sz="1800" spc="5" dirty="0">
                <a:latin typeface="Lucida Sans Unicode"/>
                <a:cs typeface="Lucida Sans Unicode"/>
              </a:rPr>
              <a:t> </a:t>
            </a:r>
            <a:r>
              <a:rPr sz="1800" spc="-10" dirty="0">
                <a:latin typeface="Lucida Sans Unicode"/>
                <a:cs typeface="Lucida Sans Unicode"/>
              </a:rPr>
              <a:t>points.</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grpSp>
        <p:nvGrpSpPr>
          <p:cNvPr id="4" name="object 4"/>
          <p:cNvGrpSpPr/>
          <p:nvPr/>
        </p:nvGrpSpPr>
        <p:grpSpPr>
          <a:xfrm>
            <a:off x="1929528" y="3391912"/>
            <a:ext cx="6702425" cy="3839210"/>
            <a:chOff x="1929528" y="3391912"/>
            <a:chExt cx="6702425" cy="3839210"/>
          </a:xfrm>
        </p:grpSpPr>
        <p:sp>
          <p:nvSpPr>
            <p:cNvPr id="5" name="object 5"/>
            <p:cNvSpPr/>
            <p:nvPr/>
          </p:nvSpPr>
          <p:spPr>
            <a:xfrm>
              <a:off x="1940605" y="3396680"/>
              <a:ext cx="6676390" cy="3824604"/>
            </a:xfrm>
            <a:custGeom>
              <a:avLst/>
              <a:gdLst/>
              <a:ahLst/>
              <a:cxnLst/>
              <a:rect l="l" t="t" r="r" b="b"/>
              <a:pathLst>
                <a:path w="6676390" h="3824604">
                  <a:moveTo>
                    <a:pt x="0" y="0"/>
                  </a:moveTo>
                  <a:lnTo>
                    <a:pt x="6676181" y="0"/>
                  </a:lnTo>
                  <a:lnTo>
                    <a:pt x="6676181" y="3824498"/>
                  </a:lnTo>
                  <a:lnTo>
                    <a:pt x="0" y="3824498"/>
                  </a:lnTo>
                  <a:lnTo>
                    <a:pt x="0" y="0"/>
                  </a:lnTo>
                  <a:close/>
                </a:path>
              </a:pathLst>
            </a:custGeom>
            <a:solidFill>
              <a:srgbClr val="CBCBCB"/>
            </a:solidFill>
          </p:spPr>
          <p:txBody>
            <a:bodyPr wrap="square" lIns="0" tIns="0" rIns="0" bIns="0" rtlCol="0"/>
            <a:lstStyle/>
            <a:p>
              <a:endParaRPr/>
            </a:p>
          </p:txBody>
        </p:sp>
        <p:sp>
          <p:nvSpPr>
            <p:cNvPr id="6" name="object 6"/>
            <p:cNvSpPr/>
            <p:nvPr/>
          </p:nvSpPr>
          <p:spPr>
            <a:xfrm>
              <a:off x="1940605" y="3396681"/>
              <a:ext cx="6676390" cy="3824604"/>
            </a:xfrm>
            <a:custGeom>
              <a:avLst/>
              <a:gdLst/>
              <a:ahLst/>
              <a:cxnLst/>
              <a:rect l="l" t="t" r="r" b="b"/>
              <a:pathLst>
                <a:path w="6676390" h="3824604">
                  <a:moveTo>
                    <a:pt x="0" y="0"/>
                  </a:moveTo>
                  <a:lnTo>
                    <a:pt x="6676182" y="0"/>
                  </a:lnTo>
                  <a:lnTo>
                    <a:pt x="6676182" y="3824498"/>
                  </a:lnTo>
                  <a:lnTo>
                    <a:pt x="0" y="3824498"/>
                  </a:lnTo>
                  <a:lnTo>
                    <a:pt x="0" y="0"/>
                  </a:lnTo>
                  <a:close/>
                </a:path>
              </a:pathLst>
            </a:custGeom>
            <a:ln w="9537">
              <a:solidFill>
                <a:srgbClr val="000000"/>
              </a:solidFill>
            </a:ln>
          </p:spPr>
          <p:txBody>
            <a:bodyPr wrap="square" lIns="0" tIns="0" rIns="0" bIns="0" rtlCol="0"/>
            <a:lstStyle/>
            <a:p>
              <a:endParaRPr/>
            </a:p>
          </p:txBody>
        </p:sp>
        <p:sp>
          <p:nvSpPr>
            <p:cNvPr id="7" name="object 7"/>
            <p:cNvSpPr/>
            <p:nvPr/>
          </p:nvSpPr>
          <p:spPr>
            <a:xfrm>
              <a:off x="1938910" y="6308556"/>
              <a:ext cx="6676390" cy="1905"/>
            </a:xfrm>
            <a:custGeom>
              <a:avLst/>
              <a:gdLst/>
              <a:ahLst/>
              <a:cxnLst/>
              <a:rect l="l" t="t" r="r" b="b"/>
              <a:pathLst>
                <a:path w="6676390" h="1904">
                  <a:moveTo>
                    <a:pt x="0" y="1695"/>
                  </a:moveTo>
                  <a:lnTo>
                    <a:pt x="6676181" y="0"/>
                  </a:lnTo>
                </a:path>
              </a:pathLst>
            </a:custGeom>
            <a:ln w="9537">
              <a:solidFill>
                <a:srgbClr val="606060"/>
              </a:solidFill>
            </a:ln>
          </p:spPr>
          <p:txBody>
            <a:bodyPr wrap="square" lIns="0" tIns="0" rIns="0" bIns="0" rtlCol="0"/>
            <a:lstStyle/>
            <a:p>
              <a:endParaRPr/>
            </a:p>
          </p:txBody>
        </p:sp>
        <p:sp>
          <p:nvSpPr>
            <p:cNvPr id="8" name="object 8"/>
            <p:cNvSpPr/>
            <p:nvPr/>
          </p:nvSpPr>
          <p:spPr>
            <a:xfrm>
              <a:off x="1934296" y="3406218"/>
              <a:ext cx="6692900" cy="3824604"/>
            </a:xfrm>
            <a:custGeom>
              <a:avLst/>
              <a:gdLst/>
              <a:ahLst/>
              <a:cxnLst/>
              <a:rect l="l" t="t" r="r" b="b"/>
              <a:pathLst>
                <a:path w="6692900" h="3824604">
                  <a:moveTo>
                    <a:pt x="0" y="3404852"/>
                  </a:moveTo>
                  <a:lnTo>
                    <a:pt x="6692578" y="3404643"/>
                  </a:lnTo>
                </a:path>
                <a:path w="6692900" h="3824604">
                  <a:moveTo>
                    <a:pt x="750227" y="3824573"/>
                  </a:moveTo>
                  <a:lnTo>
                    <a:pt x="750228" y="3604"/>
                  </a:lnTo>
                </a:path>
                <a:path w="6692900" h="3824604">
                  <a:moveTo>
                    <a:pt x="1236633" y="3820968"/>
                  </a:moveTo>
                  <a:lnTo>
                    <a:pt x="1236634" y="0"/>
                  </a:lnTo>
                </a:path>
              </a:pathLst>
            </a:custGeom>
            <a:ln w="9537">
              <a:solidFill>
                <a:srgbClr val="606060"/>
              </a:solidFill>
            </a:ln>
          </p:spPr>
          <p:txBody>
            <a:bodyPr wrap="square" lIns="0" tIns="0" rIns="0" bIns="0" rtlCol="0"/>
            <a:lstStyle/>
            <a:p>
              <a:endParaRPr/>
            </a:p>
          </p:txBody>
        </p:sp>
        <p:sp>
          <p:nvSpPr>
            <p:cNvPr id="9" name="object 9"/>
            <p:cNvSpPr/>
            <p:nvPr/>
          </p:nvSpPr>
          <p:spPr>
            <a:xfrm>
              <a:off x="2702470" y="6321382"/>
              <a:ext cx="461645" cy="476250"/>
            </a:xfrm>
            <a:custGeom>
              <a:avLst/>
              <a:gdLst/>
              <a:ahLst/>
              <a:cxnLst/>
              <a:rect l="l" t="t" r="r" b="b"/>
              <a:pathLst>
                <a:path w="461644" h="476250">
                  <a:moveTo>
                    <a:pt x="461262" y="0"/>
                  </a:moveTo>
                  <a:lnTo>
                    <a:pt x="0" y="475653"/>
                  </a:lnTo>
                </a:path>
              </a:pathLst>
            </a:custGeom>
            <a:ln w="38149">
              <a:solidFill>
                <a:srgbClr val="8D3124"/>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2831161" y="4964391"/>
              <a:ext cx="97757" cy="97758"/>
            </a:xfrm>
            <a:prstGeom prst="rect">
              <a:avLst/>
            </a:prstGeom>
          </p:spPr>
        </p:pic>
        <p:pic>
          <p:nvPicPr>
            <p:cNvPr id="11" name="object 11"/>
            <p:cNvPicPr/>
            <p:nvPr/>
          </p:nvPicPr>
          <p:blipFill>
            <a:blip r:embed="rId3" cstate="print"/>
            <a:stretch>
              <a:fillRect/>
            </a:stretch>
          </p:blipFill>
          <p:spPr>
            <a:xfrm>
              <a:off x="5015226" y="6461764"/>
              <a:ext cx="97757" cy="97757"/>
            </a:xfrm>
            <a:prstGeom prst="rect">
              <a:avLst/>
            </a:prstGeom>
          </p:spPr>
        </p:pic>
        <p:pic>
          <p:nvPicPr>
            <p:cNvPr id="12" name="object 12"/>
            <p:cNvPicPr/>
            <p:nvPr/>
          </p:nvPicPr>
          <p:blipFill>
            <a:blip r:embed="rId2" cstate="print"/>
            <a:stretch>
              <a:fillRect/>
            </a:stretch>
          </p:blipFill>
          <p:spPr>
            <a:xfrm>
              <a:off x="2926535" y="4296773"/>
              <a:ext cx="97757" cy="97758"/>
            </a:xfrm>
            <a:prstGeom prst="rect">
              <a:avLst/>
            </a:prstGeom>
          </p:spPr>
        </p:pic>
        <p:pic>
          <p:nvPicPr>
            <p:cNvPr id="13" name="object 13"/>
            <p:cNvPicPr/>
            <p:nvPr/>
          </p:nvPicPr>
          <p:blipFill>
            <a:blip r:embed="rId4" cstate="print"/>
            <a:stretch>
              <a:fillRect/>
            </a:stretch>
          </p:blipFill>
          <p:spPr>
            <a:xfrm>
              <a:off x="3021909" y="3657766"/>
              <a:ext cx="97757" cy="97758"/>
            </a:xfrm>
            <a:prstGeom prst="rect">
              <a:avLst/>
            </a:prstGeom>
          </p:spPr>
        </p:pic>
        <p:pic>
          <p:nvPicPr>
            <p:cNvPr id="14" name="object 14"/>
            <p:cNvPicPr/>
            <p:nvPr/>
          </p:nvPicPr>
          <p:blipFill>
            <a:blip r:embed="rId5" cstate="print"/>
            <a:stretch>
              <a:fillRect/>
            </a:stretch>
          </p:blipFill>
          <p:spPr>
            <a:xfrm>
              <a:off x="8114881" y="6671586"/>
              <a:ext cx="97759" cy="97757"/>
            </a:xfrm>
            <a:prstGeom prst="rect">
              <a:avLst/>
            </a:prstGeom>
          </p:spPr>
        </p:pic>
        <p:pic>
          <p:nvPicPr>
            <p:cNvPr id="15" name="object 15"/>
            <p:cNvPicPr/>
            <p:nvPr/>
          </p:nvPicPr>
          <p:blipFill>
            <a:blip r:embed="rId6" cstate="print"/>
            <a:stretch>
              <a:fillRect/>
            </a:stretch>
          </p:blipFill>
          <p:spPr>
            <a:xfrm>
              <a:off x="3117283" y="6261478"/>
              <a:ext cx="97757" cy="97757"/>
            </a:xfrm>
            <a:prstGeom prst="rect">
              <a:avLst/>
            </a:prstGeom>
          </p:spPr>
        </p:pic>
        <p:pic>
          <p:nvPicPr>
            <p:cNvPr id="16" name="object 16"/>
            <p:cNvPicPr/>
            <p:nvPr/>
          </p:nvPicPr>
          <p:blipFill>
            <a:blip r:embed="rId3" cstate="print"/>
            <a:stretch>
              <a:fillRect/>
            </a:stretch>
          </p:blipFill>
          <p:spPr>
            <a:xfrm>
              <a:off x="2735787" y="5689234"/>
              <a:ext cx="97757" cy="97757"/>
            </a:xfrm>
            <a:prstGeom prst="rect">
              <a:avLst/>
            </a:prstGeom>
          </p:spPr>
        </p:pic>
        <p:pic>
          <p:nvPicPr>
            <p:cNvPr id="17" name="object 17"/>
            <p:cNvPicPr/>
            <p:nvPr/>
          </p:nvPicPr>
          <p:blipFill>
            <a:blip r:embed="rId3" cstate="print"/>
            <a:stretch>
              <a:fillRect/>
            </a:stretch>
          </p:blipFill>
          <p:spPr>
            <a:xfrm>
              <a:off x="5883130" y="6557138"/>
              <a:ext cx="97757" cy="97757"/>
            </a:xfrm>
            <a:prstGeom prst="rect">
              <a:avLst/>
            </a:prstGeom>
          </p:spPr>
        </p:pic>
        <p:pic>
          <p:nvPicPr>
            <p:cNvPr id="18" name="object 18"/>
            <p:cNvPicPr/>
            <p:nvPr/>
          </p:nvPicPr>
          <p:blipFill>
            <a:blip r:embed="rId3" cstate="print"/>
            <a:stretch>
              <a:fillRect/>
            </a:stretch>
          </p:blipFill>
          <p:spPr>
            <a:xfrm>
              <a:off x="2640413" y="6757423"/>
              <a:ext cx="97757" cy="97757"/>
            </a:xfrm>
            <a:prstGeom prst="rect">
              <a:avLst/>
            </a:prstGeom>
          </p:spPr>
        </p:pic>
        <p:pic>
          <p:nvPicPr>
            <p:cNvPr id="19" name="object 19"/>
            <p:cNvPicPr/>
            <p:nvPr/>
          </p:nvPicPr>
          <p:blipFill>
            <a:blip r:embed="rId6" cstate="print"/>
            <a:stretch>
              <a:fillRect/>
            </a:stretch>
          </p:blipFill>
          <p:spPr>
            <a:xfrm>
              <a:off x="4109173" y="6375927"/>
              <a:ext cx="97757" cy="97757"/>
            </a:xfrm>
            <a:prstGeom prst="rect">
              <a:avLst/>
            </a:prstGeom>
          </p:spPr>
        </p:pic>
        <p:pic>
          <p:nvPicPr>
            <p:cNvPr id="20" name="object 20"/>
            <p:cNvPicPr/>
            <p:nvPr/>
          </p:nvPicPr>
          <p:blipFill>
            <a:blip r:embed="rId5" cstate="print"/>
            <a:stretch>
              <a:fillRect/>
            </a:stretch>
          </p:blipFill>
          <p:spPr>
            <a:xfrm>
              <a:off x="6960855" y="6623900"/>
              <a:ext cx="97759" cy="97757"/>
            </a:xfrm>
            <a:prstGeom prst="rect">
              <a:avLst/>
            </a:prstGeom>
          </p:spPr>
        </p:pic>
      </p:grpSp>
      <p:sp>
        <p:nvSpPr>
          <p:cNvPr id="21" name="object 21"/>
          <p:cNvSpPr txBox="1">
            <a:spLocks noGrp="1"/>
          </p:cNvSpPr>
          <p:nvPr>
            <p:ph type="title"/>
          </p:nvPr>
        </p:nvSpPr>
        <p:spPr>
          <a:xfrm>
            <a:off x="745267" y="475073"/>
            <a:ext cx="4224655" cy="346075"/>
          </a:xfrm>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first</a:t>
            </a:r>
            <a:r>
              <a:rPr spc="-15" dirty="0"/>
              <a:t> </a:t>
            </a:r>
            <a:r>
              <a:rPr spc="-10" dirty="0"/>
              <a:t>attempt</a:t>
            </a:r>
          </a:p>
        </p:txBody>
      </p:sp>
      <p:sp>
        <p:nvSpPr>
          <p:cNvPr id="23" name="object 23"/>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26</a:t>
            </a:fld>
            <a:endParaRPr spc="-25" dirty="0"/>
          </a:p>
        </p:txBody>
      </p:sp>
      <p:sp>
        <p:nvSpPr>
          <p:cNvPr id="22" name="object 22"/>
          <p:cNvSpPr txBox="1"/>
          <p:nvPr/>
        </p:nvSpPr>
        <p:spPr>
          <a:xfrm>
            <a:off x="2689293" y="6559936"/>
            <a:ext cx="476884" cy="231775"/>
          </a:xfrm>
          <a:prstGeom prst="rect">
            <a:avLst/>
          </a:prstGeom>
        </p:spPr>
        <p:txBody>
          <a:bodyPr vert="horz" wrap="square" lIns="0" tIns="12700" rIns="0" bIns="0" rtlCol="0">
            <a:spAutoFit/>
          </a:bodyPr>
          <a:lstStyle/>
          <a:p>
            <a:pPr marL="284480">
              <a:lnSpc>
                <a:spcPct val="100000"/>
              </a:lnSpc>
              <a:spcBef>
                <a:spcPts val="100"/>
              </a:spcBef>
            </a:pPr>
            <a:r>
              <a:rPr sz="1350" spc="-50" dirty="0">
                <a:solidFill>
                  <a:srgbClr val="8D3124"/>
                </a:solidFill>
                <a:latin typeface="Lucida Sans Unicode"/>
                <a:cs typeface="Lucida Sans Unicode"/>
              </a:rPr>
              <a:t>8</a:t>
            </a:r>
            <a:endParaRPr sz="1350">
              <a:latin typeface="Lucida Sans Unicode"/>
              <a:cs typeface="Lucida Sans Unicod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grpSp>
        <p:nvGrpSpPr>
          <p:cNvPr id="3" name="object 3"/>
          <p:cNvGrpSpPr/>
          <p:nvPr/>
        </p:nvGrpSpPr>
        <p:grpSpPr>
          <a:xfrm>
            <a:off x="1940605" y="3396681"/>
            <a:ext cx="6676390" cy="3824604"/>
            <a:chOff x="1940605" y="3396681"/>
            <a:chExt cx="6676390" cy="3824604"/>
          </a:xfrm>
        </p:grpSpPr>
        <p:sp>
          <p:nvSpPr>
            <p:cNvPr id="4" name="object 4"/>
            <p:cNvSpPr/>
            <p:nvPr/>
          </p:nvSpPr>
          <p:spPr>
            <a:xfrm>
              <a:off x="1940605" y="3396681"/>
              <a:ext cx="6676390" cy="3824604"/>
            </a:xfrm>
            <a:custGeom>
              <a:avLst/>
              <a:gdLst/>
              <a:ahLst/>
              <a:cxnLst/>
              <a:rect l="l" t="t" r="r" b="b"/>
              <a:pathLst>
                <a:path w="6676390" h="3824604">
                  <a:moveTo>
                    <a:pt x="0" y="0"/>
                  </a:moveTo>
                  <a:lnTo>
                    <a:pt x="6676181" y="0"/>
                  </a:lnTo>
                  <a:lnTo>
                    <a:pt x="6676181" y="3824498"/>
                  </a:lnTo>
                  <a:lnTo>
                    <a:pt x="0" y="3824498"/>
                  </a:lnTo>
                  <a:lnTo>
                    <a:pt x="0" y="0"/>
                  </a:lnTo>
                  <a:close/>
                </a:path>
              </a:pathLst>
            </a:custGeom>
            <a:solidFill>
              <a:srgbClr val="CBCBCB"/>
            </a:solidFill>
          </p:spPr>
          <p:txBody>
            <a:bodyPr wrap="square" lIns="0" tIns="0" rIns="0" bIns="0" rtlCol="0"/>
            <a:lstStyle/>
            <a:p>
              <a:endParaRPr/>
            </a:p>
          </p:txBody>
        </p:sp>
        <p:pic>
          <p:nvPicPr>
            <p:cNvPr id="5" name="object 5"/>
            <p:cNvPicPr/>
            <p:nvPr/>
          </p:nvPicPr>
          <p:blipFill>
            <a:blip r:embed="rId2" cstate="print"/>
            <a:stretch>
              <a:fillRect/>
            </a:stretch>
          </p:blipFill>
          <p:spPr>
            <a:xfrm>
              <a:off x="2583188" y="4611507"/>
              <a:ext cx="97757" cy="97758"/>
            </a:xfrm>
            <a:prstGeom prst="rect">
              <a:avLst/>
            </a:prstGeom>
          </p:spPr>
        </p:pic>
        <p:pic>
          <p:nvPicPr>
            <p:cNvPr id="6" name="object 6"/>
            <p:cNvPicPr/>
            <p:nvPr/>
          </p:nvPicPr>
          <p:blipFill>
            <a:blip r:embed="rId3" cstate="print"/>
            <a:stretch>
              <a:fillRect/>
            </a:stretch>
          </p:blipFill>
          <p:spPr>
            <a:xfrm>
              <a:off x="3718139" y="5994431"/>
              <a:ext cx="97757" cy="97757"/>
            </a:xfrm>
            <a:prstGeom prst="rect">
              <a:avLst/>
            </a:prstGeom>
          </p:spPr>
        </p:pic>
        <p:pic>
          <p:nvPicPr>
            <p:cNvPr id="7" name="object 7"/>
            <p:cNvPicPr/>
            <p:nvPr/>
          </p:nvPicPr>
          <p:blipFill>
            <a:blip r:embed="rId4" cstate="print"/>
            <a:stretch>
              <a:fillRect/>
            </a:stretch>
          </p:blipFill>
          <p:spPr>
            <a:xfrm>
              <a:off x="4862627" y="6642975"/>
              <a:ext cx="97757" cy="97757"/>
            </a:xfrm>
            <a:prstGeom prst="rect">
              <a:avLst/>
            </a:prstGeom>
          </p:spPr>
        </p:pic>
        <p:pic>
          <p:nvPicPr>
            <p:cNvPr id="8" name="object 8"/>
            <p:cNvPicPr/>
            <p:nvPr/>
          </p:nvPicPr>
          <p:blipFill>
            <a:blip r:embed="rId2" cstate="print"/>
            <a:stretch>
              <a:fillRect/>
            </a:stretch>
          </p:blipFill>
          <p:spPr>
            <a:xfrm>
              <a:off x="6159714" y="4125099"/>
              <a:ext cx="97757" cy="97758"/>
            </a:xfrm>
            <a:prstGeom prst="rect">
              <a:avLst/>
            </a:prstGeom>
          </p:spPr>
        </p:pic>
      </p:grpSp>
      <p:graphicFrame>
        <p:nvGraphicFramePr>
          <p:cNvPr id="9" name="object 9"/>
          <p:cNvGraphicFramePr>
            <a:graphicFrameLocks noGrp="1"/>
          </p:cNvGraphicFramePr>
          <p:nvPr/>
        </p:nvGraphicFramePr>
        <p:xfrm>
          <a:off x="1935837" y="3391912"/>
          <a:ext cx="6676390" cy="3823970"/>
        </p:xfrm>
        <a:graphic>
          <a:graphicData uri="http://schemas.openxmlformats.org/drawingml/2006/table">
            <a:tbl>
              <a:tblPr firstRow="1" bandRow="1">
                <a:tableStyleId>{2D5ABB26-0587-4C30-8999-92F81FD0307C}</a:tableStyleId>
              </a:tblPr>
              <a:tblGrid>
                <a:gridCol w="2766695">
                  <a:extLst>
                    <a:ext uri="{9D8B030D-6E8A-4147-A177-3AD203B41FA5}">
                      <a16:colId xmlns:a16="http://schemas.microsoft.com/office/drawing/2014/main" val="20000"/>
                    </a:ext>
                  </a:extLst>
                </a:gridCol>
                <a:gridCol w="3909695">
                  <a:extLst>
                    <a:ext uri="{9D8B030D-6E8A-4147-A177-3AD203B41FA5}">
                      <a16:colId xmlns:a16="http://schemas.microsoft.com/office/drawing/2014/main" val="20001"/>
                    </a:ext>
                  </a:extLst>
                </a:gridCol>
              </a:tblGrid>
              <a:tr h="2073275">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750695">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9525">
                      <a:solidFill>
                        <a:srgbClr val="000000"/>
                      </a:solidFill>
                      <a:prstDash val="solid"/>
                    </a:lnR>
                    <a:lnT w="12700">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sp>
        <p:nvSpPr>
          <p:cNvPr id="10" name="object 10"/>
          <p:cNvSpPr txBox="1">
            <a:spLocks noGrp="1"/>
          </p:cNvSpPr>
          <p:nvPr>
            <p:ph type="title"/>
          </p:nvPr>
        </p:nvSpPr>
        <p:spPr>
          <a:xfrm>
            <a:off x="745267" y="475073"/>
            <a:ext cx="4652010" cy="346075"/>
          </a:xfrm>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second</a:t>
            </a:r>
            <a:r>
              <a:rPr spc="-20" dirty="0"/>
              <a:t> </a:t>
            </a:r>
            <a:r>
              <a:rPr spc="-10" dirty="0"/>
              <a:t>attempt</a:t>
            </a:r>
          </a:p>
        </p:txBody>
      </p:sp>
      <p:sp>
        <p:nvSpPr>
          <p:cNvPr id="11" name="object 11"/>
          <p:cNvSpPr txBox="1"/>
          <p:nvPr/>
        </p:nvSpPr>
        <p:spPr>
          <a:xfrm>
            <a:off x="745267" y="1218991"/>
            <a:ext cx="4806950" cy="300355"/>
          </a:xfrm>
          <a:prstGeom prst="rect">
            <a:avLst/>
          </a:prstGeom>
        </p:spPr>
        <p:txBody>
          <a:bodyPr vert="horz" wrap="square" lIns="0" tIns="12700" rIns="0" bIns="0" rtlCol="0">
            <a:spAutoFit/>
          </a:bodyPr>
          <a:lstStyle/>
          <a:p>
            <a:pPr marL="12700">
              <a:lnSpc>
                <a:spcPct val="100000"/>
              </a:lnSpc>
              <a:spcBef>
                <a:spcPts val="100"/>
              </a:spcBef>
              <a:tabLst>
                <a:tab pos="935990" algn="l"/>
              </a:tabLst>
            </a:pPr>
            <a:r>
              <a:rPr sz="1800" spc="-10" dirty="0">
                <a:solidFill>
                  <a:srgbClr val="0048AA"/>
                </a:solidFill>
                <a:latin typeface="Lucida Sans Unicode"/>
                <a:cs typeface="Lucida Sans Unicode"/>
              </a:rPr>
              <a:t>Divide.</a:t>
            </a:r>
            <a:r>
              <a:rPr sz="1800" dirty="0">
                <a:solidFill>
                  <a:srgbClr val="0048AA"/>
                </a:solidFill>
                <a:latin typeface="Lucida Sans Unicode"/>
                <a:cs typeface="Lucida Sans Unicode"/>
              </a:rPr>
              <a:t>	</a:t>
            </a:r>
            <a:r>
              <a:rPr sz="1800" dirty="0">
                <a:latin typeface="Lucida Sans Unicode"/>
                <a:cs typeface="Lucida Sans Unicode"/>
              </a:rPr>
              <a:t>Subdivide</a:t>
            </a:r>
            <a:r>
              <a:rPr sz="1800" spc="-15" dirty="0">
                <a:latin typeface="Lucida Sans Unicode"/>
                <a:cs typeface="Lucida Sans Unicode"/>
              </a:rPr>
              <a:t> </a:t>
            </a:r>
            <a:r>
              <a:rPr sz="1800" dirty="0">
                <a:latin typeface="Lucida Sans Unicode"/>
                <a:cs typeface="Lucida Sans Unicode"/>
              </a:rPr>
              <a:t>region</a:t>
            </a:r>
            <a:r>
              <a:rPr sz="1800" spc="-10" dirty="0">
                <a:latin typeface="Lucida Sans Unicode"/>
                <a:cs typeface="Lucida Sans Unicode"/>
              </a:rPr>
              <a:t> </a:t>
            </a:r>
            <a:r>
              <a:rPr sz="1800" dirty="0">
                <a:latin typeface="Lucida Sans Unicode"/>
                <a:cs typeface="Lucida Sans Unicode"/>
              </a:rPr>
              <a:t>into</a:t>
            </a:r>
            <a:r>
              <a:rPr sz="1800" spc="-15" dirty="0">
                <a:latin typeface="Lucida Sans Unicode"/>
                <a:cs typeface="Lucida Sans Unicode"/>
              </a:rPr>
              <a:t> </a:t>
            </a:r>
            <a:r>
              <a:rPr sz="1800" dirty="0">
                <a:latin typeface="Lucida Sans Unicode"/>
                <a:cs typeface="Lucida Sans Unicode"/>
              </a:rPr>
              <a:t>4</a:t>
            </a:r>
            <a:r>
              <a:rPr sz="1800" spc="-10" dirty="0">
                <a:latin typeface="Lucida Sans Unicode"/>
                <a:cs typeface="Lucida Sans Unicode"/>
              </a:rPr>
              <a:t> quadrants.</a:t>
            </a:r>
            <a:endParaRPr sz="1800">
              <a:latin typeface="Lucida Sans Unicode"/>
              <a:cs typeface="Lucida Sans Unicode"/>
            </a:endParaRPr>
          </a:p>
        </p:txBody>
      </p:sp>
      <p:pic>
        <p:nvPicPr>
          <p:cNvPr id="12" name="object 12"/>
          <p:cNvPicPr/>
          <p:nvPr/>
        </p:nvPicPr>
        <p:blipFill>
          <a:blip r:embed="rId5" cstate="print"/>
          <a:stretch>
            <a:fillRect/>
          </a:stretch>
        </p:blipFill>
        <p:spPr>
          <a:xfrm>
            <a:off x="4538356" y="4525670"/>
            <a:ext cx="97757" cy="97758"/>
          </a:xfrm>
          <a:prstGeom prst="rect">
            <a:avLst/>
          </a:prstGeom>
        </p:spPr>
      </p:pic>
      <p:pic>
        <p:nvPicPr>
          <p:cNvPr id="13" name="object 13"/>
          <p:cNvPicPr/>
          <p:nvPr/>
        </p:nvPicPr>
        <p:blipFill>
          <a:blip r:embed="rId2" cstate="print"/>
          <a:stretch>
            <a:fillRect/>
          </a:stretch>
        </p:blipFill>
        <p:spPr>
          <a:xfrm>
            <a:off x="2173080" y="4125099"/>
            <a:ext cx="97757" cy="97758"/>
          </a:xfrm>
          <a:prstGeom prst="rect">
            <a:avLst/>
          </a:prstGeom>
        </p:spPr>
      </p:pic>
      <p:pic>
        <p:nvPicPr>
          <p:cNvPr id="14" name="object 14"/>
          <p:cNvPicPr/>
          <p:nvPr/>
        </p:nvPicPr>
        <p:blipFill>
          <a:blip r:embed="rId5" cstate="print"/>
          <a:stretch>
            <a:fillRect/>
          </a:stretch>
        </p:blipFill>
        <p:spPr>
          <a:xfrm>
            <a:off x="3231732" y="4449371"/>
            <a:ext cx="97757" cy="97758"/>
          </a:xfrm>
          <a:prstGeom prst="rect">
            <a:avLst/>
          </a:prstGeom>
        </p:spPr>
      </p:pic>
      <p:pic>
        <p:nvPicPr>
          <p:cNvPr id="15" name="object 15"/>
          <p:cNvPicPr/>
          <p:nvPr/>
        </p:nvPicPr>
        <p:blipFill>
          <a:blip r:embed="rId5" cstate="print"/>
          <a:stretch>
            <a:fillRect/>
          </a:stretch>
        </p:blipFill>
        <p:spPr>
          <a:xfrm>
            <a:off x="3479704" y="3714991"/>
            <a:ext cx="97757" cy="97758"/>
          </a:xfrm>
          <a:prstGeom prst="rect">
            <a:avLst/>
          </a:prstGeom>
        </p:spPr>
      </p:pic>
      <p:pic>
        <p:nvPicPr>
          <p:cNvPr id="16" name="object 16"/>
          <p:cNvPicPr/>
          <p:nvPr/>
        </p:nvPicPr>
        <p:blipFill>
          <a:blip r:embed="rId5" cstate="print"/>
          <a:stretch>
            <a:fillRect/>
          </a:stretch>
        </p:blipFill>
        <p:spPr>
          <a:xfrm>
            <a:off x="3556003" y="4773643"/>
            <a:ext cx="97757" cy="97758"/>
          </a:xfrm>
          <a:prstGeom prst="rect">
            <a:avLst/>
          </a:prstGeom>
        </p:spPr>
      </p:pic>
      <p:pic>
        <p:nvPicPr>
          <p:cNvPr id="17" name="object 17"/>
          <p:cNvPicPr/>
          <p:nvPr/>
        </p:nvPicPr>
        <p:blipFill>
          <a:blip r:embed="rId5" cstate="print"/>
          <a:stretch>
            <a:fillRect/>
          </a:stretch>
        </p:blipFill>
        <p:spPr>
          <a:xfrm>
            <a:off x="4290383" y="4125099"/>
            <a:ext cx="97757" cy="97758"/>
          </a:xfrm>
          <a:prstGeom prst="rect">
            <a:avLst/>
          </a:prstGeom>
        </p:spPr>
      </p:pic>
      <p:pic>
        <p:nvPicPr>
          <p:cNvPr id="18" name="object 18"/>
          <p:cNvPicPr/>
          <p:nvPr/>
        </p:nvPicPr>
        <p:blipFill>
          <a:blip r:embed="rId2" cstate="print"/>
          <a:stretch>
            <a:fillRect/>
          </a:stretch>
        </p:blipFill>
        <p:spPr>
          <a:xfrm>
            <a:off x="5597007" y="4687806"/>
            <a:ext cx="97757" cy="97758"/>
          </a:xfrm>
          <a:prstGeom prst="rect">
            <a:avLst/>
          </a:prstGeom>
        </p:spPr>
      </p:pic>
      <p:pic>
        <p:nvPicPr>
          <p:cNvPr id="19" name="object 19"/>
          <p:cNvPicPr/>
          <p:nvPr/>
        </p:nvPicPr>
        <p:blipFill>
          <a:blip r:embed="rId2" cstate="print"/>
          <a:stretch>
            <a:fillRect/>
          </a:stretch>
        </p:blipFill>
        <p:spPr>
          <a:xfrm>
            <a:off x="5349035" y="5097915"/>
            <a:ext cx="97757" cy="97758"/>
          </a:xfrm>
          <a:prstGeom prst="rect">
            <a:avLst/>
          </a:prstGeom>
        </p:spPr>
      </p:pic>
      <p:pic>
        <p:nvPicPr>
          <p:cNvPr id="20" name="object 20"/>
          <p:cNvPicPr/>
          <p:nvPr/>
        </p:nvPicPr>
        <p:blipFill>
          <a:blip r:embed="rId6" cstate="print"/>
          <a:stretch>
            <a:fillRect/>
          </a:stretch>
        </p:blipFill>
        <p:spPr>
          <a:xfrm>
            <a:off x="8277017" y="7053083"/>
            <a:ext cx="97759" cy="97757"/>
          </a:xfrm>
          <a:prstGeom prst="rect">
            <a:avLst/>
          </a:prstGeom>
        </p:spPr>
      </p:pic>
      <p:pic>
        <p:nvPicPr>
          <p:cNvPr id="21" name="object 21"/>
          <p:cNvPicPr/>
          <p:nvPr/>
        </p:nvPicPr>
        <p:blipFill>
          <a:blip r:embed="rId2" cstate="print"/>
          <a:stretch>
            <a:fillRect/>
          </a:stretch>
        </p:blipFill>
        <p:spPr>
          <a:xfrm>
            <a:off x="6569822" y="3791290"/>
            <a:ext cx="97759" cy="97758"/>
          </a:xfrm>
          <a:prstGeom prst="rect">
            <a:avLst/>
          </a:prstGeom>
        </p:spPr>
      </p:pic>
      <p:pic>
        <p:nvPicPr>
          <p:cNvPr id="22" name="object 22"/>
          <p:cNvPicPr/>
          <p:nvPr/>
        </p:nvPicPr>
        <p:blipFill>
          <a:blip r:embed="rId7" cstate="print"/>
          <a:stretch>
            <a:fillRect/>
          </a:stretch>
        </p:blipFill>
        <p:spPr>
          <a:xfrm>
            <a:off x="7056229" y="5183752"/>
            <a:ext cx="97759" cy="97757"/>
          </a:xfrm>
          <a:prstGeom prst="rect">
            <a:avLst/>
          </a:prstGeom>
        </p:spPr>
      </p:pic>
      <p:pic>
        <p:nvPicPr>
          <p:cNvPr id="23" name="object 23"/>
          <p:cNvPicPr/>
          <p:nvPr/>
        </p:nvPicPr>
        <p:blipFill>
          <a:blip r:embed="rId2" cstate="print"/>
          <a:stretch>
            <a:fillRect/>
          </a:stretch>
        </p:blipFill>
        <p:spPr>
          <a:xfrm>
            <a:off x="2096780" y="5012078"/>
            <a:ext cx="97757" cy="97758"/>
          </a:xfrm>
          <a:prstGeom prst="rect">
            <a:avLst/>
          </a:prstGeom>
        </p:spPr>
      </p:pic>
      <p:pic>
        <p:nvPicPr>
          <p:cNvPr id="24" name="object 24"/>
          <p:cNvPicPr/>
          <p:nvPr/>
        </p:nvPicPr>
        <p:blipFill>
          <a:blip r:embed="rId2" cstate="print"/>
          <a:stretch>
            <a:fillRect/>
          </a:stretch>
        </p:blipFill>
        <p:spPr>
          <a:xfrm>
            <a:off x="4776791" y="4849942"/>
            <a:ext cx="97757" cy="97758"/>
          </a:xfrm>
          <a:prstGeom prst="rect">
            <a:avLst/>
          </a:prstGeom>
        </p:spPr>
      </p:pic>
      <p:pic>
        <p:nvPicPr>
          <p:cNvPr id="25" name="object 25"/>
          <p:cNvPicPr/>
          <p:nvPr/>
        </p:nvPicPr>
        <p:blipFill>
          <a:blip r:embed="rId8" cstate="print"/>
          <a:stretch>
            <a:fillRect/>
          </a:stretch>
        </p:blipFill>
        <p:spPr>
          <a:xfrm>
            <a:off x="3718139" y="5260051"/>
            <a:ext cx="97757" cy="97757"/>
          </a:xfrm>
          <a:prstGeom prst="rect">
            <a:avLst/>
          </a:prstGeom>
        </p:spPr>
      </p:pic>
      <p:pic>
        <p:nvPicPr>
          <p:cNvPr id="26" name="object 26"/>
          <p:cNvPicPr/>
          <p:nvPr/>
        </p:nvPicPr>
        <p:blipFill>
          <a:blip r:embed="rId5" cstate="print"/>
          <a:stretch>
            <a:fillRect/>
          </a:stretch>
        </p:blipFill>
        <p:spPr>
          <a:xfrm>
            <a:off x="4538356" y="5012078"/>
            <a:ext cx="97757" cy="97758"/>
          </a:xfrm>
          <a:prstGeom prst="rect">
            <a:avLst/>
          </a:prstGeom>
        </p:spPr>
      </p:pic>
      <p:pic>
        <p:nvPicPr>
          <p:cNvPr id="27" name="object 27"/>
          <p:cNvPicPr/>
          <p:nvPr/>
        </p:nvPicPr>
        <p:blipFill>
          <a:blip r:embed="rId3" cstate="print"/>
          <a:stretch>
            <a:fillRect/>
          </a:stretch>
        </p:blipFill>
        <p:spPr>
          <a:xfrm>
            <a:off x="4376220" y="5908595"/>
            <a:ext cx="97757" cy="97757"/>
          </a:xfrm>
          <a:prstGeom prst="rect">
            <a:avLst/>
          </a:prstGeom>
        </p:spPr>
      </p:pic>
      <p:pic>
        <p:nvPicPr>
          <p:cNvPr id="28" name="object 28"/>
          <p:cNvPicPr/>
          <p:nvPr/>
        </p:nvPicPr>
        <p:blipFill>
          <a:blip r:embed="rId4" cstate="print"/>
          <a:stretch>
            <a:fillRect/>
          </a:stretch>
        </p:blipFill>
        <p:spPr>
          <a:xfrm>
            <a:off x="2173080" y="6232866"/>
            <a:ext cx="97757" cy="97757"/>
          </a:xfrm>
          <a:prstGeom prst="rect">
            <a:avLst/>
          </a:prstGeom>
        </p:spPr>
      </p:pic>
      <p:pic>
        <p:nvPicPr>
          <p:cNvPr id="29" name="object 29"/>
          <p:cNvPicPr/>
          <p:nvPr/>
        </p:nvPicPr>
        <p:blipFill>
          <a:blip r:embed="rId4" cstate="print"/>
          <a:stretch>
            <a:fillRect/>
          </a:stretch>
        </p:blipFill>
        <p:spPr>
          <a:xfrm>
            <a:off x="2497352" y="6070730"/>
            <a:ext cx="97757" cy="97757"/>
          </a:xfrm>
          <a:prstGeom prst="rect">
            <a:avLst/>
          </a:prstGeom>
        </p:spPr>
      </p:pic>
      <p:pic>
        <p:nvPicPr>
          <p:cNvPr id="30" name="object 30"/>
          <p:cNvPicPr/>
          <p:nvPr/>
        </p:nvPicPr>
        <p:blipFill>
          <a:blip r:embed="rId3" cstate="print"/>
          <a:stretch>
            <a:fillRect/>
          </a:stretch>
        </p:blipFill>
        <p:spPr>
          <a:xfrm>
            <a:off x="4214084" y="6967246"/>
            <a:ext cx="97757" cy="97757"/>
          </a:xfrm>
          <a:prstGeom prst="rect">
            <a:avLst/>
          </a:prstGeom>
        </p:spPr>
      </p:pic>
      <p:pic>
        <p:nvPicPr>
          <p:cNvPr id="31" name="object 31"/>
          <p:cNvPicPr/>
          <p:nvPr/>
        </p:nvPicPr>
        <p:blipFill>
          <a:blip r:embed="rId4" cstate="print"/>
          <a:stretch>
            <a:fillRect/>
          </a:stretch>
        </p:blipFill>
        <p:spPr>
          <a:xfrm>
            <a:off x="2010944" y="6728811"/>
            <a:ext cx="97757" cy="97757"/>
          </a:xfrm>
          <a:prstGeom prst="rect">
            <a:avLst/>
          </a:prstGeom>
        </p:spPr>
      </p:pic>
      <p:pic>
        <p:nvPicPr>
          <p:cNvPr id="32" name="object 32"/>
          <p:cNvPicPr/>
          <p:nvPr/>
        </p:nvPicPr>
        <p:blipFill>
          <a:blip r:embed="rId3" cstate="print"/>
          <a:stretch>
            <a:fillRect/>
          </a:stretch>
        </p:blipFill>
        <p:spPr>
          <a:xfrm>
            <a:off x="3393867" y="6728811"/>
            <a:ext cx="97757" cy="97757"/>
          </a:xfrm>
          <a:prstGeom prst="rect">
            <a:avLst/>
          </a:prstGeom>
        </p:spPr>
      </p:pic>
      <p:pic>
        <p:nvPicPr>
          <p:cNvPr id="33" name="object 33"/>
          <p:cNvPicPr/>
          <p:nvPr/>
        </p:nvPicPr>
        <p:blipFill>
          <a:blip r:embed="rId9" cstate="print"/>
          <a:stretch>
            <a:fillRect/>
          </a:stretch>
        </p:blipFill>
        <p:spPr>
          <a:xfrm>
            <a:off x="8200718" y="4363534"/>
            <a:ext cx="97759" cy="97758"/>
          </a:xfrm>
          <a:prstGeom prst="rect">
            <a:avLst/>
          </a:prstGeom>
        </p:spPr>
      </p:pic>
      <p:pic>
        <p:nvPicPr>
          <p:cNvPr id="34" name="object 34"/>
          <p:cNvPicPr/>
          <p:nvPr/>
        </p:nvPicPr>
        <p:blipFill>
          <a:blip r:embed="rId9" cstate="print"/>
          <a:stretch>
            <a:fillRect/>
          </a:stretch>
        </p:blipFill>
        <p:spPr>
          <a:xfrm>
            <a:off x="7466338" y="3877127"/>
            <a:ext cx="97759" cy="97758"/>
          </a:xfrm>
          <a:prstGeom prst="rect">
            <a:avLst/>
          </a:prstGeom>
        </p:spPr>
      </p:pic>
      <p:pic>
        <p:nvPicPr>
          <p:cNvPr id="35" name="object 35"/>
          <p:cNvPicPr/>
          <p:nvPr/>
        </p:nvPicPr>
        <p:blipFill>
          <a:blip r:embed="rId4" cstate="print"/>
          <a:stretch>
            <a:fillRect/>
          </a:stretch>
        </p:blipFill>
        <p:spPr>
          <a:xfrm>
            <a:off x="5835443" y="6070730"/>
            <a:ext cx="97757" cy="97757"/>
          </a:xfrm>
          <a:prstGeom prst="rect">
            <a:avLst/>
          </a:prstGeom>
        </p:spPr>
      </p:pic>
      <p:pic>
        <p:nvPicPr>
          <p:cNvPr id="36" name="object 36"/>
          <p:cNvPicPr/>
          <p:nvPr/>
        </p:nvPicPr>
        <p:blipFill>
          <a:blip r:embed="rId9" cstate="print"/>
          <a:stretch>
            <a:fillRect/>
          </a:stretch>
        </p:blipFill>
        <p:spPr>
          <a:xfrm>
            <a:off x="8200718" y="3714991"/>
            <a:ext cx="97759" cy="97758"/>
          </a:xfrm>
          <a:prstGeom prst="rect">
            <a:avLst/>
          </a:prstGeom>
        </p:spPr>
      </p:pic>
      <p:pic>
        <p:nvPicPr>
          <p:cNvPr id="37" name="object 37"/>
          <p:cNvPicPr/>
          <p:nvPr/>
        </p:nvPicPr>
        <p:blipFill>
          <a:blip r:embed="rId10" cstate="print"/>
          <a:stretch>
            <a:fillRect/>
          </a:stretch>
        </p:blipFill>
        <p:spPr>
          <a:xfrm>
            <a:off x="6569822" y="5584323"/>
            <a:ext cx="97759" cy="97757"/>
          </a:xfrm>
          <a:prstGeom prst="rect">
            <a:avLst/>
          </a:prstGeom>
        </p:spPr>
      </p:pic>
      <p:pic>
        <p:nvPicPr>
          <p:cNvPr id="38" name="object 38"/>
          <p:cNvPicPr/>
          <p:nvPr/>
        </p:nvPicPr>
        <p:blipFill>
          <a:blip r:embed="rId6" cstate="print"/>
          <a:stretch>
            <a:fillRect/>
          </a:stretch>
        </p:blipFill>
        <p:spPr>
          <a:xfrm>
            <a:off x="6817794" y="6805110"/>
            <a:ext cx="97759" cy="97757"/>
          </a:xfrm>
          <a:prstGeom prst="rect">
            <a:avLst/>
          </a:prstGeom>
        </p:spPr>
      </p:pic>
      <p:pic>
        <p:nvPicPr>
          <p:cNvPr id="39" name="object 39"/>
          <p:cNvPicPr/>
          <p:nvPr/>
        </p:nvPicPr>
        <p:blipFill>
          <a:blip r:embed="rId7" cstate="print"/>
          <a:stretch>
            <a:fillRect/>
          </a:stretch>
        </p:blipFill>
        <p:spPr>
          <a:xfrm>
            <a:off x="8277017" y="5260051"/>
            <a:ext cx="97759" cy="97757"/>
          </a:xfrm>
          <a:prstGeom prst="rect">
            <a:avLst/>
          </a:prstGeom>
        </p:spPr>
      </p:pic>
      <p:pic>
        <p:nvPicPr>
          <p:cNvPr id="40" name="object 40"/>
          <p:cNvPicPr/>
          <p:nvPr/>
        </p:nvPicPr>
        <p:blipFill>
          <a:blip r:embed="rId6" cstate="print"/>
          <a:stretch>
            <a:fillRect/>
          </a:stretch>
        </p:blipFill>
        <p:spPr>
          <a:xfrm>
            <a:off x="7056229" y="6070730"/>
            <a:ext cx="97759" cy="97757"/>
          </a:xfrm>
          <a:prstGeom prst="rect">
            <a:avLst/>
          </a:prstGeom>
        </p:spPr>
      </p:pic>
      <p:pic>
        <p:nvPicPr>
          <p:cNvPr id="41" name="object 41"/>
          <p:cNvPicPr/>
          <p:nvPr/>
        </p:nvPicPr>
        <p:blipFill>
          <a:blip r:embed="rId6" cstate="print"/>
          <a:stretch>
            <a:fillRect/>
          </a:stretch>
        </p:blipFill>
        <p:spPr>
          <a:xfrm>
            <a:off x="7876446" y="6156567"/>
            <a:ext cx="97759" cy="97757"/>
          </a:xfrm>
          <a:prstGeom prst="rect">
            <a:avLst/>
          </a:prstGeom>
        </p:spPr>
      </p:pic>
      <p:sp>
        <p:nvSpPr>
          <p:cNvPr id="42" name="object 4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grpSp>
        <p:nvGrpSpPr>
          <p:cNvPr id="3" name="object 3"/>
          <p:cNvGrpSpPr/>
          <p:nvPr/>
        </p:nvGrpSpPr>
        <p:grpSpPr>
          <a:xfrm>
            <a:off x="1940605" y="3396681"/>
            <a:ext cx="6676390" cy="3824604"/>
            <a:chOff x="1940605" y="3396681"/>
            <a:chExt cx="6676390" cy="3824604"/>
          </a:xfrm>
        </p:grpSpPr>
        <p:sp>
          <p:nvSpPr>
            <p:cNvPr id="4" name="object 4"/>
            <p:cNvSpPr/>
            <p:nvPr/>
          </p:nvSpPr>
          <p:spPr>
            <a:xfrm>
              <a:off x="1940605" y="3396681"/>
              <a:ext cx="6676390" cy="3824604"/>
            </a:xfrm>
            <a:custGeom>
              <a:avLst/>
              <a:gdLst/>
              <a:ahLst/>
              <a:cxnLst/>
              <a:rect l="l" t="t" r="r" b="b"/>
              <a:pathLst>
                <a:path w="6676390" h="3824604">
                  <a:moveTo>
                    <a:pt x="0" y="0"/>
                  </a:moveTo>
                  <a:lnTo>
                    <a:pt x="6676181" y="0"/>
                  </a:lnTo>
                  <a:lnTo>
                    <a:pt x="6676181" y="3824498"/>
                  </a:lnTo>
                  <a:lnTo>
                    <a:pt x="0" y="3824498"/>
                  </a:lnTo>
                  <a:lnTo>
                    <a:pt x="0" y="0"/>
                  </a:lnTo>
                  <a:close/>
                </a:path>
              </a:pathLst>
            </a:custGeom>
            <a:solidFill>
              <a:srgbClr val="CBCBCB"/>
            </a:solidFill>
          </p:spPr>
          <p:txBody>
            <a:bodyPr wrap="square" lIns="0" tIns="0" rIns="0" bIns="0" rtlCol="0"/>
            <a:lstStyle/>
            <a:p>
              <a:endParaRPr/>
            </a:p>
          </p:txBody>
        </p:sp>
        <p:pic>
          <p:nvPicPr>
            <p:cNvPr id="5" name="object 5"/>
            <p:cNvPicPr/>
            <p:nvPr/>
          </p:nvPicPr>
          <p:blipFill>
            <a:blip r:embed="rId2" cstate="print"/>
            <a:stretch>
              <a:fillRect/>
            </a:stretch>
          </p:blipFill>
          <p:spPr>
            <a:xfrm>
              <a:off x="2583188" y="4611507"/>
              <a:ext cx="97757" cy="97758"/>
            </a:xfrm>
            <a:prstGeom prst="rect">
              <a:avLst/>
            </a:prstGeom>
          </p:spPr>
        </p:pic>
        <p:pic>
          <p:nvPicPr>
            <p:cNvPr id="6" name="object 6"/>
            <p:cNvPicPr/>
            <p:nvPr/>
          </p:nvPicPr>
          <p:blipFill>
            <a:blip r:embed="rId3" cstate="print"/>
            <a:stretch>
              <a:fillRect/>
            </a:stretch>
          </p:blipFill>
          <p:spPr>
            <a:xfrm>
              <a:off x="4862627" y="6642975"/>
              <a:ext cx="97757" cy="97757"/>
            </a:xfrm>
            <a:prstGeom prst="rect">
              <a:avLst/>
            </a:prstGeom>
          </p:spPr>
        </p:pic>
        <p:pic>
          <p:nvPicPr>
            <p:cNvPr id="7" name="object 7"/>
            <p:cNvPicPr/>
            <p:nvPr/>
          </p:nvPicPr>
          <p:blipFill>
            <a:blip r:embed="rId3" cstate="print"/>
            <a:stretch>
              <a:fillRect/>
            </a:stretch>
          </p:blipFill>
          <p:spPr>
            <a:xfrm>
              <a:off x="2096781" y="6967246"/>
              <a:ext cx="97757" cy="97757"/>
            </a:xfrm>
            <a:prstGeom prst="rect">
              <a:avLst/>
            </a:prstGeom>
          </p:spPr>
        </p:pic>
        <p:pic>
          <p:nvPicPr>
            <p:cNvPr id="8" name="object 8"/>
            <p:cNvPicPr/>
            <p:nvPr/>
          </p:nvPicPr>
          <p:blipFill>
            <a:blip r:embed="rId2" cstate="print"/>
            <a:stretch>
              <a:fillRect/>
            </a:stretch>
          </p:blipFill>
          <p:spPr>
            <a:xfrm>
              <a:off x="8362854" y="3629154"/>
              <a:ext cx="97759" cy="97758"/>
            </a:xfrm>
            <a:prstGeom prst="rect">
              <a:avLst/>
            </a:prstGeom>
          </p:spPr>
        </p:pic>
      </p:grpSp>
      <p:graphicFrame>
        <p:nvGraphicFramePr>
          <p:cNvPr id="9" name="object 9"/>
          <p:cNvGraphicFramePr>
            <a:graphicFrameLocks noGrp="1"/>
          </p:cNvGraphicFramePr>
          <p:nvPr/>
        </p:nvGraphicFramePr>
        <p:xfrm>
          <a:off x="1935837" y="3391912"/>
          <a:ext cx="6676390" cy="3823970"/>
        </p:xfrm>
        <a:graphic>
          <a:graphicData uri="http://schemas.openxmlformats.org/drawingml/2006/table">
            <a:tbl>
              <a:tblPr firstRow="1" bandRow="1">
                <a:tableStyleId>{2D5ABB26-0587-4C30-8999-92F81FD0307C}</a:tableStyleId>
              </a:tblPr>
              <a:tblGrid>
                <a:gridCol w="2766695">
                  <a:extLst>
                    <a:ext uri="{9D8B030D-6E8A-4147-A177-3AD203B41FA5}">
                      <a16:colId xmlns:a16="http://schemas.microsoft.com/office/drawing/2014/main" val="20000"/>
                    </a:ext>
                  </a:extLst>
                </a:gridCol>
                <a:gridCol w="3909695">
                  <a:extLst>
                    <a:ext uri="{9D8B030D-6E8A-4147-A177-3AD203B41FA5}">
                      <a16:colId xmlns:a16="http://schemas.microsoft.com/office/drawing/2014/main" val="20001"/>
                    </a:ext>
                  </a:extLst>
                </a:gridCol>
              </a:tblGrid>
              <a:tr h="2073275">
                <a:tc>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R w="12700">
                      <a:solidFill>
                        <a:srgbClr val="000000"/>
                      </a:solidFill>
                      <a:prstDash val="solid"/>
                    </a:lnR>
                    <a:lnT w="9525">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9525">
                      <a:solidFill>
                        <a:srgbClr val="000000"/>
                      </a:solidFill>
                      <a:prstDash val="solid"/>
                    </a:lnR>
                    <a:lnT w="952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750695">
                <a:tc>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R w="12700">
                      <a:solidFill>
                        <a:srgbClr val="000000"/>
                      </a:solidFill>
                      <a:prstDash val="solid"/>
                    </a:lnR>
                    <a:lnT w="12700">
                      <a:solidFill>
                        <a:srgbClr val="000000"/>
                      </a:solidFill>
                      <a:prstDash val="solid"/>
                    </a:lnT>
                    <a:lnB w="9525">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9525">
                      <a:solidFill>
                        <a:srgbClr val="000000"/>
                      </a:solidFill>
                      <a:prstDash val="solid"/>
                    </a:lnR>
                    <a:lnT w="12700">
                      <a:solidFill>
                        <a:srgbClr val="000000"/>
                      </a:solidFill>
                      <a:prstDash val="solid"/>
                    </a:lnT>
                    <a:lnB w="9525">
                      <a:solidFill>
                        <a:srgbClr val="000000"/>
                      </a:solidFill>
                      <a:prstDash val="solid"/>
                    </a:lnB>
                  </a:tcPr>
                </a:tc>
                <a:extLst>
                  <a:ext uri="{0D108BD9-81ED-4DB2-BD59-A6C34878D82A}">
                    <a16:rowId xmlns:a16="http://schemas.microsoft.com/office/drawing/2014/main" val="10001"/>
                  </a:ext>
                </a:extLst>
              </a:tr>
            </a:tbl>
          </a:graphicData>
        </a:graphic>
      </p:graphicFrame>
      <p:sp>
        <p:nvSpPr>
          <p:cNvPr id="10" name="object 10"/>
          <p:cNvSpPr txBox="1">
            <a:spLocks noGrp="1"/>
          </p:cNvSpPr>
          <p:nvPr>
            <p:ph type="title"/>
          </p:nvPr>
        </p:nvSpPr>
        <p:spPr>
          <a:xfrm>
            <a:off x="745267" y="475073"/>
            <a:ext cx="4652010" cy="346075"/>
          </a:xfrm>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second</a:t>
            </a:r>
            <a:r>
              <a:rPr spc="-20" dirty="0"/>
              <a:t> </a:t>
            </a:r>
            <a:r>
              <a:rPr spc="-10" dirty="0"/>
              <a:t>attempt</a:t>
            </a:r>
          </a:p>
        </p:txBody>
      </p:sp>
      <p:sp>
        <p:nvSpPr>
          <p:cNvPr id="11" name="object 11"/>
          <p:cNvSpPr txBox="1"/>
          <p:nvPr/>
        </p:nvSpPr>
        <p:spPr>
          <a:xfrm>
            <a:off x="745267" y="1131247"/>
            <a:ext cx="6327140" cy="750570"/>
          </a:xfrm>
          <a:prstGeom prst="rect">
            <a:avLst/>
          </a:prstGeom>
        </p:spPr>
        <p:txBody>
          <a:bodyPr vert="horz" wrap="square" lIns="0" tIns="100330" rIns="0" bIns="0" rtlCol="0">
            <a:spAutoFit/>
          </a:bodyPr>
          <a:lstStyle/>
          <a:p>
            <a:pPr marL="12700">
              <a:lnSpc>
                <a:spcPct val="100000"/>
              </a:lnSpc>
              <a:spcBef>
                <a:spcPts val="790"/>
              </a:spcBef>
              <a:tabLst>
                <a:tab pos="935990" algn="l"/>
              </a:tabLst>
            </a:pPr>
            <a:r>
              <a:rPr sz="1800" spc="-10" dirty="0">
                <a:solidFill>
                  <a:srgbClr val="0048AA"/>
                </a:solidFill>
                <a:latin typeface="Lucida Sans Unicode"/>
                <a:cs typeface="Lucida Sans Unicode"/>
              </a:rPr>
              <a:t>Divide.</a:t>
            </a:r>
            <a:r>
              <a:rPr sz="1800" dirty="0">
                <a:solidFill>
                  <a:srgbClr val="0048AA"/>
                </a:solidFill>
                <a:latin typeface="Lucida Sans Unicode"/>
                <a:cs typeface="Lucida Sans Unicode"/>
              </a:rPr>
              <a:t>	</a:t>
            </a:r>
            <a:r>
              <a:rPr sz="1800" dirty="0">
                <a:latin typeface="Lucida Sans Unicode"/>
                <a:cs typeface="Lucida Sans Unicode"/>
              </a:rPr>
              <a:t>Subdivide</a:t>
            </a:r>
            <a:r>
              <a:rPr sz="1800" spc="-15" dirty="0">
                <a:latin typeface="Lucida Sans Unicode"/>
                <a:cs typeface="Lucida Sans Unicode"/>
              </a:rPr>
              <a:t> </a:t>
            </a:r>
            <a:r>
              <a:rPr sz="1800" dirty="0">
                <a:latin typeface="Lucida Sans Unicode"/>
                <a:cs typeface="Lucida Sans Unicode"/>
              </a:rPr>
              <a:t>region</a:t>
            </a:r>
            <a:r>
              <a:rPr sz="1800" spc="-10" dirty="0">
                <a:latin typeface="Lucida Sans Unicode"/>
                <a:cs typeface="Lucida Sans Unicode"/>
              </a:rPr>
              <a:t> </a:t>
            </a:r>
            <a:r>
              <a:rPr sz="1800" dirty="0">
                <a:latin typeface="Lucida Sans Unicode"/>
                <a:cs typeface="Lucida Sans Unicode"/>
              </a:rPr>
              <a:t>into</a:t>
            </a:r>
            <a:r>
              <a:rPr sz="1800" spc="-15" dirty="0">
                <a:latin typeface="Lucida Sans Unicode"/>
                <a:cs typeface="Lucida Sans Unicode"/>
              </a:rPr>
              <a:t> </a:t>
            </a:r>
            <a:r>
              <a:rPr sz="1800" dirty="0">
                <a:latin typeface="Lucida Sans Unicode"/>
                <a:cs typeface="Lucida Sans Unicode"/>
              </a:rPr>
              <a:t>4</a:t>
            </a:r>
            <a:r>
              <a:rPr sz="1800" spc="-10" dirty="0">
                <a:latin typeface="Lucida Sans Unicode"/>
                <a:cs typeface="Lucida Sans Unicode"/>
              </a:rPr>
              <a:t> quadrants.</a:t>
            </a:r>
            <a:endParaRPr sz="1800">
              <a:latin typeface="Lucida Sans Unicode"/>
              <a:cs typeface="Lucida Sans Unicode"/>
            </a:endParaRPr>
          </a:p>
          <a:p>
            <a:pPr marL="12700">
              <a:lnSpc>
                <a:spcPct val="100000"/>
              </a:lnSpc>
              <a:spcBef>
                <a:spcPts val="695"/>
              </a:spcBef>
              <a:tabLst>
                <a:tab pos="1192530" algn="l"/>
              </a:tabLst>
            </a:pPr>
            <a:r>
              <a:rPr sz="1800" spc="-10" dirty="0">
                <a:solidFill>
                  <a:srgbClr val="0048AA"/>
                </a:solidFill>
                <a:latin typeface="Lucida Sans Unicode"/>
                <a:cs typeface="Lucida Sans Unicode"/>
              </a:rPr>
              <a:t>Obstacle.</a:t>
            </a:r>
            <a:r>
              <a:rPr sz="1800" dirty="0">
                <a:solidFill>
                  <a:srgbClr val="0048AA"/>
                </a:solidFill>
                <a:latin typeface="Lucida Sans Unicode"/>
                <a:cs typeface="Lucida Sans Unicode"/>
              </a:rPr>
              <a:t>	</a:t>
            </a:r>
            <a:r>
              <a:rPr sz="1800" dirty="0">
                <a:latin typeface="Lucida Sans Unicode"/>
                <a:cs typeface="Lucida Sans Unicode"/>
              </a:rPr>
              <a:t>Impossible</a:t>
            </a:r>
            <a:r>
              <a:rPr sz="1800" spc="-1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ensure</a:t>
            </a:r>
            <a:r>
              <a:rPr sz="1800" spc="-5" dirty="0">
                <a:latin typeface="Lucida Sans Unicode"/>
                <a:cs typeface="Lucida Sans Unicode"/>
              </a:rPr>
              <a:t> </a:t>
            </a:r>
            <a:r>
              <a:rPr sz="1800" i="1" dirty="0">
                <a:latin typeface="Times New Roman"/>
                <a:cs typeface="Times New Roman"/>
              </a:rPr>
              <a:t>n</a:t>
            </a:r>
            <a:r>
              <a:rPr sz="1800" i="1" spc="-150" dirty="0">
                <a:latin typeface="Times New Roman"/>
                <a:cs typeface="Times New Roman"/>
              </a:rPr>
              <a:t> </a:t>
            </a:r>
            <a:r>
              <a:rPr sz="1800" i="1" dirty="0">
                <a:latin typeface="Times New Roman"/>
                <a:cs typeface="Times New Roman"/>
              </a:rPr>
              <a:t>/</a:t>
            </a:r>
            <a:r>
              <a:rPr sz="1800" i="1" spc="-150" dirty="0">
                <a:latin typeface="Times New Roman"/>
                <a:cs typeface="Times New Roman"/>
              </a:rPr>
              <a:t> </a:t>
            </a:r>
            <a:r>
              <a:rPr sz="1800" dirty="0">
                <a:latin typeface="Times New Roman"/>
                <a:cs typeface="Times New Roman"/>
              </a:rPr>
              <a:t>4</a:t>
            </a:r>
            <a:r>
              <a:rPr sz="1800" spc="114" dirty="0">
                <a:latin typeface="Times New Roman"/>
                <a:cs typeface="Times New Roman"/>
              </a:rPr>
              <a:t> </a:t>
            </a:r>
            <a:r>
              <a:rPr sz="1800" dirty="0">
                <a:latin typeface="Lucida Sans Unicode"/>
                <a:cs typeface="Lucida Sans Unicode"/>
              </a:rPr>
              <a:t>points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each</a:t>
            </a:r>
            <a:r>
              <a:rPr sz="1800" spc="-5" dirty="0">
                <a:latin typeface="Lucida Sans Unicode"/>
                <a:cs typeface="Lucida Sans Unicode"/>
              </a:rPr>
              <a:t> </a:t>
            </a:r>
            <a:r>
              <a:rPr sz="1800" spc="-10" dirty="0">
                <a:latin typeface="Lucida Sans Unicode"/>
                <a:cs typeface="Lucida Sans Unicode"/>
              </a:rPr>
              <a:t>piece.</a:t>
            </a:r>
            <a:endParaRPr sz="1800">
              <a:latin typeface="Lucida Sans Unicode"/>
              <a:cs typeface="Lucida Sans Unicode"/>
            </a:endParaRPr>
          </a:p>
        </p:txBody>
      </p:sp>
      <p:pic>
        <p:nvPicPr>
          <p:cNvPr id="12" name="object 12"/>
          <p:cNvPicPr/>
          <p:nvPr/>
        </p:nvPicPr>
        <p:blipFill>
          <a:blip r:embed="rId4" cstate="print"/>
          <a:stretch>
            <a:fillRect/>
          </a:stretch>
        </p:blipFill>
        <p:spPr>
          <a:xfrm>
            <a:off x="4538356" y="4525670"/>
            <a:ext cx="97757" cy="97758"/>
          </a:xfrm>
          <a:prstGeom prst="rect">
            <a:avLst/>
          </a:prstGeom>
        </p:spPr>
      </p:pic>
      <p:pic>
        <p:nvPicPr>
          <p:cNvPr id="13" name="object 13"/>
          <p:cNvPicPr/>
          <p:nvPr/>
        </p:nvPicPr>
        <p:blipFill>
          <a:blip r:embed="rId4" cstate="print"/>
          <a:stretch>
            <a:fillRect/>
          </a:stretch>
        </p:blipFill>
        <p:spPr>
          <a:xfrm>
            <a:off x="3718139" y="4363534"/>
            <a:ext cx="97757" cy="97758"/>
          </a:xfrm>
          <a:prstGeom prst="rect">
            <a:avLst/>
          </a:prstGeom>
        </p:spPr>
      </p:pic>
      <p:pic>
        <p:nvPicPr>
          <p:cNvPr id="14" name="object 14"/>
          <p:cNvPicPr/>
          <p:nvPr/>
        </p:nvPicPr>
        <p:blipFill>
          <a:blip r:embed="rId2" cstate="print"/>
          <a:stretch>
            <a:fillRect/>
          </a:stretch>
        </p:blipFill>
        <p:spPr>
          <a:xfrm>
            <a:off x="2173080" y="4125099"/>
            <a:ext cx="97757" cy="97758"/>
          </a:xfrm>
          <a:prstGeom prst="rect">
            <a:avLst/>
          </a:prstGeom>
        </p:spPr>
      </p:pic>
      <p:pic>
        <p:nvPicPr>
          <p:cNvPr id="15" name="object 15"/>
          <p:cNvPicPr/>
          <p:nvPr/>
        </p:nvPicPr>
        <p:blipFill>
          <a:blip r:embed="rId4" cstate="print"/>
          <a:stretch>
            <a:fillRect/>
          </a:stretch>
        </p:blipFill>
        <p:spPr>
          <a:xfrm>
            <a:off x="3231732" y="4449371"/>
            <a:ext cx="97757" cy="97758"/>
          </a:xfrm>
          <a:prstGeom prst="rect">
            <a:avLst/>
          </a:prstGeom>
        </p:spPr>
      </p:pic>
      <p:pic>
        <p:nvPicPr>
          <p:cNvPr id="16" name="object 16"/>
          <p:cNvPicPr/>
          <p:nvPr/>
        </p:nvPicPr>
        <p:blipFill>
          <a:blip r:embed="rId4" cstate="print"/>
          <a:stretch>
            <a:fillRect/>
          </a:stretch>
        </p:blipFill>
        <p:spPr>
          <a:xfrm>
            <a:off x="3479704" y="3714991"/>
            <a:ext cx="97757" cy="97758"/>
          </a:xfrm>
          <a:prstGeom prst="rect">
            <a:avLst/>
          </a:prstGeom>
        </p:spPr>
      </p:pic>
      <p:pic>
        <p:nvPicPr>
          <p:cNvPr id="17" name="object 17"/>
          <p:cNvPicPr/>
          <p:nvPr/>
        </p:nvPicPr>
        <p:blipFill>
          <a:blip r:embed="rId4" cstate="print"/>
          <a:stretch>
            <a:fillRect/>
          </a:stretch>
        </p:blipFill>
        <p:spPr>
          <a:xfrm>
            <a:off x="3556003" y="4773643"/>
            <a:ext cx="97757" cy="97758"/>
          </a:xfrm>
          <a:prstGeom prst="rect">
            <a:avLst/>
          </a:prstGeom>
        </p:spPr>
      </p:pic>
      <p:pic>
        <p:nvPicPr>
          <p:cNvPr id="18" name="object 18"/>
          <p:cNvPicPr/>
          <p:nvPr/>
        </p:nvPicPr>
        <p:blipFill>
          <a:blip r:embed="rId3" cstate="print"/>
          <a:stretch>
            <a:fillRect/>
          </a:stretch>
        </p:blipFill>
        <p:spPr>
          <a:xfrm>
            <a:off x="6245551" y="6728811"/>
            <a:ext cx="97757" cy="97757"/>
          </a:xfrm>
          <a:prstGeom prst="rect">
            <a:avLst/>
          </a:prstGeom>
        </p:spPr>
      </p:pic>
      <p:pic>
        <p:nvPicPr>
          <p:cNvPr id="19" name="object 19"/>
          <p:cNvPicPr/>
          <p:nvPr/>
        </p:nvPicPr>
        <p:blipFill>
          <a:blip r:embed="rId4" cstate="print"/>
          <a:stretch>
            <a:fillRect/>
          </a:stretch>
        </p:blipFill>
        <p:spPr>
          <a:xfrm>
            <a:off x="4290383" y="4125099"/>
            <a:ext cx="97757" cy="97758"/>
          </a:xfrm>
          <a:prstGeom prst="rect">
            <a:avLst/>
          </a:prstGeom>
        </p:spPr>
      </p:pic>
      <p:pic>
        <p:nvPicPr>
          <p:cNvPr id="20" name="object 20"/>
          <p:cNvPicPr/>
          <p:nvPr/>
        </p:nvPicPr>
        <p:blipFill>
          <a:blip r:embed="rId4" cstate="print"/>
          <a:stretch>
            <a:fillRect/>
          </a:stretch>
        </p:blipFill>
        <p:spPr>
          <a:xfrm>
            <a:off x="3231732" y="3962963"/>
            <a:ext cx="97757" cy="97758"/>
          </a:xfrm>
          <a:prstGeom prst="rect">
            <a:avLst/>
          </a:prstGeom>
        </p:spPr>
      </p:pic>
      <p:pic>
        <p:nvPicPr>
          <p:cNvPr id="21" name="object 21"/>
          <p:cNvPicPr/>
          <p:nvPr/>
        </p:nvPicPr>
        <p:blipFill>
          <a:blip r:embed="rId4" cstate="print"/>
          <a:stretch>
            <a:fillRect/>
          </a:stretch>
        </p:blipFill>
        <p:spPr>
          <a:xfrm>
            <a:off x="4128248" y="4849942"/>
            <a:ext cx="97757" cy="97758"/>
          </a:xfrm>
          <a:prstGeom prst="rect">
            <a:avLst/>
          </a:prstGeom>
        </p:spPr>
      </p:pic>
      <p:pic>
        <p:nvPicPr>
          <p:cNvPr id="22" name="object 22"/>
          <p:cNvPicPr/>
          <p:nvPr/>
        </p:nvPicPr>
        <p:blipFill>
          <a:blip r:embed="rId5" cstate="print"/>
          <a:stretch>
            <a:fillRect/>
          </a:stretch>
        </p:blipFill>
        <p:spPr>
          <a:xfrm>
            <a:off x="8277017" y="7053083"/>
            <a:ext cx="97759" cy="97757"/>
          </a:xfrm>
          <a:prstGeom prst="rect">
            <a:avLst/>
          </a:prstGeom>
        </p:spPr>
      </p:pic>
      <p:pic>
        <p:nvPicPr>
          <p:cNvPr id="23" name="object 23"/>
          <p:cNvPicPr/>
          <p:nvPr/>
        </p:nvPicPr>
        <p:blipFill>
          <a:blip r:embed="rId5" cstate="print"/>
          <a:stretch>
            <a:fillRect/>
          </a:stretch>
        </p:blipFill>
        <p:spPr>
          <a:xfrm>
            <a:off x="6655658" y="6404540"/>
            <a:ext cx="97759" cy="97757"/>
          </a:xfrm>
          <a:prstGeom prst="rect">
            <a:avLst/>
          </a:prstGeom>
        </p:spPr>
      </p:pic>
      <p:pic>
        <p:nvPicPr>
          <p:cNvPr id="24" name="object 24"/>
          <p:cNvPicPr/>
          <p:nvPr/>
        </p:nvPicPr>
        <p:blipFill>
          <a:blip r:embed="rId3" cstate="print"/>
          <a:stretch>
            <a:fillRect/>
          </a:stretch>
        </p:blipFill>
        <p:spPr>
          <a:xfrm>
            <a:off x="5673307" y="5746459"/>
            <a:ext cx="97757" cy="97757"/>
          </a:xfrm>
          <a:prstGeom prst="rect">
            <a:avLst/>
          </a:prstGeom>
        </p:spPr>
      </p:pic>
      <p:pic>
        <p:nvPicPr>
          <p:cNvPr id="25" name="object 25"/>
          <p:cNvPicPr/>
          <p:nvPr/>
        </p:nvPicPr>
        <p:blipFill>
          <a:blip r:embed="rId2" cstate="print"/>
          <a:stretch>
            <a:fillRect/>
          </a:stretch>
        </p:blipFill>
        <p:spPr>
          <a:xfrm>
            <a:off x="2096780" y="5012078"/>
            <a:ext cx="97757" cy="97758"/>
          </a:xfrm>
          <a:prstGeom prst="rect">
            <a:avLst/>
          </a:prstGeom>
        </p:spPr>
      </p:pic>
      <p:pic>
        <p:nvPicPr>
          <p:cNvPr id="26" name="object 26"/>
          <p:cNvPicPr/>
          <p:nvPr/>
        </p:nvPicPr>
        <p:blipFill>
          <a:blip r:embed="rId3" cstate="print"/>
          <a:stretch>
            <a:fillRect/>
          </a:stretch>
        </p:blipFill>
        <p:spPr>
          <a:xfrm>
            <a:off x="4938927" y="5670160"/>
            <a:ext cx="97757" cy="97757"/>
          </a:xfrm>
          <a:prstGeom prst="rect">
            <a:avLst/>
          </a:prstGeom>
        </p:spPr>
      </p:pic>
      <p:pic>
        <p:nvPicPr>
          <p:cNvPr id="27" name="object 27"/>
          <p:cNvPicPr/>
          <p:nvPr/>
        </p:nvPicPr>
        <p:blipFill>
          <a:blip r:embed="rId6" cstate="print"/>
          <a:stretch>
            <a:fillRect/>
          </a:stretch>
        </p:blipFill>
        <p:spPr>
          <a:xfrm>
            <a:off x="3718139" y="5260051"/>
            <a:ext cx="97757" cy="97757"/>
          </a:xfrm>
          <a:prstGeom prst="rect">
            <a:avLst/>
          </a:prstGeom>
        </p:spPr>
      </p:pic>
      <p:pic>
        <p:nvPicPr>
          <p:cNvPr id="28" name="object 28"/>
          <p:cNvPicPr/>
          <p:nvPr/>
        </p:nvPicPr>
        <p:blipFill>
          <a:blip r:embed="rId4" cstate="print"/>
          <a:stretch>
            <a:fillRect/>
          </a:stretch>
        </p:blipFill>
        <p:spPr>
          <a:xfrm>
            <a:off x="4538356" y="5012078"/>
            <a:ext cx="97757" cy="97758"/>
          </a:xfrm>
          <a:prstGeom prst="rect">
            <a:avLst/>
          </a:prstGeom>
        </p:spPr>
      </p:pic>
      <p:pic>
        <p:nvPicPr>
          <p:cNvPr id="29" name="object 29"/>
          <p:cNvPicPr/>
          <p:nvPr/>
        </p:nvPicPr>
        <p:blipFill>
          <a:blip r:embed="rId4" cstate="print"/>
          <a:stretch>
            <a:fillRect/>
          </a:stretch>
        </p:blipFill>
        <p:spPr>
          <a:xfrm>
            <a:off x="3889812" y="3791290"/>
            <a:ext cx="97757" cy="97758"/>
          </a:xfrm>
          <a:prstGeom prst="rect">
            <a:avLst/>
          </a:prstGeom>
        </p:spPr>
      </p:pic>
      <p:pic>
        <p:nvPicPr>
          <p:cNvPr id="30" name="object 30"/>
          <p:cNvPicPr/>
          <p:nvPr/>
        </p:nvPicPr>
        <p:blipFill>
          <a:blip r:embed="rId2" cstate="print"/>
          <a:stretch>
            <a:fillRect/>
          </a:stretch>
        </p:blipFill>
        <p:spPr>
          <a:xfrm>
            <a:off x="2583188" y="4363534"/>
            <a:ext cx="97757" cy="97758"/>
          </a:xfrm>
          <a:prstGeom prst="rect">
            <a:avLst/>
          </a:prstGeom>
        </p:spPr>
      </p:pic>
      <p:pic>
        <p:nvPicPr>
          <p:cNvPr id="31" name="object 31"/>
          <p:cNvPicPr/>
          <p:nvPr/>
        </p:nvPicPr>
        <p:blipFill>
          <a:blip r:embed="rId2" cstate="print"/>
          <a:stretch>
            <a:fillRect/>
          </a:stretch>
        </p:blipFill>
        <p:spPr>
          <a:xfrm>
            <a:off x="2907460" y="5097915"/>
            <a:ext cx="97757" cy="97758"/>
          </a:xfrm>
          <a:prstGeom prst="rect">
            <a:avLst/>
          </a:prstGeom>
        </p:spPr>
      </p:pic>
      <p:pic>
        <p:nvPicPr>
          <p:cNvPr id="32" name="object 32"/>
          <p:cNvPicPr/>
          <p:nvPr/>
        </p:nvPicPr>
        <p:blipFill>
          <a:blip r:embed="rId3" cstate="print"/>
          <a:stretch>
            <a:fillRect/>
          </a:stretch>
        </p:blipFill>
        <p:spPr>
          <a:xfrm>
            <a:off x="5511171" y="6728811"/>
            <a:ext cx="97757" cy="97757"/>
          </a:xfrm>
          <a:prstGeom prst="rect">
            <a:avLst/>
          </a:prstGeom>
        </p:spPr>
      </p:pic>
      <p:pic>
        <p:nvPicPr>
          <p:cNvPr id="33" name="object 33"/>
          <p:cNvPicPr/>
          <p:nvPr/>
        </p:nvPicPr>
        <p:blipFill>
          <a:blip r:embed="rId3" cstate="print"/>
          <a:stretch>
            <a:fillRect/>
          </a:stretch>
        </p:blipFill>
        <p:spPr>
          <a:xfrm>
            <a:off x="5024763" y="6156567"/>
            <a:ext cx="97757" cy="97757"/>
          </a:xfrm>
          <a:prstGeom prst="rect">
            <a:avLst/>
          </a:prstGeom>
        </p:spPr>
      </p:pic>
      <p:pic>
        <p:nvPicPr>
          <p:cNvPr id="34" name="object 34"/>
          <p:cNvPicPr/>
          <p:nvPr/>
        </p:nvPicPr>
        <p:blipFill>
          <a:blip r:embed="rId4" cstate="print"/>
          <a:stretch>
            <a:fillRect/>
          </a:stretch>
        </p:blipFill>
        <p:spPr>
          <a:xfrm>
            <a:off x="3889812" y="4039263"/>
            <a:ext cx="97757" cy="97758"/>
          </a:xfrm>
          <a:prstGeom prst="rect">
            <a:avLst/>
          </a:prstGeom>
        </p:spPr>
      </p:pic>
      <p:pic>
        <p:nvPicPr>
          <p:cNvPr id="35" name="object 35"/>
          <p:cNvPicPr/>
          <p:nvPr/>
        </p:nvPicPr>
        <p:blipFill>
          <a:blip r:embed="rId5" cstate="print"/>
          <a:stretch>
            <a:fillRect/>
          </a:stretch>
        </p:blipFill>
        <p:spPr>
          <a:xfrm>
            <a:off x="7552174" y="6480839"/>
            <a:ext cx="97759" cy="97757"/>
          </a:xfrm>
          <a:prstGeom prst="rect">
            <a:avLst/>
          </a:prstGeom>
        </p:spPr>
      </p:pic>
      <p:pic>
        <p:nvPicPr>
          <p:cNvPr id="36" name="object 36"/>
          <p:cNvPicPr/>
          <p:nvPr/>
        </p:nvPicPr>
        <p:blipFill>
          <a:blip r:embed="rId3" cstate="print"/>
          <a:stretch>
            <a:fillRect/>
          </a:stretch>
        </p:blipFill>
        <p:spPr>
          <a:xfrm>
            <a:off x="5835443" y="6070730"/>
            <a:ext cx="97757" cy="97757"/>
          </a:xfrm>
          <a:prstGeom prst="rect">
            <a:avLst/>
          </a:prstGeom>
        </p:spPr>
      </p:pic>
      <p:pic>
        <p:nvPicPr>
          <p:cNvPr id="37" name="object 37"/>
          <p:cNvPicPr/>
          <p:nvPr/>
        </p:nvPicPr>
        <p:blipFill>
          <a:blip r:embed="rId7" cstate="print"/>
          <a:stretch>
            <a:fillRect/>
          </a:stretch>
        </p:blipFill>
        <p:spPr>
          <a:xfrm>
            <a:off x="6569822" y="5584323"/>
            <a:ext cx="97759" cy="97757"/>
          </a:xfrm>
          <a:prstGeom prst="rect">
            <a:avLst/>
          </a:prstGeom>
        </p:spPr>
      </p:pic>
      <p:pic>
        <p:nvPicPr>
          <p:cNvPr id="38" name="object 38"/>
          <p:cNvPicPr/>
          <p:nvPr/>
        </p:nvPicPr>
        <p:blipFill>
          <a:blip r:embed="rId5" cstate="print"/>
          <a:stretch>
            <a:fillRect/>
          </a:stretch>
        </p:blipFill>
        <p:spPr>
          <a:xfrm>
            <a:off x="6817794" y="6805110"/>
            <a:ext cx="97759" cy="97757"/>
          </a:xfrm>
          <a:prstGeom prst="rect">
            <a:avLst/>
          </a:prstGeom>
        </p:spPr>
      </p:pic>
      <p:pic>
        <p:nvPicPr>
          <p:cNvPr id="39" name="object 39"/>
          <p:cNvPicPr/>
          <p:nvPr/>
        </p:nvPicPr>
        <p:blipFill>
          <a:blip r:embed="rId4" cstate="print"/>
          <a:stretch>
            <a:fillRect/>
          </a:stretch>
        </p:blipFill>
        <p:spPr>
          <a:xfrm>
            <a:off x="3069596" y="4773643"/>
            <a:ext cx="97757" cy="97758"/>
          </a:xfrm>
          <a:prstGeom prst="rect">
            <a:avLst/>
          </a:prstGeom>
        </p:spPr>
      </p:pic>
      <p:pic>
        <p:nvPicPr>
          <p:cNvPr id="40" name="object 40"/>
          <p:cNvPicPr/>
          <p:nvPr/>
        </p:nvPicPr>
        <p:blipFill>
          <a:blip r:embed="rId5" cstate="print"/>
          <a:stretch>
            <a:fillRect/>
          </a:stretch>
        </p:blipFill>
        <p:spPr>
          <a:xfrm>
            <a:off x="7056229" y="6070730"/>
            <a:ext cx="97759" cy="97757"/>
          </a:xfrm>
          <a:prstGeom prst="rect">
            <a:avLst/>
          </a:prstGeom>
        </p:spPr>
      </p:pic>
      <p:pic>
        <p:nvPicPr>
          <p:cNvPr id="41" name="object 41"/>
          <p:cNvPicPr/>
          <p:nvPr/>
        </p:nvPicPr>
        <p:blipFill>
          <a:blip r:embed="rId5" cstate="print"/>
          <a:stretch>
            <a:fillRect/>
          </a:stretch>
        </p:blipFill>
        <p:spPr>
          <a:xfrm>
            <a:off x="7876446" y="6156567"/>
            <a:ext cx="97759" cy="97757"/>
          </a:xfrm>
          <a:prstGeom prst="rect">
            <a:avLst/>
          </a:prstGeom>
        </p:spPr>
      </p:pic>
      <p:pic>
        <p:nvPicPr>
          <p:cNvPr id="42" name="object 42"/>
          <p:cNvPicPr/>
          <p:nvPr/>
        </p:nvPicPr>
        <p:blipFill>
          <a:blip r:embed="rId2" cstate="print"/>
          <a:stretch>
            <a:fillRect/>
          </a:stretch>
        </p:blipFill>
        <p:spPr>
          <a:xfrm>
            <a:off x="2831161" y="4525670"/>
            <a:ext cx="97757" cy="97758"/>
          </a:xfrm>
          <a:prstGeom prst="rect">
            <a:avLst/>
          </a:prstGeom>
        </p:spPr>
      </p:pic>
      <p:pic>
        <p:nvPicPr>
          <p:cNvPr id="43" name="object 43"/>
          <p:cNvPicPr/>
          <p:nvPr/>
        </p:nvPicPr>
        <p:blipFill>
          <a:blip r:embed="rId4" cstate="print"/>
          <a:stretch>
            <a:fillRect/>
          </a:stretch>
        </p:blipFill>
        <p:spPr>
          <a:xfrm>
            <a:off x="3231732" y="5012078"/>
            <a:ext cx="97757" cy="97758"/>
          </a:xfrm>
          <a:prstGeom prst="rect">
            <a:avLst/>
          </a:prstGeom>
        </p:spPr>
      </p:pic>
      <p:pic>
        <p:nvPicPr>
          <p:cNvPr id="44" name="object 44"/>
          <p:cNvPicPr/>
          <p:nvPr/>
        </p:nvPicPr>
        <p:blipFill>
          <a:blip r:embed="rId4" cstate="print"/>
          <a:stretch>
            <a:fillRect/>
          </a:stretch>
        </p:blipFill>
        <p:spPr>
          <a:xfrm>
            <a:off x="2993296" y="3962963"/>
            <a:ext cx="97757" cy="97758"/>
          </a:xfrm>
          <a:prstGeom prst="rect">
            <a:avLst/>
          </a:prstGeom>
        </p:spPr>
      </p:pic>
      <p:pic>
        <p:nvPicPr>
          <p:cNvPr id="45" name="object 45"/>
          <p:cNvPicPr/>
          <p:nvPr/>
        </p:nvPicPr>
        <p:blipFill>
          <a:blip r:embed="rId4" cstate="print"/>
          <a:stretch>
            <a:fillRect/>
          </a:stretch>
        </p:blipFill>
        <p:spPr>
          <a:xfrm>
            <a:off x="2993296" y="4201398"/>
            <a:ext cx="97757" cy="97758"/>
          </a:xfrm>
          <a:prstGeom prst="rect">
            <a:avLst/>
          </a:prstGeom>
        </p:spPr>
      </p:pic>
      <p:pic>
        <p:nvPicPr>
          <p:cNvPr id="46" name="object 46"/>
          <p:cNvPicPr/>
          <p:nvPr/>
        </p:nvPicPr>
        <p:blipFill>
          <a:blip r:embed="rId5" cstate="print"/>
          <a:stretch>
            <a:fillRect/>
          </a:stretch>
        </p:blipFill>
        <p:spPr>
          <a:xfrm>
            <a:off x="6894093" y="6232866"/>
            <a:ext cx="97759" cy="97757"/>
          </a:xfrm>
          <a:prstGeom prst="rect">
            <a:avLst/>
          </a:prstGeom>
        </p:spPr>
      </p:pic>
      <p:pic>
        <p:nvPicPr>
          <p:cNvPr id="47" name="object 47"/>
          <p:cNvPicPr/>
          <p:nvPr/>
        </p:nvPicPr>
        <p:blipFill>
          <a:blip r:embed="rId5" cstate="print"/>
          <a:stretch>
            <a:fillRect/>
          </a:stretch>
        </p:blipFill>
        <p:spPr>
          <a:xfrm>
            <a:off x="7304202" y="6728811"/>
            <a:ext cx="97759" cy="97757"/>
          </a:xfrm>
          <a:prstGeom prst="rect">
            <a:avLst/>
          </a:prstGeom>
        </p:spPr>
      </p:pic>
      <p:pic>
        <p:nvPicPr>
          <p:cNvPr id="48" name="object 48"/>
          <p:cNvPicPr/>
          <p:nvPr/>
        </p:nvPicPr>
        <p:blipFill>
          <a:blip r:embed="rId5" cstate="print"/>
          <a:stretch>
            <a:fillRect/>
          </a:stretch>
        </p:blipFill>
        <p:spPr>
          <a:xfrm>
            <a:off x="7056229" y="5670160"/>
            <a:ext cx="97759" cy="97757"/>
          </a:xfrm>
          <a:prstGeom prst="rect">
            <a:avLst/>
          </a:prstGeom>
        </p:spPr>
      </p:pic>
      <p:pic>
        <p:nvPicPr>
          <p:cNvPr id="49" name="object 49"/>
          <p:cNvPicPr/>
          <p:nvPr/>
        </p:nvPicPr>
        <p:blipFill>
          <a:blip r:embed="rId5" cstate="print"/>
          <a:stretch>
            <a:fillRect/>
          </a:stretch>
        </p:blipFill>
        <p:spPr>
          <a:xfrm>
            <a:off x="7056229" y="5908595"/>
            <a:ext cx="97759" cy="97757"/>
          </a:xfrm>
          <a:prstGeom prst="rect">
            <a:avLst/>
          </a:prstGeom>
        </p:spPr>
      </p:pic>
      <p:pic>
        <p:nvPicPr>
          <p:cNvPr id="50" name="object 50"/>
          <p:cNvPicPr/>
          <p:nvPr/>
        </p:nvPicPr>
        <p:blipFill>
          <a:blip r:embed="rId4" cstate="print"/>
          <a:stretch>
            <a:fillRect/>
          </a:stretch>
        </p:blipFill>
        <p:spPr>
          <a:xfrm>
            <a:off x="3889812" y="4525670"/>
            <a:ext cx="97757" cy="97758"/>
          </a:xfrm>
          <a:prstGeom prst="rect">
            <a:avLst/>
          </a:prstGeom>
        </p:spPr>
      </p:pic>
      <p:pic>
        <p:nvPicPr>
          <p:cNvPr id="51" name="object 51"/>
          <p:cNvPicPr/>
          <p:nvPr/>
        </p:nvPicPr>
        <p:blipFill>
          <a:blip r:embed="rId4" cstate="print"/>
          <a:stretch>
            <a:fillRect/>
          </a:stretch>
        </p:blipFill>
        <p:spPr>
          <a:xfrm>
            <a:off x="4290383" y="5012078"/>
            <a:ext cx="97757" cy="97758"/>
          </a:xfrm>
          <a:prstGeom prst="rect">
            <a:avLst/>
          </a:prstGeom>
        </p:spPr>
      </p:pic>
      <p:pic>
        <p:nvPicPr>
          <p:cNvPr id="52" name="object 52"/>
          <p:cNvPicPr/>
          <p:nvPr/>
        </p:nvPicPr>
        <p:blipFill>
          <a:blip r:embed="rId4" cstate="print"/>
          <a:stretch>
            <a:fillRect/>
          </a:stretch>
        </p:blipFill>
        <p:spPr>
          <a:xfrm>
            <a:off x="4051948" y="3962963"/>
            <a:ext cx="97757" cy="97758"/>
          </a:xfrm>
          <a:prstGeom prst="rect">
            <a:avLst/>
          </a:prstGeom>
        </p:spPr>
      </p:pic>
      <p:pic>
        <p:nvPicPr>
          <p:cNvPr id="53" name="object 53"/>
          <p:cNvPicPr/>
          <p:nvPr/>
        </p:nvPicPr>
        <p:blipFill>
          <a:blip r:embed="rId4" cstate="print"/>
          <a:stretch>
            <a:fillRect/>
          </a:stretch>
        </p:blipFill>
        <p:spPr>
          <a:xfrm>
            <a:off x="4051948" y="4201398"/>
            <a:ext cx="97757" cy="97758"/>
          </a:xfrm>
          <a:prstGeom prst="rect">
            <a:avLst/>
          </a:prstGeom>
        </p:spPr>
      </p:pic>
      <p:pic>
        <p:nvPicPr>
          <p:cNvPr id="54" name="object 54"/>
          <p:cNvPicPr/>
          <p:nvPr/>
        </p:nvPicPr>
        <p:blipFill>
          <a:blip r:embed="rId3" cstate="print"/>
          <a:stretch>
            <a:fillRect/>
          </a:stretch>
        </p:blipFill>
        <p:spPr>
          <a:xfrm>
            <a:off x="5272736" y="6318703"/>
            <a:ext cx="97757" cy="97757"/>
          </a:xfrm>
          <a:prstGeom prst="rect">
            <a:avLst/>
          </a:prstGeom>
        </p:spPr>
      </p:pic>
      <p:pic>
        <p:nvPicPr>
          <p:cNvPr id="55" name="object 55"/>
          <p:cNvPicPr/>
          <p:nvPr/>
        </p:nvPicPr>
        <p:blipFill>
          <a:blip r:embed="rId3" cstate="print"/>
          <a:stretch>
            <a:fillRect/>
          </a:stretch>
        </p:blipFill>
        <p:spPr>
          <a:xfrm>
            <a:off x="5673307" y="6805110"/>
            <a:ext cx="97757" cy="97757"/>
          </a:xfrm>
          <a:prstGeom prst="rect">
            <a:avLst/>
          </a:prstGeom>
        </p:spPr>
      </p:pic>
      <p:pic>
        <p:nvPicPr>
          <p:cNvPr id="56" name="object 56"/>
          <p:cNvPicPr/>
          <p:nvPr/>
        </p:nvPicPr>
        <p:blipFill>
          <a:blip r:embed="rId3" cstate="print"/>
          <a:stretch>
            <a:fillRect/>
          </a:stretch>
        </p:blipFill>
        <p:spPr>
          <a:xfrm>
            <a:off x="5434872" y="5746459"/>
            <a:ext cx="97757" cy="97757"/>
          </a:xfrm>
          <a:prstGeom prst="rect">
            <a:avLst/>
          </a:prstGeom>
        </p:spPr>
      </p:pic>
      <p:pic>
        <p:nvPicPr>
          <p:cNvPr id="57" name="object 57"/>
          <p:cNvPicPr/>
          <p:nvPr/>
        </p:nvPicPr>
        <p:blipFill>
          <a:blip r:embed="rId3" cstate="print"/>
          <a:stretch>
            <a:fillRect/>
          </a:stretch>
        </p:blipFill>
        <p:spPr>
          <a:xfrm>
            <a:off x="5434872" y="5994431"/>
            <a:ext cx="97757" cy="97757"/>
          </a:xfrm>
          <a:prstGeom prst="rect">
            <a:avLst/>
          </a:prstGeom>
        </p:spPr>
      </p:pic>
      <p:sp>
        <p:nvSpPr>
          <p:cNvPr id="58" name="object 58"/>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divide-</a:t>
            </a:r>
            <a:r>
              <a:rPr spc="-25" dirty="0"/>
              <a:t>and-</a:t>
            </a:r>
            <a:r>
              <a:rPr dirty="0"/>
              <a:t>conquer</a:t>
            </a:r>
            <a:r>
              <a:rPr spc="330" dirty="0"/>
              <a:t> </a:t>
            </a:r>
            <a:r>
              <a:rPr spc="35" dirty="0"/>
              <a:t>algorithm</a:t>
            </a:r>
          </a:p>
        </p:txBody>
      </p:sp>
      <p:sp>
        <p:nvSpPr>
          <p:cNvPr id="4" name="object 4"/>
          <p:cNvSpPr txBox="1"/>
          <p:nvPr/>
        </p:nvSpPr>
        <p:spPr>
          <a:xfrm>
            <a:off x="789841" y="1081652"/>
            <a:ext cx="7124700" cy="1189990"/>
          </a:xfrm>
          <a:prstGeom prst="rect">
            <a:avLst/>
          </a:prstGeom>
        </p:spPr>
        <p:txBody>
          <a:bodyPr vert="horz" wrap="square" lIns="0" tIns="16510" rIns="0" bIns="0" rtlCol="0">
            <a:spAutoFit/>
          </a:bodyPr>
          <a:lstStyle/>
          <a:p>
            <a:pPr marL="63500">
              <a:lnSpc>
                <a:spcPts val="3135"/>
              </a:lnSpc>
              <a:spcBef>
                <a:spcPts val="130"/>
              </a:spcBef>
              <a:tabLst>
                <a:tab pos="1352550" algn="l"/>
              </a:tabLst>
            </a:pPr>
            <a:r>
              <a:rPr sz="4275" spc="2175" baseline="-6822" dirty="0">
                <a:latin typeface="Yu Gothic UI"/>
                <a:cs typeface="Yu Gothic UI"/>
              </a:rPr>
              <a:t>・</a:t>
            </a:r>
            <a:r>
              <a:rPr sz="1800" spc="-10" dirty="0">
                <a:latin typeface="Lucida Sans Unicode"/>
                <a:cs typeface="Lucida Sans Unicode"/>
              </a:rPr>
              <a:t>Divide:</a:t>
            </a:r>
            <a:r>
              <a:rPr sz="1800" dirty="0">
                <a:latin typeface="Lucida Sans Unicode"/>
                <a:cs typeface="Lucida Sans Unicode"/>
              </a:rPr>
              <a:t>	draw</a:t>
            </a:r>
            <a:r>
              <a:rPr sz="1800" spc="10" dirty="0">
                <a:latin typeface="Lucida Sans Unicode"/>
                <a:cs typeface="Lucida Sans Unicode"/>
              </a:rPr>
              <a:t> </a:t>
            </a:r>
            <a:r>
              <a:rPr sz="1800" dirty="0">
                <a:latin typeface="Lucida Sans Unicode"/>
                <a:cs typeface="Lucida Sans Unicode"/>
              </a:rPr>
              <a:t>vertical</a:t>
            </a:r>
            <a:r>
              <a:rPr sz="1800" spc="10" dirty="0">
                <a:latin typeface="Lucida Sans Unicode"/>
                <a:cs typeface="Lucida Sans Unicode"/>
              </a:rPr>
              <a:t> </a:t>
            </a:r>
            <a:r>
              <a:rPr sz="1800" dirty="0">
                <a:latin typeface="Lucida Sans Unicode"/>
                <a:cs typeface="Lucida Sans Unicode"/>
              </a:rPr>
              <a:t>line</a:t>
            </a:r>
            <a:r>
              <a:rPr sz="1800" spc="10" dirty="0">
                <a:latin typeface="Lucida Sans Unicode"/>
                <a:cs typeface="Lucida Sans Unicode"/>
              </a:rPr>
              <a:t> </a:t>
            </a:r>
            <a:r>
              <a:rPr sz="1800" i="1" dirty="0">
                <a:latin typeface="Times New Roman"/>
                <a:cs typeface="Times New Roman"/>
              </a:rPr>
              <a:t>L</a:t>
            </a:r>
            <a:r>
              <a:rPr sz="1800" i="1" spc="125" dirty="0">
                <a:latin typeface="Times New Roman"/>
                <a:cs typeface="Times New Roman"/>
              </a:rPr>
              <a:t> </a:t>
            </a:r>
            <a:r>
              <a:rPr sz="1800" dirty="0">
                <a:latin typeface="Lucida Sans Unicode"/>
                <a:cs typeface="Lucida Sans Unicode"/>
              </a:rPr>
              <a:t>so</a:t>
            </a:r>
            <a:r>
              <a:rPr sz="1800" spc="10" dirty="0">
                <a:latin typeface="Lucida Sans Unicode"/>
                <a:cs typeface="Lucida Sans Unicode"/>
              </a:rPr>
              <a:t> </a:t>
            </a:r>
            <a:r>
              <a:rPr sz="1800" dirty="0">
                <a:latin typeface="Lucida Sans Unicode"/>
                <a:cs typeface="Lucida Sans Unicode"/>
              </a:rPr>
              <a:t>that</a:t>
            </a:r>
            <a:r>
              <a:rPr sz="1800" spc="10" dirty="0">
                <a:latin typeface="Lucida Sans Unicode"/>
                <a:cs typeface="Lucida Sans Unicode"/>
              </a:rPr>
              <a:t> </a:t>
            </a:r>
            <a:r>
              <a:rPr sz="1800" i="1" dirty="0">
                <a:latin typeface="Times New Roman"/>
                <a:cs typeface="Times New Roman"/>
              </a:rPr>
              <a:t>n</a:t>
            </a:r>
            <a:r>
              <a:rPr sz="1800" i="1" spc="-145" dirty="0">
                <a:latin typeface="Times New Roman"/>
                <a:cs typeface="Times New Roman"/>
              </a:rPr>
              <a:t> </a:t>
            </a:r>
            <a:r>
              <a:rPr sz="1800" i="1" dirty="0">
                <a:latin typeface="Times New Roman"/>
                <a:cs typeface="Times New Roman"/>
              </a:rPr>
              <a:t>/</a:t>
            </a:r>
            <a:r>
              <a:rPr sz="1800" i="1" spc="-145" dirty="0">
                <a:latin typeface="Times New Roman"/>
                <a:cs typeface="Times New Roman"/>
              </a:rPr>
              <a:t> </a:t>
            </a:r>
            <a:r>
              <a:rPr sz="1800" dirty="0">
                <a:latin typeface="Times New Roman"/>
                <a:cs typeface="Times New Roman"/>
              </a:rPr>
              <a:t>2</a:t>
            </a:r>
            <a:r>
              <a:rPr sz="1800" spc="125" dirty="0">
                <a:latin typeface="Times New Roman"/>
                <a:cs typeface="Times New Roman"/>
              </a:rPr>
              <a:t> </a:t>
            </a:r>
            <a:r>
              <a:rPr sz="1800" dirty="0">
                <a:latin typeface="Lucida Sans Unicode"/>
                <a:cs typeface="Lucida Sans Unicode"/>
              </a:rPr>
              <a:t>points</a:t>
            </a:r>
            <a:r>
              <a:rPr sz="1800" spc="10" dirty="0">
                <a:latin typeface="Lucida Sans Unicode"/>
                <a:cs typeface="Lucida Sans Unicode"/>
              </a:rPr>
              <a:t> </a:t>
            </a:r>
            <a:r>
              <a:rPr sz="1800" dirty="0">
                <a:latin typeface="Lucida Sans Unicode"/>
                <a:cs typeface="Lucida Sans Unicode"/>
              </a:rPr>
              <a:t>on</a:t>
            </a:r>
            <a:r>
              <a:rPr sz="1800" spc="10" dirty="0">
                <a:latin typeface="Lucida Sans Unicode"/>
                <a:cs typeface="Lucida Sans Unicode"/>
              </a:rPr>
              <a:t> </a:t>
            </a:r>
            <a:r>
              <a:rPr sz="1800" dirty="0">
                <a:latin typeface="Lucida Sans Unicode"/>
                <a:cs typeface="Lucida Sans Unicode"/>
              </a:rPr>
              <a:t>each</a:t>
            </a:r>
            <a:r>
              <a:rPr sz="1800" spc="10" dirty="0">
                <a:latin typeface="Lucida Sans Unicode"/>
                <a:cs typeface="Lucida Sans Unicode"/>
              </a:rPr>
              <a:t> </a:t>
            </a:r>
            <a:r>
              <a:rPr sz="1800" spc="-10" dirty="0">
                <a:latin typeface="Lucida Sans Unicode"/>
                <a:cs typeface="Lucida Sans Unicode"/>
              </a:rPr>
              <a:t>side.</a:t>
            </a:r>
            <a:endParaRPr sz="1800">
              <a:latin typeface="Lucida Sans Unicode"/>
              <a:cs typeface="Lucida Sans Unicode"/>
            </a:endParaRPr>
          </a:p>
          <a:p>
            <a:pPr marL="63500">
              <a:lnSpc>
                <a:spcPts val="2855"/>
              </a:lnSpc>
              <a:tabLst>
                <a:tab pos="1594485" algn="l"/>
              </a:tabLst>
            </a:pPr>
            <a:r>
              <a:rPr sz="4275" spc="2175" baseline="-8771" dirty="0">
                <a:latin typeface="Yu Gothic UI"/>
                <a:cs typeface="Yu Gothic UI"/>
              </a:rPr>
              <a:t>・</a:t>
            </a:r>
            <a:r>
              <a:rPr sz="1800" spc="-10" dirty="0">
                <a:latin typeface="Lucida Sans Unicode"/>
                <a:cs typeface="Lucida Sans Unicode"/>
              </a:rPr>
              <a:t>Conquer:</a:t>
            </a:r>
            <a:r>
              <a:rPr sz="1800" dirty="0">
                <a:latin typeface="Lucida Sans Unicode"/>
                <a:cs typeface="Lucida Sans Unicode"/>
              </a:rPr>
              <a:t>	find</a:t>
            </a:r>
            <a:r>
              <a:rPr sz="1800" spc="-15" dirty="0">
                <a:latin typeface="Lucida Sans Unicode"/>
                <a:cs typeface="Lucida Sans Unicode"/>
              </a:rPr>
              <a:t> </a:t>
            </a:r>
            <a:r>
              <a:rPr sz="1800" dirty="0">
                <a:latin typeface="Lucida Sans Unicode"/>
                <a:cs typeface="Lucida Sans Unicode"/>
              </a:rPr>
              <a:t>closest</a:t>
            </a:r>
            <a:r>
              <a:rPr sz="1800" spc="-10" dirty="0">
                <a:latin typeface="Lucida Sans Unicode"/>
                <a:cs typeface="Lucida Sans Unicode"/>
              </a:rPr>
              <a:t> </a:t>
            </a:r>
            <a:r>
              <a:rPr sz="1800" dirty="0">
                <a:latin typeface="Lucida Sans Unicode"/>
                <a:cs typeface="Lucida Sans Unicode"/>
              </a:rPr>
              <a:t>pair</a:t>
            </a:r>
            <a:r>
              <a:rPr sz="1800" spc="-10" dirty="0">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dirty="0">
                <a:latin typeface="Lucida Sans Unicode"/>
                <a:cs typeface="Lucida Sans Unicode"/>
              </a:rPr>
              <a:t>each</a:t>
            </a:r>
            <a:r>
              <a:rPr sz="1800" spc="-10" dirty="0">
                <a:latin typeface="Lucida Sans Unicode"/>
                <a:cs typeface="Lucida Sans Unicode"/>
              </a:rPr>
              <a:t> </a:t>
            </a:r>
            <a:r>
              <a:rPr sz="1800" dirty="0">
                <a:latin typeface="Lucida Sans Unicode"/>
                <a:cs typeface="Lucida Sans Unicode"/>
              </a:rPr>
              <a:t>side</a:t>
            </a:r>
            <a:r>
              <a:rPr sz="1800" spc="-10" dirty="0">
                <a:latin typeface="Lucida Sans Unicode"/>
                <a:cs typeface="Lucida Sans Unicode"/>
              </a:rPr>
              <a:t> recursively.</a:t>
            </a:r>
            <a:endParaRPr sz="1800">
              <a:latin typeface="Lucida Sans Unicode"/>
              <a:cs typeface="Lucida Sans Unicode"/>
            </a:endParaRPr>
          </a:p>
          <a:p>
            <a:pPr marL="63500">
              <a:lnSpc>
                <a:spcPts val="3135"/>
              </a:lnSpc>
              <a:tabLst>
                <a:tab pos="1638935" algn="l"/>
              </a:tabLst>
            </a:pPr>
            <a:r>
              <a:rPr sz="4275" spc="2175" baseline="-8771" dirty="0">
                <a:latin typeface="Yu Gothic UI"/>
                <a:cs typeface="Yu Gothic UI"/>
              </a:rPr>
              <a:t>・</a:t>
            </a:r>
            <a:r>
              <a:rPr sz="1800" spc="-10" dirty="0">
                <a:solidFill>
                  <a:srgbClr val="8D3124"/>
                </a:solidFill>
                <a:latin typeface="Lucida Sans Unicode"/>
                <a:cs typeface="Lucida Sans Unicode"/>
              </a:rPr>
              <a:t>Combine:</a:t>
            </a:r>
            <a:r>
              <a:rPr sz="1800" dirty="0">
                <a:solidFill>
                  <a:srgbClr val="8D3124"/>
                </a:solidFill>
                <a:latin typeface="Lucida Sans Unicode"/>
                <a:cs typeface="Lucida Sans Unicode"/>
              </a:rPr>
              <a:t>	</a:t>
            </a:r>
            <a:r>
              <a:rPr sz="1800" dirty="0">
                <a:latin typeface="Lucida Sans Unicode"/>
                <a:cs typeface="Lucida Sans Unicode"/>
              </a:rPr>
              <a:t>find</a:t>
            </a:r>
            <a:r>
              <a:rPr sz="1800" spc="5" dirty="0">
                <a:latin typeface="Lucida Sans Unicode"/>
                <a:cs typeface="Lucida Sans Unicode"/>
              </a:rPr>
              <a:t> </a:t>
            </a:r>
            <a:r>
              <a:rPr sz="1800" dirty="0">
                <a:latin typeface="Lucida Sans Unicode"/>
                <a:cs typeface="Lucida Sans Unicode"/>
              </a:rPr>
              <a:t>closest</a:t>
            </a:r>
            <a:r>
              <a:rPr sz="1800" spc="5" dirty="0">
                <a:latin typeface="Lucida Sans Unicode"/>
                <a:cs typeface="Lucida Sans Unicode"/>
              </a:rPr>
              <a:t> </a:t>
            </a:r>
            <a:r>
              <a:rPr sz="1800" dirty="0">
                <a:latin typeface="Lucida Sans Unicode"/>
                <a:cs typeface="Lucida Sans Unicode"/>
              </a:rPr>
              <a:t>pair</a:t>
            </a:r>
            <a:r>
              <a:rPr sz="1800" spc="5" dirty="0">
                <a:latin typeface="Lucida Sans Unicode"/>
                <a:cs typeface="Lucida Sans Unicode"/>
              </a:rPr>
              <a:t> </a:t>
            </a:r>
            <a:r>
              <a:rPr sz="1800" dirty="0">
                <a:latin typeface="Lucida Sans Unicode"/>
                <a:cs typeface="Lucida Sans Unicode"/>
              </a:rPr>
              <a:t>with</a:t>
            </a:r>
            <a:r>
              <a:rPr sz="1800" spc="5" dirty="0">
                <a:latin typeface="Lucida Sans Unicode"/>
                <a:cs typeface="Lucida Sans Unicode"/>
              </a:rPr>
              <a:t> </a:t>
            </a:r>
            <a:r>
              <a:rPr sz="1800" dirty="0">
                <a:latin typeface="Lucida Sans Unicode"/>
                <a:cs typeface="Lucida Sans Unicode"/>
              </a:rPr>
              <a:t>one</a:t>
            </a:r>
            <a:r>
              <a:rPr sz="1800" spc="5" dirty="0">
                <a:latin typeface="Lucida Sans Unicode"/>
                <a:cs typeface="Lucida Sans Unicode"/>
              </a:rPr>
              <a:t> </a:t>
            </a:r>
            <a:r>
              <a:rPr sz="1800" dirty="0">
                <a:latin typeface="Lucida Sans Unicode"/>
                <a:cs typeface="Lucida Sans Unicode"/>
              </a:rPr>
              <a:t>point</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each</a:t>
            </a:r>
            <a:r>
              <a:rPr sz="1800" spc="5" dirty="0">
                <a:latin typeface="Lucida Sans Unicode"/>
                <a:cs typeface="Lucida Sans Unicode"/>
              </a:rPr>
              <a:t> </a:t>
            </a:r>
            <a:r>
              <a:rPr sz="1800" spc="-10" dirty="0">
                <a:latin typeface="Lucida Sans Unicode"/>
                <a:cs typeface="Lucida Sans Unicode"/>
              </a:rPr>
              <a:t>side.</a:t>
            </a:r>
            <a:endParaRPr sz="1800">
              <a:latin typeface="Lucida Sans Unicode"/>
              <a:cs typeface="Lucida Sans Unicode"/>
            </a:endParaRPr>
          </a:p>
        </p:txBody>
      </p:sp>
      <p:sp>
        <p:nvSpPr>
          <p:cNvPr id="5" name="object 5"/>
          <p:cNvSpPr txBox="1"/>
          <p:nvPr/>
        </p:nvSpPr>
        <p:spPr>
          <a:xfrm>
            <a:off x="815241" y="2168916"/>
            <a:ext cx="3399790" cy="465455"/>
          </a:xfrm>
          <a:prstGeom prst="rect">
            <a:avLst/>
          </a:prstGeom>
        </p:spPr>
        <p:txBody>
          <a:bodyPr vert="horz" wrap="square" lIns="0" tIns="16510" rIns="0" bIns="0" rtlCol="0">
            <a:spAutoFit/>
          </a:bodyPr>
          <a:lstStyle/>
          <a:p>
            <a:pPr marL="38100">
              <a:lnSpc>
                <a:spcPct val="100000"/>
              </a:lnSpc>
              <a:spcBef>
                <a:spcPts val="130"/>
              </a:spcBef>
            </a:pPr>
            <a:r>
              <a:rPr sz="4275" spc="2175" baseline="-8771" dirty="0">
                <a:latin typeface="Yu Gothic UI"/>
                <a:cs typeface="Yu Gothic UI"/>
              </a:rPr>
              <a:t>・</a:t>
            </a:r>
            <a:r>
              <a:rPr sz="1800" dirty="0">
                <a:latin typeface="Lucida Sans Unicode"/>
                <a:cs typeface="Lucida Sans Unicode"/>
              </a:rPr>
              <a:t>Return best of 3 </a:t>
            </a:r>
            <a:r>
              <a:rPr sz="1800" spc="-10" dirty="0">
                <a:latin typeface="Lucida Sans Unicode"/>
                <a:cs typeface="Lucida Sans Unicode"/>
              </a:rPr>
              <a:t>solutions.</a:t>
            </a:r>
            <a:endParaRPr sz="1800">
              <a:latin typeface="Lucida Sans Unicode"/>
              <a:cs typeface="Lucida Sans Unicode"/>
            </a:endParaRPr>
          </a:p>
        </p:txBody>
      </p:sp>
      <p:sp>
        <p:nvSpPr>
          <p:cNvPr id="6" name="object 6"/>
          <p:cNvSpPr txBox="1"/>
          <p:nvPr/>
        </p:nvSpPr>
        <p:spPr>
          <a:xfrm>
            <a:off x="6972431" y="2445712"/>
            <a:ext cx="1298575" cy="208915"/>
          </a:xfrm>
          <a:prstGeom prst="rect">
            <a:avLst/>
          </a:prstGeom>
        </p:spPr>
        <p:txBody>
          <a:bodyPr vert="horz" wrap="square" lIns="0" tIns="12700" rIns="0" bIns="0" rtlCol="0">
            <a:spAutoFit/>
          </a:bodyPr>
          <a:lstStyle/>
          <a:p>
            <a:pPr marL="38100">
              <a:lnSpc>
                <a:spcPct val="100000"/>
              </a:lnSpc>
              <a:spcBef>
                <a:spcPts val="100"/>
              </a:spcBef>
            </a:pPr>
            <a:r>
              <a:rPr sz="1200" dirty="0">
                <a:solidFill>
                  <a:srgbClr val="8D3124"/>
                </a:solidFill>
                <a:latin typeface="Lucida Sans Unicode"/>
                <a:cs typeface="Lucida Sans Unicode"/>
              </a:rPr>
              <a:t>seems like </a:t>
            </a:r>
            <a:r>
              <a:rPr sz="1200" spc="-20" dirty="0">
                <a:solidFill>
                  <a:srgbClr val="8D3124"/>
                </a:solidFill>
                <a:latin typeface="Lucida Sans Unicode"/>
                <a:cs typeface="Lucida Sans Unicode"/>
              </a:rPr>
              <a:t>Θ(N</a:t>
            </a:r>
            <a:r>
              <a:rPr sz="1200" spc="-30" baseline="20833" dirty="0">
                <a:solidFill>
                  <a:srgbClr val="8D3124"/>
                </a:solidFill>
                <a:latin typeface="Lucida Sans Unicode"/>
                <a:cs typeface="Lucida Sans Unicode"/>
              </a:rPr>
              <a:t>2</a:t>
            </a:r>
            <a:r>
              <a:rPr sz="1200" spc="-20" dirty="0">
                <a:solidFill>
                  <a:srgbClr val="8D3124"/>
                </a:solidFill>
                <a:latin typeface="Lucida Sans Unicode"/>
                <a:cs typeface="Lucida Sans Unicode"/>
              </a:rPr>
              <a:t>)</a:t>
            </a:r>
            <a:endParaRPr sz="1200">
              <a:latin typeface="Lucida Sans Unicode"/>
              <a:cs typeface="Lucida Sans Unicode"/>
            </a:endParaRPr>
          </a:p>
        </p:txBody>
      </p:sp>
      <p:pic>
        <p:nvPicPr>
          <p:cNvPr id="7" name="object 7"/>
          <p:cNvPicPr/>
          <p:nvPr/>
        </p:nvPicPr>
        <p:blipFill>
          <a:blip r:embed="rId2" cstate="print"/>
          <a:stretch>
            <a:fillRect/>
          </a:stretch>
        </p:blipFill>
        <p:spPr>
          <a:xfrm>
            <a:off x="6664877" y="2254441"/>
            <a:ext cx="264642" cy="276119"/>
          </a:xfrm>
          <a:prstGeom prst="rect">
            <a:avLst/>
          </a:prstGeom>
        </p:spPr>
      </p:pic>
      <p:grpSp>
        <p:nvGrpSpPr>
          <p:cNvPr id="8" name="object 8"/>
          <p:cNvGrpSpPr/>
          <p:nvPr/>
        </p:nvGrpSpPr>
        <p:grpSpPr>
          <a:xfrm>
            <a:off x="1935525" y="3391601"/>
            <a:ext cx="6686550" cy="3834765"/>
            <a:chOff x="1935525" y="3391601"/>
            <a:chExt cx="6686550" cy="3834765"/>
          </a:xfrm>
        </p:grpSpPr>
        <p:sp>
          <p:nvSpPr>
            <p:cNvPr id="9" name="object 9"/>
            <p:cNvSpPr/>
            <p:nvPr/>
          </p:nvSpPr>
          <p:spPr>
            <a:xfrm>
              <a:off x="1940605" y="3396680"/>
              <a:ext cx="6676390" cy="3824604"/>
            </a:xfrm>
            <a:custGeom>
              <a:avLst/>
              <a:gdLst/>
              <a:ahLst/>
              <a:cxnLst/>
              <a:rect l="l" t="t" r="r" b="b"/>
              <a:pathLst>
                <a:path w="6676390" h="3824604">
                  <a:moveTo>
                    <a:pt x="0" y="0"/>
                  </a:moveTo>
                  <a:lnTo>
                    <a:pt x="6676181" y="0"/>
                  </a:lnTo>
                  <a:lnTo>
                    <a:pt x="6676181" y="3824498"/>
                  </a:lnTo>
                  <a:lnTo>
                    <a:pt x="0" y="3824498"/>
                  </a:lnTo>
                  <a:lnTo>
                    <a:pt x="0" y="0"/>
                  </a:lnTo>
                  <a:close/>
                </a:path>
              </a:pathLst>
            </a:custGeom>
            <a:solidFill>
              <a:srgbClr val="CBCBCB"/>
            </a:solidFill>
          </p:spPr>
          <p:txBody>
            <a:bodyPr wrap="square" lIns="0" tIns="0" rIns="0" bIns="0" rtlCol="0"/>
            <a:lstStyle/>
            <a:p>
              <a:endParaRPr/>
            </a:p>
          </p:txBody>
        </p:sp>
        <p:sp>
          <p:nvSpPr>
            <p:cNvPr id="10" name="object 10"/>
            <p:cNvSpPr/>
            <p:nvPr/>
          </p:nvSpPr>
          <p:spPr>
            <a:xfrm>
              <a:off x="1940605" y="3396681"/>
              <a:ext cx="6676390" cy="3824604"/>
            </a:xfrm>
            <a:custGeom>
              <a:avLst/>
              <a:gdLst/>
              <a:ahLst/>
              <a:cxnLst/>
              <a:rect l="l" t="t" r="r" b="b"/>
              <a:pathLst>
                <a:path w="6676390" h="3824604">
                  <a:moveTo>
                    <a:pt x="0" y="0"/>
                  </a:moveTo>
                  <a:lnTo>
                    <a:pt x="6676182" y="0"/>
                  </a:lnTo>
                  <a:lnTo>
                    <a:pt x="6676182" y="3824498"/>
                  </a:lnTo>
                  <a:lnTo>
                    <a:pt x="0" y="3824498"/>
                  </a:lnTo>
                  <a:lnTo>
                    <a:pt x="0" y="0"/>
                  </a:lnTo>
                  <a:close/>
                </a:path>
              </a:pathLst>
            </a:custGeom>
            <a:ln w="9537">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2584380" y="4612699"/>
              <a:ext cx="95373" cy="95374"/>
            </a:xfrm>
            <a:prstGeom prst="rect">
              <a:avLst/>
            </a:prstGeom>
          </p:spPr>
        </p:pic>
        <p:pic>
          <p:nvPicPr>
            <p:cNvPr id="12" name="object 12"/>
            <p:cNvPicPr/>
            <p:nvPr/>
          </p:nvPicPr>
          <p:blipFill>
            <a:blip r:embed="rId3" cstate="print"/>
            <a:stretch>
              <a:fillRect/>
            </a:stretch>
          </p:blipFill>
          <p:spPr>
            <a:xfrm>
              <a:off x="4539548" y="4526862"/>
              <a:ext cx="95373" cy="95374"/>
            </a:xfrm>
            <a:prstGeom prst="rect">
              <a:avLst/>
            </a:prstGeom>
          </p:spPr>
        </p:pic>
        <p:pic>
          <p:nvPicPr>
            <p:cNvPr id="13" name="object 13"/>
            <p:cNvPicPr/>
            <p:nvPr/>
          </p:nvPicPr>
          <p:blipFill>
            <a:blip r:embed="rId4" cstate="print"/>
            <a:stretch>
              <a:fillRect/>
            </a:stretch>
          </p:blipFill>
          <p:spPr>
            <a:xfrm>
              <a:off x="3719331" y="5995623"/>
              <a:ext cx="95373" cy="95373"/>
            </a:xfrm>
            <a:prstGeom prst="rect">
              <a:avLst/>
            </a:prstGeom>
          </p:spPr>
        </p:pic>
        <p:pic>
          <p:nvPicPr>
            <p:cNvPr id="14" name="object 14"/>
            <p:cNvPicPr/>
            <p:nvPr/>
          </p:nvPicPr>
          <p:blipFill>
            <a:blip r:embed="rId4" cstate="print"/>
            <a:stretch>
              <a:fillRect/>
            </a:stretch>
          </p:blipFill>
          <p:spPr>
            <a:xfrm>
              <a:off x="4863820" y="6644166"/>
              <a:ext cx="95373" cy="95373"/>
            </a:xfrm>
            <a:prstGeom prst="rect">
              <a:avLst/>
            </a:prstGeom>
          </p:spPr>
        </p:pic>
        <p:pic>
          <p:nvPicPr>
            <p:cNvPr id="15" name="object 15"/>
            <p:cNvPicPr/>
            <p:nvPr/>
          </p:nvPicPr>
          <p:blipFill>
            <a:blip r:embed="rId3" cstate="print"/>
            <a:stretch>
              <a:fillRect/>
            </a:stretch>
          </p:blipFill>
          <p:spPr>
            <a:xfrm>
              <a:off x="2174272" y="4126291"/>
              <a:ext cx="95373" cy="95374"/>
            </a:xfrm>
            <a:prstGeom prst="rect">
              <a:avLst/>
            </a:prstGeom>
          </p:spPr>
        </p:pic>
        <p:pic>
          <p:nvPicPr>
            <p:cNvPr id="16" name="object 16"/>
            <p:cNvPicPr/>
            <p:nvPr/>
          </p:nvPicPr>
          <p:blipFill>
            <a:blip r:embed="rId3" cstate="print"/>
            <a:stretch>
              <a:fillRect/>
            </a:stretch>
          </p:blipFill>
          <p:spPr>
            <a:xfrm>
              <a:off x="3232924" y="4450563"/>
              <a:ext cx="95373" cy="95374"/>
            </a:xfrm>
            <a:prstGeom prst="rect">
              <a:avLst/>
            </a:prstGeom>
          </p:spPr>
        </p:pic>
        <p:pic>
          <p:nvPicPr>
            <p:cNvPr id="17" name="object 17"/>
            <p:cNvPicPr/>
            <p:nvPr/>
          </p:nvPicPr>
          <p:blipFill>
            <a:blip r:embed="rId3" cstate="print"/>
            <a:stretch>
              <a:fillRect/>
            </a:stretch>
          </p:blipFill>
          <p:spPr>
            <a:xfrm>
              <a:off x="3480896" y="3716183"/>
              <a:ext cx="95373" cy="95374"/>
            </a:xfrm>
            <a:prstGeom prst="rect">
              <a:avLst/>
            </a:prstGeom>
          </p:spPr>
        </p:pic>
        <p:pic>
          <p:nvPicPr>
            <p:cNvPr id="18" name="object 18"/>
            <p:cNvPicPr/>
            <p:nvPr/>
          </p:nvPicPr>
          <p:blipFill>
            <a:blip r:embed="rId3" cstate="print"/>
            <a:stretch>
              <a:fillRect/>
            </a:stretch>
          </p:blipFill>
          <p:spPr>
            <a:xfrm>
              <a:off x="3557195" y="4774835"/>
              <a:ext cx="95373" cy="95374"/>
            </a:xfrm>
            <a:prstGeom prst="rect">
              <a:avLst/>
            </a:prstGeom>
          </p:spPr>
        </p:pic>
        <p:pic>
          <p:nvPicPr>
            <p:cNvPr id="19" name="object 19"/>
            <p:cNvPicPr/>
            <p:nvPr/>
          </p:nvPicPr>
          <p:blipFill>
            <a:blip r:embed="rId3" cstate="print"/>
            <a:stretch>
              <a:fillRect/>
            </a:stretch>
          </p:blipFill>
          <p:spPr>
            <a:xfrm>
              <a:off x="6160907" y="4126291"/>
              <a:ext cx="95373" cy="95374"/>
            </a:xfrm>
            <a:prstGeom prst="rect">
              <a:avLst/>
            </a:prstGeom>
          </p:spPr>
        </p:pic>
        <p:pic>
          <p:nvPicPr>
            <p:cNvPr id="20" name="object 20"/>
            <p:cNvPicPr/>
            <p:nvPr/>
          </p:nvPicPr>
          <p:blipFill>
            <a:blip r:embed="rId3" cstate="print"/>
            <a:stretch>
              <a:fillRect/>
            </a:stretch>
          </p:blipFill>
          <p:spPr>
            <a:xfrm>
              <a:off x="4291576" y="4126291"/>
              <a:ext cx="95373" cy="95374"/>
            </a:xfrm>
            <a:prstGeom prst="rect">
              <a:avLst/>
            </a:prstGeom>
          </p:spPr>
        </p:pic>
        <p:pic>
          <p:nvPicPr>
            <p:cNvPr id="21" name="object 21"/>
            <p:cNvPicPr/>
            <p:nvPr/>
          </p:nvPicPr>
          <p:blipFill>
            <a:blip r:embed="rId5" cstate="print"/>
            <a:stretch>
              <a:fillRect/>
            </a:stretch>
          </p:blipFill>
          <p:spPr>
            <a:xfrm>
              <a:off x="5598200" y="4688998"/>
              <a:ext cx="95373" cy="95374"/>
            </a:xfrm>
            <a:prstGeom prst="rect">
              <a:avLst/>
            </a:prstGeom>
          </p:spPr>
        </p:pic>
        <p:pic>
          <p:nvPicPr>
            <p:cNvPr id="22" name="object 22"/>
            <p:cNvPicPr/>
            <p:nvPr/>
          </p:nvPicPr>
          <p:blipFill>
            <a:blip r:embed="rId6" cstate="print"/>
            <a:stretch>
              <a:fillRect/>
            </a:stretch>
          </p:blipFill>
          <p:spPr>
            <a:xfrm>
              <a:off x="5350227" y="5099107"/>
              <a:ext cx="95373" cy="95374"/>
            </a:xfrm>
            <a:prstGeom prst="rect">
              <a:avLst/>
            </a:prstGeom>
          </p:spPr>
        </p:pic>
        <p:pic>
          <p:nvPicPr>
            <p:cNvPr id="23" name="object 23"/>
            <p:cNvPicPr/>
            <p:nvPr/>
          </p:nvPicPr>
          <p:blipFill>
            <a:blip r:embed="rId3" cstate="print"/>
            <a:stretch>
              <a:fillRect/>
            </a:stretch>
          </p:blipFill>
          <p:spPr>
            <a:xfrm>
              <a:off x="8278209" y="7054275"/>
              <a:ext cx="95374" cy="95373"/>
            </a:xfrm>
            <a:prstGeom prst="rect">
              <a:avLst/>
            </a:prstGeom>
          </p:spPr>
        </p:pic>
        <p:pic>
          <p:nvPicPr>
            <p:cNvPr id="24" name="object 24"/>
            <p:cNvPicPr/>
            <p:nvPr/>
          </p:nvPicPr>
          <p:blipFill>
            <a:blip r:embed="rId7" cstate="print"/>
            <a:stretch>
              <a:fillRect/>
            </a:stretch>
          </p:blipFill>
          <p:spPr>
            <a:xfrm>
              <a:off x="6571014" y="3792482"/>
              <a:ext cx="95374" cy="95374"/>
            </a:xfrm>
            <a:prstGeom prst="rect">
              <a:avLst/>
            </a:prstGeom>
          </p:spPr>
        </p:pic>
        <p:pic>
          <p:nvPicPr>
            <p:cNvPr id="25" name="object 25"/>
            <p:cNvPicPr/>
            <p:nvPr/>
          </p:nvPicPr>
          <p:blipFill>
            <a:blip r:embed="rId3" cstate="print"/>
            <a:stretch>
              <a:fillRect/>
            </a:stretch>
          </p:blipFill>
          <p:spPr>
            <a:xfrm>
              <a:off x="7057422" y="5184944"/>
              <a:ext cx="95374" cy="95373"/>
            </a:xfrm>
            <a:prstGeom prst="rect">
              <a:avLst/>
            </a:prstGeom>
          </p:spPr>
        </p:pic>
        <p:pic>
          <p:nvPicPr>
            <p:cNvPr id="26" name="object 26"/>
            <p:cNvPicPr/>
            <p:nvPr/>
          </p:nvPicPr>
          <p:blipFill>
            <a:blip r:embed="rId3" cstate="print"/>
            <a:stretch>
              <a:fillRect/>
            </a:stretch>
          </p:blipFill>
          <p:spPr>
            <a:xfrm>
              <a:off x="2097973" y="5013270"/>
              <a:ext cx="95373" cy="95374"/>
            </a:xfrm>
            <a:prstGeom prst="rect">
              <a:avLst/>
            </a:prstGeom>
          </p:spPr>
        </p:pic>
        <p:pic>
          <p:nvPicPr>
            <p:cNvPr id="27" name="object 27"/>
            <p:cNvPicPr/>
            <p:nvPr/>
          </p:nvPicPr>
          <p:blipFill>
            <a:blip r:embed="rId3" cstate="print"/>
            <a:stretch>
              <a:fillRect/>
            </a:stretch>
          </p:blipFill>
          <p:spPr>
            <a:xfrm>
              <a:off x="4777983" y="4851134"/>
              <a:ext cx="95373" cy="95374"/>
            </a:xfrm>
            <a:prstGeom prst="rect">
              <a:avLst/>
            </a:prstGeom>
          </p:spPr>
        </p:pic>
        <p:pic>
          <p:nvPicPr>
            <p:cNvPr id="28" name="object 28"/>
            <p:cNvPicPr/>
            <p:nvPr/>
          </p:nvPicPr>
          <p:blipFill>
            <a:blip r:embed="rId4" cstate="print"/>
            <a:stretch>
              <a:fillRect/>
            </a:stretch>
          </p:blipFill>
          <p:spPr>
            <a:xfrm>
              <a:off x="3719331" y="5261243"/>
              <a:ext cx="95373" cy="95373"/>
            </a:xfrm>
            <a:prstGeom prst="rect">
              <a:avLst/>
            </a:prstGeom>
          </p:spPr>
        </p:pic>
        <p:pic>
          <p:nvPicPr>
            <p:cNvPr id="29" name="object 29"/>
            <p:cNvPicPr/>
            <p:nvPr/>
          </p:nvPicPr>
          <p:blipFill>
            <a:blip r:embed="rId3" cstate="print"/>
            <a:stretch>
              <a:fillRect/>
            </a:stretch>
          </p:blipFill>
          <p:spPr>
            <a:xfrm>
              <a:off x="4539548" y="5013270"/>
              <a:ext cx="95373" cy="95374"/>
            </a:xfrm>
            <a:prstGeom prst="rect">
              <a:avLst/>
            </a:prstGeom>
          </p:spPr>
        </p:pic>
        <p:pic>
          <p:nvPicPr>
            <p:cNvPr id="30" name="object 30"/>
            <p:cNvPicPr/>
            <p:nvPr/>
          </p:nvPicPr>
          <p:blipFill>
            <a:blip r:embed="rId4" cstate="print"/>
            <a:stretch>
              <a:fillRect/>
            </a:stretch>
          </p:blipFill>
          <p:spPr>
            <a:xfrm>
              <a:off x="4377412" y="5909787"/>
              <a:ext cx="95373" cy="95373"/>
            </a:xfrm>
            <a:prstGeom prst="rect">
              <a:avLst/>
            </a:prstGeom>
          </p:spPr>
        </p:pic>
        <p:pic>
          <p:nvPicPr>
            <p:cNvPr id="31" name="object 31"/>
            <p:cNvPicPr/>
            <p:nvPr/>
          </p:nvPicPr>
          <p:blipFill>
            <a:blip r:embed="rId4" cstate="print"/>
            <a:stretch>
              <a:fillRect/>
            </a:stretch>
          </p:blipFill>
          <p:spPr>
            <a:xfrm>
              <a:off x="2174272" y="6234058"/>
              <a:ext cx="95373" cy="95373"/>
            </a:xfrm>
            <a:prstGeom prst="rect">
              <a:avLst/>
            </a:prstGeom>
          </p:spPr>
        </p:pic>
        <p:pic>
          <p:nvPicPr>
            <p:cNvPr id="32" name="object 32"/>
            <p:cNvPicPr/>
            <p:nvPr/>
          </p:nvPicPr>
          <p:blipFill>
            <a:blip r:embed="rId4" cstate="print"/>
            <a:stretch>
              <a:fillRect/>
            </a:stretch>
          </p:blipFill>
          <p:spPr>
            <a:xfrm>
              <a:off x="2498544" y="6071922"/>
              <a:ext cx="95373" cy="95373"/>
            </a:xfrm>
            <a:prstGeom prst="rect">
              <a:avLst/>
            </a:prstGeom>
          </p:spPr>
        </p:pic>
        <p:pic>
          <p:nvPicPr>
            <p:cNvPr id="33" name="object 33"/>
            <p:cNvPicPr/>
            <p:nvPr/>
          </p:nvPicPr>
          <p:blipFill>
            <a:blip r:embed="rId5" cstate="print"/>
            <a:stretch>
              <a:fillRect/>
            </a:stretch>
          </p:blipFill>
          <p:spPr>
            <a:xfrm>
              <a:off x="2012136" y="6730003"/>
              <a:ext cx="95373" cy="95373"/>
            </a:xfrm>
            <a:prstGeom prst="rect">
              <a:avLst/>
            </a:prstGeom>
          </p:spPr>
        </p:pic>
        <p:pic>
          <p:nvPicPr>
            <p:cNvPr id="34" name="object 34"/>
            <p:cNvPicPr/>
            <p:nvPr/>
          </p:nvPicPr>
          <p:blipFill>
            <a:blip r:embed="rId4" cstate="print"/>
            <a:stretch>
              <a:fillRect/>
            </a:stretch>
          </p:blipFill>
          <p:spPr>
            <a:xfrm>
              <a:off x="3395060" y="6730003"/>
              <a:ext cx="95373" cy="95373"/>
            </a:xfrm>
            <a:prstGeom prst="rect">
              <a:avLst/>
            </a:prstGeom>
          </p:spPr>
        </p:pic>
        <p:pic>
          <p:nvPicPr>
            <p:cNvPr id="35" name="object 35"/>
            <p:cNvPicPr/>
            <p:nvPr/>
          </p:nvPicPr>
          <p:blipFill>
            <a:blip r:embed="rId8" cstate="print"/>
            <a:stretch>
              <a:fillRect/>
            </a:stretch>
          </p:blipFill>
          <p:spPr>
            <a:xfrm>
              <a:off x="8201910" y="4364727"/>
              <a:ext cx="95374" cy="95374"/>
            </a:xfrm>
            <a:prstGeom prst="rect">
              <a:avLst/>
            </a:prstGeom>
          </p:spPr>
        </p:pic>
        <p:pic>
          <p:nvPicPr>
            <p:cNvPr id="36" name="object 36"/>
            <p:cNvPicPr/>
            <p:nvPr/>
          </p:nvPicPr>
          <p:blipFill>
            <a:blip r:embed="rId7" cstate="print"/>
            <a:stretch>
              <a:fillRect/>
            </a:stretch>
          </p:blipFill>
          <p:spPr>
            <a:xfrm>
              <a:off x="7467530" y="3878319"/>
              <a:ext cx="95374" cy="95374"/>
            </a:xfrm>
            <a:prstGeom prst="rect">
              <a:avLst/>
            </a:prstGeom>
          </p:spPr>
        </p:pic>
        <p:pic>
          <p:nvPicPr>
            <p:cNvPr id="37" name="object 37"/>
            <p:cNvPicPr/>
            <p:nvPr/>
          </p:nvPicPr>
          <p:blipFill>
            <a:blip r:embed="rId4" cstate="print"/>
            <a:stretch>
              <a:fillRect/>
            </a:stretch>
          </p:blipFill>
          <p:spPr>
            <a:xfrm>
              <a:off x="5836635" y="6071922"/>
              <a:ext cx="95373" cy="95373"/>
            </a:xfrm>
            <a:prstGeom prst="rect">
              <a:avLst/>
            </a:prstGeom>
          </p:spPr>
        </p:pic>
        <p:pic>
          <p:nvPicPr>
            <p:cNvPr id="38" name="object 38"/>
            <p:cNvPicPr/>
            <p:nvPr/>
          </p:nvPicPr>
          <p:blipFill>
            <a:blip r:embed="rId7" cstate="print"/>
            <a:stretch>
              <a:fillRect/>
            </a:stretch>
          </p:blipFill>
          <p:spPr>
            <a:xfrm>
              <a:off x="8201910" y="3716183"/>
              <a:ext cx="95374" cy="95374"/>
            </a:xfrm>
            <a:prstGeom prst="rect">
              <a:avLst/>
            </a:prstGeom>
          </p:spPr>
        </p:pic>
        <p:pic>
          <p:nvPicPr>
            <p:cNvPr id="39" name="object 39"/>
            <p:cNvPicPr/>
            <p:nvPr/>
          </p:nvPicPr>
          <p:blipFill>
            <a:blip r:embed="rId3" cstate="print"/>
            <a:stretch>
              <a:fillRect/>
            </a:stretch>
          </p:blipFill>
          <p:spPr>
            <a:xfrm>
              <a:off x="6571014" y="5585515"/>
              <a:ext cx="95374" cy="95373"/>
            </a:xfrm>
            <a:prstGeom prst="rect">
              <a:avLst/>
            </a:prstGeom>
          </p:spPr>
        </p:pic>
        <p:pic>
          <p:nvPicPr>
            <p:cNvPr id="40" name="object 40"/>
            <p:cNvPicPr/>
            <p:nvPr/>
          </p:nvPicPr>
          <p:blipFill>
            <a:blip r:embed="rId3" cstate="print"/>
            <a:stretch>
              <a:fillRect/>
            </a:stretch>
          </p:blipFill>
          <p:spPr>
            <a:xfrm>
              <a:off x="6818987" y="6806303"/>
              <a:ext cx="95374" cy="95373"/>
            </a:xfrm>
            <a:prstGeom prst="rect">
              <a:avLst/>
            </a:prstGeom>
          </p:spPr>
        </p:pic>
        <p:pic>
          <p:nvPicPr>
            <p:cNvPr id="41" name="object 41"/>
            <p:cNvPicPr/>
            <p:nvPr/>
          </p:nvPicPr>
          <p:blipFill>
            <a:blip r:embed="rId3" cstate="print"/>
            <a:stretch>
              <a:fillRect/>
            </a:stretch>
          </p:blipFill>
          <p:spPr>
            <a:xfrm>
              <a:off x="8278209" y="5261243"/>
              <a:ext cx="95374" cy="95373"/>
            </a:xfrm>
            <a:prstGeom prst="rect">
              <a:avLst/>
            </a:prstGeom>
          </p:spPr>
        </p:pic>
        <p:pic>
          <p:nvPicPr>
            <p:cNvPr id="42" name="object 42"/>
            <p:cNvPicPr/>
            <p:nvPr/>
          </p:nvPicPr>
          <p:blipFill>
            <a:blip r:embed="rId3" cstate="print"/>
            <a:stretch>
              <a:fillRect/>
            </a:stretch>
          </p:blipFill>
          <p:spPr>
            <a:xfrm>
              <a:off x="7057422" y="6071922"/>
              <a:ext cx="95374" cy="95373"/>
            </a:xfrm>
            <a:prstGeom prst="rect">
              <a:avLst/>
            </a:prstGeom>
          </p:spPr>
        </p:pic>
        <p:pic>
          <p:nvPicPr>
            <p:cNvPr id="43" name="object 43"/>
            <p:cNvPicPr/>
            <p:nvPr/>
          </p:nvPicPr>
          <p:blipFill>
            <a:blip r:embed="rId3" cstate="print"/>
            <a:stretch>
              <a:fillRect/>
            </a:stretch>
          </p:blipFill>
          <p:spPr>
            <a:xfrm>
              <a:off x="7877638" y="6157759"/>
              <a:ext cx="95374" cy="95373"/>
            </a:xfrm>
            <a:prstGeom prst="rect">
              <a:avLst/>
            </a:prstGeom>
          </p:spPr>
        </p:pic>
        <p:sp>
          <p:nvSpPr>
            <p:cNvPr id="44" name="object 44"/>
            <p:cNvSpPr/>
            <p:nvPr/>
          </p:nvSpPr>
          <p:spPr>
            <a:xfrm>
              <a:off x="4706452" y="3396681"/>
              <a:ext cx="1905" cy="3824604"/>
            </a:xfrm>
            <a:custGeom>
              <a:avLst/>
              <a:gdLst/>
              <a:ahLst/>
              <a:cxnLst/>
              <a:rect l="l" t="t" r="r" b="b"/>
              <a:pathLst>
                <a:path w="1904" h="3824604">
                  <a:moveTo>
                    <a:pt x="0" y="0"/>
                  </a:moveTo>
                  <a:lnTo>
                    <a:pt x="1693" y="3824497"/>
                  </a:lnTo>
                </a:path>
              </a:pathLst>
            </a:custGeom>
            <a:ln w="9537">
              <a:solidFill>
                <a:srgbClr val="000000"/>
              </a:solidFill>
            </a:ln>
          </p:spPr>
          <p:txBody>
            <a:bodyPr wrap="square" lIns="0" tIns="0" rIns="0" bIns="0" rtlCol="0"/>
            <a:lstStyle/>
            <a:p>
              <a:endParaRPr/>
            </a:p>
          </p:txBody>
        </p:sp>
      </p:grpSp>
      <p:sp>
        <p:nvSpPr>
          <p:cNvPr id="45" name="object 45"/>
          <p:cNvSpPr txBox="1"/>
          <p:nvPr/>
        </p:nvSpPr>
        <p:spPr>
          <a:xfrm>
            <a:off x="4831218" y="3618177"/>
            <a:ext cx="135255" cy="300355"/>
          </a:xfrm>
          <a:prstGeom prst="rect">
            <a:avLst/>
          </a:prstGeom>
        </p:spPr>
        <p:txBody>
          <a:bodyPr vert="horz" wrap="square" lIns="0" tIns="12700" rIns="0" bIns="0" rtlCol="0">
            <a:spAutoFit/>
          </a:bodyPr>
          <a:lstStyle/>
          <a:p>
            <a:pPr>
              <a:lnSpc>
                <a:spcPct val="100000"/>
              </a:lnSpc>
              <a:spcBef>
                <a:spcPts val="100"/>
              </a:spcBef>
            </a:pPr>
            <a:r>
              <a:rPr sz="1800" spc="-50" dirty="0">
                <a:solidFill>
                  <a:srgbClr val="8D3124"/>
                </a:solidFill>
                <a:latin typeface="Lucida Sans Unicode"/>
                <a:cs typeface="Lucida Sans Unicode"/>
              </a:rPr>
              <a:t>L</a:t>
            </a:r>
            <a:endParaRPr sz="1800">
              <a:latin typeface="Lucida Sans Unicode"/>
              <a:cs typeface="Lucida Sans Unicode"/>
            </a:endParaRPr>
          </a:p>
        </p:txBody>
      </p:sp>
      <p:grpSp>
        <p:nvGrpSpPr>
          <p:cNvPr id="46" name="object 46"/>
          <p:cNvGrpSpPr/>
          <p:nvPr/>
        </p:nvGrpSpPr>
        <p:grpSpPr>
          <a:xfrm>
            <a:off x="2174272" y="4763403"/>
            <a:ext cx="3451860" cy="1566545"/>
            <a:chOff x="2174272" y="4763403"/>
            <a:chExt cx="3451860" cy="1566545"/>
          </a:xfrm>
        </p:grpSpPr>
        <p:pic>
          <p:nvPicPr>
            <p:cNvPr id="47" name="object 47"/>
            <p:cNvPicPr/>
            <p:nvPr/>
          </p:nvPicPr>
          <p:blipFill>
            <a:blip r:embed="rId9" cstate="print"/>
            <a:stretch>
              <a:fillRect/>
            </a:stretch>
          </p:blipFill>
          <p:spPr>
            <a:xfrm>
              <a:off x="2174272" y="6234058"/>
              <a:ext cx="95373" cy="95373"/>
            </a:xfrm>
            <a:prstGeom prst="rect">
              <a:avLst/>
            </a:prstGeom>
          </p:spPr>
        </p:pic>
        <p:sp>
          <p:nvSpPr>
            <p:cNvPr id="48" name="object 48"/>
            <p:cNvSpPr/>
            <p:nvPr/>
          </p:nvSpPr>
          <p:spPr>
            <a:xfrm>
              <a:off x="2253432" y="4773245"/>
              <a:ext cx="3362325" cy="1490980"/>
            </a:xfrm>
            <a:custGeom>
              <a:avLst/>
              <a:gdLst/>
              <a:ahLst/>
              <a:cxnLst/>
              <a:rect l="l" t="t" r="r" b="b"/>
              <a:pathLst>
                <a:path w="3362325" h="1490979">
                  <a:moveTo>
                    <a:pt x="264503" y="1363213"/>
                  </a:moveTo>
                  <a:lnTo>
                    <a:pt x="0" y="1490378"/>
                  </a:lnTo>
                </a:path>
                <a:path w="3362325" h="1490979">
                  <a:moveTo>
                    <a:pt x="3362252" y="0"/>
                  </a:moveTo>
                  <a:lnTo>
                    <a:pt x="3168961" y="335716"/>
                  </a:lnTo>
                </a:path>
                <a:path w="3362325" h="1490979">
                  <a:moveTo>
                    <a:pt x="2533134" y="147512"/>
                  </a:moveTo>
                  <a:lnTo>
                    <a:pt x="2355102" y="269590"/>
                  </a:lnTo>
                </a:path>
              </a:pathLst>
            </a:custGeom>
            <a:ln w="19074">
              <a:solidFill>
                <a:srgbClr val="8D3124"/>
              </a:solidFill>
            </a:ln>
          </p:spPr>
          <p:txBody>
            <a:bodyPr wrap="square" lIns="0" tIns="0" rIns="0" bIns="0" rtlCol="0"/>
            <a:lstStyle/>
            <a:p>
              <a:endParaRPr/>
            </a:p>
          </p:txBody>
        </p:sp>
      </p:grpSp>
      <p:sp>
        <p:nvSpPr>
          <p:cNvPr id="49" name="object 49"/>
          <p:cNvSpPr txBox="1"/>
          <p:nvPr/>
        </p:nvSpPr>
        <p:spPr>
          <a:xfrm>
            <a:off x="2138100" y="5740354"/>
            <a:ext cx="278765" cy="277495"/>
          </a:xfrm>
          <a:prstGeom prst="rect">
            <a:avLst/>
          </a:prstGeom>
        </p:spPr>
        <p:txBody>
          <a:bodyPr vert="horz" wrap="square" lIns="0" tIns="12700" rIns="0" bIns="0" rtlCol="0">
            <a:spAutoFit/>
          </a:bodyPr>
          <a:lstStyle/>
          <a:p>
            <a:pPr>
              <a:lnSpc>
                <a:spcPct val="100000"/>
              </a:lnSpc>
              <a:spcBef>
                <a:spcPts val="100"/>
              </a:spcBef>
            </a:pPr>
            <a:r>
              <a:rPr sz="1650" spc="-25" dirty="0">
                <a:solidFill>
                  <a:srgbClr val="8D3124"/>
                </a:solidFill>
                <a:latin typeface="Lucida Sans Unicode"/>
                <a:cs typeface="Lucida Sans Unicode"/>
              </a:rPr>
              <a:t>12</a:t>
            </a:r>
            <a:endParaRPr sz="1650">
              <a:latin typeface="Lucida Sans Unicode"/>
              <a:cs typeface="Lucida Sans Unicode"/>
            </a:endParaRPr>
          </a:p>
        </p:txBody>
      </p:sp>
      <p:sp>
        <p:nvSpPr>
          <p:cNvPr id="50" name="object 50"/>
          <p:cNvSpPr txBox="1"/>
          <p:nvPr/>
        </p:nvSpPr>
        <p:spPr>
          <a:xfrm>
            <a:off x="4400231" y="4607735"/>
            <a:ext cx="1616075" cy="472440"/>
          </a:xfrm>
          <a:prstGeom prst="rect">
            <a:avLst/>
          </a:prstGeom>
        </p:spPr>
        <p:txBody>
          <a:bodyPr vert="horz" wrap="square" lIns="0" tIns="12700" rIns="0" bIns="0" rtlCol="0">
            <a:spAutoFit/>
          </a:bodyPr>
          <a:lstStyle/>
          <a:p>
            <a:pPr>
              <a:lnSpc>
                <a:spcPts val="1760"/>
              </a:lnSpc>
              <a:spcBef>
                <a:spcPts val="100"/>
              </a:spcBef>
            </a:pPr>
            <a:r>
              <a:rPr sz="1650" spc="-50" dirty="0">
                <a:solidFill>
                  <a:srgbClr val="8D3124"/>
                </a:solidFill>
                <a:latin typeface="Lucida Sans Unicode"/>
                <a:cs typeface="Lucida Sans Unicode"/>
              </a:rPr>
              <a:t>8</a:t>
            </a:r>
            <a:endParaRPr sz="1650">
              <a:latin typeface="Lucida Sans Unicode"/>
              <a:cs typeface="Lucida Sans Unicode"/>
            </a:endParaRPr>
          </a:p>
          <a:p>
            <a:pPr marL="1337310">
              <a:lnSpc>
                <a:spcPts val="1760"/>
              </a:lnSpc>
            </a:pPr>
            <a:r>
              <a:rPr sz="1650" spc="-25" dirty="0">
                <a:solidFill>
                  <a:srgbClr val="8D3124"/>
                </a:solidFill>
                <a:latin typeface="Lucida Sans Unicode"/>
                <a:cs typeface="Lucida Sans Unicode"/>
              </a:rPr>
              <a:t>21</a:t>
            </a:r>
            <a:endParaRPr sz="1650">
              <a:latin typeface="Lucida Sans Unicode"/>
              <a:cs typeface="Lucida Sans Unicode"/>
            </a:endParaRPr>
          </a:p>
        </p:txBody>
      </p:sp>
      <p:pic>
        <p:nvPicPr>
          <p:cNvPr id="51" name="object 51"/>
          <p:cNvPicPr/>
          <p:nvPr/>
        </p:nvPicPr>
        <p:blipFill>
          <a:blip r:embed="rId4" cstate="print"/>
          <a:stretch>
            <a:fillRect/>
          </a:stretch>
        </p:blipFill>
        <p:spPr>
          <a:xfrm>
            <a:off x="4243889" y="6968438"/>
            <a:ext cx="95373" cy="95373"/>
          </a:xfrm>
          <a:prstGeom prst="rect">
            <a:avLst/>
          </a:prstGeom>
        </p:spPr>
      </p:pic>
      <p:sp>
        <p:nvSpPr>
          <p:cNvPr id="52" name="object 5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29</a:t>
            </a:fld>
            <a:endParaRPr spc="-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32567" y="1218991"/>
            <a:ext cx="8155305" cy="690245"/>
          </a:xfrm>
          <a:prstGeom prst="rect">
            <a:avLst/>
          </a:prstGeom>
        </p:spPr>
        <p:txBody>
          <a:bodyPr vert="horz" wrap="square" lIns="0" tIns="12700" rIns="0" bIns="0" rtlCol="0">
            <a:spAutoFit/>
          </a:bodyPr>
          <a:lstStyle/>
          <a:p>
            <a:pPr marL="25400">
              <a:lnSpc>
                <a:spcPts val="1980"/>
              </a:lnSpc>
              <a:spcBef>
                <a:spcPts val="100"/>
              </a:spcBef>
            </a:pPr>
            <a:r>
              <a:rPr sz="1800" dirty="0">
                <a:latin typeface="Lucida Sans Unicode"/>
                <a:cs typeface="Lucida Sans Unicode"/>
              </a:rPr>
              <a:t>Find closest pair with one point in each side, assuming that distance </a:t>
            </a:r>
            <a:r>
              <a:rPr sz="1800" spc="-285" dirty="0">
                <a:latin typeface="Lucida Sans Unicode"/>
                <a:cs typeface="Lucida Sans Unicode"/>
              </a:rPr>
              <a:t>&lt;</a:t>
            </a:r>
            <a:r>
              <a:rPr sz="1800" dirty="0">
                <a:latin typeface="Lucida Sans Unicode"/>
                <a:cs typeface="Lucida Sans Unicode"/>
              </a:rPr>
              <a:t> </a:t>
            </a:r>
            <a:r>
              <a:rPr sz="1800" spc="-25" dirty="0">
                <a:latin typeface="Symbol"/>
                <a:cs typeface="Symbol"/>
              </a:rPr>
              <a:t></a:t>
            </a:r>
            <a:r>
              <a:rPr sz="1800" spc="-25" dirty="0">
                <a:latin typeface="Lucida Sans Unicode"/>
                <a:cs typeface="Lucida Sans Unicode"/>
              </a:rPr>
              <a:t>.</a:t>
            </a:r>
            <a:endParaRPr sz="1800">
              <a:latin typeface="Lucida Sans Unicode"/>
              <a:cs typeface="Lucida Sans Unicode"/>
            </a:endParaRPr>
          </a:p>
          <a:p>
            <a:pPr marL="120650">
              <a:lnSpc>
                <a:spcPts val="3240"/>
              </a:lnSpc>
              <a:tabLst>
                <a:tab pos="2054860" algn="l"/>
              </a:tabLst>
            </a:pPr>
            <a:r>
              <a:rPr sz="4275" spc="2175" baseline="-8771" dirty="0">
                <a:latin typeface="Yu Gothic UI"/>
                <a:cs typeface="Yu Gothic UI"/>
              </a:rPr>
              <a:t>・</a:t>
            </a:r>
            <a:r>
              <a:rPr sz="1800" spc="-10" dirty="0">
                <a:latin typeface="Lucida Sans Unicode"/>
                <a:cs typeface="Lucida Sans Unicode"/>
              </a:rPr>
              <a:t>Observation:</a:t>
            </a:r>
            <a:r>
              <a:rPr sz="1800" dirty="0">
                <a:latin typeface="Lucida Sans Unicode"/>
                <a:cs typeface="Lucida Sans Unicode"/>
              </a:rPr>
              <a:t>	only</a:t>
            </a:r>
            <a:r>
              <a:rPr sz="1800" spc="20" dirty="0">
                <a:latin typeface="Lucida Sans Unicode"/>
                <a:cs typeface="Lucida Sans Unicode"/>
              </a:rPr>
              <a:t> </a:t>
            </a:r>
            <a:r>
              <a:rPr sz="1800" dirty="0">
                <a:latin typeface="Lucida Sans Unicode"/>
                <a:cs typeface="Lucida Sans Unicode"/>
              </a:rPr>
              <a:t>need</a:t>
            </a:r>
            <a:r>
              <a:rPr sz="1800" spc="20" dirty="0">
                <a:latin typeface="Lucida Sans Unicode"/>
                <a:cs typeface="Lucida Sans Unicode"/>
              </a:rPr>
              <a:t> </a:t>
            </a:r>
            <a:r>
              <a:rPr sz="1800" dirty="0">
                <a:latin typeface="Lucida Sans Unicode"/>
                <a:cs typeface="Lucida Sans Unicode"/>
              </a:rPr>
              <a:t>to</a:t>
            </a:r>
            <a:r>
              <a:rPr sz="1800" spc="20" dirty="0">
                <a:latin typeface="Lucida Sans Unicode"/>
                <a:cs typeface="Lucida Sans Unicode"/>
              </a:rPr>
              <a:t> </a:t>
            </a:r>
            <a:r>
              <a:rPr sz="1800" dirty="0">
                <a:latin typeface="Lucida Sans Unicode"/>
                <a:cs typeface="Lucida Sans Unicode"/>
              </a:rPr>
              <a:t>consider</a:t>
            </a:r>
            <a:r>
              <a:rPr sz="1800" spc="20" dirty="0">
                <a:latin typeface="Lucida Sans Unicode"/>
                <a:cs typeface="Lucida Sans Unicode"/>
              </a:rPr>
              <a:t> </a:t>
            </a:r>
            <a:r>
              <a:rPr sz="1800" dirty="0">
                <a:latin typeface="Lucida Sans Unicode"/>
                <a:cs typeface="Lucida Sans Unicode"/>
              </a:rPr>
              <a:t>points</a:t>
            </a:r>
            <a:r>
              <a:rPr sz="1800" spc="20" dirty="0">
                <a:latin typeface="Lucida Sans Unicode"/>
                <a:cs typeface="Lucida Sans Unicode"/>
              </a:rPr>
              <a:t> </a:t>
            </a:r>
            <a:r>
              <a:rPr sz="1800" dirty="0">
                <a:latin typeface="Lucida Sans Unicode"/>
                <a:cs typeface="Lucida Sans Unicode"/>
              </a:rPr>
              <a:t>within</a:t>
            </a:r>
            <a:r>
              <a:rPr sz="1800" spc="20" dirty="0">
                <a:latin typeface="Lucida Sans Unicode"/>
                <a:cs typeface="Lucida Sans Unicode"/>
              </a:rPr>
              <a:t> </a:t>
            </a:r>
            <a:r>
              <a:rPr sz="1800" dirty="0">
                <a:latin typeface="Symbol"/>
                <a:cs typeface="Symbol"/>
              </a:rPr>
              <a:t></a:t>
            </a:r>
            <a:r>
              <a:rPr sz="1800" spc="135" dirty="0">
                <a:latin typeface="Times New Roman"/>
                <a:cs typeface="Times New Roman"/>
              </a:rPr>
              <a:t> </a:t>
            </a:r>
            <a:r>
              <a:rPr sz="1800" dirty="0">
                <a:latin typeface="Lucida Sans Unicode"/>
                <a:cs typeface="Lucida Sans Unicode"/>
              </a:rPr>
              <a:t>of</a:t>
            </a:r>
            <a:r>
              <a:rPr sz="1800" spc="20" dirty="0">
                <a:latin typeface="Lucida Sans Unicode"/>
                <a:cs typeface="Lucida Sans Unicode"/>
              </a:rPr>
              <a:t> </a:t>
            </a:r>
            <a:r>
              <a:rPr sz="1800" dirty="0">
                <a:latin typeface="Lucida Sans Unicode"/>
                <a:cs typeface="Lucida Sans Unicode"/>
              </a:rPr>
              <a:t>line</a:t>
            </a:r>
            <a:r>
              <a:rPr sz="1800" spc="20" dirty="0">
                <a:latin typeface="Lucida Sans Unicode"/>
                <a:cs typeface="Lucida Sans Unicode"/>
              </a:rPr>
              <a:t> </a:t>
            </a:r>
            <a:r>
              <a:rPr sz="1800" i="1" spc="-25" dirty="0">
                <a:latin typeface="Times New Roman"/>
                <a:cs typeface="Times New Roman"/>
              </a:rPr>
              <a:t>L</a:t>
            </a:r>
            <a:r>
              <a:rPr sz="1800" spc="-25" dirty="0">
                <a:latin typeface="Lucida Sans Unicode"/>
                <a:cs typeface="Lucida Sans Unicode"/>
              </a:rPr>
              <a:t>.</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5" dirty="0"/>
              <a:t>How</a:t>
            </a:r>
            <a:r>
              <a:rPr spc="114" dirty="0"/>
              <a:t> </a:t>
            </a:r>
            <a:r>
              <a:rPr dirty="0"/>
              <a:t>to</a:t>
            </a:r>
            <a:r>
              <a:rPr spc="130" dirty="0"/>
              <a:t> </a:t>
            </a:r>
            <a:r>
              <a:rPr dirty="0"/>
              <a:t>find</a:t>
            </a:r>
            <a:r>
              <a:rPr spc="130" dirty="0"/>
              <a:t> </a:t>
            </a:r>
            <a:r>
              <a:rPr spc="-20" dirty="0"/>
              <a:t>closest</a:t>
            </a:r>
            <a:r>
              <a:rPr spc="125" dirty="0"/>
              <a:t> </a:t>
            </a:r>
            <a:r>
              <a:rPr spc="80" dirty="0"/>
              <a:t>pair</a:t>
            </a:r>
            <a:r>
              <a:rPr spc="130" dirty="0"/>
              <a:t> </a:t>
            </a:r>
            <a:r>
              <a:rPr dirty="0"/>
              <a:t>with</a:t>
            </a:r>
            <a:r>
              <a:rPr spc="130" dirty="0"/>
              <a:t> </a:t>
            </a:r>
            <a:r>
              <a:rPr dirty="0"/>
              <a:t>one</a:t>
            </a:r>
            <a:r>
              <a:rPr spc="125" dirty="0"/>
              <a:t> </a:t>
            </a:r>
            <a:r>
              <a:rPr dirty="0"/>
              <a:t>point</a:t>
            </a:r>
            <a:r>
              <a:rPr spc="130" dirty="0"/>
              <a:t> </a:t>
            </a:r>
            <a:r>
              <a:rPr dirty="0"/>
              <a:t>in</a:t>
            </a:r>
            <a:r>
              <a:rPr spc="130" dirty="0"/>
              <a:t> </a:t>
            </a:r>
            <a:r>
              <a:rPr dirty="0"/>
              <a:t>each</a:t>
            </a:r>
            <a:r>
              <a:rPr spc="130" dirty="0"/>
              <a:t> </a:t>
            </a:r>
            <a:r>
              <a:rPr spc="-10" dirty="0"/>
              <a:t>side?</a:t>
            </a:r>
          </a:p>
        </p:txBody>
      </p:sp>
      <p:pic>
        <p:nvPicPr>
          <p:cNvPr id="57" name="图片 56" descr="图表, 散点图&#10;&#10;AI 生成的内容可能不正确。">
            <a:extLst>
              <a:ext uri="{FF2B5EF4-FFF2-40B4-BE49-F238E27FC236}">
                <a16:creationId xmlns:a16="http://schemas.microsoft.com/office/drawing/2014/main" id="{2C10903F-B68E-F917-E3EC-5360274E7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472" y="2516834"/>
            <a:ext cx="7772400" cy="429094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5" dirty="0"/>
              <a:t>How</a:t>
            </a:r>
            <a:r>
              <a:rPr spc="114" dirty="0"/>
              <a:t> </a:t>
            </a:r>
            <a:r>
              <a:rPr dirty="0"/>
              <a:t>to</a:t>
            </a:r>
            <a:r>
              <a:rPr spc="130" dirty="0"/>
              <a:t> </a:t>
            </a:r>
            <a:r>
              <a:rPr dirty="0"/>
              <a:t>find</a:t>
            </a:r>
            <a:r>
              <a:rPr spc="130" dirty="0"/>
              <a:t> </a:t>
            </a:r>
            <a:r>
              <a:rPr spc="-20" dirty="0"/>
              <a:t>closest</a:t>
            </a:r>
            <a:r>
              <a:rPr spc="125" dirty="0"/>
              <a:t> </a:t>
            </a:r>
            <a:r>
              <a:rPr spc="80" dirty="0"/>
              <a:t>pair</a:t>
            </a:r>
            <a:r>
              <a:rPr spc="130" dirty="0"/>
              <a:t> </a:t>
            </a:r>
            <a:r>
              <a:rPr dirty="0"/>
              <a:t>with</a:t>
            </a:r>
            <a:r>
              <a:rPr spc="130" dirty="0"/>
              <a:t> </a:t>
            </a:r>
            <a:r>
              <a:rPr dirty="0"/>
              <a:t>one</a:t>
            </a:r>
            <a:r>
              <a:rPr spc="125" dirty="0"/>
              <a:t> </a:t>
            </a:r>
            <a:r>
              <a:rPr dirty="0"/>
              <a:t>point</a:t>
            </a:r>
            <a:r>
              <a:rPr spc="130" dirty="0"/>
              <a:t> </a:t>
            </a:r>
            <a:r>
              <a:rPr dirty="0"/>
              <a:t>in</a:t>
            </a:r>
            <a:r>
              <a:rPr spc="130" dirty="0"/>
              <a:t> </a:t>
            </a:r>
            <a:r>
              <a:rPr dirty="0"/>
              <a:t>each</a:t>
            </a:r>
            <a:r>
              <a:rPr spc="130" dirty="0"/>
              <a:t> </a:t>
            </a:r>
            <a:r>
              <a:rPr spc="-10" dirty="0"/>
              <a:t>side?</a:t>
            </a:r>
          </a:p>
        </p:txBody>
      </p:sp>
      <p:sp>
        <p:nvSpPr>
          <p:cNvPr id="57" name="object 57"/>
          <p:cNvSpPr txBox="1"/>
          <p:nvPr/>
        </p:nvSpPr>
        <p:spPr>
          <a:xfrm>
            <a:off x="707167" y="1218991"/>
            <a:ext cx="8206105" cy="1759585"/>
          </a:xfrm>
          <a:prstGeom prst="rect">
            <a:avLst/>
          </a:prstGeom>
        </p:spPr>
        <p:txBody>
          <a:bodyPr vert="horz" wrap="square" lIns="0" tIns="12700" rIns="0" bIns="0" rtlCol="0">
            <a:spAutoFit/>
          </a:bodyPr>
          <a:lstStyle/>
          <a:p>
            <a:pPr marL="50800">
              <a:lnSpc>
                <a:spcPts val="1980"/>
              </a:lnSpc>
              <a:spcBef>
                <a:spcPts val="100"/>
              </a:spcBef>
            </a:pPr>
            <a:r>
              <a:rPr sz="1800" dirty="0">
                <a:latin typeface="Lucida Sans Unicode"/>
                <a:cs typeface="Lucida Sans Unicode"/>
              </a:rPr>
              <a:t>Find closest pair with one point in each side, assuming that distance </a:t>
            </a:r>
            <a:r>
              <a:rPr sz="1800" spc="-285" dirty="0">
                <a:latin typeface="Lucida Sans Unicode"/>
                <a:cs typeface="Lucida Sans Unicode"/>
              </a:rPr>
              <a:t>&lt;</a:t>
            </a:r>
            <a:r>
              <a:rPr sz="1800" dirty="0">
                <a:latin typeface="Lucida Sans Unicode"/>
                <a:cs typeface="Lucida Sans Unicode"/>
              </a:rPr>
              <a:t> </a:t>
            </a:r>
            <a:r>
              <a:rPr sz="1800" spc="-25" dirty="0">
                <a:latin typeface="Symbol"/>
                <a:cs typeface="Symbol"/>
              </a:rPr>
              <a:t></a:t>
            </a:r>
            <a:r>
              <a:rPr sz="1800" spc="-25" dirty="0">
                <a:latin typeface="Lucida Sans Unicode"/>
                <a:cs typeface="Lucida Sans Unicode"/>
              </a:rPr>
              <a:t>.</a:t>
            </a:r>
            <a:endParaRPr sz="1800">
              <a:latin typeface="Lucida Sans Unicode"/>
              <a:cs typeface="Lucida Sans Unicode"/>
            </a:endParaRPr>
          </a:p>
          <a:p>
            <a:pPr marL="146050">
              <a:lnSpc>
                <a:spcPts val="2960"/>
              </a:lnSpc>
              <a:tabLst>
                <a:tab pos="2080260" algn="l"/>
              </a:tabLst>
            </a:pPr>
            <a:r>
              <a:rPr sz="4275" spc="2175" baseline="-8771" dirty="0">
                <a:latin typeface="Yu Gothic UI"/>
                <a:cs typeface="Yu Gothic UI"/>
              </a:rPr>
              <a:t>・</a:t>
            </a:r>
            <a:r>
              <a:rPr sz="1800" spc="-10" dirty="0">
                <a:latin typeface="Lucida Sans Unicode"/>
                <a:cs typeface="Lucida Sans Unicode"/>
              </a:rPr>
              <a:t>Observation:</a:t>
            </a:r>
            <a:r>
              <a:rPr sz="1800" dirty="0">
                <a:latin typeface="Lucida Sans Unicode"/>
                <a:cs typeface="Lucida Sans Unicode"/>
              </a:rPr>
              <a:t>	only</a:t>
            </a:r>
            <a:r>
              <a:rPr sz="1800" spc="20" dirty="0">
                <a:latin typeface="Lucida Sans Unicode"/>
                <a:cs typeface="Lucida Sans Unicode"/>
              </a:rPr>
              <a:t> </a:t>
            </a:r>
            <a:r>
              <a:rPr sz="1800" dirty="0">
                <a:latin typeface="Lucida Sans Unicode"/>
                <a:cs typeface="Lucida Sans Unicode"/>
              </a:rPr>
              <a:t>need</a:t>
            </a:r>
            <a:r>
              <a:rPr sz="1800" spc="20" dirty="0">
                <a:latin typeface="Lucida Sans Unicode"/>
                <a:cs typeface="Lucida Sans Unicode"/>
              </a:rPr>
              <a:t> </a:t>
            </a:r>
            <a:r>
              <a:rPr sz="1800" dirty="0">
                <a:latin typeface="Lucida Sans Unicode"/>
                <a:cs typeface="Lucida Sans Unicode"/>
              </a:rPr>
              <a:t>to</a:t>
            </a:r>
            <a:r>
              <a:rPr sz="1800" spc="20" dirty="0">
                <a:latin typeface="Lucida Sans Unicode"/>
                <a:cs typeface="Lucida Sans Unicode"/>
              </a:rPr>
              <a:t> </a:t>
            </a:r>
            <a:r>
              <a:rPr sz="1800" dirty="0">
                <a:latin typeface="Lucida Sans Unicode"/>
                <a:cs typeface="Lucida Sans Unicode"/>
              </a:rPr>
              <a:t>consider</a:t>
            </a:r>
            <a:r>
              <a:rPr sz="1800" spc="20" dirty="0">
                <a:latin typeface="Lucida Sans Unicode"/>
                <a:cs typeface="Lucida Sans Unicode"/>
              </a:rPr>
              <a:t> </a:t>
            </a:r>
            <a:r>
              <a:rPr sz="1800" dirty="0">
                <a:latin typeface="Lucida Sans Unicode"/>
                <a:cs typeface="Lucida Sans Unicode"/>
              </a:rPr>
              <a:t>points</a:t>
            </a:r>
            <a:r>
              <a:rPr sz="1800" spc="20" dirty="0">
                <a:latin typeface="Lucida Sans Unicode"/>
                <a:cs typeface="Lucida Sans Unicode"/>
              </a:rPr>
              <a:t> </a:t>
            </a:r>
            <a:r>
              <a:rPr sz="1800" dirty="0">
                <a:latin typeface="Lucida Sans Unicode"/>
                <a:cs typeface="Lucida Sans Unicode"/>
              </a:rPr>
              <a:t>within</a:t>
            </a:r>
            <a:r>
              <a:rPr sz="1800" spc="20" dirty="0">
                <a:latin typeface="Lucida Sans Unicode"/>
                <a:cs typeface="Lucida Sans Unicode"/>
              </a:rPr>
              <a:t> </a:t>
            </a:r>
            <a:r>
              <a:rPr sz="1800" dirty="0">
                <a:latin typeface="Symbol"/>
                <a:cs typeface="Symbol"/>
              </a:rPr>
              <a:t></a:t>
            </a:r>
            <a:r>
              <a:rPr sz="1800" spc="135" dirty="0">
                <a:latin typeface="Times New Roman"/>
                <a:cs typeface="Times New Roman"/>
              </a:rPr>
              <a:t> </a:t>
            </a:r>
            <a:r>
              <a:rPr sz="1800" dirty="0">
                <a:latin typeface="Lucida Sans Unicode"/>
                <a:cs typeface="Lucida Sans Unicode"/>
              </a:rPr>
              <a:t>of</a:t>
            </a:r>
            <a:r>
              <a:rPr sz="1800" spc="20" dirty="0">
                <a:latin typeface="Lucida Sans Unicode"/>
                <a:cs typeface="Lucida Sans Unicode"/>
              </a:rPr>
              <a:t> </a:t>
            </a:r>
            <a:r>
              <a:rPr sz="1800" dirty="0">
                <a:latin typeface="Lucida Sans Unicode"/>
                <a:cs typeface="Lucida Sans Unicode"/>
              </a:rPr>
              <a:t>line</a:t>
            </a:r>
            <a:r>
              <a:rPr sz="1800" spc="20" dirty="0">
                <a:latin typeface="Lucida Sans Unicode"/>
                <a:cs typeface="Lucida Sans Unicode"/>
              </a:rPr>
              <a:t> </a:t>
            </a:r>
            <a:r>
              <a:rPr sz="1800" i="1" spc="-25" dirty="0">
                <a:latin typeface="Times New Roman"/>
                <a:cs typeface="Times New Roman"/>
              </a:rPr>
              <a:t>L</a:t>
            </a:r>
            <a:r>
              <a:rPr sz="1800" spc="-25" dirty="0">
                <a:latin typeface="Lucida Sans Unicode"/>
                <a:cs typeface="Lucida Sans Unicode"/>
              </a:rPr>
              <a:t>.</a:t>
            </a:r>
            <a:endParaRPr sz="1800">
              <a:latin typeface="Lucida Sans Unicode"/>
              <a:cs typeface="Lucida Sans Unicode"/>
            </a:endParaRPr>
          </a:p>
          <a:p>
            <a:pPr marL="146050">
              <a:lnSpc>
                <a:spcPts val="2855"/>
              </a:lnSpc>
            </a:pPr>
            <a:r>
              <a:rPr sz="4275" spc="2175" baseline="-8771" dirty="0">
                <a:latin typeface="Yu Gothic UI"/>
                <a:cs typeface="Yu Gothic UI"/>
              </a:rPr>
              <a:t>・</a:t>
            </a:r>
            <a:r>
              <a:rPr sz="1800" dirty="0">
                <a:latin typeface="Lucida Sans Unicode"/>
                <a:cs typeface="Lucida Sans Unicode"/>
              </a:rPr>
              <a:t>Sort</a:t>
            </a:r>
            <a:r>
              <a:rPr sz="1800" spc="10" dirty="0">
                <a:latin typeface="Lucida Sans Unicode"/>
                <a:cs typeface="Lucida Sans Unicode"/>
              </a:rPr>
              <a:t> </a:t>
            </a:r>
            <a:r>
              <a:rPr sz="1800" dirty="0">
                <a:latin typeface="Lucida Sans Unicode"/>
                <a:cs typeface="Lucida Sans Unicode"/>
              </a:rPr>
              <a:t>points</a:t>
            </a:r>
            <a:r>
              <a:rPr sz="1800" spc="10" dirty="0">
                <a:latin typeface="Lucida Sans Unicode"/>
                <a:cs typeface="Lucida Sans Unicode"/>
              </a:rPr>
              <a:t> </a:t>
            </a:r>
            <a:r>
              <a:rPr sz="1800" dirty="0">
                <a:latin typeface="Lucida Sans Unicode"/>
                <a:cs typeface="Lucida Sans Unicode"/>
              </a:rPr>
              <a:t>in</a:t>
            </a:r>
            <a:r>
              <a:rPr sz="1800" spc="10" dirty="0">
                <a:latin typeface="Lucida Sans Unicode"/>
                <a:cs typeface="Lucida Sans Unicode"/>
              </a:rPr>
              <a:t> </a:t>
            </a:r>
            <a:r>
              <a:rPr sz="1800" dirty="0">
                <a:latin typeface="Times New Roman"/>
                <a:cs typeface="Times New Roman"/>
              </a:rPr>
              <a:t>2</a:t>
            </a:r>
            <a:r>
              <a:rPr sz="1800" spc="-145" dirty="0">
                <a:latin typeface="Times New Roman"/>
                <a:cs typeface="Times New Roman"/>
              </a:rPr>
              <a:t> </a:t>
            </a:r>
            <a:r>
              <a:rPr sz="1800" spc="-60" dirty="0">
                <a:latin typeface="Symbol"/>
                <a:cs typeface="Symbol"/>
              </a:rPr>
              <a:t></a:t>
            </a:r>
            <a:r>
              <a:rPr sz="1800" spc="-60" dirty="0">
                <a:latin typeface="Lucida Sans Unicode"/>
                <a:cs typeface="Lucida Sans Unicode"/>
              </a:rPr>
              <a:t>-</a:t>
            </a:r>
            <a:r>
              <a:rPr sz="1800" spc="-70" dirty="0">
                <a:latin typeface="Lucida Sans Unicode"/>
                <a:cs typeface="Lucida Sans Unicode"/>
              </a:rPr>
              <a:t>strip</a:t>
            </a:r>
            <a:r>
              <a:rPr sz="1800" spc="10" dirty="0">
                <a:latin typeface="Lucida Sans Unicode"/>
                <a:cs typeface="Lucida Sans Unicode"/>
              </a:rPr>
              <a:t> </a:t>
            </a:r>
            <a:r>
              <a:rPr sz="1800" dirty="0">
                <a:latin typeface="Lucida Sans Unicode"/>
                <a:cs typeface="Lucida Sans Unicode"/>
              </a:rPr>
              <a:t>by</a:t>
            </a:r>
            <a:r>
              <a:rPr sz="1800" spc="10" dirty="0">
                <a:latin typeface="Lucida Sans Unicode"/>
                <a:cs typeface="Lucida Sans Unicode"/>
              </a:rPr>
              <a:t> </a:t>
            </a:r>
            <a:r>
              <a:rPr sz="1800" dirty="0">
                <a:latin typeface="Lucida Sans Unicode"/>
                <a:cs typeface="Lucida Sans Unicode"/>
              </a:rPr>
              <a:t>their</a:t>
            </a:r>
            <a:r>
              <a:rPr sz="1800" spc="10" dirty="0">
                <a:latin typeface="Lucida Sans Unicode"/>
                <a:cs typeface="Lucida Sans Unicode"/>
              </a:rPr>
              <a:t> </a:t>
            </a:r>
            <a:r>
              <a:rPr sz="1800" i="1" spc="-125" dirty="0">
                <a:latin typeface="Times New Roman"/>
                <a:cs typeface="Times New Roman"/>
              </a:rPr>
              <a:t>y</a:t>
            </a:r>
            <a:r>
              <a:rPr sz="1800" spc="-125" dirty="0">
                <a:latin typeface="Lucida Sans Unicode"/>
                <a:cs typeface="Lucida Sans Unicode"/>
              </a:rPr>
              <a:t>-</a:t>
            </a:r>
            <a:r>
              <a:rPr sz="1800" spc="-10" dirty="0">
                <a:latin typeface="Lucida Sans Unicode"/>
                <a:cs typeface="Lucida Sans Unicode"/>
              </a:rPr>
              <a:t>coordinate.</a:t>
            </a:r>
            <a:endParaRPr sz="1800">
              <a:latin typeface="Lucida Sans Unicode"/>
              <a:cs typeface="Lucida Sans Unicode"/>
            </a:endParaRPr>
          </a:p>
          <a:p>
            <a:pPr marL="146050">
              <a:lnSpc>
                <a:spcPts val="3135"/>
              </a:lnSpc>
            </a:pPr>
            <a:r>
              <a:rPr sz="4275" spc="2175" baseline="-7797" dirty="0">
                <a:latin typeface="Yu Gothic UI"/>
                <a:cs typeface="Yu Gothic UI"/>
              </a:rPr>
              <a:t>・</a:t>
            </a:r>
            <a:r>
              <a:rPr sz="1800" dirty="0">
                <a:latin typeface="Lucida Sans Unicode"/>
                <a:cs typeface="Lucida Sans Unicode"/>
              </a:rPr>
              <a:t>Only</a:t>
            </a:r>
            <a:r>
              <a:rPr sz="1800" spc="10" dirty="0">
                <a:latin typeface="Lucida Sans Unicode"/>
                <a:cs typeface="Lucida Sans Unicode"/>
              </a:rPr>
              <a:t> </a:t>
            </a:r>
            <a:r>
              <a:rPr sz="1800" dirty="0">
                <a:latin typeface="Lucida Sans Unicode"/>
                <a:cs typeface="Lucida Sans Unicode"/>
              </a:rPr>
              <a:t>check</a:t>
            </a:r>
            <a:r>
              <a:rPr sz="1800" spc="10" dirty="0">
                <a:latin typeface="Lucida Sans Unicode"/>
                <a:cs typeface="Lucida Sans Unicode"/>
              </a:rPr>
              <a:t> </a:t>
            </a:r>
            <a:r>
              <a:rPr sz="1800" dirty="0">
                <a:latin typeface="Lucida Sans Unicode"/>
                <a:cs typeface="Lucida Sans Unicode"/>
              </a:rPr>
              <a:t>distances</a:t>
            </a:r>
            <a:r>
              <a:rPr sz="1800" spc="15"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those</a:t>
            </a:r>
            <a:r>
              <a:rPr sz="1800" spc="15" dirty="0">
                <a:latin typeface="Lucida Sans Unicode"/>
                <a:cs typeface="Lucida Sans Unicode"/>
              </a:rPr>
              <a:t> </a:t>
            </a:r>
            <a:r>
              <a:rPr sz="1800" dirty="0">
                <a:latin typeface="Lucida Sans Unicode"/>
                <a:cs typeface="Lucida Sans Unicode"/>
              </a:rPr>
              <a:t>within</a:t>
            </a:r>
            <a:r>
              <a:rPr sz="1800" spc="10" dirty="0">
                <a:latin typeface="Lucida Sans Unicode"/>
                <a:cs typeface="Lucida Sans Unicode"/>
              </a:rPr>
              <a:t> </a:t>
            </a:r>
            <a:r>
              <a:rPr sz="1800" dirty="0">
                <a:latin typeface="Times New Roman"/>
                <a:cs typeface="Times New Roman"/>
              </a:rPr>
              <a:t>11</a:t>
            </a:r>
            <a:r>
              <a:rPr sz="1800" spc="125" dirty="0">
                <a:latin typeface="Times New Roman"/>
                <a:cs typeface="Times New Roman"/>
              </a:rPr>
              <a:t> </a:t>
            </a:r>
            <a:r>
              <a:rPr sz="1800" dirty="0">
                <a:latin typeface="Lucida Sans Unicode"/>
                <a:cs typeface="Lucida Sans Unicode"/>
              </a:rPr>
              <a:t>positions</a:t>
            </a:r>
            <a:r>
              <a:rPr sz="1800" spc="15" dirty="0">
                <a:latin typeface="Lucida Sans Unicode"/>
                <a:cs typeface="Lucida Sans Unicode"/>
              </a:rPr>
              <a:t> </a:t>
            </a:r>
            <a:r>
              <a:rPr sz="1800" dirty="0">
                <a:latin typeface="Lucida Sans Unicode"/>
                <a:cs typeface="Lucida Sans Unicode"/>
              </a:rPr>
              <a:t>in</a:t>
            </a:r>
            <a:r>
              <a:rPr sz="1800" spc="10" dirty="0">
                <a:latin typeface="Lucida Sans Unicode"/>
                <a:cs typeface="Lucida Sans Unicode"/>
              </a:rPr>
              <a:t> </a:t>
            </a:r>
            <a:r>
              <a:rPr sz="1800" dirty="0">
                <a:latin typeface="Lucida Sans Unicode"/>
                <a:cs typeface="Lucida Sans Unicode"/>
              </a:rPr>
              <a:t>sorted</a:t>
            </a:r>
            <a:r>
              <a:rPr sz="1800" spc="10" dirty="0">
                <a:latin typeface="Lucida Sans Unicode"/>
                <a:cs typeface="Lucida Sans Unicode"/>
              </a:rPr>
              <a:t> </a:t>
            </a:r>
            <a:r>
              <a:rPr sz="1800" spc="-10" dirty="0">
                <a:latin typeface="Lucida Sans Unicode"/>
                <a:cs typeface="Lucida Sans Unicode"/>
              </a:rPr>
              <a:t>list!</a:t>
            </a:r>
            <a:endParaRPr sz="1800">
              <a:latin typeface="Lucida Sans Unicode"/>
              <a:cs typeface="Lucida Sans Unicode"/>
            </a:endParaRPr>
          </a:p>
          <a:p>
            <a:pPr marL="4876800">
              <a:lnSpc>
                <a:spcPct val="100000"/>
              </a:lnSpc>
              <a:spcBef>
                <a:spcPts val="1280"/>
              </a:spcBef>
            </a:pPr>
            <a:r>
              <a:rPr sz="1200" dirty="0">
                <a:solidFill>
                  <a:srgbClr val="8D3124"/>
                </a:solidFill>
                <a:latin typeface="Lucida Sans Unicode"/>
                <a:cs typeface="Lucida Sans Unicode"/>
              </a:rPr>
              <a:t>why</a:t>
            </a:r>
            <a:r>
              <a:rPr sz="1200" spc="114" dirty="0">
                <a:solidFill>
                  <a:srgbClr val="8D3124"/>
                </a:solidFill>
                <a:latin typeface="Lucida Sans Unicode"/>
                <a:cs typeface="Lucida Sans Unicode"/>
              </a:rPr>
              <a:t> </a:t>
            </a:r>
            <a:r>
              <a:rPr sz="1200" spc="-25" dirty="0">
                <a:solidFill>
                  <a:srgbClr val="8D3124"/>
                </a:solidFill>
                <a:latin typeface="Lucida Sans Unicode"/>
                <a:cs typeface="Lucida Sans Unicode"/>
              </a:rPr>
              <a:t>11?</a:t>
            </a:r>
            <a:endParaRPr sz="1200">
              <a:latin typeface="Lucida Sans Unicode"/>
              <a:cs typeface="Lucida Sans Unicode"/>
            </a:endParaRPr>
          </a:p>
        </p:txBody>
      </p:sp>
      <p:pic>
        <p:nvPicPr>
          <p:cNvPr id="58" name="object 58"/>
          <p:cNvPicPr/>
          <p:nvPr/>
        </p:nvPicPr>
        <p:blipFill>
          <a:blip r:embed="rId2" cstate="print"/>
          <a:stretch>
            <a:fillRect/>
          </a:stretch>
        </p:blipFill>
        <p:spPr>
          <a:xfrm>
            <a:off x="5262878" y="2616862"/>
            <a:ext cx="264643" cy="276119"/>
          </a:xfrm>
          <a:prstGeom prst="rect">
            <a:avLst/>
          </a:prstGeom>
        </p:spPr>
      </p:pic>
      <p:pic>
        <p:nvPicPr>
          <p:cNvPr id="64" name="图片 63" descr="图表, 散点图&#10;&#10;AI 生成的内容可能不正确。">
            <a:extLst>
              <a:ext uri="{FF2B5EF4-FFF2-40B4-BE49-F238E27FC236}">
                <a16:creationId xmlns:a16="http://schemas.microsoft.com/office/drawing/2014/main" id="{5D27DBF7-1169-ABEE-59DA-37BCEAB73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6678" y="3376419"/>
            <a:ext cx="7772400" cy="413087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5" dirty="0"/>
              <a:t>How</a:t>
            </a:r>
            <a:r>
              <a:rPr spc="114" dirty="0"/>
              <a:t> </a:t>
            </a:r>
            <a:r>
              <a:rPr dirty="0"/>
              <a:t>to</a:t>
            </a:r>
            <a:r>
              <a:rPr spc="130" dirty="0"/>
              <a:t> </a:t>
            </a:r>
            <a:r>
              <a:rPr dirty="0"/>
              <a:t>find</a:t>
            </a:r>
            <a:r>
              <a:rPr spc="130" dirty="0"/>
              <a:t> </a:t>
            </a:r>
            <a:r>
              <a:rPr spc="-20" dirty="0"/>
              <a:t>closest</a:t>
            </a:r>
            <a:r>
              <a:rPr spc="125" dirty="0"/>
              <a:t> </a:t>
            </a:r>
            <a:r>
              <a:rPr spc="80" dirty="0"/>
              <a:t>pair</a:t>
            </a:r>
            <a:r>
              <a:rPr spc="130" dirty="0"/>
              <a:t> </a:t>
            </a:r>
            <a:r>
              <a:rPr dirty="0"/>
              <a:t>with</a:t>
            </a:r>
            <a:r>
              <a:rPr spc="130" dirty="0"/>
              <a:t> </a:t>
            </a:r>
            <a:r>
              <a:rPr dirty="0"/>
              <a:t>one</a:t>
            </a:r>
            <a:r>
              <a:rPr spc="125" dirty="0"/>
              <a:t> </a:t>
            </a:r>
            <a:r>
              <a:rPr dirty="0"/>
              <a:t>point</a:t>
            </a:r>
            <a:r>
              <a:rPr spc="130" dirty="0"/>
              <a:t> </a:t>
            </a:r>
            <a:r>
              <a:rPr dirty="0"/>
              <a:t>in</a:t>
            </a:r>
            <a:r>
              <a:rPr spc="130" dirty="0"/>
              <a:t> </a:t>
            </a:r>
            <a:r>
              <a:rPr dirty="0"/>
              <a:t>each</a:t>
            </a:r>
            <a:r>
              <a:rPr spc="130" dirty="0"/>
              <a:t> </a:t>
            </a:r>
            <a:r>
              <a:rPr spc="-10" dirty="0"/>
              <a:t>side?</a:t>
            </a:r>
          </a:p>
        </p:txBody>
      </p:sp>
      <p:sp>
        <p:nvSpPr>
          <p:cNvPr id="4" name="object 4"/>
          <p:cNvSpPr txBox="1"/>
          <p:nvPr/>
        </p:nvSpPr>
        <p:spPr>
          <a:xfrm>
            <a:off x="694467" y="1218991"/>
            <a:ext cx="8133715" cy="2112645"/>
          </a:xfrm>
          <a:prstGeom prst="rect">
            <a:avLst/>
          </a:prstGeom>
        </p:spPr>
        <p:txBody>
          <a:bodyPr vert="horz" wrap="square" lIns="0" tIns="12700" rIns="0" bIns="0" rtlCol="0">
            <a:spAutoFit/>
          </a:bodyPr>
          <a:lstStyle/>
          <a:p>
            <a:pPr marL="63500">
              <a:lnSpc>
                <a:spcPct val="100000"/>
              </a:lnSpc>
              <a:spcBef>
                <a:spcPts val="100"/>
              </a:spcBef>
              <a:tabLst>
                <a:tab pos="662940" algn="l"/>
              </a:tabLst>
            </a:pPr>
            <a:r>
              <a:rPr sz="1800" spc="-20" dirty="0">
                <a:solidFill>
                  <a:srgbClr val="0048AA"/>
                </a:solidFill>
                <a:latin typeface="Lucida Sans Unicode"/>
                <a:cs typeface="Lucida Sans Unicode"/>
              </a:rPr>
              <a:t>Def.</a:t>
            </a:r>
            <a:r>
              <a:rPr sz="1800" dirty="0">
                <a:solidFill>
                  <a:srgbClr val="0048AA"/>
                </a:solidFill>
                <a:latin typeface="Lucida Sans Unicode"/>
                <a:cs typeface="Lucida Sans Unicode"/>
              </a:rPr>
              <a:t>	</a:t>
            </a:r>
            <a:r>
              <a:rPr sz="1800" dirty="0">
                <a:latin typeface="Lucida Sans Unicode"/>
                <a:cs typeface="Lucida Sans Unicode"/>
              </a:rPr>
              <a:t>Let</a:t>
            </a:r>
            <a:r>
              <a:rPr sz="1800" spc="5" dirty="0">
                <a:latin typeface="Lucida Sans Unicode"/>
                <a:cs typeface="Lucida Sans Unicode"/>
              </a:rPr>
              <a:t> </a:t>
            </a:r>
            <a:r>
              <a:rPr sz="1800" i="1" dirty="0">
                <a:latin typeface="Times New Roman"/>
                <a:cs typeface="Times New Roman"/>
              </a:rPr>
              <a:t>s</a:t>
            </a:r>
            <a:r>
              <a:rPr sz="1800" i="1" baseline="-18518" dirty="0">
                <a:latin typeface="Times New Roman"/>
                <a:cs typeface="Times New Roman"/>
              </a:rPr>
              <a:t>i</a:t>
            </a:r>
            <a:r>
              <a:rPr sz="1800" i="1" spc="412" baseline="-18518" dirty="0">
                <a:latin typeface="Times New Roman"/>
                <a:cs typeface="Times New Roman"/>
              </a:rPr>
              <a:t> </a:t>
            </a:r>
            <a:r>
              <a:rPr sz="1800" dirty="0">
                <a:latin typeface="Lucida Sans Unicode"/>
                <a:cs typeface="Lucida Sans Unicode"/>
              </a:rPr>
              <a:t>be</a:t>
            </a:r>
            <a:r>
              <a:rPr sz="1800" spc="10" dirty="0">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point</a:t>
            </a:r>
            <a:r>
              <a:rPr sz="1800" spc="10" dirty="0">
                <a:latin typeface="Lucida Sans Unicode"/>
                <a:cs typeface="Lucida Sans Unicode"/>
              </a:rPr>
              <a:t> </a:t>
            </a:r>
            <a:r>
              <a:rPr sz="1800" dirty="0">
                <a:latin typeface="Lucida Sans Unicode"/>
                <a:cs typeface="Lucida Sans Unicode"/>
              </a:rPr>
              <a:t>in</a:t>
            </a:r>
            <a:r>
              <a:rPr sz="1800" spc="10" dirty="0">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Times New Roman"/>
                <a:cs typeface="Times New Roman"/>
              </a:rPr>
              <a:t>2</a:t>
            </a:r>
            <a:r>
              <a:rPr sz="1800" spc="-145" dirty="0">
                <a:latin typeface="Times New Roman"/>
                <a:cs typeface="Times New Roman"/>
              </a:rPr>
              <a:t> </a:t>
            </a:r>
            <a:r>
              <a:rPr sz="1800" dirty="0">
                <a:latin typeface="Times New Roman"/>
                <a:cs typeface="Times New Roman"/>
              </a:rPr>
              <a:t>δ</a:t>
            </a:r>
            <a:r>
              <a:rPr sz="1800" dirty="0">
                <a:latin typeface="Lucida Sans Unicode"/>
                <a:cs typeface="Lucida Sans Unicode"/>
              </a:rPr>
              <a:t>-</a:t>
            </a:r>
            <a:r>
              <a:rPr sz="1800" spc="-60" dirty="0">
                <a:latin typeface="Lucida Sans Unicode"/>
                <a:cs typeface="Lucida Sans Unicode"/>
              </a:rPr>
              <a:t>strip,</a:t>
            </a:r>
            <a:r>
              <a:rPr sz="1800" spc="10" dirty="0">
                <a:latin typeface="Lucida Sans Unicode"/>
                <a:cs typeface="Lucida Sans Unicode"/>
              </a:rPr>
              <a:t> </a:t>
            </a:r>
            <a:r>
              <a:rPr sz="1800" dirty="0">
                <a:latin typeface="Lucida Sans Unicode"/>
                <a:cs typeface="Lucida Sans Unicode"/>
              </a:rPr>
              <a:t>with</a:t>
            </a:r>
            <a:r>
              <a:rPr sz="1800" spc="10" dirty="0">
                <a:latin typeface="Lucida Sans Unicode"/>
                <a:cs typeface="Lucida Sans Unicode"/>
              </a:rPr>
              <a:t> </a:t>
            </a:r>
            <a:r>
              <a:rPr sz="1800" dirty="0">
                <a:latin typeface="Lucida Sans Unicode"/>
                <a:cs typeface="Lucida Sans Unicode"/>
              </a:rPr>
              <a:t>the</a:t>
            </a:r>
            <a:r>
              <a:rPr sz="1800" spc="10" dirty="0">
                <a:latin typeface="Lucida Sans Unicode"/>
                <a:cs typeface="Lucida Sans Unicode"/>
              </a:rPr>
              <a:t> </a:t>
            </a:r>
            <a:r>
              <a:rPr sz="1800" i="1" dirty="0">
                <a:latin typeface="Times New Roman"/>
                <a:cs typeface="Times New Roman"/>
              </a:rPr>
              <a:t>i</a:t>
            </a:r>
            <a:r>
              <a:rPr sz="1800" i="1" baseline="23148" dirty="0">
                <a:latin typeface="Times New Roman"/>
                <a:cs typeface="Times New Roman"/>
              </a:rPr>
              <a:t>th</a:t>
            </a:r>
            <a:r>
              <a:rPr sz="1800" i="1" spc="405" baseline="23148" dirty="0">
                <a:latin typeface="Times New Roman"/>
                <a:cs typeface="Times New Roman"/>
              </a:rPr>
              <a:t> </a:t>
            </a:r>
            <a:r>
              <a:rPr sz="1800" dirty="0">
                <a:latin typeface="Lucida Sans Unicode"/>
                <a:cs typeface="Lucida Sans Unicode"/>
              </a:rPr>
              <a:t>smallest</a:t>
            </a:r>
            <a:r>
              <a:rPr sz="1800" spc="10" dirty="0">
                <a:latin typeface="Lucida Sans Unicode"/>
                <a:cs typeface="Lucida Sans Unicode"/>
              </a:rPr>
              <a:t> </a:t>
            </a:r>
            <a:r>
              <a:rPr sz="1800" i="1" spc="-55" dirty="0">
                <a:latin typeface="Times New Roman"/>
                <a:cs typeface="Times New Roman"/>
              </a:rPr>
              <a:t>y</a:t>
            </a:r>
            <a:r>
              <a:rPr sz="1800" spc="-55" dirty="0">
                <a:latin typeface="Lucida Sans Unicode"/>
                <a:cs typeface="Lucida Sans Unicode"/>
              </a:rPr>
              <a:t>-</a:t>
            </a:r>
            <a:r>
              <a:rPr sz="1800" spc="-10" dirty="0">
                <a:latin typeface="Lucida Sans Unicode"/>
                <a:cs typeface="Lucida Sans Unicode"/>
              </a:rPr>
              <a:t>coordinate.</a:t>
            </a:r>
            <a:endParaRPr sz="1800">
              <a:latin typeface="Lucida Sans Unicode"/>
              <a:cs typeface="Lucida Sans Unicode"/>
            </a:endParaRPr>
          </a:p>
          <a:p>
            <a:pPr>
              <a:lnSpc>
                <a:spcPct val="100000"/>
              </a:lnSpc>
              <a:spcBef>
                <a:spcPts val="90"/>
              </a:spcBef>
            </a:pPr>
            <a:endParaRPr sz="1800">
              <a:latin typeface="Lucida Sans Unicode"/>
              <a:cs typeface="Lucida Sans Unicode"/>
            </a:endParaRPr>
          </a:p>
          <a:p>
            <a:pPr marL="63500" marR="3854450">
              <a:lnSpc>
                <a:spcPct val="132100"/>
              </a:lnSpc>
              <a:tabLst>
                <a:tab pos="911225" algn="l"/>
              </a:tabLst>
            </a:pPr>
            <a:r>
              <a:rPr sz="1800" spc="-10" dirty="0">
                <a:solidFill>
                  <a:srgbClr val="0048AA"/>
                </a:solidFill>
                <a:latin typeface="Lucida Sans Unicode"/>
                <a:cs typeface="Lucida Sans Unicode"/>
              </a:rPr>
              <a:t>Claim.</a:t>
            </a:r>
            <a:r>
              <a:rPr sz="1800" dirty="0">
                <a:solidFill>
                  <a:srgbClr val="0048AA"/>
                </a:solidFill>
                <a:latin typeface="Lucida Sans Unicode"/>
                <a:cs typeface="Lucida Sans Unicode"/>
              </a:rPr>
              <a:t>	</a:t>
            </a:r>
            <a:r>
              <a:rPr sz="1800" dirty="0">
                <a:latin typeface="Lucida Sans Unicode"/>
                <a:cs typeface="Lucida Sans Unicode"/>
              </a:rPr>
              <a:t>If</a:t>
            </a:r>
            <a:r>
              <a:rPr sz="1800" spc="-5" dirty="0">
                <a:latin typeface="Lucida Sans Unicode"/>
                <a:cs typeface="Lucida Sans Unicode"/>
              </a:rPr>
              <a:t> </a:t>
            </a:r>
            <a:r>
              <a:rPr sz="1800" spc="-10" dirty="0">
                <a:latin typeface="Times New Roman"/>
                <a:cs typeface="Times New Roman"/>
              </a:rPr>
              <a:t>|</a:t>
            </a:r>
            <a:r>
              <a:rPr sz="1800" spc="-150" dirty="0">
                <a:latin typeface="Times New Roman"/>
                <a:cs typeface="Times New Roman"/>
              </a:rPr>
              <a:t> </a:t>
            </a:r>
            <a:r>
              <a:rPr sz="1800" i="1" dirty="0">
                <a:latin typeface="Times New Roman"/>
                <a:cs typeface="Times New Roman"/>
              </a:rPr>
              <a:t>i </a:t>
            </a:r>
            <a:r>
              <a:rPr sz="1800" dirty="0">
                <a:latin typeface="Times New Roman"/>
                <a:cs typeface="Times New Roman"/>
              </a:rPr>
              <a:t>– </a:t>
            </a:r>
            <a:r>
              <a:rPr sz="1800" i="1" dirty="0">
                <a:latin typeface="Times New Roman"/>
                <a:cs typeface="Times New Roman"/>
              </a:rPr>
              <a:t>j</a:t>
            </a:r>
            <a:r>
              <a:rPr sz="1800" i="1" spc="-150" dirty="0">
                <a:latin typeface="Times New Roman"/>
                <a:cs typeface="Times New Roman"/>
              </a:rPr>
              <a:t> </a:t>
            </a:r>
            <a:r>
              <a:rPr sz="1800" dirty="0">
                <a:latin typeface="Times New Roman"/>
                <a:cs typeface="Times New Roman"/>
              </a:rPr>
              <a:t>|</a:t>
            </a:r>
            <a:r>
              <a:rPr sz="1800" spc="300" dirty="0">
                <a:latin typeface="Times New Roman"/>
                <a:cs typeface="Times New Roman"/>
              </a:rPr>
              <a:t> </a:t>
            </a:r>
            <a:r>
              <a:rPr sz="1800" dirty="0">
                <a:latin typeface="Times New Roman"/>
                <a:cs typeface="Times New Roman"/>
              </a:rPr>
              <a:t>≥</a:t>
            </a:r>
            <a:r>
              <a:rPr sz="1800" spc="300" dirty="0">
                <a:latin typeface="Times New Roman"/>
                <a:cs typeface="Times New Roman"/>
              </a:rPr>
              <a:t> </a:t>
            </a:r>
            <a:r>
              <a:rPr sz="1800" dirty="0">
                <a:latin typeface="Times New Roman"/>
                <a:cs typeface="Times New Roman"/>
              </a:rPr>
              <a:t>12</a:t>
            </a:r>
            <a:r>
              <a:rPr sz="1800" dirty="0">
                <a:latin typeface="Lucida Sans Unicode"/>
                <a:cs typeface="Lucida Sans Unicode"/>
              </a:rPr>
              <a:t>, then the </a:t>
            </a:r>
            <a:r>
              <a:rPr sz="1800" spc="-10" dirty="0">
                <a:latin typeface="Lucida Sans Unicode"/>
                <a:cs typeface="Lucida Sans Unicode"/>
              </a:rPr>
              <a:t>distance </a:t>
            </a:r>
            <a:r>
              <a:rPr sz="1800" dirty="0">
                <a:latin typeface="Lucida Sans Unicode"/>
                <a:cs typeface="Lucida Sans Unicode"/>
              </a:rPr>
              <a:t>between </a:t>
            </a:r>
            <a:r>
              <a:rPr sz="1800" i="1" dirty="0">
                <a:latin typeface="Times New Roman"/>
                <a:cs typeface="Times New Roman"/>
              </a:rPr>
              <a:t>s</a:t>
            </a:r>
            <a:r>
              <a:rPr sz="1800" i="1" baseline="-18518" dirty="0">
                <a:latin typeface="Times New Roman"/>
                <a:cs typeface="Times New Roman"/>
              </a:rPr>
              <a:t>i</a:t>
            </a:r>
            <a:r>
              <a:rPr sz="1800" i="1" spc="397" baseline="-18518" dirty="0">
                <a:latin typeface="Times New Roman"/>
                <a:cs typeface="Times New Roman"/>
              </a:rPr>
              <a:t> </a:t>
            </a:r>
            <a:r>
              <a:rPr sz="1800" dirty="0">
                <a:latin typeface="Lucida Sans Unicode"/>
                <a:cs typeface="Lucida Sans Unicode"/>
              </a:rPr>
              <a:t>and </a:t>
            </a:r>
            <a:r>
              <a:rPr sz="1800" i="1" dirty="0">
                <a:latin typeface="Times New Roman"/>
                <a:cs typeface="Times New Roman"/>
              </a:rPr>
              <a:t>s</a:t>
            </a:r>
            <a:r>
              <a:rPr sz="1800" i="1" baseline="-18518" dirty="0">
                <a:latin typeface="Times New Roman"/>
                <a:cs typeface="Times New Roman"/>
              </a:rPr>
              <a:t>j</a:t>
            </a:r>
            <a:r>
              <a:rPr sz="1800" i="1" spc="405" baseline="-18518" dirty="0">
                <a:latin typeface="Times New Roman"/>
                <a:cs typeface="Times New Roman"/>
              </a:rPr>
              <a:t> </a:t>
            </a:r>
            <a:r>
              <a:rPr sz="1800" dirty="0">
                <a:latin typeface="Lucida Sans Unicode"/>
                <a:cs typeface="Lucida Sans Unicode"/>
              </a:rPr>
              <a:t>is at least</a:t>
            </a:r>
            <a:r>
              <a:rPr sz="1800" spc="5" dirty="0">
                <a:latin typeface="Lucida Sans Unicode"/>
                <a:cs typeface="Lucida Sans Unicode"/>
              </a:rPr>
              <a:t> </a:t>
            </a:r>
            <a:r>
              <a:rPr sz="1800" spc="30" dirty="0">
                <a:latin typeface="Times New Roman"/>
                <a:cs typeface="Times New Roman"/>
              </a:rPr>
              <a:t>δ</a:t>
            </a:r>
            <a:r>
              <a:rPr sz="1800" spc="30"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63500">
              <a:lnSpc>
                <a:spcPct val="100000"/>
              </a:lnSpc>
            </a:pPr>
            <a:r>
              <a:rPr sz="1800" spc="-25" dirty="0">
                <a:solidFill>
                  <a:srgbClr val="0048AA"/>
                </a:solidFill>
                <a:latin typeface="Lucida Sans Unicode"/>
                <a:cs typeface="Lucida Sans Unicode"/>
              </a:rPr>
              <a:t>Pf.</a:t>
            </a:r>
            <a:endParaRPr sz="1800">
              <a:latin typeface="Lucida Sans Unicode"/>
              <a:cs typeface="Lucida Sans Unicode"/>
            </a:endParaRPr>
          </a:p>
        </p:txBody>
      </p:sp>
      <p:sp>
        <p:nvSpPr>
          <p:cNvPr id="5" name="object 5"/>
          <p:cNvSpPr txBox="1"/>
          <p:nvPr/>
        </p:nvSpPr>
        <p:spPr>
          <a:xfrm>
            <a:off x="815241" y="3256180"/>
            <a:ext cx="5057775" cy="465455"/>
          </a:xfrm>
          <a:prstGeom prst="rect">
            <a:avLst/>
          </a:prstGeom>
        </p:spPr>
        <p:txBody>
          <a:bodyPr vert="horz" wrap="square" lIns="0" tIns="16510" rIns="0" bIns="0" rtlCol="0">
            <a:spAutoFit/>
          </a:bodyPr>
          <a:lstStyle/>
          <a:p>
            <a:pPr marL="38100">
              <a:lnSpc>
                <a:spcPct val="100000"/>
              </a:lnSpc>
              <a:spcBef>
                <a:spcPts val="130"/>
              </a:spcBef>
            </a:pPr>
            <a:r>
              <a:rPr sz="4275" spc="2175" baseline="-6822" dirty="0">
                <a:latin typeface="Yu Gothic UI"/>
                <a:cs typeface="Yu Gothic UI"/>
              </a:rPr>
              <a:t>・</a:t>
            </a:r>
            <a:r>
              <a:rPr sz="1800" dirty="0">
                <a:latin typeface="Lucida Sans Unicode"/>
                <a:cs typeface="Lucida Sans Unicode"/>
              </a:rPr>
              <a:t>No</a:t>
            </a:r>
            <a:r>
              <a:rPr sz="1800" spc="15" dirty="0">
                <a:latin typeface="Lucida Sans Unicode"/>
                <a:cs typeface="Lucida Sans Unicode"/>
              </a:rPr>
              <a:t> </a:t>
            </a:r>
            <a:r>
              <a:rPr sz="1800" dirty="0">
                <a:latin typeface="Lucida Sans Unicode"/>
                <a:cs typeface="Lucida Sans Unicode"/>
              </a:rPr>
              <a:t>two</a:t>
            </a:r>
            <a:r>
              <a:rPr sz="1800" spc="20" dirty="0">
                <a:latin typeface="Lucida Sans Unicode"/>
                <a:cs typeface="Lucida Sans Unicode"/>
              </a:rPr>
              <a:t> </a:t>
            </a:r>
            <a:r>
              <a:rPr sz="1800" dirty="0">
                <a:latin typeface="Lucida Sans Unicode"/>
                <a:cs typeface="Lucida Sans Unicode"/>
              </a:rPr>
              <a:t>points</a:t>
            </a:r>
            <a:r>
              <a:rPr sz="1800" spc="15" dirty="0">
                <a:latin typeface="Lucida Sans Unicode"/>
                <a:cs typeface="Lucida Sans Unicode"/>
              </a:rPr>
              <a:t> </a:t>
            </a:r>
            <a:r>
              <a:rPr sz="1800" dirty="0">
                <a:latin typeface="Lucida Sans Unicode"/>
                <a:cs typeface="Lucida Sans Unicode"/>
              </a:rPr>
              <a:t>lie</a:t>
            </a:r>
            <a:r>
              <a:rPr sz="1800" spc="20" dirty="0">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dirty="0">
                <a:latin typeface="Lucida Sans Unicode"/>
                <a:cs typeface="Lucida Sans Unicode"/>
              </a:rPr>
              <a:t>same</a:t>
            </a:r>
            <a:r>
              <a:rPr sz="1800" spc="20" dirty="0">
                <a:latin typeface="Lucida Sans Unicode"/>
                <a:cs typeface="Lucida Sans Unicode"/>
              </a:rPr>
              <a:t> </a:t>
            </a:r>
            <a:r>
              <a:rPr sz="1800" dirty="0">
                <a:latin typeface="Times New Roman"/>
                <a:cs typeface="Times New Roman"/>
              </a:rPr>
              <a:t>½</a:t>
            </a:r>
            <a:r>
              <a:rPr sz="1800" spc="15" dirty="0">
                <a:latin typeface="Times New Roman"/>
                <a:cs typeface="Times New Roman"/>
              </a:rPr>
              <a:t> </a:t>
            </a:r>
            <a:r>
              <a:rPr sz="1800" spc="-40" dirty="0">
                <a:latin typeface="Times New Roman"/>
                <a:cs typeface="Times New Roman"/>
              </a:rPr>
              <a:t>δ</a:t>
            </a:r>
            <a:r>
              <a:rPr sz="1800" spc="-40" dirty="0">
                <a:latin typeface="Lucida Sans Unicode"/>
                <a:cs typeface="Lucida Sans Unicode"/>
              </a:rPr>
              <a:t>-</a:t>
            </a:r>
            <a:r>
              <a:rPr sz="1800" spc="-215" dirty="0">
                <a:latin typeface="Lucida Sans Unicode"/>
                <a:cs typeface="Lucida Sans Unicode"/>
              </a:rPr>
              <a:t>by-</a:t>
            </a:r>
            <a:r>
              <a:rPr sz="1800" dirty="0">
                <a:latin typeface="Times New Roman"/>
                <a:cs typeface="Times New Roman"/>
              </a:rPr>
              <a:t>½</a:t>
            </a:r>
            <a:r>
              <a:rPr sz="1800" spc="15" dirty="0">
                <a:latin typeface="Times New Roman"/>
                <a:cs typeface="Times New Roman"/>
              </a:rPr>
              <a:t> </a:t>
            </a:r>
            <a:r>
              <a:rPr sz="1800" spc="140" dirty="0">
                <a:latin typeface="Times New Roman"/>
                <a:cs typeface="Times New Roman"/>
              </a:rPr>
              <a:t>δ</a:t>
            </a:r>
            <a:r>
              <a:rPr sz="1800" spc="130" dirty="0">
                <a:latin typeface="Times New Roman"/>
                <a:cs typeface="Times New Roman"/>
              </a:rPr>
              <a:t> </a:t>
            </a:r>
            <a:r>
              <a:rPr sz="1800" spc="-20" dirty="0">
                <a:latin typeface="Lucida Sans Unicode"/>
                <a:cs typeface="Lucida Sans Unicode"/>
              </a:rPr>
              <a:t>box.</a:t>
            </a:r>
            <a:endParaRPr sz="1800">
              <a:latin typeface="Lucida Sans Unicode"/>
              <a:cs typeface="Lucida Sans Unicode"/>
            </a:endParaRPr>
          </a:p>
        </p:txBody>
      </p:sp>
      <p:sp>
        <p:nvSpPr>
          <p:cNvPr id="6" name="object 6"/>
          <p:cNvSpPr txBox="1"/>
          <p:nvPr/>
        </p:nvSpPr>
        <p:spPr>
          <a:xfrm>
            <a:off x="815241" y="3522159"/>
            <a:ext cx="3985895" cy="896619"/>
          </a:xfrm>
          <a:prstGeom prst="rect">
            <a:avLst/>
          </a:prstGeom>
        </p:spPr>
        <p:txBody>
          <a:bodyPr vert="horz" wrap="square" lIns="0" tIns="52069" rIns="0" bIns="0" rtlCol="0">
            <a:spAutoFit/>
          </a:bodyPr>
          <a:lstStyle/>
          <a:p>
            <a:pPr marL="381000" marR="30480" indent="-343535">
              <a:lnSpc>
                <a:spcPct val="114100"/>
              </a:lnSpc>
              <a:spcBef>
                <a:spcPts val="409"/>
              </a:spcBef>
              <a:tabLst>
                <a:tab pos="3188970" algn="l"/>
              </a:tabLst>
            </a:pPr>
            <a:r>
              <a:rPr sz="4275" spc="2175" baseline="-6822" dirty="0">
                <a:latin typeface="Yu Gothic UI"/>
                <a:cs typeface="Yu Gothic UI"/>
              </a:rPr>
              <a:t>・</a:t>
            </a:r>
            <a:r>
              <a:rPr sz="1800" dirty="0">
                <a:latin typeface="Lucida Sans Unicode"/>
                <a:cs typeface="Lucida Sans Unicode"/>
              </a:rPr>
              <a:t>Two</a:t>
            </a:r>
            <a:r>
              <a:rPr sz="1800" spc="-5" dirty="0">
                <a:latin typeface="Lucida Sans Unicode"/>
                <a:cs typeface="Lucida Sans Unicode"/>
              </a:rPr>
              <a:t> </a:t>
            </a:r>
            <a:r>
              <a:rPr sz="1800" dirty="0">
                <a:latin typeface="Lucida Sans Unicode"/>
                <a:cs typeface="Lucida Sans Unicode"/>
              </a:rPr>
              <a:t>points</a:t>
            </a:r>
            <a:r>
              <a:rPr sz="1800" spc="-5" dirty="0">
                <a:latin typeface="Lucida Sans Unicode"/>
                <a:cs typeface="Lucida Sans Unicode"/>
              </a:rPr>
              <a:t> </a:t>
            </a:r>
            <a:r>
              <a:rPr sz="1800" dirty="0">
                <a:latin typeface="Lucida Sans Unicode"/>
                <a:cs typeface="Lucida Sans Unicode"/>
              </a:rPr>
              <a:t>at least</a:t>
            </a:r>
            <a:r>
              <a:rPr sz="1800" spc="-5" dirty="0">
                <a:latin typeface="Lucida Sans Unicode"/>
                <a:cs typeface="Lucida Sans Unicode"/>
              </a:rPr>
              <a:t> </a:t>
            </a:r>
            <a:r>
              <a:rPr sz="1800" dirty="0">
                <a:latin typeface="Times New Roman"/>
                <a:cs typeface="Times New Roman"/>
              </a:rPr>
              <a:t>2</a:t>
            </a:r>
            <a:r>
              <a:rPr sz="1800" spc="110" dirty="0">
                <a:latin typeface="Times New Roman"/>
                <a:cs typeface="Times New Roman"/>
              </a:rPr>
              <a:t> </a:t>
            </a:r>
            <a:r>
              <a:rPr sz="1800" dirty="0">
                <a:latin typeface="Lucida Sans Unicode"/>
                <a:cs typeface="Lucida Sans Unicode"/>
              </a:rPr>
              <a:t>rows </a:t>
            </a:r>
            <a:r>
              <a:rPr sz="1800" spc="-10" dirty="0">
                <a:latin typeface="Lucida Sans Unicode"/>
                <a:cs typeface="Lucida Sans Unicode"/>
              </a:rPr>
              <a:t>apart </a:t>
            </a:r>
            <a:r>
              <a:rPr sz="1800" dirty="0">
                <a:latin typeface="Lucida Sans Unicode"/>
                <a:cs typeface="Lucida Sans Unicode"/>
              </a:rPr>
              <a:t>have</a:t>
            </a:r>
            <a:r>
              <a:rPr sz="1800" spc="15" dirty="0">
                <a:latin typeface="Lucida Sans Unicode"/>
                <a:cs typeface="Lucida Sans Unicode"/>
              </a:rPr>
              <a:t> </a:t>
            </a:r>
            <a:r>
              <a:rPr sz="1800" dirty="0">
                <a:latin typeface="Lucida Sans Unicode"/>
                <a:cs typeface="Lucida Sans Unicode"/>
              </a:rPr>
              <a:t>distance</a:t>
            </a:r>
            <a:r>
              <a:rPr sz="1800" spc="15" dirty="0">
                <a:latin typeface="Lucida Sans Unicode"/>
                <a:cs typeface="Lucida Sans Unicode"/>
              </a:rPr>
              <a:t> </a:t>
            </a:r>
            <a:r>
              <a:rPr sz="1800" dirty="0">
                <a:latin typeface="Times New Roman"/>
                <a:cs typeface="Times New Roman"/>
              </a:rPr>
              <a:t>≥</a:t>
            </a:r>
            <a:r>
              <a:rPr sz="1800" spc="475" dirty="0">
                <a:latin typeface="Times New Roman"/>
                <a:cs typeface="Times New Roman"/>
              </a:rPr>
              <a:t> </a:t>
            </a:r>
            <a:r>
              <a:rPr sz="1800" dirty="0">
                <a:latin typeface="Times New Roman"/>
                <a:cs typeface="Times New Roman"/>
              </a:rPr>
              <a:t>2</a:t>
            </a:r>
            <a:r>
              <a:rPr sz="1800" spc="10" dirty="0">
                <a:latin typeface="Times New Roman"/>
                <a:cs typeface="Times New Roman"/>
              </a:rPr>
              <a:t> </a:t>
            </a:r>
            <a:r>
              <a:rPr sz="1800" dirty="0">
                <a:latin typeface="Times New Roman"/>
                <a:cs typeface="Times New Roman"/>
              </a:rPr>
              <a:t>(½</a:t>
            </a:r>
            <a:r>
              <a:rPr sz="1800" spc="15" dirty="0">
                <a:latin typeface="Times New Roman"/>
                <a:cs typeface="Times New Roman"/>
              </a:rPr>
              <a:t> </a:t>
            </a:r>
            <a:r>
              <a:rPr sz="1800" spc="-25" dirty="0">
                <a:latin typeface="Times New Roman"/>
                <a:cs typeface="Times New Roman"/>
              </a:rPr>
              <a:t>δ)</a:t>
            </a:r>
            <a:r>
              <a:rPr sz="1800" spc="-25" dirty="0">
                <a:latin typeface="Lucida Sans Unicode"/>
                <a:cs typeface="Lucida Sans Unicode"/>
              </a:rPr>
              <a:t>.</a:t>
            </a:r>
            <a:r>
              <a:rPr sz="1800" dirty="0">
                <a:latin typeface="Lucida Sans Unicode"/>
                <a:cs typeface="Lucida Sans Unicode"/>
              </a:rPr>
              <a:t>	</a:t>
            </a:r>
            <a:r>
              <a:rPr sz="1800" spc="-50" dirty="0">
                <a:latin typeface="Lucida Sans Unicode"/>
                <a:cs typeface="Lucida Sans Unicode"/>
              </a:rPr>
              <a:t>▪</a:t>
            </a:r>
            <a:endParaRPr sz="1800">
              <a:latin typeface="Lucida Sans Unicode"/>
              <a:cs typeface="Lucida Sans Unicode"/>
            </a:endParaRPr>
          </a:p>
        </p:txBody>
      </p:sp>
      <p:sp>
        <p:nvSpPr>
          <p:cNvPr id="7" name="object 7"/>
          <p:cNvSpPr txBox="1"/>
          <p:nvPr/>
        </p:nvSpPr>
        <p:spPr>
          <a:xfrm>
            <a:off x="745267" y="5205625"/>
            <a:ext cx="5406390" cy="300355"/>
          </a:xfrm>
          <a:prstGeom prst="rect">
            <a:avLst/>
          </a:prstGeom>
        </p:spPr>
        <p:txBody>
          <a:bodyPr vert="horz" wrap="square" lIns="0" tIns="12700" rIns="0" bIns="0" rtlCol="0">
            <a:spAutoFit/>
          </a:bodyPr>
          <a:lstStyle/>
          <a:p>
            <a:pPr marL="12700">
              <a:lnSpc>
                <a:spcPct val="100000"/>
              </a:lnSpc>
              <a:spcBef>
                <a:spcPts val="100"/>
              </a:spcBef>
              <a:tabLst>
                <a:tab pos="682625" algn="l"/>
              </a:tabLst>
            </a:pPr>
            <a:r>
              <a:rPr sz="1800" spc="-10" dirty="0">
                <a:solidFill>
                  <a:srgbClr val="0048AA"/>
                </a:solidFill>
                <a:latin typeface="Lucida Sans Unicode"/>
                <a:cs typeface="Lucida Sans Unicode"/>
              </a:rPr>
              <a:t>Fact.</a:t>
            </a:r>
            <a:r>
              <a:rPr sz="1800" dirty="0">
                <a:solidFill>
                  <a:srgbClr val="0048AA"/>
                </a:solidFill>
                <a:latin typeface="Lucida Sans Unicode"/>
                <a:cs typeface="Lucida Sans Unicode"/>
              </a:rPr>
              <a:t>	</a:t>
            </a:r>
            <a:r>
              <a:rPr sz="1800" dirty="0">
                <a:latin typeface="Lucida Sans Unicode"/>
                <a:cs typeface="Lucida Sans Unicode"/>
              </a:rPr>
              <a:t>Claim</a:t>
            </a:r>
            <a:r>
              <a:rPr sz="1800" spc="-5" dirty="0">
                <a:latin typeface="Lucida Sans Unicode"/>
                <a:cs typeface="Lucida Sans Unicode"/>
              </a:rPr>
              <a:t> </a:t>
            </a:r>
            <a:r>
              <a:rPr sz="1800" dirty="0">
                <a:latin typeface="Lucida Sans Unicode"/>
                <a:cs typeface="Lucida Sans Unicode"/>
              </a:rPr>
              <a:t>remains</a:t>
            </a:r>
            <a:r>
              <a:rPr sz="1800" spc="-5" dirty="0">
                <a:latin typeface="Lucida Sans Unicode"/>
                <a:cs typeface="Lucida Sans Unicode"/>
              </a:rPr>
              <a:t> </a:t>
            </a:r>
            <a:r>
              <a:rPr sz="1800" dirty="0">
                <a:latin typeface="Lucida Sans Unicode"/>
                <a:cs typeface="Lucida Sans Unicode"/>
              </a:rPr>
              <a:t>true</a:t>
            </a:r>
            <a:r>
              <a:rPr sz="1800" spc="-5" dirty="0">
                <a:latin typeface="Lucida Sans Unicode"/>
                <a:cs typeface="Lucida Sans Unicode"/>
              </a:rPr>
              <a:t> </a:t>
            </a:r>
            <a:r>
              <a:rPr sz="1800" dirty="0">
                <a:latin typeface="Lucida Sans Unicode"/>
                <a:cs typeface="Lucida Sans Unicode"/>
              </a:rPr>
              <a:t>if</a:t>
            </a:r>
            <a:r>
              <a:rPr sz="1800" spc="-5" dirty="0">
                <a:latin typeface="Lucida Sans Unicode"/>
                <a:cs typeface="Lucida Sans Unicode"/>
              </a:rPr>
              <a:t> </a:t>
            </a:r>
            <a:r>
              <a:rPr sz="1800" spc="55" dirty="0">
                <a:latin typeface="Lucida Sans Unicode"/>
                <a:cs typeface="Lucida Sans Unicode"/>
              </a:rPr>
              <a:t>we</a:t>
            </a:r>
            <a:r>
              <a:rPr sz="1800" spc="-5" dirty="0">
                <a:latin typeface="Lucida Sans Unicode"/>
                <a:cs typeface="Lucida Sans Unicode"/>
              </a:rPr>
              <a:t> </a:t>
            </a:r>
            <a:r>
              <a:rPr sz="1800" dirty="0">
                <a:latin typeface="Lucida Sans Unicode"/>
                <a:cs typeface="Lucida Sans Unicode"/>
              </a:rPr>
              <a:t>replace</a:t>
            </a:r>
            <a:r>
              <a:rPr sz="1800" spc="-5" dirty="0">
                <a:latin typeface="Lucida Sans Unicode"/>
                <a:cs typeface="Lucida Sans Unicode"/>
              </a:rPr>
              <a:t> </a:t>
            </a:r>
            <a:r>
              <a:rPr sz="1800" dirty="0">
                <a:latin typeface="Times New Roman"/>
                <a:cs typeface="Times New Roman"/>
              </a:rPr>
              <a:t>12</a:t>
            </a:r>
            <a:r>
              <a:rPr sz="1800" spc="110" dirty="0">
                <a:latin typeface="Times New Roman"/>
                <a:cs typeface="Times New Roman"/>
              </a:rPr>
              <a:t> </a:t>
            </a:r>
            <a:r>
              <a:rPr sz="1800" dirty="0">
                <a:latin typeface="Lucida Sans Unicode"/>
                <a:cs typeface="Lucida Sans Unicode"/>
              </a:rPr>
              <a:t>with</a:t>
            </a:r>
            <a:r>
              <a:rPr sz="1800" spc="-5" dirty="0">
                <a:latin typeface="Lucida Sans Unicode"/>
                <a:cs typeface="Lucida Sans Unicode"/>
              </a:rPr>
              <a:t> </a:t>
            </a:r>
            <a:r>
              <a:rPr sz="1800" spc="-25" dirty="0">
                <a:latin typeface="Times New Roman"/>
                <a:cs typeface="Times New Roman"/>
              </a:rPr>
              <a:t>7</a:t>
            </a:r>
            <a:r>
              <a:rPr sz="1800" spc="-25" dirty="0">
                <a:latin typeface="Lucida Sans Unicode"/>
                <a:cs typeface="Lucida Sans Unicode"/>
              </a:rPr>
              <a:t>.</a:t>
            </a:r>
            <a:endParaRPr sz="1800">
              <a:latin typeface="Lucida Sans Unicode"/>
              <a:cs typeface="Lucida Sans Unicode"/>
            </a:endParaRPr>
          </a:p>
        </p:txBody>
      </p:sp>
      <p:grpSp>
        <p:nvGrpSpPr>
          <p:cNvPr id="8" name="object 8"/>
          <p:cNvGrpSpPr/>
          <p:nvPr/>
        </p:nvGrpSpPr>
        <p:grpSpPr>
          <a:xfrm>
            <a:off x="6609406" y="3637235"/>
            <a:ext cx="93345" cy="1143000"/>
            <a:chOff x="6609406" y="3637235"/>
            <a:chExt cx="93345" cy="1143000"/>
          </a:xfrm>
        </p:grpSpPr>
        <p:sp>
          <p:nvSpPr>
            <p:cNvPr id="9" name="object 9"/>
            <p:cNvSpPr/>
            <p:nvPr/>
          </p:nvSpPr>
          <p:spPr>
            <a:xfrm>
              <a:off x="6655138" y="3696367"/>
              <a:ext cx="1905" cy="1002030"/>
            </a:xfrm>
            <a:custGeom>
              <a:avLst/>
              <a:gdLst/>
              <a:ahLst/>
              <a:cxnLst/>
              <a:rect l="l" t="t" r="r" b="b"/>
              <a:pathLst>
                <a:path w="1904" h="1002029">
                  <a:moveTo>
                    <a:pt x="0" y="0"/>
                  </a:moveTo>
                  <a:lnTo>
                    <a:pt x="14" y="9537"/>
                  </a:lnTo>
                  <a:lnTo>
                    <a:pt x="1472" y="992101"/>
                  </a:lnTo>
                  <a:lnTo>
                    <a:pt x="1485" y="1001640"/>
                  </a:lnTo>
                </a:path>
              </a:pathLst>
            </a:custGeom>
            <a:ln w="19074">
              <a:solidFill>
                <a:srgbClr val="0048AA"/>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6609406" y="3637235"/>
              <a:ext cx="91558" cy="91626"/>
            </a:xfrm>
            <a:prstGeom prst="rect">
              <a:avLst/>
            </a:prstGeom>
          </p:spPr>
        </p:pic>
        <p:sp>
          <p:nvSpPr>
            <p:cNvPr id="11" name="object 11"/>
            <p:cNvSpPr/>
            <p:nvPr/>
          </p:nvSpPr>
          <p:spPr>
            <a:xfrm>
              <a:off x="6610830" y="4688402"/>
              <a:ext cx="92075" cy="92075"/>
            </a:xfrm>
            <a:custGeom>
              <a:avLst/>
              <a:gdLst/>
              <a:ahLst/>
              <a:cxnLst/>
              <a:rect l="l" t="t" r="r" b="b"/>
              <a:pathLst>
                <a:path w="92075" h="92075">
                  <a:moveTo>
                    <a:pt x="91558" y="0"/>
                  </a:moveTo>
                  <a:lnTo>
                    <a:pt x="0" y="135"/>
                  </a:lnTo>
                  <a:lnTo>
                    <a:pt x="45915" y="91626"/>
                  </a:lnTo>
                  <a:lnTo>
                    <a:pt x="91490" y="135"/>
                  </a:lnTo>
                  <a:lnTo>
                    <a:pt x="91558" y="0"/>
                  </a:lnTo>
                  <a:close/>
                </a:path>
              </a:pathLst>
            </a:custGeom>
            <a:solidFill>
              <a:srgbClr val="0048AA"/>
            </a:solidFill>
          </p:spPr>
          <p:txBody>
            <a:bodyPr wrap="square" lIns="0" tIns="0" rIns="0" bIns="0" rtlCol="0"/>
            <a:lstStyle/>
            <a:p>
              <a:endParaRPr/>
            </a:p>
          </p:txBody>
        </p:sp>
      </p:grpSp>
      <p:grpSp>
        <p:nvGrpSpPr>
          <p:cNvPr id="12" name="object 12"/>
          <p:cNvGrpSpPr/>
          <p:nvPr/>
        </p:nvGrpSpPr>
        <p:grpSpPr>
          <a:xfrm>
            <a:off x="6994158" y="1765785"/>
            <a:ext cx="2279650" cy="5369560"/>
            <a:chOff x="6994158" y="1765785"/>
            <a:chExt cx="2279650" cy="5369560"/>
          </a:xfrm>
        </p:grpSpPr>
        <p:sp>
          <p:nvSpPr>
            <p:cNvPr id="13" name="object 13"/>
            <p:cNvSpPr/>
            <p:nvPr/>
          </p:nvSpPr>
          <p:spPr>
            <a:xfrm>
              <a:off x="6994158" y="1765785"/>
              <a:ext cx="2279650" cy="5369560"/>
            </a:xfrm>
            <a:custGeom>
              <a:avLst/>
              <a:gdLst/>
              <a:ahLst/>
              <a:cxnLst/>
              <a:rect l="l" t="t" r="r" b="b"/>
              <a:pathLst>
                <a:path w="2279650" h="5369559">
                  <a:moveTo>
                    <a:pt x="0" y="0"/>
                  </a:moveTo>
                  <a:lnTo>
                    <a:pt x="2279439" y="0"/>
                  </a:lnTo>
                  <a:lnTo>
                    <a:pt x="2279439" y="5369557"/>
                  </a:lnTo>
                  <a:lnTo>
                    <a:pt x="0" y="5369557"/>
                  </a:lnTo>
                  <a:lnTo>
                    <a:pt x="0" y="0"/>
                  </a:lnTo>
                  <a:close/>
                </a:path>
              </a:pathLst>
            </a:custGeom>
            <a:solidFill>
              <a:srgbClr val="CBCBCB"/>
            </a:solidFill>
          </p:spPr>
          <p:txBody>
            <a:bodyPr wrap="square" lIns="0" tIns="0" rIns="0" bIns="0" rtlCol="0"/>
            <a:lstStyle/>
            <a:p>
              <a:endParaRPr/>
            </a:p>
          </p:txBody>
        </p:sp>
        <p:pic>
          <p:nvPicPr>
            <p:cNvPr id="14" name="object 14"/>
            <p:cNvPicPr/>
            <p:nvPr/>
          </p:nvPicPr>
          <p:blipFill>
            <a:blip r:embed="rId3" cstate="print"/>
            <a:stretch>
              <a:fillRect/>
            </a:stretch>
          </p:blipFill>
          <p:spPr>
            <a:xfrm>
              <a:off x="7075543" y="5018039"/>
              <a:ext cx="247972" cy="247972"/>
            </a:xfrm>
            <a:prstGeom prst="rect">
              <a:avLst/>
            </a:prstGeom>
          </p:spPr>
        </p:pic>
        <p:pic>
          <p:nvPicPr>
            <p:cNvPr id="15" name="object 15"/>
            <p:cNvPicPr/>
            <p:nvPr/>
          </p:nvPicPr>
          <p:blipFill>
            <a:blip r:embed="rId4" cstate="print"/>
            <a:stretch>
              <a:fillRect/>
            </a:stretch>
          </p:blipFill>
          <p:spPr>
            <a:xfrm>
              <a:off x="7238315" y="4455332"/>
              <a:ext cx="247972" cy="247971"/>
            </a:xfrm>
            <a:prstGeom prst="rect">
              <a:avLst/>
            </a:prstGeom>
          </p:spPr>
        </p:pic>
        <p:pic>
          <p:nvPicPr>
            <p:cNvPr id="16" name="object 16"/>
            <p:cNvPicPr/>
            <p:nvPr/>
          </p:nvPicPr>
          <p:blipFill>
            <a:blip r:embed="rId5" cstate="print"/>
            <a:stretch>
              <a:fillRect/>
            </a:stretch>
          </p:blipFill>
          <p:spPr>
            <a:xfrm>
              <a:off x="8377716" y="4293197"/>
              <a:ext cx="247972" cy="247971"/>
            </a:xfrm>
            <a:prstGeom prst="rect">
              <a:avLst/>
            </a:prstGeom>
          </p:spPr>
        </p:pic>
        <p:pic>
          <p:nvPicPr>
            <p:cNvPr id="17" name="object 17"/>
            <p:cNvPicPr/>
            <p:nvPr/>
          </p:nvPicPr>
          <p:blipFill>
            <a:blip r:embed="rId4" cstate="print"/>
            <a:stretch>
              <a:fillRect/>
            </a:stretch>
          </p:blipFill>
          <p:spPr>
            <a:xfrm>
              <a:off x="7319700" y="2910273"/>
              <a:ext cx="247972" cy="247971"/>
            </a:xfrm>
            <a:prstGeom prst="rect">
              <a:avLst/>
            </a:prstGeom>
          </p:spPr>
        </p:pic>
        <p:pic>
          <p:nvPicPr>
            <p:cNvPr id="18" name="object 18"/>
            <p:cNvPicPr/>
            <p:nvPr/>
          </p:nvPicPr>
          <p:blipFill>
            <a:blip r:embed="rId6" cstate="print"/>
            <a:stretch>
              <a:fillRect/>
            </a:stretch>
          </p:blipFill>
          <p:spPr>
            <a:xfrm>
              <a:off x="8784645" y="4941740"/>
              <a:ext cx="247972" cy="247971"/>
            </a:xfrm>
            <a:prstGeom prst="rect">
              <a:avLst/>
            </a:prstGeom>
          </p:spPr>
        </p:pic>
        <p:pic>
          <p:nvPicPr>
            <p:cNvPr id="19" name="object 19"/>
            <p:cNvPicPr/>
            <p:nvPr/>
          </p:nvPicPr>
          <p:blipFill>
            <a:blip r:embed="rId7" cstate="print"/>
            <a:stretch>
              <a:fillRect/>
            </a:stretch>
          </p:blipFill>
          <p:spPr>
            <a:xfrm>
              <a:off x="7401086" y="5752419"/>
              <a:ext cx="247973" cy="247972"/>
            </a:xfrm>
            <a:prstGeom prst="rect">
              <a:avLst/>
            </a:prstGeom>
          </p:spPr>
        </p:pic>
        <p:pic>
          <p:nvPicPr>
            <p:cNvPr id="20" name="object 20"/>
            <p:cNvPicPr/>
            <p:nvPr/>
          </p:nvPicPr>
          <p:blipFill>
            <a:blip r:embed="rId8" cstate="print"/>
            <a:stretch>
              <a:fillRect/>
            </a:stretch>
          </p:blipFill>
          <p:spPr>
            <a:xfrm>
              <a:off x="8540488" y="6000391"/>
              <a:ext cx="247972" cy="247972"/>
            </a:xfrm>
            <a:prstGeom prst="rect">
              <a:avLst/>
            </a:prstGeom>
          </p:spPr>
        </p:pic>
        <p:pic>
          <p:nvPicPr>
            <p:cNvPr id="21" name="object 21"/>
            <p:cNvPicPr/>
            <p:nvPr/>
          </p:nvPicPr>
          <p:blipFill>
            <a:blip r:embed="rId9" cstate="print"/>
            <a:stretch>
              <a:fillRect/>
            </a:stretch>
          </p:blipFill>
          <p:spPr>
            <a:xfrm>
              <a:off x="8359066" y="2500164"/>
              <a:ext cx="247972" cy="247972"/>
            </a:xfrm>
            <a:prstGeom prst="rect">
              <a:avLst/>
            </a:prstGeom>
          </p:spPr>
        </p:pic>
      </p:grpSp>
      <p:sp>
        <p:nvSpPr>
          <p:cNvPr id="22" name="object 22"/>
          <p:cNvSpPr txBox="1"/>
          <p:nvPr/>
        </p:nvSpPr>
        <p:spPr>
          <a:xfrm>
            <a:off x="5958897" y="4080211"/>
            <a:ext cx="529590"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0048AA"/>
                </a:solidFill>
                <a:latin typeface="Lucida Sans Unicode"/>
                <a:cs typeface="Lucida Sans Unicode"/>
              </a:rPr>
              <a:t>2</a:t>
            </a:r>
            <a:r>
              <a:rPr sz="1200" spc="-10" dirty="0">
                <a:solidFill>
                  <a:srgbClr val="0048AA"/>
                </a:solidFill>
                <a:latin typeface="Lucida Sans Unicode"/>
                <a:cs typeface="Lucida Sans Unicode"/>
              </a:rPr>
              <a:t> </a:t>
            </a:r>
            <a:r>
              <a:rPr sz="1200" spc="-20" dirty="0">
                <a:solidFill>
                  <a:srgbClr val="0048AA"/>
                </a:solidFill>
                <a:latin typeface="Lucida Sans Unicode"/>
                <a:cs typeface="Lucida Sans Unicode"/>
              </a:rPr>
              <a:t>rows</a:t>
            </a:r>
            <a:endParaRPr sz="1200">
              <a:latin typeface="Lucida Sans Unicode"/>
              <a:cs typeface="Lucida Sans Unicode"/>
            </a:endParaRPr>
          </a:p>
        </p:txBody>
      </p:sp>
      <p:sp>
        <p:nvSpPr>
          <p:cNvPr id="23" name="object 23"/>
          <p:cNvSpPr txBox="1"/>
          <p:nvPr/>
        </p:nvSpPr>
        <p:spPr>
          <a:xfrm>
            <a:off x="9449886" y="4843203"/>
            <a:ext cx="314325" cy="30035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003F83"/>
                </a:solidFill>
                <a:latin typeface="Times New Roman"/>
                <a:cs typeface="Times New Roman"/>
              </a:rPr>
              <a:t>½</a:t>
            </a:r>
            <a:r>
              <a:rPr sz="1650" spc="40" dirty="0">
                <a:solidFill>
                  <a:srgbClr val="003F83"/>
                </a:solidFill>
                <a:latin typeface="Times New Roman"/>
                <a:cs typeface="Times New Roman"/>
              </a:rPr>
              <a:t>δ</a:t>
            </a:r>
            <a:endParaRPr sz="1650">
              <a:latin typeface="Times New Roman"/>
              <a:cs typeface="Times New Roman"/>
            </a:endParaRPr>
          </a:p>
        </p:txBody>
      </p:sp>
      <p:sp>
        <p:nvSpPr>
          <p:cNvPr id="24" name="object 24"/>
          <p:cNvSpPr txBox="1"/>
          <p:nvPr/>
        </p:nvSpPr>
        <p:spPr>
          <a:xfrm>
            <a:off x="9411737" y="4280497"/>
            <a:ext cx="314325" cy="30035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003F83"/>
                </a:solidFill>
                <a:latin typeface="Times New Roman"/>
                <a:cs typeface="Times New Roman"/>
              </a:rPr>
              <a:t>½</a:t>
            </a:r>
            <a:r>
              <a:rPr sz="1650" spc="40" dirty="0">
                <a:solidFill>
                  <a:srgbClr val="003F83"/>
                </a:solidFill>
                <a:latin typeface="Times New Roman"/>
                <a:cs typeface="Times New Roman"/>
              </a:rPr>
              <a:t>δ</a:t>
            </a:r>
            <a:endParaRPr sz="1650">
              <a:latin typeface="Times New Roman"/>
              <a:cs typeface="Times New Roman"/>
            </a:endParaRPr>
          </a:p>
        </p:txBody>
      </p:sp>
      <p:sp>
        <p:nvSpPr>
          <p:cNvPr id="25" name="object 25"/>
          <p:cNvSpPr txBox="1"/>
          <p:nvPr/>
        </p:nvSpPr>
        <p:spPr>
          <a:xfrm>
            <a:off x="9411737" y="3708253"/>
            <a:ext cx="314325" cy="300355"/>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003F83"/>
                </a:solidFill>
                <a:latin typeface="Times New Roman"/>
                <a:cs typeface="Times New Roman"/>
              </a:rPr>
              <a:t>½</a:t>
            </a:r>
            <a:r>
              <a:rPr sz="1650" spc="40" dirty="0">
                <a:solidFill>
                  <a:srgbClr val="003F83"/>
                </a:solidFill>
                <a:latin typeface="Times New Roman"/>
                <a:cs typeface="Times New Roman"/>
              </a:rPr>
              <a:t>δ</a:t>
            </a:r>
            <a:endParaRPr sz="1650">
              <a:latin typeface="Times New Roman"/>
              <a:cs typeface="Times New Roman"/>
            </a:endParaRPr>
          </a:p>
        </p:txBody>
      </p:sp>
      <p:sp>
        <p:nvSpPr>
          <p:cNvPr id="26" name="object 26"/>
          <p:cNvSpPr txBox="1"/>
          <p:nvPr/>
        </p:nvSpPr>
        <p:spPr>
          <a:xfrm>
            <a:off x="6538489" y="5036918"/>
            <a:ext cx="69850" cy="208915"/>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D3124"/>
                </a:solidFill>
                <a:latin typeface="Lucida Sans Unicode"/>
                <a:cs typeface="Lucida Sans Unicode"/>
              </a:rPr>
              <a:t>i</a:t>
            </a:r>
            <a:endParaRPr sz="1200">
              <a:latin typeface="Lucida Sans Unicode"/>
              <a:cs typeface="Lucida Sans Unicode"/>
            </a:endParaRPr>
          </a:p>
        </p:txBody>
      </p:sp>
      <p:graphicFrame>
        <p:nvGraphicFramePr>
          <p:cNvPr id="27" name="object 27"/>
          <p:cNvGraphicFramePr>
            <a:graphicFrameLocks noGrp="1"/>
          </p:cNvGraphicFramePr>
          <p:nvPr/>
        </p:nvGraphicFramePr>
        <p:xfrm>
          <a:off x="6989389" y="1765785"/>
          <a:ext cx="2278379" cy="5368288"/>
        </p:xfrm>
        <a:graphic>
          <a:graphicData uri="http://schemas.openxmlformats.org/drawingml/2006/table">
            <a:tbl>
              <a:tblPr firstRow="1" bandRow="1">
                <a:tableStyleId>{2D5ABB26-0587-4C30-8999-92F81FD0307C}</a:tableStyleId>
              </a:tblPr>
              <a:tblGrid>
                <a:gridCol w="569595">
                  <a:extLst>
                    <a:ext uri="{9D8B030D-6E8A-4147-A177-3AD203B41FA5}">
                      <a16:colId xmlns:a16="http://schemas.microsoft.com/office/drawing/2014/main" val="20000"/>
                    </a:ext>
                  </a:extLst>
                </a:gridCol>
                <a:gridCol w="569595">
                  <a:extLst>
                    <a:ext uri="{9D8B030D-6E8A-4147-A177-3AD203B41FA5}">
                      <a16:colId xmlns:a16="http://schemas.microsoft.com/office/drawing/2014/main" val="20001"/>
                    </a:ext>
                  </a:extLst>
                </a:gridCol>
                <a:gridCol w="569595">
                  <a:extLst>
                    <a:ext uri="{9D8B030D-6E8A-4147-A177-3AD203B41FA5}">
                      <a16:colId xmlns:a16="http://schemas.microsoft.com/office/drawing/2014/main" val="20002"/>
                    </a:ext>
                  </a:extLst>
                </a:gridCol>
                <a:gridCol w="569594">
                  <a:extLst>
                    <a:ext uri="{9D8B030D-6E8A-4147-A177-3AD203B41FA5}">
                      <a16:colId xmlns:a16="http://schemas.microsoft.com/office/drawing/2014/main" val="20003"/>
                    </a:ext>
                  </a:extLst>
                </a:gridCol>
              </a:tblGrid>
              <a:tr h="1872614">
                <a:tc gridSpan="2">
                  <a:txBody>
                    <a:bodyPr/>
                    <a:lstStyle/>
                    <a:p>
                      <a:pPr marL="417195">
                        <a:lnSpc>
                          <a:spcPct val="100000"/>
                        </a:lnSpc>
                        <a:spcBef>
                          <a:spcPts val="80"/>
                        </a:spcBef>
                      </a:pPr>
                      <a:r>
                        <a:rPr sz="4500" spc="-1805" dirty="0">
                          <a:latin typeface="Lucida Sans Unicode"/>
                          <a:cs typeface="Lucida Sans Unicode"/>
                        </a:rPr>
                        <a:t>⋮</a:t>
                      </a:r>
                      <a:endParaRPr sz="4500">
                        <a:latin typeface="Lucida Sans Unicode"/>
                        <a:cs typeface="Lucida Sans Unicode"/>
                      </a:endParaRPr>
                    </a:p>
                    <a:p>
                      <a:pPr marL="374015">
                        <a:lnSpc>
                          <a:spcPct val="100000"/>
                        </a:lnSpc>
                        <a:spcBef>
                          <a:spcPts val="3754"/>
                        </a:spcBef>
                      </a:pPr>
                      <a:r>
                        <a:rPr sz="1050" spc="-25" dirty="0">
                          <a:solidFill>
                            <a:srgbClr val="FFFFFF"/>
                          </a:solidFill>
                          <a:latin typeface="Lucida Sans Unicode"/>
                          <a:cs typeface="Lucida Sans Unicode"/>
                        </a:rPr>
                        <a:t>31</a:t>
                      </a:r>
                      <a:endParaRPr sz="1050">
                        <a:latin typeface="Lucida Sans Unicode"/>
                        <a:cs typeface="Lucida Sans Unicode"/>
                      </a:endParaRPr>
                    </a:p>
                  </a:txBody>
                  <a:tcPr marL="0" marR="0" marT="10160" marB="0">
                    <a:lnL w="12700">
                      <a:solidFill>
                        <a:srgbClr val="000000"/>
                      </a:solidFill>
                      <a:prstDash val="sysDot"/>
                    </a:lnL>
                    <a:lnR w="28575">
                      <a:solidFill>
                        <a:srgbClr val="000000"/>
                      </a:solidFill>
                      <a:prstDash val="solid"/>
                    </a:lnR>
                    <a:lnB w="12700">
                      <a:solidFill>
                        <a:srgbClr val="000000"/>
                      </a:solidFill>
                      <a:prstDash val="dash"/>
                    </a:lnB>
                  </a:tcPr>
                </a:tc>
                <a:tc hMerge="1">
                  <a:txBody>
                    <a:bodyPr/>
                    <a:lstStyle/>
                    <a:p>
                      <a:endParaRPr/>
                    </a:p>
                  </a:txBody>
                  <a:tcPr marL="0" marR="0" marT="0" marB="0"/>
                </a:tc>
                <a:tc gridSpan="2">
                  <a:txBody>
                    <a:bodyPr/>
                    <a:lstStyle/>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spcBef>
                          <a:spcPts val="1045"/>
                        </a:spcBef>
                      </a:pPr>
                      <a:endParaRPr sz="1050">
                        <a:latin typeface="Times New Roman"/>
                        <a:cs typeface="Times New Roman"/>
                      </a:endParaRPr>
                    </a:p>
                    <a:p>
                      <a:pPr marL="264160">
                        <a:lnSpc>
                          <a:spcPct val="100000"/>
                        </a:lnSpc>
                        <a:tabLst>
                          <a:tab pos="935355" algn="l"/>
                        </a:tabLst>
                      </a:pPr>
                      <a:r>
                        <a:rPr sz="1050" spc="-25" dirty="0">
                          <a:solidFill>
                            <a:srgbClr val="FFFFFF"/>
                          </a:solidFill>
                          <a:latin typeface="Lucida Sans Unicode"/>
                          <a:cs typeface="Lucida Sans Unicode"/>
                        </a:rPr>
                        <a:t>39</a:t>
                      </a:r>
                      <a:r>
                        <a:rPr sz="1050" dirty="0">
                          <a:solidFill>
                            <a:srgbClr val="FFFFFF"/>
                          </a:solidFill>
                          <a:latin typeface="Lucida Sans Unicode"/>
                          <a:cs typeface="Lucida Sans Unicode"/>
                        </a:rPr>
                        <a:t>	</a:t>
                      </a:r>
                      <a:r>
                        <a:rPr sz="1200" spc="-50" dirty="0">
                          <a:solidFill>
                            <a:srgbClr val="8D3124"/>
                          </a:solidFill>
                          <a:latin typeface="Lucida Sans Unicode"/>
                          <a:cs typeface="Lucida Sans Unicode"/>
                        </a:rPr>
                        <a:t>j</a:t>
                      </a:r>
                      <a:endParaRPr sz="1200">
                        <a:latin typeface="Lucida Sans Unicode"/>
                        <a:cs typeface="Lucida Sans Unicode"/>
                      </a:endParaRPr>
                    </a:p>
                  </a:txBody>
                  <a:tcPr marL="0" marR="0" marT="0" marB="0">
                    <a:lnL w="28575">
                      <a:solidFill>
                        <a:srgbClr val="000000"/>
                      </a:solidFill>
                      <a:prstDash val="solid"/>
                    </a:lnL>
                    <a:lnR w="12700">
                      <a:solidFill>
                        <a:srgbClr val="000000"/>
                      </a:solidFill>
                      <a:prstDash val="sysDot"/>
                    </a:lnR>
                    <a:lnB w="12700">
                      <a:solidFill>
                        <a:srgbClr val="000000"/>
                      </a:solidFill>
                      <a:prstDash val="dash"/>
                    </a:lnB>
                  </a:tcPr>
                </a:tc>
                <a:tc hMerge="1">
                  <a:txBody>
                    <a:bodyPr/>
                    <a:lstStyle/>
                    <a:p>
                      <a:endParaRPr/>
                    </a:p>
                  </a:txBody>
                  <a:tcPr marL="0" marR="0" marT="0" marB="0"/>
                </a:tc>
                <a:extLst>
                  <a:ext uri="{0D108BD9-81ED-4DB2-BD59-A6C34878D82A}">
                    <a16:rowId xmlns:a16="http://schemas.microsoft.com/office/drawing/2014/main" val="10000"/>
                  </a:ext>
                </a:extLst>
              </a:tr>
              <a:tr h="569595">
                <a:tc>
                  <a:txBody>
                    <a:bodyPr/>
                    <a:lstStyle/>
                    <a:p>
                      <a:pPr>
                        <a:lnSpc>
                          <a:spcPct val="100000"/>
                        </a:lnSpc>
                      </a:pPr>
                      <a:endParaRPr sz="1700">
                        <a:latin typeface="Times New Roman"/>
                        <a:cs typeface="Times New Roman"/>
                      </a:endParaRPr>
                    </a:p>
                  </a:txBody>
                  <a:tcPr marL="0" marR="0" marT="0" marB="0">
                    <a:lnL w="12700">
                      <a:solidFill>
                        <a:srgbClr val="000000"/>
                      </a:solidFill>
                      <a:prstDash val="sysDot"/>
                    </a:lnL>
                    <a:lnR w="12700">
                      <a:solidFill>
                        <a:srgbClr val="000000"/>
                      </a:solidFill>
                      <a:prstDash val="dash"/>
                    </a:lnR>
                    <a:lnT w="12700">
                      <a:solidFill>
                        <a:srgbClr val="000000"/>
                      </a:solidFill>
                      <a:prstDash val="dash"/>
                    </a:lnT>
                    <a:lnB w="12700">
                      <a:solidFill>
                        <a:srgbClr val="000000"/>
                      </a:solidFill>
                      <a:prstDash val="dash"/>
                    </a:lnB>
                    <a:solidFill>
                      <a:srgbClr val="CBCBCB"/>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dash"/>
                    </a:lnL>
                    <a:lnR w="28575">
                      <a:solidFill>
                        <a:srgbClr val="000000"/>
                      </a:solidFill>
                      <a:prstDash val="solid"/>
                    </a:lnR>
                    <a:lnT w="12700">
                      <a:solidFill>
                        <a:srgbClr val="000000"/>
                      </a:solidFill>
                      <a:prstDash val="dash"/>
                    </a:lnT>
                    <a:lnB w="12700">
                      <a:solidFill>
                        <a:srgbClr val="000000"/>
                      </a:solidFill>
                      <a:prstDash val="dash"/>
                    </a:lnB>
                    <a:solidFill>
                      <a:srgbClr val="CBCBCB"/>
                    </a:solidFill>
                  </a:tcPr>
                </a:tc>
                <a:tc>
                  <a:txBody>
                    <a:bodyPr/>
                    <a:lstStyle/>
                    <a:p>
                      <a:pPr>
                        <a:lnSpc>
                          <a:spcPct val="100000"/>
                        </a:lnSpc>
                      </a:pPr>
                      <a:endParaRPr sz="1700">
                        <a:latin typeface="Times New Roman"/>
                        <a:cs typeface="Times New Roman"/>
                      </a:endParaRPr>
                    </a:p>
                  </a:txBody>
                  <a:tcPr marL="0" marR="0" marT="0" marB="0">
                    <a:lnL w="28575">
                      <a:solidFill>
                        <a:srgbClr val="000000"/>
                      </a:solidFill>
                      <a:prstDash val="solid"/>
                    </a:lnL>
                    <a:lnR w="12700">
                      <a:solidFill>
                        <a:srgbClr val="000000"/>
                      </a:solidFill>
                      <a:prstDash val="dash"/>
                    </a:lnR>
                    <a:lnT w="12700">
                      <a:solidFill>
                        <a:srgbClr val="000000"/>
                      </a:solidFill>
                      <a:prstDash val="dash"/>
                    </a:lnT>
                    <a:lnB w="12700">
                      <a:solidFill>
                        <a:srgbClr val="000000"/>
                      </a:solidFill>
                      <a:prstDash val="dash"/>
                    </a:lnB>
                    <a:solidFill>
                      <a:srgbClr val="CBCBCB"/>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dash"/>
                    </a:lnL>
                    <a:lnR w="12700">
                      <a:solidFill>
                        <a:srgbClr val="000000"/>
                      </a:solidFill>
                      <a:prstDash val="sysDot"/>
                    </a:lnR>
                    <a:lnT w="12700">
                      <a:solidFill>
                        <a:srgbClr val="000000"/>
                      </a:solidFill>
                      <a:prstDash val="dash"/>
                    </a:lnT>
                    <a:lnB w="12700">
                      <a:solidFill>
                        <a:srgbClr val="000000"/>
                      </a:solidFill>
                      <a:prstDash val="dash"/>
                    </a:lnB>
                    <a:solidFill>
                      <a:srgbClr val="CBCBCB"/>
                    </a:solidFill>
                  </a:tcPr>
                </a:tc>
                <a:extLst>
                  <a:ext uri="{0D108BD9-81ED-4DB2-BD59-A6C34878D82A}">
                    <a16:rowId xmlns:a16="http://schemas.microsoft.com/office/drawing/2014/main" val="10001"/>
                  </a:ext>
                </a:extLst>
              </a:tr>
              <a:tr h="569595">
                <a:tc>
                  <a:txBody>
                    <a:bodyPr/>
                    <a:lstStyle/>
                    <a:p>
                      <a:pPr>
                        <a:lnSpc>
                          <a:spcPct val="100000"/>
                        </a:lnSpc>
                        <a:spcBef>
                          <a:spcPts val="960"/>
                        </a:spcBef>
                      </a:pPr>
                      <a:endParaRPr sz="1050">
                        <a:latin typeface="Times New Roman"/>
                        <a:cs typeface="Times New Roman"/>
                      </a:endParaRPr>
                    </a:p>
                    <a:p>
                      <a:pPr marL="292735">
                        <a:lnSpc>
                          <a:spcPct val="100000"/>
                        </a:lnSpc>
                      </a:pPr>
                      <a:r>
                        <a:rPr sz="1050" spc="-25" dirty="0">
                          <a:solidFill>
                            <a:srgbClr val="FFFFFF"/>
                          </a:solidFill>
                          <a:latin typeface="Lucida Sans Unicode"/>
                          <a:cs typeface="Lucida Sans Unicode"/>
                        </a:rPr>
                        <a:t>29</a:t>
                      </a:r>
                      <a:endParaRPr sz="1050">
                        <a:latin typeface="Lucida Sans Unicode"/>
                        <a:cs typeface="Lucida Sans Unicode"/>
                      </a:endParaRPr>
                    </a:p>
                  </a:txBody>
                  <a:tcPr marL="0" marR="0" marT="121920" marB="0">
                    <a:lnL w="12700">
                      <a:solidFill>
                        <a:srgbClr val="000000"/>
                      </a:solidFill>
                      <a:prstDash val="sysDot"/>
                    </a:lnL>
                    <a:lnR w="12700">
                      <a:solidFill>
                        <a:srgbClr val="000000"/>
                      </a:solidFill>
                      <a:prstDash val="dash"/>
                    </a:lnR>
                    <a:lnT w="12700">
                      <a:solidFill>
                        <a:srgbClr val="000000"/>
                      </a:solidFill>
                      <a:prstDash val="dash"/>
                    </a:lnT>
                    <a:lnB w="12700">
                      <a:solidFill>
                        <a:srgbClr val="000000"/>
                      </a:solidFill>
                      <a:prstDash val="dash"/>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dash"/>
                    </a:lnL>
                    <a:lnR w="28575">
                      <a:solidFill>
                        <a:srgbClr val="000000"/>
                      </a:solidFill>
                      <a:prstDash val="solid"/>
                    </a:lnR>
                    <a:lnT w="12700">
                      <a:solidFill>
                        <a:srgbClr val="000000"/>
                      </a:solidFill>
                      <a:prstDash val="dash"/>
                    </a:lnT>
                    <a:lnB w="12700">
                      <a:solidFill>
                        <a:srgbClr val="000000"/>
                      </a:solidFill>
                      <a:prstDash val="dash"/>
                    </a:lnB>
                    <a:solidFill>
                      <a:srgbClr val="CBCBCB"/>
                    </a:solidFill>
                  </a:tcPr>
                </a:tc>
                <a:tc>
                  <a:txBody>
                    <a:bodyPr/>
                    <a:lstStyle/>
                    <a:p>
                      <a:pPr marL="283210">
                        <a:lnSpc>
                          <a:spcPct val="100000"/>
                        </a:lnSpc>
                        <a:spcBef>
                          <a:spcPts val="965"/>
                        </a:spcBef>
                      </a:pPr>
                      <a:r>
                        <a:rPr sz="1050" spc="-25" dirty="0">
                          <a:solidFill>
                            <a:srgbClr val="FFFFFF"/>
                          </a:solidFill>
                          <a:latin typeface="Lucida Sans Unicode"/>
                          <a:cs typeface="Lucida Sans Unicode"/>
                        </a:rPr>
                        <a:t>30</a:t>
                      </a:r>
                      <a:endParaRPr sz="1050">
                        <a:latin typeface="Lucida Sans Unicode"/>
                        <a:cs typeface="Lucida Sans Unicode"/>
                      </a:endParaRPr>
                    </a:p>
                  </a:txBody>
                  <a:tcPr marL="0" marR="0" marT="122555" marB="0">
                    <a:lnL w="28575">
                      <a:solidFill>
                        <a:srgbClr val="000000"/>
                      </a:solidFill>
                      <a:prstDash val="solid"/>
                    </a:lnL>
                    <a:lnR w="12700">
                      <a:solidFill>
                        <a:srgbClr val="000000"/>
                      </a:solidFill>
                      <a:prstDash val="dash"/>
                    </a:lnR>
                    <a:lnT w="12700">
                      <a:solidFill>
                        <a:srgbClr val="000000"/>
                      </a:solidFill>
                      <a:prstDash val="dash"/>
                    </a:lnT>
                    <a:lnB w="12700">
                      <a:solidFill>
                        <a:srgbClr val="000000"/>
                      </a:solidFill>
                      <a:prstDash val="dash"/>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dash"/>
                    </a:lnL>
                    <a:lnR w="12700">
                      <a:solidFill>
                        <a:srgbClr val="000000"/>
                      </a:solidFill>
                      <a:prstDash val="sysDot"/>
                    </a:lnR>
                    <a:lnT w="12700">
                      <a:solidFill>
                        <a:srgbClr val="000000"/>
                      </a:solidFill>
                      <a:prstDash val="dash"/>
                    </a:lnT>
                    <a:lnB w="12700">
                      <a:solidFill>
                        <a:srgbClr val="000000"/>
                      </a:solidFill>
                      <a:prstDash val="dash"/>
                    </a:lnB>
                    <a:solidFill>
                      <a:srgbClr val="CBCBCB"/>
                    </a:solidFill>
                  </a:tcPr>
                </a:tc>
                <a:extLst>
                  <a:ext uri="{0D108BD9-81ED-4DB2-BD59-A6C34878D82A}">
                    <a16:rowId xmlns:a16="http://schemas.microsoft.com/office/drawing/2014/main" val="10002"/>
                  </a:ext>
                </a:extLst>
              </a:tr>
              <a:tr h="569595">
                <a:tc>
                  <a:txBody>
                    <a:bodyPr/>
                    <a:lstStyle/>
                    <a:p>
                      <a:pPr>
                        <a:lnSpc>
                          <a:spcPct val="100000"/>
                        </a:lnSpc>
                        <a:spcBef>
                          <a:spcPts val="905"/>
                        </a:spcBef>
                      </a:pPr>
                      <a:endParaRPr sz="1050">
                        <a:latin typeface="Times New Roman"/>
                        <a:cs typeface="Times New Roman"/>
                      </a:endParaRPr>
                    </a:p>
                    <a:p>
                      <a:pPr marL="130175">
                        <a:lnSpc>
                          <a:spcPct val="100000"/>
                        </a:lnSpc>
                      </a:pPr>
                      <a:r>
                        <a:rPr sz="1050" spc="-25" dirty="0">
                          <a:solidFill>
                            <a:srgbClr val="FFFFFF"/>
                          </a:solidFill>
                          <a:latin typeface="Lucida Sans Unicode"/>
                          <a:cs typeface="Lucida Sans Unicode"/>
                        </a:rPr>
                        <a:t>27</a:t>
                      </a:r>
                      <a:endParaRPr sz="1050">
                        <a:latin typeface="Lucida Sans Unicode"/>
                        <a:cs typeface="Lucida Sans Unicode"/>
                      </a:endParaRPr>
                    </a:p>
                  </a:txBody>
                  <a:tcPr marL="0" marR="0" marT="114935" marB="0">
                    <a:lnL w="12700">
                      <a:solidFill>
                        <a:srgbClr val="000000"/>
                      </a:solidFill>
                      <a:prstDash val="sysDot"/>
                    </a:lnL>
                    <a:lnR w="12700">
                      <a:solidFill>
                        <a:srgbClr val="000000"/>
                      </a:solidFill>
                      <a:prstDash val="dash"/>
                    </a:lnR>
                    <a:lnT w="12700">
                      <a:solidFill>
                        <a:srgbClr val="000000"/>
                      </a:solidFill>
                      <a:prstDash val="dash"/>
                    </a:lnT>
                    <a:lnB w="12700">
                      <a:solidFill>
                        <a:srgbClr val="000000"/>
                      </a:solidFill>
                      <a:prstDash val="dash"/>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dash"/>
                    </a:lnL>
                    <a:lnR w="28575">
                      <a:solidFill>
                        <a:srgbClr val="000000"/>
                      </a:solidFill>
                      <a:prstDash val="solid"/>
                    </a:lnR>
                    <a:lnT w="12700">
                      <a:solidFill>
                        <a:srgbClr val="000000"/>
                      </a:solidFill>
                      <a:prstDash val="dash"/>
                    </a:lnT>
                    <a:lnB w="12700">
                      <a:solidFill>
                        <a:srgbClr val="000000"/>
                      </a:solidFill>
                      <a:prstDash val="dash"/>
                    </a:lnB>
                    <a:solidFill>
                      <a:srgbClr val="CBCBCB"/>
                    </a:solidFill>
                  </a:tcPr>
                </a:tc>
                <a:tc>
                  <a:txBody>
                    <a:bodyPr/>
                    <a:lstStyle/>
                    <a:p>
                      <a:pPr>
                        <a:lnSpc>
                          <a:spcPct val="100000"/>
                        </a:lnSpc>
                      </a:pPr>
                      <a:endParaRPr sz="1700">
                        <a:latin typeface="Times New Roman"/>
                        <a:cs typeface="Times New Roman"/>
                      </a:endParaRPr>
                    </a:p>
                  </a:txBody>
                  <a:tcPr marL="0" marR="0" marT="0" marB="0">
                    <a:lnL w="28575">
                      <a:solidFill>
                        <a:srgbClr val="000000"/>
                      </a:solidFill>
                      <a:prstDash val="solid"/>
                    </a:lnL>
                    <a:lnR w="12700">
                      <a:solidFill>
                        <a:srgbClr val="000000"/>
                      </a:solidFill>
                      <a:prstDash val="dash"/>
                    </a:lnR>
                    <a:lnT w="12700">
                      <a:solidFill>
                        <a:srgbClr val="000000"/>
                      </a:solidFill>
                      <a:prstDash val="dash"/>
                    </a:lnT>
                    <a:lnB w="12700">
                      <a:solidFill>
                        <a:srgbClr val="000000"/>
                      </a:solidFill>
                      <a:prstDash val="dash"/>
                    </a:lnB>
                    <a:solidFill>
                      <a:srgbClr val="CBCBCB"/>
                    </a:solidFill>
                  </a:tcPr>
                </a:tc>
                <a:tc>
                  <a:txBody>
                    <a:bodyPr/>
                    <a:lstStyle/>
                    <a:p>
                      <a:pPr>
                        <a:lnSpc>
                          <a:spcPct val="100000"/>
                        </a:lnSpc>
                        <a:spcBef>
                          <a:spcPts val="305"/>
                        </a:spcBef>
                      </a:pPr>
                      <a:endParaRPr sz="1050">
                        <a:latin typeface="Times New Roman"/>
                        <a:cs typeface="Times New Roman"/>
                      </a:endParaRPr>
                    </a:p>
                    <a:p>
                      <a:pPr marL="130175">
                        <a:lnSpc>
                          <a:spcPct val="100000"/>
                        </a:lnSpc>
                      </a:pPr>
                      <a:r>
                        <a:rPr sz="1050" spc="-25" dirty="0">
                          <a:solidFill>
                            <a:srgbClr val="FFFFFF"/>
                          </a:solidFill>
                          <a:latin typeface="Lucida Sans Unicode"/>
                          <a:cs typeface="Lucida Sans Unicode"/>
                        </a:rPr>
                        <a:t>28</a:t>
                      </a:r>
                      <a:endParaRPr sz="1050">
                        <a:latin typeface="Lucida Sans Unicode"/>
                        <a:cs typeface="Lucida Sans Unicode"/>
                      </a:endParaRPr>
                    </a:p>
                  </a:txBody>
                  <a:tcPr marL="0" marR="0" marT="38735" marB="0">
                    <a:lnL w="12700">
                      <a:solidFill>
                        <a:srgbClr val="000000"/>
                      </a:solidFill>
                      <a:prstDash val="dash"/>
                    </a:lnL>
                    <a:lnR w="12700">
                      <a:solidFill>
                        <a:srgbClr val="000000"/>
                      </a:solidFill>
                      <a:prstDash val="sysDot"/>
                    </a:lnR>
                    <a:lnT w="12700">
                      <a:solidFill>
                        <a:srgbClr val="000000"/>
                      </a:solidFill>
                      <a:prstDash val="dash"/>
                    </a:lnT>
                    <a:lnB w="12700">
                      <a:solidFill>
                        <a:srgbClr val="000000"/>
                      </a:solidFill>
                      <a:prstDash val="dash"/>
                    </a:lnB>
                  </a:tcPr>
                </a:tc>
                <a:extLst>
                  <a:ext uri="{0D108BD9-81ED-4DB2-BD59-A6C34878D82A}">
                    <a16:rowId xmlns:a16="http://schemas.microsoft.com/office/drawing/2014/main" val="10003"/>
                  </a:ext>
                </a:extLst>
              </a:tr>
              <a:tr h="1786889">
                <a:tc gridSpan="2">
                  <a:txBody>
                    <a:bodyPr/>
                    <a:lstStyle/>
                    <a:p>
                      <a:pPr>
                        <a:lnSpc>
                          <a:spcPct val="100000"/>
                        </a:lnSpc>
                      </a:pPr>
                      <a:endParaRPr sz="1050">
                        <a:latin typeface="Times New Roman"/>
                        <a:cs typeface="Times New Roman"/>
                      </a:endParaRPr>
                    </a:p>
                    <a:p>
                      <a:pPr>
                        <a:lnSpc>
                          <a:spcPct val="100000"/>
                        </a:lnSpc>
                        <a:spcBef>
                          <a:spcPts val="994"/>
                        </a:spcBef>
                      </a:pPr>
                      <a:endParaRPr sz="1050">
                        <a:latin typeface="Times New Roman"/>
                        <a:cs typeface="Times New Roman"/>
                      </a:endParaRPr>
                    </a:p>
                    <a:p>
                      <a:pPr marR="50800" algn="ctr">
                        <a:lnSpc>
                          <a:spcPct val="100000"/>
                        </a:lnSpc>
                      </a:pPr>
                      <a:r>
                        <a:rPr sz="1050" spc="-25" dirty="0">
                          <a:solidFill>
                            <a:srgbClr val="FFFFFF"/>
                          </a:solidFill>
                          <a:latin typeface="Lucida Sans Unicode"/>
                          <a:cs typeface="Lucida Sans Unicode"/>
                        </a:rPr>
                        <a:t>26</a:t>
                      </a:r>
                      <a:endParaRPr sz="1050">
                        <a:latin typeface="Lucida Sans Unicode"/>
                        <a:cs typeface="Lucida Sans Unicode"/>
                      </a:endParaRPr>
                    </a:p>
                    <a:p>
                      <a:pPr>
                        <a:lnSpc>
                          <a:spcPct val="100000"/>
                        </a:lnSpc>
                      </a:pPr>
                      <a:endParaRPr sz="1050">
                        <a:latin typeface="Times New Roman"/>
                        <a:cs typeface="Times New Roman"/>
                      </a:endParaRPr>
                    </a:p>
                    <a:p>
                      <a:pPr>
                        <a:lnSpc>
                          <a:spcPct val="100000"/>
                        </a:lnSpc>
                        <a:spcBef>
                          <a:spcPts val="685"/>
                        </a:spcBef>
                      </a:pPr>
                      <a:endParaRPr sz="1050">
                        <a:latin typeface="Times New Roman"/>
                        <a:cs typeface="Times New Roman"/>
                      </a:endParaRPr>
                    </a:p>
                    <a:p>
                      <a:pPr marR="8890" algn="ctr">
                        <a:lnSpc>
                          <a:spcPct val="100000"/>
                        </a:lnSpc>
                      </a:pPr>
                      <a:r>
                        <a:rPr sz="4500" spc="-1805" dirty="0">
                          <a:latin typeface="Lucida Sans Unicode"/>
                          <a:cs typeface="Lucida Sans Unicode"/>
                        </a:rPr>
                        <a:t>⋮</a:t>
                      </a:r>
                      <a:endParaRPr sz="4500">
                        <a:latin typeface="Lucida Sans Unicode"/>
                        <a:cs typeface="Lucida Sans Unicode"/>
                      </a:endParaRPr>
                    </a:p>
                  </a:txBody>
                  <a:tcPr marL="0" marR="0" marT="0" marB="0">
                    <a:lnL w="12700">
                      <a:solidFill>
                        <a:srgbClr val="000000"/>
                      </a:solidFill>
                      <a:prstDash val="sysDot"/>
                    </a:lnL>
                    <a:lnR w="28575">
                      <a:solidFill>
                        <a:srgbClr val="000000"/>
                      </a:solidFill>
                      <a:prstDash val="solid"/>
                    </a:lnR>
                    <a:lnT w="12700">
                      <a:solidFill>
                        <a:srgbClr val="000000"/>
                      </a:solidFill>
                      <a:prstDash val="dash"/>
                    </a:lnT>
                  </a:tcPr>
                </a:tc>
                <a:tc hMerge="1">
                  <a:txBody>
                    <a:bodyPr/>
                    <a:lstStyle/>
                    <a:p>
                      <a:endParaRPr/>
                    </a:p>
                  </a:txBody>
                  <a:tcPr marL="0" marR="0" marT="0" marB="0"/>
                </a:tc>
                <a:tc gridSpan="2">
                  <a:txBody>
                    <a:bodyPr/>
                    <a:lstStyle/>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pPr>
                      <a:endParaRPr sz="1050">
                        <a:latin typeface="Times New Roman"/>
                        <a:cs typeface="Times New Roman"/>
                      </a:endParaRPr>
                    </a:p>
                    <a:p>
                      <a:pPr>
                        <a:lnSpc>
                          <a:spcPct val="100000"/>
                        </a:lnSpc>
                        <a:spcBef>
                          <a:spcPts val="605"/>
                        </a:spcBef>
                      </a:pPr>
                      <a:endParaRPr sz="1050">
                        <a:latin typeface="Times New Roman"/>
                        <a:cs typeface="Times New Roman"/>
                      </a:endParaRPr>
                    </a:p>
                    <a:p>
                      <a:pPr marR="50800" algn="ctr">
                        <a:lnSpc>
                          <a:spcPct val="100000"/>
                        </a:lnSpc>
                      </a:pPr>
                      <a:r>
                        <a:rPr sz="1050" spc="-25" dirty="0">
                          <a:solidFill>
                            <a:srgbClr val="FFFFFF"/>
                          </a:solidFill>
                          <a:latin typeface="Lucida Sans Unicode"/>
                          <a:cs typeface="Lucida Sans Unicode"/>
                        </a:rPr>
                        <a:t>25</a:t>
                      </a:r>
                      <a:endParaRPr sz="1050">
                        <a:latin typeface="Lucida Sans Unicode"/>
                        <a:cs typeface="Lucida Sans Unicode"/>
                      </a:endParaRPr>
                    </a:p>
                  </a:txBody>
                  <a:tcPr marL="0" marR="0" marT="0" marB="0">
                    <a:lnL w="28575">
                      <a:solidFill>
                        <a:srgbClr val="000000"/>
                      </a:solidFill>
                      <a:prstDash val="solid"/>
                    </a:lnL>
                    <a:lnR w="12700">
                      <a:solidFill>
                        <a:srgbClr val="000000"/>
                      </a:solidFill>
                      <a:prstDash val="sysDot"/>
                    </a:lnR>
                    <a:lnT w="12700">
                      <a:solidFill>
                        <a:srgbClr val="000000"/>
                      </a:solidFill>
                      <a:prstDash val="dash"/>
                    </a:lnT>
                  </a:tcPr>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grpSp>
        <p:nvGrpSpPr>
          <p:cNvPr id="28" name="object 28"/>
          <p:cNvGrpSpPr/>
          <p:nvPr/>
        </p:nvGrpSpPr>
        <p:grpSpPr>
          <a:xfrm>
            <a:off x="6707686" y="5104625"/>
            <a:ext cx="240029" cy="92075"/>
            <a:chOff x="6707686" y="5104625"/>
            <a:chExt cx="240029" cy="92075"/>
          </a:xfrm>
        </p:grpSpPr>
        <p:sp>
          <p:nvSpPr>
            <p:cNvPr id="29" name="object 29"/>
            <p:cNvSpPr/>
            <p:nvPr/>
          </p:nvSpPr>
          <p:spPr>
            <a:xfrm>
              <a:off x="6707686" y="5150405"/>
              <a:ext cx="180975" cy="0"/>
            </a:xfrm>
            <a:custGeom>
              <a:avLst/>
              <a:gdLst/>
              <a:ahLst/>
              <a:cxnLst/>
              <a:rect l="l" t="t" r="r" b="b"/>
              <a:pathLst>
                <a:path w="180975">
                  <a:moveTo>
                    <a:pt x="180877" y="0"/>
                  </a:moveTo>
                  <a:lnTo>
                    <a:pt x="171340" y="0"/>
                  </a:lnTo>
                  <a:lnTo>
                    <a:pt x="0" y="0"/>
                  </a:lnTo>
                </a:path>
              </a:pathLst>
            </a:custGeom>
            <a:ln w="19074">
              <a:solidFill>
                <a:srgbClr val="8D3124"/>
              </a:solidFill>
            </a:ln>
          </p:spPr>
          <p:txBody>
            <a:bodyPr wrap="square" lIns="0" tIns="0" rIns="0" bIns="0" rtlCol="0"/>
            <a:lstStyle/>
            <a:p>
              <a:endParaRPr/>
            </a:p>
          </p:txBody>
        </p:sp>
        <p:sp>
          <p:nvSpPr>
            <p:cNvPr id="30" name="object 30"/>
            <p:cNvSpPr/>
            <p:nvPr/>
          </p:nvSpPr>
          <p:spPr>
            <a:xfrm>
              <a:off x="6856136" y="5104625"/>
              <a:ext cx="92075" cy="92075"/>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8D3124"/>
            </a:solidFill>
          </p:spPr>
          <p:txBody>
            <a:bodyPr wrap="square" lIns="0" tIns="0" rIns="0" bIns="0" rtlCol="0"/>
            <a:lstStyle/>
            <a:p>
              <a:endParaRPr/>
            </a:p>
          </p:txBody>
        </p:sp>
      </p:grpSp>
      <p:grpSp>
        <p:nvGrpSpPr>
          <p:cNvPr id="31" name="object 31"/>
          <p:cNvGrpSpPr/>
          <p:nvPr/>
        </p:nvGrpSpPr>
        <p:grpSpPr>
          <a:xfrm>
            <a:off x="8704963" y="2577510"/>
            <a:ext cx="269240" cy="92075"/>
            <a:chOff x="8704963" y="2577510"/>
            <a:chExt cx="269240" cy="92075"/>
          </a:xfrm>
        </p:grpSpPr>
        <p:sp>
          <p:nvSpPr>
            <p:cNvPr id="32" name="object 32"/>
            <p:cNvSpPr/>
            <p:nvPr/>
          </p:nvSpPr>
          <p:spPr>
            <a:xfrm>
              <a:off x="8764095" y="2623290"/>
              <a:ext cx="209550" cy="0"/>
            </a:xfrm>
            <a:custGeom>
              <a:avLst/>
              <a:gdLst/>
              <a:ahLst/>
              <a:cxnLst/>
              <a:rect l="l" t="t" r="r" b="b"/>
              <a:pathLst>
                <a:path w="209550">
                  <a:moveTo>
                    <a:pt x="0" y="0"/>
                  </a:moveTo>
                  <a:lnTo>
                    <a:pt x="9537" y="0"/>
                  </a:lnTo>
                  <a:lnTo>
                    <a:pt x="209523" y="1"/>
                  </a:lnTo>
                </a:path>
              </a:pathLst>
            </a:custGeom>
            <a:ln w="19074">
              <a:solidFill>
                <a:srgbClr val="8D3124"/>
              </a:solidFill>
            </a:ln>
          </p:spPr>
          <p:txBody>
            <a:bodyPr wrap="square" lIns="0" tIns="0" rIns="0" bIns="0" rtlCol="0"/>
            <a:lstStyle/>
            <a:p>
              <a:endParaRPr/>
            </a:p>
          </p:txBody>
        </p:sp>
        <p:sp>
          <p:nvSpPr>
            <p:cNvPr id="33" name="object 33"/>
            <p:cNvSpPr/>
            <p:nvPr/>
          </p:nvSpPr>
          <p:spPr>
            <a:xfrm>
              <a:off x="8704963" y="2577510"/>
              <a:ext cx="92075" cy="92075"/>
            </a:xfrm>
            <a:custGeom>
              <a:avLst/>
              <a:gdLst/>
              <a:ahLst/>
              <a:cxnLst/>
              <a:rect l="l" t="t" r="r" b="b"/>
              <a:pathLst>
                <a:path w="92075" h="92075">
                  <a:moveTo>
                    <a:pt x="91559" y="0"/>
                  </a:moveTo>
                  <a:lnTo>
                    <a:pt x="0" y="45779"/>
                  </a:lnTo>
                  <a:lnTo>
                    <a:pt x="91558" y="91559"/>
                  </a:lnTo>
                  <a:lnTo>
                    <a:pt x="68668" y="45779"/>
                  </a:lnTo>
                  <a:lnTo>
                    <a:pt x="91559" y="0"/>
                  </a:lnTo>
                  <a:close/>
                </a:path>
              </a:pathLst>
            </a:custGeom>
            <a:solidFill>
              <a:srgbClr val="8D3124"/>
            </a:solidFill>
          </p:spPr>
          <p:txBody>
            <a:bodyPr wrap="square" lIns="0" tIns="0" rIns="0" bIns="0" rtlCol="0"/>
            <a:lstStyle/>
            <a:p>
              <a:endParaRPr/>
            </a:p>
          </p:txBody>
        </p:sp>
      </p:grpSp>
      <p:sp>
        <p:nvSpPr>
          <p:cNvPr id="34" name="object 34"/>
          <p:cNvSpPr txBox="1"/>
          <p:nvPr/>
        </p:nvSpPr>
        <p:spPr>
          <a:xfrm>
            <a:off x="7492175" y="7231687"/>
            <a:ext cx="142240" cy="235585"/>
          </a:xfrm>
          <a:prstGeom prst="rect">
            <a:avLst/>
          </a:prstGeom>
        </p:spPr>
        <p:txBody>
          <a:bodyPr vert="horz" wrap="square" lIns="0" tIns="0" rIns="0" bIns="0" rtlCol="0">
            <a:spAutoFit/>
          </a:bodyPr>
          <a:lstStyle/>
          <a:p>
            <a:pPr marL="12700">
              <a:lnSpc>
                <a:spcPts val="1670"/>
              </a:lnSpc>
            </a:pPr>
            <a:r>
              <a:rPr sz="1650" spc="85" dirty="0">
                <a:solidFill>
                  <a:srgbClr val="003F83"/>
                </a:solidFill>
                <a:latin typeface="Times New Roman"/>
                <a:cs typeface="Times New Roman"/>
              </a:rPr>
              <a:t>δ</a:t>
            </a:r>
            <a:endParaRPr sz="1650">
              <a:latin typeface="Times New Roman"/>
              <a:cs typeface="Times New Roman"/>
            </a:endParaRPr>
          </a:p>
        </p:txBody>
      </p:sp>
      <p:sp>
        <p:nvSpPr>
          <p:cNvPr id="35" name="object 35"/>
          <p:cNvSpPr txBox="1"/>
          <p:nvPr/>
        </p:nvSpPr>
        <p:spPr>
          <a:xfrm>
            <a:off x="8590884" y="7231687"/>
            <a:ext cx="142240" cy="235585"/>
          </a:xfrm>
          <a:prstGeom prst="rect">
            <a:avLst/>
          </a:prstGeom>
        </p:spPr>
        <p:txBody>
          <a:bodyPr vert="horz" wrap="square" lIns="0" tIns="0" rIns="0" bIns="0" rtlCol="0">
            <a:spAutoFit/>
          </a:bodyPr>
          <a:lstStyle/>
          <a:p>
            <a:pPr marL="12700">
              <a:lnSpc>
                <a:spcPts val="1670"/>
              </a:lnSpc>
            </a:pPr>
            <a:r>
              <a:rPr sz="1650" spc="85" dirty="0">
                <a:solidFill>
                  <a:srgbClr val="003F83"/>
                </a:solidFill>
                <a:latin typeface="Times New Roman"/>
                <a:cs typeface="Times New Roman"/>
              </a:rPr>
              <a:t>δ</a:t>
            </a:r>
            <a:endParaRPr sz="1650">
              <a:latin typeface="Times New Roman"/>
              <a:cs typeface="Times New Roman"/>
            </a:endParaRPr>
          </a:p>
        </p:txBody>
      </p:sp>
      <p:sp>
        <p:nvSpPr>
          <p:cNvPr id="36" name="object 3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32</a:t>
            </a:fld>
            <a:endParaRPr spc="-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divide-</a:t>
            </a:r>
            <a:r>
              <a:rPr spc="-25" dirty="0"/>
              <a:t>and-</a:t>
            </a:r>
            <a:r>
              <a:rPr dirty="0"/>
              <a:t>conquer</a:t>
            </a:r>
            <a:r>
              <a:rPr spc="330" dirty="0"/>
              <a:t> </a:t>
            </a:r>
            <a:r>
              <a:rPr spc="35" dirty="0"/>
              <a:t>algorithm</a:t>
            </a:r>
          </a:p>
        </p:txBody>
      </p:sp>
      <p:sp>
        <p:nvSpPr>
          <p:cNvPr id="4" name="object 4"/>
          <p:cNvSpPr txBox="1"/>
          <p:nvPr/>
        </p:nvSpPr>
        <p:spPr>
          <a:xfrm>
            <a:off x="7750127" y="2449316"/>
            <a:ext cx="820419" cy="254635"/>
          </a:xfrm>
          <a:prstGeom prst="rect">
            <a:avLst/>
          </a:prstGeom>
        </p:spPr>
        <p:txBody>
          <a:bodyPr vert="horz" wrap="square" lIns="0" tIns="12700" rIns="0" bIns="0" rtlCol="0">
            <a:spAutoFit/>
          </a:bodyPr>
          <a:lstStyle/>
          <a:p>
            <a:pPr marL="12700">
              <a:lnSpc>
                <a:spcPct val="100000"/>
              </a:lnSpc>
              <a:spcBef>
                <a:spcPts val="100"/>
              </a:spcBef>
            </a:pPr>
            <a:r>
              <a:rPr sz="1500" i="1" dirty="0">
                <a:solidFill>
                  <a:srgbClr val="8D3124"/>
                </a:solidFill>
                <a:latin typeface="Times New Roman"/>
                <a:cs typeface="Times New Roman"/>
              </a:rPr>
              <a:t>O</a:t>
            </a:r>
            <a:r>
              <a:rPr sz="1500" dirty="0">
                <a:solidFill>
                  <a:srgbClr val="8D3124"/>
                </a:solidFill>
                <a:latin typeface="Times New Roman"/>
                <a:cs typeface="Times New Roman"/>
              </a:rPr>
              <a:t>(</a:t>
            </a:r>
            <a:r>
              <a:rPr sz="1500" i="1" dirty="0">
                <a:solidFill>
                  <a:srgbClr val="8D3124"/>
                </a:solidFill>
                <a:latin typeface="Times New Roman"/>
                <a:cs typeface="Times New Roman"/>
              </a:rPr>
              <a:t>n</a:t>
            </a:r>
            <a:r>
              <a:rPr sz="1500" i="1" spc="-5" dirty="0">
                <a:solidFill>
                  <a:srgbClr val="8D3124"/>
                </a:solidFill>
                <a:latin typeface="Times New Roman"/>
                <a:cs typeface="Times New Roman"/>
              </a:rPr>
              <a:t> </a:t>
            </a:r>
            <a:r>
              <a:rPr sz="1500" dirty="0">
                <a:solidFill>
                  <a:srgbClr val="8D3124"/>
                </a:solidFill>
                <a:latin typeface="Times New Roman"/>
                <a:cs typeface="Times New Roman"/>
              </a:rPr>
              <a:t>log</a:t>
            </a:r>
            <a:r>
              <a:rPr sz="1500" spc="-5" dirty="0">
                <a:solidFill>
                  <a:srgbClr val="8D3124"/>
                </a:solidFill>
                <a:latin typeface="Times New Roman"/>
                <a:cs typeface="Times New Roman"/>
              </a:rPr>
              <a:t> </a:t>
            </a:r>
            <a:r>
              <a:rPr sz="1500" i="1" spc="-25" dirty="0">
                <a:solidFill>
                  <a:srgbClr val="8D3124"/>
                </a:solidFill>
                <a:latin typeface="Times New Roman"/>
                <a:cs typeface="Times New Roman"/>
              </a:rPr>
              <a:t>n</a:t>
            </a:r>
            <a:r>
              <a:rPr sz="1500" spc="-25" dirty="0">
                <a:solidFill>
                  <a:srgbClr val="8D3124"/>
                </a:solidFill>
                <a:latin typeface="Times New Roman"/>
                <a:cs typeface="Times New Roman"/>
              </a:rPr>
              <a:t>)</a:t>
            </a:r>
            <a:endParaRPr sz="1500">
              <a:latin typeface="Times New Roman"/>
              <a:cs typeface="Times New Roman"/>
            </a:endParaRPr>
          </a:p>
        </p:txBody>
      </p:sp>
      <p:sp>
        <p:nvSpPr>
          <p:cNvPr id="5" name="object 5"/>
          <p:cNvSpPr txBox="1"/>
          <p:nvPr/>
        </p:nvSpPr>
        <p:spPr>
          <a:xfrm>
            <a:off x="7746358" y="3374443"/>
            <a:ext cx="741045" cy="254635"/>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8D3124"/>
                </a:solidFill>
                <a:latin typeface="Times New Roman"/>
                <a:cs typeface="Times New Roman"/>
              </a:rPr>
              <a:t>2</a:t>
            </a:r>
            <a:r>
              <a:rPr sz="1500" spc="-5" dirty="0">
                <a:solidFill>
                  <a:srgbClr val="8D3124"/>
                </a:solidFill>
                <a:latin typeface="Times New Roman"/>
                <a:cs typeface="Times New Roman"/>
              </a:rPr>
              <a:t> </a:t>
            </a:r>
            <a:r>
              <a:rPr sz="1500" i="1" dirty="0">
                <a:solidFill>
                  <a:srgbClr val="8D3124"/>
                </a:solidFill>
                <a:latin typeface="Times New Roman"/>
                <a:cs typeface="Times New Roman"/>
              </a:rPr>
              <a:t>T</a:t>
            </a:r>
            <a:r>
              <a:rPr sz="1500" dirty="0">
                <a:solidFill>
                  <a:srgbClr val="8D3124"/>
                </a:solidFill>
                <a:latin typeface="Times New Roman"/>
                <a:cs typeface="Times New Roman"/>
              </a:rPr>
              <a:t>(</a:t>
            </a:r>
            <a:r>
              <a:rPr sz="1500" i="1" dirty="0">
                <a:solidFill>
                  <a:srgbClr val="8D3124"/>
                </a:solidFill>
                <a:latin typeface="Times New Roman"/>
                <a:cs typeface="Times New Roman"/>
              </a:rPr>
              <a:t>n </a:t>
            </a:r>
            <a:r>
              <a:rPr sz="1500" dirty="0">
                <a:solidFill>
                  <a:srgbClr val="8D3124"/>
                </a:solidFill>
                <a:latin typeface="Times New Roman"/>
                <a:cs typeface="Times New Roman"/>
              </a:rPr>
              <a:t>/ </a:t>
            </a:r>
            <a:r>
              <a:rPr sz="1500" spc="-25" dirty="0">
                <a:solidFill>
                  <a:srgbClr val="8D3124"/>
                </a:solidFill>
                <a:latin typeface="Times New Roman"/>
                <a:cs typeface="Times New Roman"/>
              </a:rPr>
              <a:t>2)</a:t>
            </a:r>
            <a:endParaRPr sz="1500">
              <a:latin typeface="Times New Roman"/>
              <a:cs typeface="Times New Roman"/>
            </a:endParaRPr>
          </a:p>
        </p:txBody>
      </p:sp>
      <p:sp>
        <p:nvSpPr>
          <p:cNvPr id="6" name="object 6"/>
          <p:cNvSpPr txBox="1"/>
          <p:nvPr/>
        </p:nvSpPr>
        <p:spPr>
          <a:xfrm>
            <a:off x="7747171" y="4280709"/>
            <a:ext cx="386080" cy="254635"/>
          </a:xfrm>
          <a:prstGeom prst="rect">
            <a:avLst/>
          </a:prstGeom>
        </p:spPr>
        <p:txBody>
          <a:bodyPr vert="horz" wrap="square" lIns="0" tIns="12700" rIns="0" bIns="0" rtlCol="0">
            <a:spAutoFit/>
          </a:bodyPr>
          <a:lstStyle/>
          <a:p>
            <a:pPr marL="12700">
              <a:lnSpc>
                <a:spcPct val="100000"/>
              </a:lnSpc>
              <a:spcBef>
                <a:spcPts val="100"/>
              </a:spcBef>
            </a:pPr>
            <a:r>
              <a:rPr sz="1500" i="1" spc="-20" dirty="0">
                <a:solidFill>
                  <a:srgbClr val="8D3124"/>
                </a:solidFill>
                <a:latin typeface="Times New Roman"/>
                <a:cs typeface="Times New Roman"/>
              </a:rPr>
              <a:t>O</a:t>
            </a:r>
            <a:r>
              <a:rPr sz="1500" spc="-20" dirty="0">
                <a:solidFill>
                  <a:srgbClr val="8D3124"/>
                </a:solidFill>
                <a:latin typeface="Times New Roman"/>
                <a:cs typeface="Times New Roman"/>
              </a:rPr>
              <a:t>(</a:t>
            </a:r>
            <a:r>
              <a:rPr sz="1500" i="1" spc="-20" dirty="0">
                <a:solidFill>
                  <a:srgbClr val="8D3124"/>
                </a:solidFill>
                <a:latin typeface="Times New Roman"/>
                <a:cs typeface="Times New Roman"/>
              </a:rPr>
              <a:t>n</a:t>
            </a:r>
            <a:r>
              <a:rPr sz="1500" spc="-20" dirty="0">
                <a:solidFill>
                  <a:srgbClr val="8D3124"/>
                </a:solidFill>
                <a:latin typeface="Times New Roman"/>
                <a:cs typeface="Times New Roman"/>
              </a:rPr>
              <a:t>)</a:t>
            </a:r>
            <a:endParaRPr sz="1500">
              <a:latin typeface="Times New Roman"/>
              <a:cs typeface="Times New Roman"/>
            </a:endParaRPr>
          </a:p>
        </p:txBody>
      </p:sp>
      <p:sp>
        <p:nvSpPr>
          <p:cNvPr id="7" name="object 7"/>
          <p:cNvSpPr txBox="1"/>
          <p:nvPr/>
        </p:nvSpPr>
        <p:spPr>
          <a:xfrm>
            <a:off x="7747807" y="4681067"/>
            <a:ext cx="820419" cy="254635"/>
          </a:xfrm>
          <a:prstGeom prst="rect">
            <a:avLst/>
          </a:prstGeom>
        </p:spPr>
        <p:txBody>
          <a:bodyPr vert="horz" wrap="square" lIns="0" tIns="12700" rIns="0" bIns="0" rtlCol="0">
            <a:spAutoFit/>
          </a:bodyPr>
          <a:lstStyle/>
          <a:p>
            <a:pPr marL="12700">
              <a:lnSpc>
                <a:spcPct val="100000"/>
              </a:lnSpc>
              <a:spcBef>
                <a:spcPts val="100"/>
              </a:spcBef>
            </a:pPr>
            <a:r>
              <a:rPr sz="1500" i="1" dirty="0">
                <a:solidFill>
                  <a:srgbClr val="8D3124"/>
                </a:solidFill>
                <a:latin typeface="Times New Roman"/>
                <a:cs typeface="Times New Roman"/>
              </a:rPr>
              <a:t>O</a:t>
            </a:r>
            <a:r>
              <a:rPr sz="1500" dirty="0">
                <a:solidFill>
                  <a:srgbClr val="8D3124"/>
                </a:solidFill>
                <a:latin typeface="Times New Roman"/>
                <a:cs typeface="Times New Roman"/>
              </a:rPr>
              <a:t>(</a:t>
            </a:r>
            <a:r>
              <a:rPr sz="1500" i="1" dirty="0">
                <a:solidFill>
                  <a:srgbClr val="8D3124"/>
                </a:solidFill>
                <a:latin typeface="Times New Roman"/>
                <a:cs typeface="Times New Roman"/>
              </a:rPr>
              <a:t>n</a:t>
            </a:r>
            <a:r>
              <a:rPr sz="1500" i="1" spc="-5" dirty="0">
                <a:solidFill>
                  <a:srgbClr val="8D3124"/>
                </a:solidFill>
                <a:latin typeface="Times New Roman"/>
                <a:cs typeface="Times New Roman"/>
              </a:rPr>
              <a:t> </a:t>
            </a:r>
            <a:r>
              <a:rPr sz="1500" dirty="0">
                <a:solidFill>
                  <a:srgbClr val="8D3124"/>
                </a:solidFill>
                <a:latin typeface="Times New Roman"/>
                <a:cs typeface="Times New Roman"/>
              </a:rPr>
              <a:t>log</a:t>
            </a:r>
            <a:r>
              <a:rPr sz="1500" spc="-5" dirty="0">
                <a:solidFill>
                  <a:srgbClr val="8D3124"/>
                </a:solidFill>
                <a:latin typeface="Times New Roman"/>
                <a:cs typeface="Times New Roman"/>
              </a:rPr>
              <a:t> </a:t>
            </a:r>
            <a:r>
              <a:rPr sz="1500" i="1" spc="-25" dirty="0">
                <a:solidFill>
                  <a:srgbClr val="8D3124"/>
                </a:solidFill>
                <a:latin typeface="Times New Roman"/>
                <a:cs typeface="Times New Roman"/>
              </a:rPr>
              <a:t>n</a:t>
            </a:r>
            <a:r>
              <a:rPr sz="1500" spc="-25" dirty="0">
                <a:solidFill>
                  <a:srgbClr val="8D3124"/>
                </a:solidFill>
                <a:latin typeface="Times New Roman"/>
                <a:cs typeface="Times New Roman"/>
              </a:rPr>
              <a:t>)</a:t>
            </a:r>
            <a:endParaRPr sz="1500">
              <a:latin typeface="Times New Roman"/>
              <a:cs typeface="Times New Roman"/>
            </a:endParaRPr>
          </a:p>
        </p:txBody>
      </p:sp>
      <p:sp>
        <p:nvSpPr>
          <p:cNvPr id="8" name="object 8"/>
          <p:cNvSpPr txBox="1"/>
          <p:nvPr/>
        </p:nvSpPr>
        <p:spPr>
          <a:xfrm>
            <a:off x="7752470" y="5399552"/>
            <a:ext cx="386080" cy="254635"/>
          </a:xfrm>
          <a:prstGeom prst="rect">
            <a:avLst/>
          </a:prstGeom>
        </p:spPr>
        <p:txBody>
          <a:bodyPr vert="horz" wrap="square" lIns="0" tIns="12700" rIns="0" bIns="0" rtlCol="0">
            <a:spAutoFit/>
          </a:bodyPr>
          <a:lstStyle/>
          <a:p>
            <a:pPr marL="12700">
              <a:lnSpc>
                <a:spcPct val="100000"/>
              </a:lnSpc>
              <a:spcBef>
                <a:spcPts val="100"/>
              </a:spcBef>
            </a:pPr>
            <a:r>
              <a:rPr sz="1500" i="1" spc="-20" dirty="0">
                <a:solidFill>
                  <a:srgbClr val="8D3124"/>
                </a:solidFill>
                <a:latin typeface="Times New Roman"/>
                <a:cs typeface="Times New Roman"/>
              </a:rPr>
              <a:t>O</a:t>
            </a:r>
            <a:r>
              <a:rPr sz="1500" spc="-20" dirty="0">
                <a:solidFill>
                  <a:srgbClr val="8D3124"/>
                </a:solidFill>
                <a:latin typeface="Times New Roman"/>
                <a:cs typeface="Times New Roman"/>
              </a:rPr>
              <a:t>(</a:t>
            </a:r>
            <a:r>
              <a:rPr sz="1500" i="1" spc="-20" dirty="0">
                <a:solidFill>
                  <a:srgbClr val="8D3124"/>
                </a:solidFill>
                <a:latin typeface="Times New Roman"/>
                <a:cs typeface="Times New Roman"/>
              </a:rPr>
              <a:t>n</a:t>
            </a:r>
            <a:r>
              <a:rPr sz="1500" spc="-20" dirty="0">
                <a:solidFill>
                  <a:srgbClr val="8D3124"/>
                </a:solidFill>
                <a:latin typeface="Times New Roman"/>
                <a:cs typeface="Times New Roman"/>
              </a:rPr>
              <a:t>)</a:t>
            </a:r>
            <a:endParaRPr sz="1500">
              <a:latin typeface="Times New Roman"/>
              <a:cs typeface="Times New Roman"/>
            </a:endParaRPr>
          </a:p>
        </p:txBody>
      </p:sp>
      <p:grpSp>
        <p:nvGrpSpPr>
          <p:cNvPr id="9" name="object 9"/>
          <p:cNvGrpSpPr/>
          <p:nvPr/>
        </p:nvGrpSpPr>
        <p:grpSpPr>
          <a:xfrm>
            <a:off x="6852385" y="2540234"/>
            <a:ext cx="721360" cy="92075"/>
            <a:chOff x="6852385" y="2540234"/>
            <a:chExt cx="721360" cy="92075"/>
          </a:xfrm>
        </p:grpSpPr>
        <p:sp>
          <p:nvSpPr>
            <p:cNvPr id="10" name="object 10"/>
            <p:cNvSpPr/>
            <p:nvPr/>
          </p:nvSpPr>
          <p:spPr>
            <a:xfrm>
              <a:off x="6911500" y="2586009"/>
              <a:ext cx="661670" cy="635"/>
            </a:xfrm>
            <a:custGeom>
              <a:avLst/>
              <a:gdLst/>
              <a:ahLst/>
              <a:cxnLst/>
              <a:rect l="l" t="t" r="r" b="b"/>
              <a:pathLst>
                <a:path w="661670" h="635">
                  <a:moveTo>
                    <a:pt x="0" y="0"/>
                  </a:moveTo>
                  <a:lnTo>
                    <a:pt x="9537" y="1"/>
                  </a:lnTo>
                  <a:lnTo>
                    <a:pt x="661633" y="87"/>
                  </a:lnTo>
                </a:path>
              </a:pathLst>
            </a:custGeom>
            <a:ln w="19074">
              <a:solidFill>
                <a:srgbClr val="8D3124"/>
              </a:solidFill>
            </a:ln>
          </p:spPr>
          <p:txBody>
            <a:bodyPr wrap="square" lIns="0" tIns="0" rIns="0" bIns="0" rtlCol="0"/>
            <a:lstStyle/>
            <a:p>
              <a:endParaRPr/>
            </a:p>
          </p:txBody>
        </p:sp>
        <p:sp>
          <p:nvSpPr>
            <p:cNvPr id="11" name="object 11"/>
            <p:cNvSpPr/>
            <p:nvPr/>
          </p:nvSpPr>
          <p:spPr>
            <a:xfrm>
              <a:off x="6852385" y="2540234"/>
              <a:ext cx="92075" cy="92075"/>
            </a:xfrm>
            <a:custGeom>
              <a:avLst/>
              <a:gdLst/>
              <a:ahLst/>
              <a:cxnLst/>
              <a:rect l="l" t="t" r="r" b="b"/>
              <a:pathLst>
                <a:path w="92075" h="92075">
                  <a:moveTo>
                    <a:pt x="91547" y="0"/>
                  </a:moveTo>
                  <a:lnTo>
                    <a:pt x="0" y="45775"/>
                  </a:lnTo>
                  <a:lnTo>
                    <a:pt x="91535" y="91558"/>
                  </a:lnTo>
                  <a:lnTo>
                    <a:pt x="68652" y="45775"/>
                  </a:lnTo>
                  <a:lnTo>
                    <a:pt x="91547" y="0"/>
                  </a:lnTo>
                  <a:close/>
                </a:path>
              </a:pathLst>
            </a:custGeom>
            <a:solidFill>
              <a:srgbClr val="8D3124"/>
            </a:solidFill>
          </p:spPr>
          <p:txBody>
            <a:bodyPr wrap="square" lIns="0" tIns="0" rIns="0" bIns="0" rtlCol="0"/>
            <a:lstStyle/>
            <a:p>
              <a:endParaRPr/>
            </a:p>
          </p:txBody>
        </p:sp>
      </p:grpSp>
      <p:grpSp>
        <p:nvGrpSpPr>
          <p:cNvPr id="12" name="object 12"/>
          <p:cNvGrpSpPr/>
          <p:nvPr/>
        </p:nvGrpSpPr>
        <p:grpSpPr>
          <a:xfrm>
            <a:off x="6852386" y="3465362"/>
            <a:ext cx="721360" cy="92075"/>
            <a:chOff x="6852386" y="3465362"/>
            <a:chExt cx="721360" cy="92075"/>
          </a:xfrm>
        </p:grpSpPr>
        <p:sp>
          <p:nvSpPr>
            <p:cNvPr id="13" name="object 13"/>
            <p:cNvSpPr/>
            <p:nvPr/>
          </p:nvSpPr>
          <p:spPr>
            <a:xfrm>
              <a:off x="6911500" y="3511137"/>
              <a:ext cx="661670" cy="635"/>
            </a:xfrm>
            <a:custGeom>
              <a:avLst/>
              <a:gdLst/>
              <a:ahLst/>
              <a:cxnLst/>
              <a:rect l="l" t="t" r="r" b="b"/>
              <a:pathLst>
                <a:path w="661670" h="635">
                  <a:moveTo>
                    <a:pt x="0" y="0"/>
                  </a:moveTo>
                  <a:lnTo>
                    <a:pt x="9537" y="0"/>
                  </a:lnTo>
                  <a:lnTo>
                    <a:pt x="661633" y="87"/>
                  </a:lnTo>
                </a:path>
              </a:pathLst>
            </a:custGeom>
            <a:ln w="19074">
              <a:solidFill>
                <a:srgbClr val="8D3124"/>
              </a:solidFill>
            </a:ln>
          </p:spPr>
          <p:txBody>
            <a:bodyPr wrap="square" lIns="0" tIns="0" rIns="0" bIns="0" rtlCol="0"/>
            <a:lstStyle/>
            <a:p>
              <a:endParaRPr/>
            </a:p>
          </p:txBody>
        </p:sp>
        <p:sp>
          <p:nvSpPr>
            <p:cNvPr id="14" name="object 14"/>
            <p:cNvSpPr/>
            <p:nvPr/>
          </p:nvSpPr>
          <p:spPr>
            <a:xfrm>
              <a:off x="6852386" y="3465362"/>
              <a:ext cx="92075" cy="92075"/>
            </a:xfrm>
            <a:custGeom>
              <a:avLst/>
              <a:gdLst/>
              <a:ahLst/>
              <a:cxnLst/>
              <a:rect l="l" t="t" r="r" b="b"/>
              <a:pathLst>
                <a:path w="92075" h="92075">
                  <a:moveTo>
                    <a:pt x="91546" y="0"/>
                  </a:moveTo>
                  <a:lnTo>
                    <a:pt x="0" y="45775"/>
                  </a:lnTo>
                  <a:lnTo>
                    <a:pt x="91533" y="91558"/>
                  </a:lnTo>
                  <a:lnTo>
                    <a:pt x="68651" y="45775"/>
                  </a:lnTo>
                  <a:lnTo>
                    <a:pt x="91546" y="0"/>
                  </a:lnTo>
                  <a:close/>
                </a:path>
              </a:pathLst>
            </a:custGeom>
            <a:solidFill>
              <a:srgbClr val="8D3124"/>
            </a:solidFill>
          </p:spPr>
          <p:txBody>
            <a:bodyPr wrap="square" lIns="0" tIns="0" rIns="0" bIns="0" rtlCol="0"/>
            <a:lstStyle/>
            <a:p>
              <a:endParaRPr/>
            </a:p>
          </p:txBody>
        </p:sp>
      </p:grpSp>
      <p:grpSp>
        <p:nvGrpSpPr>
          <p:cNvPr id="15" name="object 15"/>
          <p:cNvGrpSpPr/>
          <p:nvPr/>
        </p:nvGrpSpPr>
        <p:grpSpPr>
          <a:xfrm>
            <a:off x="6852385" y="4380952"/>
            <a:ext cx="721360" cy="92075"/>
            <a:chOff x="6852385" y="4380952"/>
            <a:chExt cx="721360" cy="92075"/>
          </a:xfrm>
        </p:grpSpPr>
        <p:sp>
          <p:nvSpPr>
            <p:cNvPr id="16" name="object 16"/>
            <p:cNvSpPr/>
            <p:nvPr/>
          </p:nvSpPr>
          <p:spPr>
            <a:xfrm>
              <a:off x="6911500" y="4426728"/>
              <a:ext cx="661670" cy="635"/>
            </a:xfrm>
            <a:custGeom>
              <a:avLst/>
              <a:gdLst/>
              <a:ahLst/>
              <a:cxnLst/>
              <a:rect l="l" t="t" r="r" b="b"/>
              <a:pathLst>
                <a:path w="661670" h="635">
                  <a:moveTo>
                    <a:pt x="0" y="0"/>
                  </a:moveTo>
                  <a:lnTo>
                    <a:pt x="9537" y="0"/>
                  </a:lnTo>
                  <a:lnTo>
                    <a:pt x="661633" y="87"/>
                  </a:lnTo>
                </a:path>
              </a:pathLst>
            </a:custGeom>
            <a:ln w="19074">
              <a:solidFill>
                <a:srgbClr val="8D3124"/>
              </a:solidFill>
            </a:ln>
          </p:spPr>
          <p:txBody>
            <a:bodyPr wrap="square" lIns="0" tIns="0" rIns="0" bIns="0" rtlCol="0"/>
            <a:lstStyle/>
            <a:p>
              <a:endParaRPr/>
            </a:p>
          </p:txBody>
        </p:sp>
        <p:sp>
          <p:nvSpPr>
            <p:cNvPr id="17" name="object 17"/>
            <p:cNvSpPr/>
            <p:nvPr/>
          </p:nvSpPr>
          <p:spPr>
            <a:xfrm>
              <a:off x="6852385" y="4380952"/>
              <a:ext cx="92075" cy="92075"/>
            </a:xfrm>
            <a:custGeom>
              <a:avLst/>
              <a:gdLst/>
              <a:ahLst/>
              <a:cxnLst/>
              <a:rect l="l" t="t" r="r" b="b"/>
              <a:pathLst>
                <a:path w="92075" h="92075">
                  <a:moveTo>
                    <a:pt x="91547" y="0"/>
                  </a:moveTo>
                  <a:lnTo>
                    <a:pt x="0" y="45777"/>
                  </a:lnTo>
                  <a:lnTo>
                    <a:pt x="91535" y="91559"/>
                  </a:lnTo>
                  <a:lnTo>
                    <a:pt x="68652" y="45777"/>
                  </a:lnTo>
                  <a:lnTo>
                    <a:pt x="91547" y="0"/>
                  </a:lnTo>
                  <a:close/>
                </a:path>
              </a:pathLst>
            </a:custGeom>
            <a:solidFill>
              <a:srgbClr val="8D3124"/>
            </a:solidFill>
          </p:spPr>
          <p:txBody>
            <a:bodyPr wrap="square" lIns="0" tIns="0" rIns="0" bIns="0" rtlCol="0"/>
            <a:lstStyle/>
            <a:p>
              <a:endParaRPr/>
            </a:p>
          </p:txBody>
        </p:sp>
      </p:grpSp>
      <p:grpSp>
        <p:nvGrpSpPr>
          <p:cNvPr id="18" name="object 18"/>
          <p:cNvGrpSpPr/>
          <p:nvPr/>
        </p:nvGrpSpPr>
        <p:grpSpPr>
          <a:xfrm>
            <a:off x="6852385" y="4771987"/>
            <a:ext cx="721360" cy="92075"/>
            <a:chOff x="6852385" y="4771987"/>
            <a:chExt cx="721360" cy="92075"/>
          </a:xfrm>
        </p:grpSpPr>
        <p:sp>
          <p:nvSpPr>
            <p:cNvPr id="19" name="object 19"/>
            <p:cNvSpPr/>
            <p:nvPr/>
          </p:nvSpPr>
          <p:spPr>
            <a:xfrm>
              <a:off x="6911500" y="4817762"/>
              <a:ext cx="661670" cy="635"/>
            </a:xfrm>
            <a:custGeom>
              <a:avLst/>
              <a:gdLst/>
              <a:ahLst/>
              <a:cxnLst/>
              <a:rect l="l" t="t" r="r" b="b"/>
              <a:pathLst>
                <a:path w="661670" h="635">
                  <a:moveTo>
                    <a:pt x="0" y="0"/>
                  </a:moveTo>
                  <a:lnTo>
                    <a:pt x="9537" y="0"/>
                  </a:lnTo>
                  <a:lnTo>
                    <a:pt x="661633" y="87"/>
                  </a:lnTo>
                </a:path>
              </a:pathLst>
            </a:custGeom>
            <a:ln w="19074">
              <a:solidFill>
                <a:srgbClr val="8D3124"/>
              </a:solidFill>
            </a:ln>
          </p:spPr>
          <p:txBody>
            <a:bodyPr wrap="square" lIns="0" tIns="0" rIns="0" bIns="0" rtlCol="0"/>
            <a:lstStyle/>
            <a:p>
              <a:endParaRPr/>
            </a:p>
          </p:txBody>
        </p:sp>
        <p:sp>
          <p:nvSpPr>
            <p:cNvPr id="20" name="object 20"/>
            <p:cNvSpPr/>
            <p:nvPr/>
          </p:nvSpPr>
          <p:spPr>
            <a:xfrm>
              <a:off x="6852385" y="4771987"/>
              <a:ext cx="92075" cy="92075"/>
            </a:xfrm>
            <a:custGeom>
              <a:avLst/>
              <a:gdLst/>
              <a:ahLst/>
              <a:cxnLst/>
              <a:rect l="l" t="t" r="r" b="b"/>
              <a:pathLst>
                <a:path w="92075" h="92075">
                  <a:moveTo>
                    <a:pt x="91547" y="0"/>
                  </a:moveTo>
                  <a:lnTo>
                    <a:pt x="0" y="45775"/>
                  </a:lnTo>
                  <a:lnTo>
                    <a:pt x="91535" y="91559"/>
                  </a:lnTo>
                  <a:lnTo>
                    <a:pt x="68652" y="45775"/>
                  </a:lnTo>
                  <a:lnTo>
                    <a:pt x="91547" y="0"/>
                  </a:lnTo>
                  <a:close/>
                </a:path>
              </a:pathLst>
            </a:custGeom>
            <a:solidFill>
              <a:srgbClr val="8D3124"/>
            </a:solidFill>
          </p:spPr>
          <p:txBody>
            <a:bodyPr wrap="square" lIns="0" tIns="0" rIns="0" bIns="0" rtlCol="0"/>
            <a:lstStyle/>
            <a:p>
              <a:endParaRPr/>
            </a:p>
          </p:txBody>
        </p:sp>
      </p:grpSp>
      <p:grpSp>
        <p:nvGrpSpPr>
          <p:cNvPr id="21" name="object 21"/>
          <p:cNvGrpSpPr/>
          <p:nvPr/>
        </p:nvGrpSpPr>
        <p:grpSpPr>
          <a:xfrm>
            <a:off x="6852386" y="5496829"/>
            <a:ext cx="721360" cy="92075"/>
            <a:chOff x="6852386" y="5496829"/>
            <a:chExt cx="721360" cy="92075"/>
          </a:xfrm>
        </p:grpSpPr>
        <p:sp>
          <p:nvSpPr>
            <p:cNvPr id="22" name="object 22"/>
            <p:cNvSpPr/>
            <p:nvPr/>
          </p:nvSpPr>
          <p:spPr>
            <a:xfrm>
              <a:off x="6911500" y="5542604"/>
              <a:ext cx="661670" cy="635"/>
            </a:xfrm>
            <a:custGeom>
              <a:avLst/>
              <a:gdLst/>
              <a:ahLst/>
              <a:cxnLst/>
              <a:rect l="l" t="t" r="r" b="b"/>
              <a:pathLst>
                <a:path w="661670" h="635">
                  <a:moveTo>
                    <a:pt x="0" y="0"/>
                  </a:moveTo>
                  <a:lnTo>
                    <a:pt x="9537" y="0"/>
                  </a:lnTo>
                  <a:lnTo>
                    <a:pt x="661633" y="87"/>
                  </a:lnTo>
                </a:path>
              </a:pathLst>
            </a:custGeom>
            <a:ln w="19074">
              <a:solidFill>
                <a:srgbClr val="8D3124"/>
              </a:solidFill>
            </a:ln>
          </p:spPr>
          <p:txBody>
            <a:bodyPr wrap="square" lIns="0" tIns="0" rIns="0" bIns="0" rtlCol="0"/>
            <a:lstStyle/>
            <a:p>
              <a:endParaRPr/>
            </a:p>
          </p:txBody>
        </p:sp>
        <p:sp>
          <p:nvSpPr>
            <p:cNvPr id="23" name="object 23"/>
            <p:cNvSpPr/>
            <p:nvPr/>
          </p:nvSpPr>
          <p:spPr>
            <a:xfrm>
              <a:off x="6852386" y="5496829"/>
              <a:ext cx="92075" cy="92075"/>
            </a:xfrm>
            <a:custGeom>
              <a:avLst/>
              <a:gdLst/>
              <a:ahLst/>
              <a:cxnLst/>
              <a:rect l="l" t="t" r="r" b="b"/>
              <a:pathLst>
                <a:path w="92075" h="92075">
                  <a:moveTo>
                    <a:pt x="91546" y="0"/>
                  </a:moveTo>
                  <a:lnTo>
                    <a:pt x="0" y="45775"/>
                  </a:lnTo>
                  <a:lnTo>
                    <a:pt x="91533" y="91558"/>
                  </a:lnTo>
                  <a:lnTo>
                    <a:pt x="68651" y="45775"/>
                  </a:lnTo>
                  <a:lnTo>
                    <a:pt x="91546" y="0"/>
                  </a:lnTo>
                  <a:close/>
                </a:path>
              </a:pathLst>
            </a:custGeom>
            <a:solidFill>
              <a:srgbClr val="8D3124"/>
            </a:solidFill>
          </p:spPr>
          <p:txBody>
            <a:bodyPr wrap="square" lIns="0" tIns="0" rIns="0" bIns="0" rtlCol="0"/>
            <a:lstStyle/>
            <a:p>
              <a:endParaRPr/>
            </a:p>
          </p:txBody>
        </p:sp>
      </p:grpSp>
      <p:grpSp>
        <p:nvGrpSpPr>
          <p:cNvPr id="24" name="object 24"/>
          <p:cNvGrpSpPr/>
          <p:nvPr/>
        </p:nvGrpSpPr>
        <p:grpSpPr>
          <a:xfrm>
            <a:off x="757967" y="1660874"/>
            <a:ext cx="5875655" cy="5083810"/>
            <a:chOff x="757967" y="1660874"/>
            <a:chExt cx="5875655" cy="5083810"/>
          </a:xfrm>
        </p:grpSpPr>
        <p:sp>
          <p:nvSpPr>
            <p:cNvPr id="25" name="object 25"/>
            <p:cNvSpPr/>
            <p:nvPr/>
          </p:nvSpPr>
          <p:spPr>
            <a:xfrm>
              <a:off x="757967" y="1660874"/>
              <a:ext cx="5875655" cy="5083810"/>
            </a:xfrm>
            <a:custGeom>
              <a:avLst/>
              <a:gdLst/>
              <a:ahLst/>
              <a:cxnLst/>
              <a:rect l="l" t="t" r="r" b="b"/>
              <a:pathLst>
                <a:path w="5875655" h="5083809">
                  <a:moveTo>
                    <a:pt x="0" y="0"/>
                  </a:moveTo>
                  <a:lnTo>
                    <a:pt x="5875040" y="0"/>
                  </a:lnTo>
                  <a:lnTo>
                    <a:pt x="5875040" y="5083434"/>
                  </a:lnTo>
                  <a:lnTo>
                    <a:pt x="0" y="5083434"/>
                  </a:lnTo>
                  <a:lnTo>
                    <a:pt x="0" y="0"/>
                  </a:lnTo>
                  <a:close/>
                </a:path>
              </a:pathLst>
            </a:custGeom>
            <a:solidFill>
              <a:srgbClr val="FFFFFF"/>
            </a:solidFill>
          </p:spPr>
          <p:txBody>
            <a:bodyPr wrap="square" lIns="0" tIns="0" rIns="0" bIns="0" rtlCol="0"/>
            <a:lstStyle/>
            <a:p>
              <a:endParaRPr/>
            </a:p>
          </p:txBody>
        </p:sp>
        <p:sp>
          <p:nvSpPr>
            <p:cNvPr id="26" name="object 26"/>
            <p:cNvSpPr/>
            <p:nvPr/>
          </p:nvSpPr>
          <p:spPr>
            <a:xfrm>
              <a:off x="977327" y="2281763"/>
              <a:ext cx="5384165" cy="0"/>
            </a:xfrm>
            <a:custGeom>
              <a:avLst/>
              <a:gdLst/>
              <a:ahLst/>
              <a:cxnLst/>
              <a:rect l="l" t="t" r="r" b="b"/>
              <a:pathLst>
                <a:path w="5384165">
                  <a:moveTo>
                    <a:pt x="0" y="0"/>
                  </a:moveTo>
                  <a:lnTo>
                    <a:pt x="5383864" y="0"/>
                  </a:lnTo>
                </a:path>
              </a:pathLst>
            </a:custGeom>
            <a:ln w="3175">
              <a:solidFill>
                <a:srgbClr val="000000"/>
              </a:solidFill>
            </a:ln>
          </p:spPr>
          <p:txBody>
            <a:bodyPr wrap="square" lIns="0" tIns="0" rIns="0" bIns="0" rtlCol="0"/>
            <a:lstStyle/>
            <a:p>
              <a:endParaRPr/>
            </a:p>
          </p:txBody>
        </p:sp>
      </p:grpSp>
      <p:sp>
        <p:nvSpPr>
          <p:cNvPr id="27" name="object 27"/>
          <p:cNvSpPr txBox="1"/>
          <p:nvPr/>
        </p:nvSpPr>
        <p:spPr>
          <a:xfrm>
            <a:off x="757967" y="1660874"/>
            <a:ext cx="5875655" cy="5083810"/>
          </a:xfrm>
          <a:prstGeom prst="rect">
            <a:avLst/>
          </a:prstGeom>
        </p:spPr>
        <p:txBody>
          <a:bodyPr vert="horz" wrap="square" lIns="0" tIns="210185" rIns="0" bIns="0" rtlCol="0">
            <a:spAutoFit/>
          </a:bodyPr>
          <a:lstStyle/>
          <a:p>
            <a:pPr marL="219075">
              <a:lnSpc>
                <a:spcPct val="100000"/>
              </a:lnSpc>
              <a:spcBef>
                <a:spcPts val="1655"/>
              </a:spcBef>
            </a:pPr>
            <a:r>
              <a:rPr sz="1800" spc="-20" dirty="0">
                <a:solidFill>
                  <a:srgbClr val="003F83"/>
                </a:solidFill>
                <a:latin typeface="Times New Roman"/>
                <a:cs typeface="Times New Roman"/>
              </a:rPr>
              <a:t>C</a:t>
            </a:r>
            <a:r>
              <a:rPr sz="1450" spc="-20" dirty="0">
                <a:solidFill>
                  <a:srgbClr val="003F83"/>
                </a:solidFill>
                <a:latin typeface="Times New Roman"/>
                <a:cs typeface="Times New Roman"/>
              </a:rPr>
              <a:t>LOSEST</a:t>
            </a:r>
            <a:r>
              <a:rPr sz="1800" spc="-20" dirty="0">
                <a:solidFill>
                  <a:srgbClr val="003F83"/>
                </a:solidFill>
                <a:latin typeface="Times New Roman"/>
                <a:cs typeface="Times New Roman"/>
              </a:rPr>
              <a:t>-</a:t>
            </a:r>
            <a:r>
              <a:rPr sz="1800" dirty="0">
                <a:solidFill>
                  <a:srgbClr val="003F83"/>
                </a:solidFill>
                <a:latin typeface="Times New Roman"/>
                <a:cs typeface="Times New Roman"/>
              </a:rPr>
              <a:t>P</a:t>
            </a:r>
            <a:r>
              <a:rPr sz="1450" dirty="0">
                <a:solidFill>
                  <a:srgbClr val="003F83"/>
                </a:solidFill>
                <a:latin typeface="Times New Roman"/>
                <a:cs typeface="Times New Roman"/>
              </a:rPr>
              <a:t>AIR</a:t>
            </a:r>
            <a:r>
              <a:rPr sz="1450" spc="5" dirty="0">
                <a:solidFill>
                  <a:srgbClr val="003F83"/>
                </a:solidFill>
                <a:latin typeface="Times New Roman"/>
                <a:cs typeface="Times New Roman"/>
              </a:rPr>
              <a:t> </a:t>
            </a:r>
            <a:r>
              <a:rPr sz="1800" dirty="0">
                <a:latin typeface="Times New Roman"/>
                <a:cs typeface="Times New Roman"/>
              </a:rPr>
              <a:t>(</a:t>
            </a:r>
            <a:r>
              <a:rPr sz="1800" i="1" dirty="0">
                <a:latin typeface="Times New Roman"/>
                <a:cs typeface="Times New Roman"/>
              </a:rPr>
              <a:t>p</a:t>
            </a:r>
            <a:r>
              <a:rPr sz="1800" baseline="-6944" dirty="0">
                <a:latin typeface="Times New Roman"/>
                <a:cs typeface="Times New Roman"/>
              </a:rPr>
              <a:t>1</a:t>
            </a:r>
            <a:r>
              <a:rPr sz="1800" dirty="0">
                <a:latin typeface="Times New Roman"/>
                <a:cs typeface="Times New Roman"/>
              </a:rPr>
              <a:t>,</a:t>
            </a:r>
            <a:r>
              <a:rPr sz="1800" spc="10" dirty="0">
                <a:latin typeface="Times New Roman"/>
                <a:cs typeface="Times New Roman"/>
              </a:rPr>
              <a:t> </a:t>
            </a:r>
            <a:r>
              <a:rPr sz="1800" i="1" dirty="0">
                <a:latin typeface="Times New Roman"/>
                <a:cs typeface="Times New Roman"/>
              </a:rPr>
              <a:t>p</a:t>
            </a:r>
            <a:r>
              <a:rPr sz="1800" baseline="-6944" dirty="0">
                <a:latin typeface="Times New Roman"/>
                <a:cs typeface="Times New Roman"/>
              </a:rPr>
              <a:t>2</a:t>
            </a:r>
            <a:r>
              <a:rPr sz="1800" dirty="0">
                <a:latin typeface="Times New Roman"/>
                <a:cs typeface="Times New Roman"/>
              </a:rPr>
              <a:t>,</a:t>
            </a:r>
            <a:r>
              <a:rPr sz="1800" spc="15" dirty="0">
                <a:latin typeface="Times New Roman"/>
                <a:cs typeface="Times New Roman"/>
              </a:rPr>
              <a:t> </a:t>
            </a:r>
            <a:r>
              <a:rPr sz="1800" dirty="0">
                <a:latin typeface="Times New Roman"/>
                <a:cs typeface="Times New Roman"/>
              </a:rPr>
              <a:t>…,</a:t>
            </a:r>
            <a:r>
              <a:rPr sz="1800" spc="15" dirty="0">
                <a:latin typeface="Times New Roman"/>
                <a:cs typeface="Times New Roman"/>
              </a:rPr>
              <a:t> </a:t>
            </a:r>
            <a:r>
              <a:rPr sz="1800" i="1" spc="-25" dirty="0">
                <a:latin typeface="Times New Roman"/>
                <a:cs typeface="Times New Roman"/>
              </a:rPr>
              <a:t>p</a:t>
            </a:r>
            <a:r>
              <a:rPr sz="1800" i="1" spc="-37" baseline="-6944" dirty="0">
                <a:latin typeface="Times New Roman"/>
                <a:cs typeface="Times New Roman"/>
              </a:rPr>
              <a:t>n</a:t>
            </a:r>
            <a:r>
              <a:rPr sz="1800" spc="-25" dirty="0">
                <a:latin typeface="Times New Roman"/>
                <a:cs typeface="Times New Roman"/>
              </a:rPr>
              <a:t>)</a:t>
            </a:r>
            <a:endParaRPr sz="1800">
              <a:latin typeface="Times New Roman"/>
              <a:cs typeface="Times New Roman"/>
            </a:endParaRPr>
          </a:p>
          <a:p>
            <a:pPr marL="219075" marR="981710">
              <a:lnSpc>
                <a:spcPct val="100800"/>
              </a:lnSpc>
              <a:spcBef>
                <a:spcPts val="1875"/>
              </a:spcBef>
            </a:pPr>
            <a:r>
              <a:rPr sz="1800" dirty="0">
                <a:latin typeface="Times New Roman"/>
                <a:cs typeface="Times New Roman"/>
              </a:rPr>
              <a:t>Compute</a:t>
            </a:r>
            <a:r>
              <a:rPr sz="1800" spc="-20" dirty="0">
                <a:latin typeface="Times New Roman"/>
                <a:cs typeface="Times New Roman"/>
              </a:rPr>
              <a:t> </a:t>
            </a:r>
            <a:r>
              <a:rPr sz="1800" dirty="0">
                <a:latin typeface="Times New Roman"/>
                <a:cs typeface="Times New Roman"/>
              </a:rPr>
              <a:t>separation</a:t>
            </a:r>
            <a:r>
              <a:rPr sz="1800" spc="-10" dirty="0">
                <a:latin typeface="Times New Roman"/>
                <a:cs typeface="Times New Roman"/>
              </a:rPr>
              <a:t> </a:t>
            </a:r>
            <a:r>
              <a:rPr sz="1800" dirty="0">
                <a:latin typeface="Times New Roman"/>
                <a:cs typeface="Times New Roman"/>
              </a:rPr>
              <a:t>line</a:t>
            </a:r>
            <a:r>
              <a:rPr sz="1800" spc="-15" dirty="0">
                <a:latin typeface="Times New Roman"/>
                <a:cs typeface="Times New Roman"/>
              </a:rPr>
              <a:t> </a:t>
            </a:r>
            <a:r>
              <a:rPr sz="1800" i="1" dirty="0">
                <a:latin typeface="Times New Roman"/>
                <a:cs typeface="Times New Roman"/>
              </a:rPr>
              <a:t>L</a:t>
            </a:r>
            <a:r>
              <a:rPr sz="1800" i="1" spc="-15" dirty="0">
                <a:latin typeface="Times New Roman"/>
                <a:cs typeface="Times New Roman"/>
              </a:rPr>
              <a:t> </a:t>
            </a:r>
            <a:r>
              <a:rPr sz="1800" dirty="0">
                <a:latin typeface="Times New Roman"/>
                <a:cs typeface="Times New Roman"/>
              </a:rPr>
              <a:t>such</a:t>
            </a:r>
            <a:r>
              <a:rPr sz="1800" spc="-10" dirty="0">
                <a:latin typeface="Times New Roman"/>
                <a:cs typeface="Times New Roman"/>
              </a:rPr>
              <a:t> </a:t>
            </a:r>
            <a:r>
              <a:rPr sz="1800" dirty="0">
                <a:latin typeface="Times New Roman"/>
                <a:cs typeface="Times New Roman"/>
              </a:rPr>
              <a:t>that</a:t>
            </a:r>
            <a:r>
              <a:rPr sz="1800" spc="-10" dirty="0">
                <a:latin typeface="Times New Roman"/>
                <a:cs typeface="Times New Roman"/>
              </a:rPr>
              <a:t> </a:t>
            </a:r>
            <a:r>
              <a:rPr sz="1800" dirty="0">
                <a:latin typeface="Times New Roman"/>
                <a:cs typeface="Times New Roman"/>
              </a:rPr>
              <a:t>half</a:t>
            </a:r>
            <a:r>
              <a:rPr sz="1800" spc="-1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spc="-10" dirty="0">
                <a:latin typeface="Times New Roman"/>
                <a:cs typeface="Times New Roman"/>
              </a:rPr>
              <a:t>points </a:t>
            </a:r>
            <a:r>
              <a:rPr sz="1800" dirty="0">
                <a:latin typeface="Times New Roman"/>
                <a:cs typeface="Times New Roman"/>
              </a:rPr>
              <a:t>are</a:t>
            </a:r>
            <a:r>
              <a:rPr sz="1800" spc="-10" dirty="0">
                <a:latin typeface="Times New Roman"/>
                <a:cs typeface="Times New Roman"/>
              </a:rPr>
              <a:t> </a:t>
            </a:r>
            <a:r>
              <a:rPr sz="1800" dirty="0">
                <a:latin typeface="Times New Roman"/>
                <a:cs typeface="Times New Roman"/>
              </a:rPr>
              <a:t>on</a:t>
            </a:r>
            <a:r>
              <a:rPr sz="1800" spc="-5" dirty="0">
                <a:latin typeface="Times New Roman"/>
                <a:cs typeface="Times New Roman"/>
              </a:rPr>
              <a:t> </a:t>
            </a:r>
            <a:r>
              <a:rPr sz="1800" dirty="0">
                <a:latin typeface="Times New Roman"/>
                <a:cs typeface="Times New Roman"/>
              </a:rPr>
              <a:t>each</a:t>
            </a:r>
            <a:r>
              <a:rPr sz="1800" spc="-5" dirty="0">
                <a:latin typeface="Times New Roman"/>
                <a:cs typeface="Times New Roman"/>
              </a:rPr>
              <a:t> </a:t>
            </a:r>
            <a:r>
              <a:rPr sz="1800" dirty="0">
                <a:latin typeface="Times New Roman"/>
                <a:cs typeface="Times New Roman"/>
              </a:rPr>
              <a:t>side</a:t>
            </a:r>
            <a:r>
              <a:rPr sz="1800" spc="-1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spc="-20" dirty="0">
                <a:latin typeface="Times New Roman"/>
                <a:cs typeface="Times New Roman"/>
              </a:rPr>
              <a:t>line.</a:t>
            </a:r>
            <a:endParaRPr sz="1800">
              <a:latin typeface="Times New Roman"/>
              <a:cs typeface="Times New Roman"/>
            </a:endParaRPr>
          </a:p>
          <a:p>
            <a:pPr marL="219075" marR="1807845">
              <a:lnSpc>
                <a:spcPts val="3150"/>
              </a:lnSpc>
              <a:spcBef>
                <a:spcPts val="200"/>
              </a:spcBef>
              <a:tabLst>
                <a:tab pos="480059" algn="l"/>
              </a:tabLst>
            </a:pPr>
            <a:r>
              <a:rPr sz="1800" spc="70" dirty="0">
                <a:latin typeface="Times New Roman"/>
                <a:cs typeface="Times New Roman"/>
              </a:rPr>
              <a:t>δ</a:t>
            </a:r>
            <a:r>
              <a:rPr sz="1800" spc="104" baseline="-6944" dirty="0">
                <a:latin typeface="Times New Roman"/>
                <a:cs typeface="Times New Roman"/>
              </a:rPr>
              <a:t>1</a:t>
            </a:r>
            <a:r>
              <a:rPr sz="1800" spc="225" baseline="-6944" dirty="0">
                <a:latin typeface="Times New Roman"/>
                <a:cs typeface="Times New Roman"/>
              </a:rPr>
              <a:t> </a:t>
            </a:r>
            <a:r>
              <a:rPr sz="1800" dirty="0">
                <a:latin typeface="Symbol"/>
                <a:cs typeface="Symbol"/>
              </a:rPr>
              <a:t></a:t>
            </a:r>
            <a:r>
              <a:rPr sz="1800" spc="5" dirty="0">
                <a:latin typeface="Times New Roman"/>
                <a:cs typeface="Times New Roman"/>
              </a:rPr>
              <a:t> </a:t>
            </a:r>
            <a:r>
              <a:rPr sz="1800" spc="-20" dirty="0">
                <a:solidFill>
                  <a:srgbClr val="003F83"/>
                </a:solidFill>
                <a:latin typeface="Times New Roman"/>
                <a:cs typeface="Times New Roman"/>
              </a:rPr>
              <a:t>C</a:t>
            </a:r>
            <a:r>
              <a:rPr sz="1450" spc="-20" dirty="0">
                <a:solidFill>
                  <a:srgbClr val="003F83"/>
                </a:solidFill>
                <a:latin typeface="Times New Roman"/>
                <a:cs typeface="Times New Roman"/>
              </a:rPr>
              <a:t>LOSEST</a:t>
            </a:r>
            <a:r>
              <a:rPr sz="1800" spc="-20" dirty="0">
                <a:solidFill>
                  <a:srgbClr val="003F83"/>
                </a:solidFill>
                <a:latin typeface="Times New Roman"/>
                <a:cs typeface="Times New Roman"/>
              </a:rPr>
              <a:t>-</a:t>
            </a:r>
            <a:r>
              <a:rPr sz="1800" dirty="0">
                <a:solidFill>
                  <a:srgbClr val="003F83"/>
                </a:solidFill>
                <a:latin typeface="Times New Roman"/>
                <a:cs typeface="Times New Roman"/>
              </a:rPr>
              <a:t>P</a:t>
            </a:r>
            <a:r>
              <a:rPr sz="1450" dirty="0">
                <a:solidFill>
                  <a:srgbClr val="003F83"/>
                </a:solidFill>
                <a:latin typeface="Times New Roman"/>
                <a:cs typeface="Times New Roman"/>
              </a:rPr>
              <a:t>AIR </a:t>
            </a:r>
            <a:r>
              <a:rPr sz="1800" dirty="0">
                <a:latin typeface="Times New Roman"/>
                <a:cs typeface="Times New Roman"/>
              </a:rPr>
              <a:t>(points</a:t>
            </a:r>
            <a:r>
              <a:rPr sz="1800" spc="5" dirty="0">
                <a:latin typeface="Times New Roman"/>
                <a:cs typeface="Times New Roman"/>
              </a:rPr>
              <a:t> </a:t>
            </a:r>
            <a:r>
              <a:rPr sz="1800" dirty="0">
                <a:latin typeface="Times New Roman"/>
                <a:cs typeface="Times New Roman"/>
              </a:rPr>
              <a:t>in left</a:t>
            </a:r>
            <a:r>
              <a:rPr sz="1800" spc="5" dirty="0">
                <a:latin typeface="Times New Roman"/>
                <a:cs typeface="Times New Roman"/>
              </a:rPr>
              <a:t> </a:t>
            </a:r>
            <a:r>
              <a:rPr sz="1800" spc="-10" dirty="0">
                <a:latin typeface="Times New Roman"/>
                <a:cs typeface="Times New Roman"/>
              </a:rPr>
              <a:t>half)</a:t>
            </a:r>
            <a:r>
              <a:rPr sz="1800" i="1" spc="-10" dirty="0">
                <a:latin typeface="Times New Roman"/>
                <a:cs typeface="Times New Roman"/>
              </a:rPr>
              <a:t>. </a:t>
            </a:r>
            <a:r>
              <a:rPr sz="1800" spc="70" dirty="0">
                <a:latin typeface="Times New Roman"/>
                <a:cs typeface="Times New Roman"/>
              </a:rPr>
              <a:t>δ</a:t>
            </a:r>
            <a:r>
              <a:rPr sz="1800" spc="104" baseline="-6944" dirty="0">
                <a:latin typeface="Times New Roman"/>
                <a:cs typeface="Times New Roman"/>
              </a:rPr>
              <a:t>2</a:t>
            </a:r>
            <a:r>
              <a:rPr sz="1800" spc="232" baseline="-6944" dirty="0">
                <a:latin typeface="Times New Roman"/>
                <a:cs typeface="Times New Roman"/>
              </a:rPr>
              <a:t> </a:t>
            </a:r>
            <a:r>
              <a:rPr sz="1800" dirty="0">
                <a:latin typeface="Symbol"/>
                <a:cs typeface="Symbol"/>
              </a:rPr>
              <a:t></a:t>
            </a:r>
            <a:r>
              <a:rPr sz="1800" spc="5" dirty="0">
                <a:latin typeface="Times New Roman"/>
                <a:cs typeface="Times New Roman"/>
              </a:rPr>
              <a:t> </a:t>
            </a:r>
            <a:r>
              <a:rPr sz="1800" spc="-20" dirty="0">
                <a:solidFill>
                  <a:srgbClr val="003F83"/>
                </a:solidFill>
                <a:latin typeface="Times New Roman"/>
                <a:cs typeface="Times New Roman"/>
              </a:rPr>
              <a:t>C</a:t>
            </a:r>
            <a:r>
              <a:rPr sz="1450" spc="-20" dirty="0">
                <a:solidFill>
                  <a:srgbClr val="003F83"/>
                </a:solidFill>
                <a:latin typeface="Times New Roman"/>
                <a:cs typeface="Times New Roman"/>
              </a:rPr>
              <a:t>LOSEST</a:t>
            </a:r>
            <a:r>
              <a:rPr sz="1800" spc="-20" dirty="0">
                <a:solidFill>
                  <a:srgbClr val="003F83"/>
                </a:solidFill>
                <a:latin typeface="Times New Roman"/>
                <a:cs typeface="Times New Roman"/>
              </a:rPr>
              <a:t>-</a:t>
            </a:r>
            <a:r>
              <a:rPr sz="1800" dirty="0">
                <a:solidFill>
                  <a:srgbClr val="003F83"/>
                </a:solidFill>
                <a:latin typeface="Times New Roman"/>
                <a:cs typeface="Times New Roman"/>
              </a:rPr>
              <a:t>P</a:t>
            </a:r>
            <a:r>
              <a:rPr sz="1450" dirty="0">
                <a:solidFill>
                  <a:srgbClr val="003F83"/>
                </a:solidFill>
                <a:latin typeface="Times New Roman"/>
                <a:cs typeface="Times New Roman"/>
              </a:rPr>
              <a:t>AIR </a:t>
            </a:r>
            <a:r>
              <a:rPr sz="1800" dirty="0">
                <a:latin typeface="Times New Roman"/>
                <a:cs typeface="Times New Roman"/>
              </a:rPr>
              <a:t>(points</a:t>
            </a:r>
            <a:r>
              <a:rPr sz="1800" spc="5" dirty="0">
                <a:latin typeface="Times New Roman"/>
                <a:cs typeface="Times New Roman"/>
              </a:rPr>
              <a:t> </a:t>
            </a:r>
            <a:r>
              <a:rPr sz="1800" dirty="0">
                <a:latin typeface="Times New Roman"/>
                <a:cs typeface="Times New Roman"/>
              </a:rPr>
              <a:t>in</a:t>
            </a:r>
            <a:r>
              <a:rPr sz="1800" spc="5" dirty="0">
                <a:latin typeface="Times New Roman"/>
                <a:cs typeface="Times New Roman"/>
              </a:rPr>
              <a:t> </a:t>
            </a:r>
            <a:r>
              <a:rPr sz="1800" dirty="0">
                <a:latin typeface="Times New Roman"/>
                <a:cs typeface="Times New Roman"/>
              </a:rPr>
              <a:t>right</a:t>
            </a:r>
            <a:r>
              <a:rPr sz="1800" spc="10" dirty="0">
                <a:latin typeface="Times New Roman"/>
                <a:cs typeface="Times New Roman"/>
              </a:rPr>
              <a:t> </a:t>
            </a:r>
            <a:r>
              <a:rPr sz="1800" spc="-10" dirty="0">
                <a:latin typeface="Times New Roman"/>
                <a:cs typeface="Times New Roman"/>
              </a:rPr>
              <a:t>half)</a:t>
            </a:r>
            <a:r>
              <a:rPr sz="1800" i="1" spc="-10" dirty="0">
                <a:latin typeface="Times New Roman"/>
                <a:cs typeface="Times New Roman"/>
              </a:rPr>
              <a:t>. </a:t>
            </a:r>
            <a:r>
              <a:rPr sz="1800" spc="90" dirty="0">
                <a:latin typeface="Times New Roman"/>
                <a:cs typeface="Times New Roman"/>
              </a:rPr>
              <a:t>δ</a:t>
            </a:r>
            <a:r>
              <a:rPr sz="1800" dirty="0">
                <a:latin typeface="Times New Roman"/>
                <a:cs typeface="Times New Roman"/>
              </a:rPr>
              <a:t>	</a:t>
            </a:r>
            <a:r>
              <a:rPr sz="1800" dirty="0">
                <a:latin typeface="Symbol"/>
                <a:cs typeface="Symbol"/>
              </a:rPr>
              <a:t></a:t>
            </a:r>
            <a:r>
              <a:rPr sz="1800" spc="-5" dirty="0">
                <a:latin typeface="Times New Roman"/>
                <a:cs typeface="Times New Roman"/>
              </a:rPr>
              <a:t> </a:t>
            </a:r>
            <a:r>
              <a:rPr sz="1800" dirty="0">
                <a:latin typeface="Times New Roman"/>
                <a:cs typeface="Times New Roman"/>
              </a:rPr>
              <a:t>min { </a:t>
            </a:r>
            <a:r>
              <a:rPr sz="1800" spc="70" dirty="0">
                <a:latin typeface="Times New Roman"/>
                <a:cs typeface="Times New Roman"/>
              </a:rPr>
              <a:t>δ</a:t>
            </a:r>
            <a:r>
              <a:rPr sz="1800" spc="104" baseline="-6944" dirty="0">
                <a:latin typeface="Times New Roman"/>
                <a:cs typeface="Times New Roman"/>
              </a:rPr>
              <a:t>1</a:t>
            </a:r>
            <a:r>
              <a:rPr sz="1800" spc="225" baseline="-6944" dirty="0">
                <a:latin typeface="Times New Roman"/>
                <a:cs typeface="Times New Roman"/>
              </a:rPr>
              <a:t> </a:t>
            </a:r>
            <a:r>
              <a:rPr sz="1800" dirty="0">
                <a:latin typeface="Times New Roman"/>
                <a:cs typeface="Times New Roman"/>
              </a:rPr>
              <a:t>, </a:t>
            </a:r>
            <a:r>
              <a:rPr sz="1800" spc="70" dirty="0">
                <a:latin typeface="Times New Roman"/>
                <a:cs typeface="Times New Roman"/>
              </a:rPr>
              <a:t>δ</a:t>
            </a:r>
            <a:r>
              <a:rPr sz="1800" spc="104" baseline="-6944" dirty="0">
                <a:latin typeface="Times New Roman"/>
                <a:cs typeface="Times New Roman"/>
              </a:rPr>
              <a:t>2</a:t>
            </a:r>
            <a:r>
              <a:rPr sz="1800" spc="225" baseline="-6944" dirty="0">
                <a:latin typeface="Times New Roman"/>
                <a:cs typeface="Times New Roman"/>
              </a:rPr>
              <a:t> </a:t>
            </a:r>
            <a:r>
              <a:rPr sz="1800" spc="-25" dirty="0">
                <a:latin typeface="Times New Roman"/>
                <a:cs typeface="Times New Roman"/>
              </a:rPr>
              <a:t>}.</a:t>
            </a:r>
            <a:endParaRPr sz="1800">
              <a:latin typeface="Times New Roman"/>
              <a:cs typeface="Times New Roman"/>
            </a:endParaRPr>
          </a:p>
          <a:p>
            <a:pPr marL="219075" marR="1687195">
              <a:lnSpc>
                <a:spcPts val="3080"/>
              </a:lnSpc>
              <a:spcBef>
                <a:spcPts val="145"/>
              </a:spcBef>
            </a:pPr>
            <a:r>
              <a:rPr sz="1800" dirty="0">
                <a:latin typeface="Times New Roman"/>
                <a:cs typeface="Times New Roman"/>
              </a:rPr>
              <a:t>Delete</a:t>
            </a:r>
            <a:r>
              <a:rPr sz="1800" spc="-20" dirty="0">
                <a:latin typeface="Times New Roman"/>
                <a:cs typeface="Times New Roman"/>
              </a:rPr>
              <a:t> </a:t>
            </a:r>
            <a:r>
              <a:rPr sz="1800" dirty="0">
                <a:latin typeface="Times New Roman"/>
                <a:cs typeface="Times New Roman"/>
              </a:rPr>
              <a:t>all</a:t>
            </a:r>
            <a:r>
              <a:rPr sz="1800" spc="-10" dirty="0">
                <a:latin typeface="Times New Roman"/>
                <a:cs typeface="Times New Roman"/>
              </a:rPr>
              <a:t> </a:t>
            </a:r>
            <a:r>
              <a:rPr sz="1800" dirty="0">
                <a:latin typeface="Times New Roman"/>
                <a:cs typeface="Times New Roman"/>
              </a:rPr>
              <a:t>points</a:t>
            </a:r>
            <a:r>
              <a:rPr sz="1800" spc="-15" dirty="0">
                <a:latin typeface="Times New Roman"/>
                <a:cs typeface="Times New Roman"/>
              </a:rPr>
              <a:t> </a:t>
            </a:r>
            <a:r>
              <a:rPr sz="1800" dirty="0">
                <a:latin typeface="Times New Roman"/>
                <a:cs typeface="Times New Roman"/>
              </a:rPr>
              <a:t>further</a:t>
            </a:r>
            <a:r>
              <a:rPr sz="1800" spc="-10" dirty="0">
                <a:latin typeface="Times New Roman"/>
                <a:cs typeface="Times New Roman"/>
              </a:rPr>
              <a:t> </a:t>
            </a:r>
            <a:r>
              <a:rPr sz="1800" dirty="0">
                <a:latin typeface="Times New Roman"/>
                <a:cs typeface="Times New Roman"/>
              </a:rPr>
              <a:t>than</a:t>
            </a:r>
            <a:r>
              <a:rPr sz="1800" spc="-15" dirty="0">
                <a:latin typeface="Times New Roman"/>
                <a:cs typeface="Times New Roman"/>
              </a:rPr>
              <a:t> </a:t>
            </a:r>
            <a:r>
              <a:rPr sz="1800" spc="140" dirty="0">
                <a:latin typeface="Times New Roman"/>
                <a:cs typeface="Times New Roman"/>
              </a:rPr>
              <a:t>δ</a:t>
            </a:r>
            <a:r>
              <a:rPr sz="1800" spc="-10" dirty="0">
                <a:latin typeface="Times New Roman"/>
                <a:cs typeface="Times New Roman"/>
              </a:rPr>
              <a:t> </a:t>
            </a:r>
            <a:r>
              <a:rPr sz="1800" dirty="0">
                <a:latin typeface="Times New Roman"/>
                <a:cs typeface="Times New Roman"/>
              </a:rPr>
              <a:t>from</a:t>
            </a:r>
            <a:r>
              <a:rPr sz="1800" spc="-10" dirty="0">
                <a:latin typeface="Times New Roman"/>
                <a:cs typeface="Times New Roman"/>
              </a:rPr>
              <a:t> </a:t>
            </a:r>
            <a:r>
              <a:rPr sz="1800" dirty="0">
                <a:latin typeface="Times New Roman"/>
                <a:cs typeface="Times New Roman"/>
              </a:rPr>
              <a:t>line</a:t>
            </a:r>
            <a:r>
              <a:rPr sz="1800" spc="-20" dirty="0">
                <a:latin typeface="Times New Roman"/>
                <a:cs typeface="Times New Roman"/>
              </a:rPr>
              <a:t> </a:t>
            </a:r>
            <a:r>
              <a:rPr sz="1800" i="1" spc="-25" dirty="0">
                <a:latin typeface="Times New Roman"/>
                <a:cs typeface="Times New Roman"/>
              </a:rPr>
              <a:t>L</a:t>
            </a:r>
            <a:r>
              <a:rPr sz="1800" spc="-25" dirty="0">
                <a:latin typeface="Times New Roman"/>
                <a:cs typeface="Times New Roman"/>
              </a:rPr>
              <a:t>. </a:t>
            </a:r>
            <a:r>
              <a:rPr sz="1800" dirty="0">
                <a:latin typeface="Times New Roman"/>
                <a:cs typeface="Times New Roman"/>
              </a:rPr>
              <a:t>Sort</a:t>
            </a:r>
            <a:r>
              <a:rPr sz="1800" spc="-15" dirty="0">
                <a:latin typeface="Times New Roman"/>
                <a:cs typeface="Times New Roman"/>
              </a:rPr>
              <a:t> </a:t>
            </a:r>
            <a:r>
              <a:rPr sz="1800" dirty="0">
                <a:latin typeface="Times New Roman"/>
                <a:cs typeface="Times New Roman"/>
              </a:rPr>
              <a:t>remaining</a:t>
            </a:r>
            <a:r>
              <a:rPr sz="1800" spc="-10" dirty="0">
                <a:latin typeface="Times New Roman"/>
                <a:cs typeface="Times New Roman"/>
              </a:rPr>
              <a:t> </a:t>
            </a:r>
            <a:r>
              <a:rPr sz="1800" dirty="0">
                <a:latin typeface="Times New Roman"/>
                <a:cs typeface="Times New Roman"/>
              </a:rPr>
              <a:t>points</a:t>
            </a:r>
            <a:r>
              <a:rPr sz="1800" spc="-10" dirty="0">
                <a:latin typeface="Times New Roman"/>
                <a:cs typeface="Times New Roman"/>
              </a:rPr>
              <a:t> </a:t>
            </a:r>
            <a:r>
              <a:rPr sz="1800" dirty="0">
                <a:latin typeface="Times New Roman"/>
                <a:cs typeface="Times New Roman"/>
              </a:rPr>
              <a:t>by</a:t>
            </a:r>
            <a:r>
              <a:rPr sz="1800" spc="-15" dirty="0">
                <a:latin typeface="Times New Roman"/>
                <a:cs typeface="Times New Roman"/>
              </a:rPr>
              <a:t> </a:t>
            </a:r>
            <a:r>
              <a:rPr sz="1800" i="1" dirty="0">
                <a:latin typeface="Times New Roman"/>
                <a:cs typeface="Times New Roman"/>
              </a:rPr>
              <a:t>y</a:t>
            </a:r>
            <a:r>
              <a:rPr sz="1800" dirty="0">
                <a:latin typeface="Times New Roman"/>
                <a:cs typeface="Times New Roman"/>
              </a:rPr>
              <a:t>-</a:t>
            </a:r>
            <a:r>
              <a:rPr sz="1800" spc="-10" dirty="0">
                <a:latin typeface="Times New Roman"/>
                <a:cs typeface="Times New Roman"/>
              </a:rPr>
              <a:t>coordinate.</a:t>
            </a:r>
            <a:endParaRPr sz="1800">
              <a:latin typeface="Times New Roman"/>
              <a:cs typeface="Times New Roman"/>
            </a:endParaRPr>
          </a:p>
          <a:p>
            <a:pPr marL="219075" marR="772795">
              <a:lnSpc>
                <a:spcPct val="100800"/>
              </a:lnSpc>
              <a:spcBef>
                <a:spcPts val="645"/>
              </a:spcBef>
            </a:pPr>
            <a:r>
              <a:rPr sz="1800" dirty="0">
                <a:latin typeface="Times New Roman"/>
                <a:cs typeface="Times New Roman"/>
              </a:rPr>
              <a:t>Scan</a:t>
            </a:r>
            <a:r>
              <a:rPr sz="1800" spc="-15" dirty="0">
                <a:latin typeface="Times New Roman"/>
                <a:cs typeface="Times New Roman"/>
              </a:rPr>
              <a:t> </a:t>
            </a:r>
            <a:r>
              <a:rPr sz="1800" dirty="0">
                <a:latin typeface="Times New Roman"/>
                <a:cs typeface="Times New Roman"/>
              </a:rPr>
              <a:t>points</a:t>
            </a:r>
            <a:r>
              <a:rPr sz="1800" spc="-15"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i="1" dirty="0">
                <a:latin typeface="Times New Roman"/>
                <a:cs typeface="Times New Roman"/>
              </a:rPr>
              <a:t>y</a:t>
            </a:r>
            <a:r>
              <a:rPr sz="1800" dirty="0">
                <a:latin typeface="Times New Roman"/>
                <a:cs typeface="Times New Roman"/>
              </a:rPr>
              <a:t>-order</a:t>
            </a:r>
            <a:r>
              <a:rPr sz="1800" spc="-1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dirty="0">
                <a:latin typeface="Times New Roman"/>
                <a:cs typeface="Times New Roman"/>
              </a:rPr>
              <a:t>compare</a:t>
            </a:r>
            <a:r>
              <a:rPr sz="1800" spc="-15" dirty="0">
                <a:latin typeface="Times New Roman"/>
                <a:cs typeface="Times New Roman"/>
              </a:rPr>
              <a:t> </a:t>
            </a:r>
            <a:r>
              <a:rPr sz="1800" dirty="0">
                <a:latin typeface="Times New Roman"/>
                <a:cs typeface="Times New Roman"/>
              </a:rPr>
              <a:t>distance</a:t>
            </a:r>
            <a:r>
              <a:rPr sz="1800" spc="-20" dirty="0">
                <a:latin typeface="Times New Roman"/>
                <a:cs typeface="Times New Roman"/>
              </a:rPr>
              <a:t> </a:t>
            </a:r>
            <a:r>
              <a:rPr sz="1800" spc="-10" dirty="0">
                <a:latin typeface="Times New Roman"/>
                <a:cs typeface="Times New Roman"/>
              </a:rPr>
              <a:t>between </a:t>
            </a:r>
            <a:r>
              <a:rPr sz="1800" dirty="0">
                <a:latin typeface="Times New Roman"/>
                <a:cs typeface="Times New Roman"/>
              </a:rPr>
              <a:t>each</a:t>
            </a:r>
            <a:r>
              <a:rPr sz="1800" spc="-20" dirty="0">
                <a:latin typeface="Times New Roman"/>
                <a:cs typeface="Times New Roman"/>
              </a:rPr>
              <a:t> </a:t>
            </a:r>
            <a:r>
              <a:rPr sz="1800" dirty="0">
                <a:latin typeface="Times New Roman"/>
                <a:cs typeface="Times New Roman"/>
              </a:rPr>
              <a:t>point</a:t>
            </a:r>
            <a:r>
              <a:rPr sz="1800" spc="-20"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dirty="0">
                <a:latin typeface="Times New Roman"/>
                <a:cs typeface="Times New Roman"/>
              </a:rPr>
              <a:t>next</a:t>
            </a:r>
            <a:r>
              <a:rPr sz="1800" spc="-20" dirty="0">
                <a:latin typeface="Times New Roman"/>
                <a:cs typeface="Times New Roman"/>
              </a:rPr>
              <a:t> </a:t>
            </a:r>
            <a:r>
              <a:rPr sz="1800" dirty="0">
                <a:latin typeface="Times New Roman"/>
                <a:cs typeface="Times New Roman"/>
              </a:rPr>
              <a:t>11</a:t>
            </a:r>
            <a:r>
              <a:rPr sz="1800" spc="-20" dirty="0">
                <a:latin typeface="Times New Roman"/>
                <a:cs typeface="Times New Roman"/>
              </a:rPr>
              <a:t> </a:t>
            </a:r>
            <a:r>
              <a:rPr sz="1800" dirty="0">
                <a:latin typeface="Times New Roman"/>
                <a:cs typeface="Times New Roman"/>
              </a:rPr>
              <a:t>neighbors.</a:t>
            </a:r>
            <a:r>
              <a:rPr sz="1800" spc="-15" dirty="0">
                <a:latin typeface="Times New Roman"/>
                <a:cs typeface="Times New Roman"/>
              </a:rPr>
              <a:t> </a:t>
            </a:r>
            <a:r>
              <a:rPr sz="1800" dirty="0">
                <a:latin typeface="Times New Roman"/>
                <a:cs typeface="Times New Roman"/>
              </a:rPr>
              <a:t>If</a:t>
            </a:r>
            <a:r>
              <a:rPr sz="1800" spc="-20" dirty="0">
                <a:latin typeface="Times New Roman"/>
                <a:cs typeface="Times New Roman"/>
              </a:rPr>
              <a:t> </a:t>
            </a:r>
            <a:r>
              <a:rPr sz="1800" dirty="0">
                <a:latin typeface="Times New Roman"/>
                <a:cs typeface="Times New Roman"/>
              </a:rPr>
              <a:t>any</a:t>
            </a:r>
            <a:r>
              <a:rPr sz="1800" spc="-20"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spc="-10" dirty="0">
                <a:latin typeface="Times New Roman"/>
                <a:cs typeface="Times New Roman"/>
              </a:rPr>
              <a:t>these </a:t>
            </a:r>
            <a:r>
              <a:rPr sz="1800" dirty="0">
                <a:latin typeface="Times New Roman"/>
                <a:cs typeface="Times New Roman"/>
              </a:rPr>
              <a:t>distances</a:t>
            </a:r>
            <a:r>
              <a:rPr sz="1800" spc="-15" dirty="0">
                <a:latin typeface="Times New Roman"/>
                <a:cs typeface="Times New Roman"/>
              </a:rPr>
              <a:t> </a:t>
            </a:r>
            <a:r>
              <a:rPr sz="1800" dirty="0">
                <a:latin typeface="Times New Roman"/>
                <a:cs typeface="Times New Roman"/>
              </a:rPr>
              <a:t>is</a:t>
            </a:r>
            <a:r>
              <a:rPr sz="1800" spc="-15" dirty="0">
                <a:latin typeface="Times New Roman"/>
                <a:cs typeface="Times New Roman"/>
              </a:rPr>
              <a:t> </a:t>
            </a:r>
            <a:r>
              <a:rPr sz="1800" dirty="0">
                <a:latin typeface="Times New Roman"/>
                <a:cs typeface="Times New Roman"/>
              </a:rPr>
              <a:t>less</a:t>
            </a:r>
            <a:r>
              <a:rPr sz="1800" spc="-15" dirty="0">
                <a:latin typeface="Times New Roman"/>
                <a:cs typeface="Times New Roman"/>
              </a:rPr>
              <a:t> </a:t>
            </a:r>
            <a:r>
              <a:rPr sz="1800" dirty="0">
                <a:latin typeface="Times New Roman"/>
                <a:cs typeface="Times New Roman"/>
              </a:rPr>
              <a:t>than</a:t>
            </a:r>
            <a:r>
              <a:rPr sz="1800" spc="-15" dirty="0">
                <a:latin typeface="Times New Roman"/>
                <a:cs typeface="Times New Roman"/>
              </a:rPr>
              <a:t> </a:t>
            </a:r>
            <a:r>
              <a:rPr sz="1800" spc="70" dirty="0">
                <a:latin typeface="Times New Roman"/>
                <a:cs typeface="Times New Roman"/>
              </a:rPr>
              <a:t>δ,</a:t>
            </a:r>
            <a:r>
              <a:rPr sz="1800" spc="-15" dirty="0">
                <a:latin typeface="Times New Roman"/>
                <a:cs typeface="Times New Roman"/>
              </a:rPr>
              <a:t> </a:t>
            </a:r>
            <a:r>
              <a:rPr sz="1800" dirty="0">
                <a:latin typeface="Times New Roman"/>
                <a:cs typeface="Times New Roman"/>
              </a:rPr>
              <a:t>update</a:t>
            </a:r>
            <a:r>
              <a:rPr sz="1800" spc="-20" dirty="0">
                <a:latin typeface="Times New Roman"/>
                <a:cs typeface="Times New Roman"/>
              </a:rPr>
              <a:t> </a:t>
            </a:r>
            <a:r>
              <a:rPr sz="1800" spc="45" dirty="0">
                <a:latin typeface="Times New Roman"/>
                <a:cs typeface="Times New Roman"/>
              </a:rPr>
              <a:t>δ.</a:t>
            </a:r>
            <a:endParaRPr sz="1800">
              <a:latin typeface="Times New Roman"/>
              <a:cs typeface="Times New Roman"/>
            </a:endParaRPr>
          </a:p>
          <a:p>
            <a:pPr marL="219075">
              <a:lnSpc>
                <a:spcPct val="100000"/>
              </a:lnSpc>
              <a:spcBef>
                <a:spcPts val="915"/>
              </a:spcBef>
            </a:pPr>
            <a:r>
              <a:rPr sz="1800" dirty="0">
                <a:solidFill>
                  <a:srgbClr val="003F83"/>
                </a:solidFill>
                <a:latin typeface="Times New Roman"/>
                <a:cs typeface="Times New Roman"/>
              </a:rPr>
              <a:t>R</a:t>
            </a:r>
            <a:r>
              <a:rPr sz="1450" dirty="0">
                <a:solidFill>
                  <a:srgbClr val="003F83"/>
                </a:solidFill>
                <a:latin typeface="Times New Roman"/>
                <a:cs typeface="Times New Roman"/>
              </a:rPr>
              <a:t>ETURN</a:t>
            </a:r>
            <a:r>
              <a:rPr sz="1450" spc="470" dirty="0">
                <a:solidFill>
                  <a:srgbClr val="003F83"/>
                </a:solidFill>
                <a:latin typeface="Times New Roman"/>
                <a:cs typeface="Times New Roman"/>
              </a:rPr>
              <a:t> </a:t>
            </a:r>
            <a:r>
              <a:rPr sz="1800" spc="45" dirty="0">
                <a:latin typeface="Times New Roman"/>
                <a:cs typeface="Times New Roman"/>
              </a:rPr>
              <a:t>δ</a:t>
            </a:r>
            <a:r>
              <a:rPr sz="1800" i="1" spc="45" dirty="0">
                <a:latin typeface="Times New Roman"/>
                <a:cs typeface="Times New Roman"/>
              </a:rPr>
              <a:t>.</a:t>
            </a:r>
            <a:endParaRPr sz="1800">
              <a:latin typeface="Times New Roman"/>
              <a:cs typeface="Times New Roman"/>
            </a:endParaRPr>
          </a:p>
        </p:txBody>
      </p:sp>
      <p:sp>
        <p:nvSpPr>
          <p:cNvPr id="28" name="object 28"/>
          <p:cNvSpPr/>
          <p:nvPr/>
        </p:nvSpPr>
        <p:spPr>
          <a:xfrm>
            <a:off x="977328" y="6392384"/>
            <a:ext cx="5384165" cy="0"/>
          </a:xfrm>
          <a:custGeom>
            <a:avLst/>
            <a:gdLst/>
            <a:ahLst/>
            <a:cxnLst/>
            <a:rect l="l" t="t" r="r" b="b"/>
            <a:pathLst>
              <a:path w="5384165">
                <a:moveTo>
                  <a:pt x="0" y="0"/>
                </a:moveTo>
                <a:lnTo>
                  <a:pt x="5383864" y="0"/>
                </a:lnTo>
              </a:path>
            </a:pathLst>
          </a:custGeom>
          <a:ln w="3175">
            <a:solidFill>
              <a:srgbClr val="000000"/>
            </a:solidFill>
          </a:ln>
        </p:spPr>
        <p:txBody>
          <a:bodyPr wrap="square" lIns="0" tIns="0" rIns="0" bIns="0" rtlCol="0"/>
          <a:lstStyle/>
          <a:p>
            <a:endParaRPr/>
          </a:p>
        </p:txBody>
      </p:sp>
      <p:sp>
        <p:nvSpPr>
          <p:cNvPr id="29" name="object 29"/>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33</a:t>
            </a:fld>
            <a:endParaRPr spc="-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xfrm>
            <a:off x="745267" y="475073"/>
            <a:ext cx="3776979" cy="346075"/>
          </a:xfrm>
          <a:prstGeom prst="rect">
            <a:avLst/>
          </a:prstGeom>
        </p:spPr>
        <p:txBody>
          <a:bodyPr vert="horz" wrap="square" lIns="0" tIns="12700" rIns="0" bIns="0" rtlCol="0">
            <a:spAutoFit/>
          </a:bodyPr>
          <a:lstStyle/>
          <a:p>
            <a:pPr marL="12700">
              <a:lnSpc>
                <a:spcPct val="100000"/>
              </a:lnSpc>
              <a:spcBef>
                <a:spcPts val="100"/>
              </a:spcBef>
              <a:tabLst>
                <a:tab pos="2799715" algn="l"/>
              </a:tabLst>
            </a:pPr>
            <a:r>
              <a:rPr spc="-20" dirty="0"/>
              <a:t>Closest</a:t>
            </a:r>
            <a:r>
              <a:rPr spc="10" dirty="0"/>
              <a:t> </a:t>
            </a:r>
            <a:r>
              <a:rPr spc="80" dirty="0"/>
              <a:t>pair</a:t>
            </a:r>
            <a:r>
              <a:rPr spc="15" dirty="0"/>
              <a:t> </a:t>
            </a:r>
            <a:r>
              <a:rPr spc="60" dirty="0"/>
              <a:t>of</a:t>
            </a:r>
            <a:r>
              <a:rPr spc="15" dirty="0"/>
              <a:t> </a:t>
            </a:r>
            <a:r>
              <a:rPr spc="-10" dirty="0"/>
              <a:t>points:</a:t>
            </a:r>
            <a:r>
              <a:rPr dirty="0"/>
              <a:t>	</a:t>
            </a:r>
            <a:r>
              <a:rPr spc="-10" dirty="0"/>
              <a:t>analysis</a:t>
            </a:r>
          </a:p>
        </p:txBody>
      </p:sp>
      <p:sp>
        <p:nvSpPr>
          <p:cNvPr id="4" name="object 4"/>
          <p:cNvSpPr txBox="1"/>
          <p:nvPr/>
        </p:nvSpPr>
        <p:spPr>
          <a:xfrm>
            <a:off x="732567" y="3960675"/>
            <a:ext cx="8536304" cy="1183005"/>
          </a:xfrm>
          <a:prstGeom prst="rect">
            <a:avLst/>
          </a:prstGeom>
        </p:spPr>
        <p:txBody>
          <a:bodyPr vert="horz" wrap="square" lIns="0" tIns="12700" rIns="0" bIns="0" rtlCol="0">
            <a:spAutoFit/>
          </a:bodyPr>
          <a:lstStyle/>
          <a:p>
            <a:pPr marL="2999740">
              <a:lnSpc>
                <a:spcPct val="100000"/>
              </a:lnSpc>
              <a:spcBef>
                <a:spcPts val="100"/>
              </a:spcBef>
            </a:pPr>
            <a:r>
              <a:rPr sz="1500" dirty="0">
                <a:solidFill>
                  <a:srgbClr val="8D3124"/>
                </a:solidFill>
                <a:latin typeface="Times New Roman"/>
                <a:cs typeface="Times New Roman"/>
              </a:rPr>
              <a:t>(</a:t>
            </a:r>
            <a:r>
              <a:rPr sz="1500" i="1" dirty="0">
                <a:solidFill>
                  <a:srgbClr val="8D3124"/>
                </a:solidFill>
                <a:latin typeface="Times New Roman"/>
                <a:cs typeface="Times New Roman"/>
              </a:rPr>
              <a:t>x</a:t>
            </a:r>
            <a:r>
              <a:rPr sz="1500" baseline="-5555" dirty="0">
                <a:solidFill>
                  <a:srgbClr val="8D3124"/>
                </a:solidFill>
                <a:latin typeface="Times New Roman"/>
                <a:cs typeface="Times New Roman"/>
              </a:rPr>
              <a:t>1</a:t>
            </a:r>
            <a:r>
              <a:rPr sz="1500" spc="187" baseline="-5555" dirty="0">
                <a:solidFill>
                  <a:srgbClr val="8D3124"/>
                </a:solidFill>
                <a:latin typeface="Times New Roman"/>
                <a:cs typeface="Times New Roman"/>
              </a:rPr>
              <a:t> </a:t>
            </a:r>
            <a:r>
              <a:rPr sz="1500" dirty="0">
                <a:solidFill>
                  <a:srgbClr val="8D3124"/>
                </a:solidFill>
                <a:latin typeface="Lucida Sans Unicode"/>
                <a:cs typeface="Lucida Sans Unicode"/>
              </a:rPr>
              <a:t>-</a:t>
            </a:r>
            <a:r>
              <a:rPr sz="1500" spc="-100" dirty="0">
                <a:solidFill>
                  <a:srgbClr val="8D3124"/>
                </a:solidFill>
                <a:latin typeface="Lucida Sans Unicode"/>
                <a:cs typeface="Lucida Sans Unicode"/>
              </a:rPr>
              <a:t> </a:t>
            </a:r>
            <a:r>
              <a:rPr sz="1500" i="1" dirty="0">
                <a:solidFill>
                  <a:srgbClr val="8D3124"/>
                </a:solidFill>
                <a:latin typeface="Times New Roman"/>
                <a:cs typeface="Times New Roman"/>
              </a:rPr>
              <a:t>x</a:t>
            </a:r>
            <a:r>
              <a:rPr sz="1500" baseline="-5555" dirty="0">
                <a:solidFill>
                  <a:srgbClr val="8D3124"/>
                </a:solidFill>
                <a:latin typeface="Times New Roman"/>
                <a:cs typeface="Times New Roman"/>
              </a:rPr>
              <a:t>2</a:t>
            </a:r>
            <a:r>
              <a:rPr sz="1500" dirty="0">
                <a:solidFill>
                  <a:srgbClr val="8D3124"/>
                </a:solidFill>
                <a:latin typeface="Times New Roman"/>
                <a:cs typeface="Times New Roman"/>
              </a:rPr>
              <a:t>) </a:t>
            </a:r>
            <a:r>
              <a:rPr sz="1500" i="1" baseline="25000" dirty="0">
                <a:solidFill>
                  <a:srgbClr val="8D3124"/>
                </a:solidFill>
                <a:latin typeface="Times New Roman"/>
                <a:cs typeface="Times New Roman"/>
              </a:rPr>
              <a:t>2</a:t>
            </a:r>
            <a:r>
              <a:rPr sz="1500" i="1" spc="187" baseline="25000" dirty="0">
                <a:solidFill>
                  <a:srgbClr val="8D3124"/>
                </a:solidFill>
                <a:latin typeface="Times New Roman"/>
                <a:cs typeface="Times New Roman"/>
              </a:rPr>
              <a:t> </a:t>
            </a:r>
            <a:r>
              <a:rPr sz="1500" i="1" dirty="0">
                <a:solidFill>
                  <a:srgbClr val="8D3124"/>
                </a:solidFill>
                <a:latin typeface="Times New Roman"/>
                <a:cs typeface="Times New Roman"/>
              </a:rPr>
              <a:t>+ </a:t>
            </a:r>
            <a:r>
              <a:rPr sz="1500" dirty="0">
                <a:solidFill>
                  <a:srgbClr val="8D3124"/>
                </a:solidFill>
                <a:latin typeface="Times New Roman"/>
                <a:cs typeface="Times New Roman"/>
              </a:rPr>
              <a:t>(</a:t>
            </a:r>
            <a:r>
              <a:rPr sz="1500" i="1" dirty="0">
                <a:solidFill>
                  <a:srgbClr val="8D3124"/>
                </a:solidFill>
                <a:latin typeface="Times New Roman"/>
                <a:cs typeface="Times New Roman"/>
              </a:rPr>
              <a:t>y</a:t>
            </a:r>
            <a:r>
              <a:rPr sz="1500" baseline="-5555" dirty="0">
                <a:solidFill>
                  <a:srgbClr val="8D3124"/>
                </a:solidFill>
                <a:latin typeface="Times New Roman"/>
                <a:cs typeface="Times New Roman"/>
              </a:rPr>
              <a:t>1</a:t>
            </a:r>
            <a:r>
              <a:rPr sz="1500" spc="187" baseline="-5555" dirty="0">
                <a:solidFill>
                  <a:srgbClr val="8D3124"/>
                </a:solidFill>
                <a:latin typeface="Times New Roman"/>
                <a:cs typeface="Times New Roman"/>
              </a:rPr>
              <a:t> </a:t>
            </a:r>
            <a:r>
              <a:rPr sz="1500" dirty="0">
                <a:solidFill>
                  <a:srgbClr val="8D3124"/>
                </a:solidFill>
                <a:latin typeface="Lucida Sans Unicode"/>
                <a:cs typeface="Lucida Sans Unicode"/>
              </a:rPr>
              <a:t>-</a:t>
            </a:r>
            <a:r>
              <a:rPr sz="1500" spc="-100" dirty="0">
                <a:solidFill>
                  <a:srgbClr val="8D3124"/>
                </a:solidFill>
                <a:latin typeface="Lucida Sans Unicode"/>
                <a:cs typeface="Lucida Sans Unicode"/>
              </a:rPr>
              <a:t> </a:t>
            </a:r>
            <a:r>
              <a:rPr sz="1500" i="1" dirty="0">
                <a:solidFill>
                  <a:srgbClr val="8D3124"/>
                </a:solidFill>
                <a:latin typeface="Times New Roman"/>
                <a:cs typeface="Times New Roman"/>
              </a:rPr>
              <a:t>y</a:t>
            </a:r>
            <a:r>
              <a:rPr sz="1500" baseline="-5555" dirty="0">
                <a:solidFill>
                  <a:srgbClr val="8D3124"/>
                </a:solidFill>
                <a:latin typeface="Times New Roman"/>
                <a:cs typeface="Times New Roman"/>
              </a:rPr>
              <a:t>2</a:t>
            </a:r>
            <a:r>
              <a:rPr sz="1500" dirty="0">
                <a:solidFill>
                  <a:srgbClr val="8D3124"/>
                </a:solidFill>
                <a:latin typeface="Times New Roman"/>
                <a:cs typeface="Times New Roman"/>
              </a:rPr>
              <a:t>) </a:t>
            </a:r>
            <a:r>
              <a:rPr sz="1500" i="1" spc="-75" baseline="25000" dirty="0">
                <a:solidFill>
                  <a:srgbClr val="8D3124"/>
                </a:solidFill>
                <a:latin typeface="Times New Roman"/>
                <a:cs typeface="Times New Roman"/>
              </a:rPr>
              <a:t>2</a:t>
            </a:r>
            <a:endParaRPr sz="1500" baseline="25000">
              <a:latin typeface="Times New Roman"/>
              <a:cs typeface="Times New Roman"/>
            </a:endParaRPr>
          </a:p>
          <a:p>
            <a:pPr marL="25400" marR="17780">
              <a:lnSpc>
                <a:spcPct val="132100"/>
              </a:lnSpc>
              <a:spcBef>
                <a:spcPts val="1605"/>
              </a:spcBef>
              <a:tabLst>
                <a:tab pos="1703070" algn="l"/>
              </a:tabLst>
            </a:pPr>
            <a:r>
              <a:rPr sz="1800" dirty="0">
                <a:solidFill>
                  <a:srgbClr val="0048AA"/>
                </a:solidFill>
                <a:latin typeface="Lucida Sans Unicode"/>
                <a:cs typeface="Lucida Sans Unicode"/>
              </a:rPr>
              <a:t>Lower</a:t>
            </a:r>
            <a:r>
              <a:rPr sz="1800" spc="100" dirty="0">
                <a:solidFill>
                  <a:srgbClr val="0048AA"/>
                </a:solidFill>
                <a:latin typeface="Lucida Sans Unicode"/>
                <a:cs typeface="Lucida Sans Unicode"/>
              </a:rPr>
              <a:t> </a:t>
            </a:r>
            <a:r>
              <a:rPr sz="1800" spc="-10" dirty="0">
                <a:solidFill>
                  <a:srgbClr val="0048AA"/>
                </a:solidFill>
                <a:latin typeface="Lucida Sans Unicode"/>
                <a:cs typeface="Lucida Sans Unicode"/>
              </a:rPr>
              <a:t>bound.</a:t>
            </a:r>
            <a:r>
              <a:rPr sz="1800" dirty="0">
                <a:solidFill>
                  <a:srgbClr val="0048AA"/>
                </a:solidFill>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dirty="0">
                <a:latin typeface="Lucida Sans Unicode"/>
                <a:cs typeface="Lucida Sans Unicode"/>
              </a:rPr>
              <a:t>quadratic</a:t>
            </a:r>
            <a:r>
              <a:rPr sz="1800" spc="-15" dirty="0">
                <a:latin typeface="Lucida Sans Unicode"/>
                <a:cs typeface="Lucida Sans Unicode"/>
              </a:rPr>
              <a:t> </a:t>
            </a:r>
            <a:r>
              <a:rPr sz="1800" dirty="0">
                <a:latin typeface="Lucida Sans Unicode"/>
                <a:cs typeface="Lucida Sans Unicode"/>
              </a:rPr>
              <a:t>decision</a:t>
            </a:r>
            <a:r>
              <a:rPr sz="1800" spc="-10" dirty="0">
                <a:latin typeface="Lucida Sans Unicode"/>
                <a:cs typeface="Lucida Sans Unicode"/>
              </a:rPr>
              <a:t> </a:t>
            </a:r>
            <a:r>
              <a:rPr sz="1800" dirty="0">
                <a:latin typeface="Lucida Sans Unicode"/>
                <a:cs typeface="Lucida Sans Unicode"/>
              </a:rPr>
              <a:t>tree</a:t>
            </a:r>
            <a:r>
              <a:rPr sz="1800" spc="-15" dirty="0">
                <a:latin typeface="Lucida Sans Unicode"/>
                <a:cs typeface="Lucida Sans Unicode"/>
              </a:rPr>
              <a:t> </a:t>
            </a:r>
            <a:r>
              <a:rPr sz="1800" dirty="0">
                <a:latin typeface="Lucida Sans Unicode"/>
                <a:cs typeface="Lucida Sans Unicode"/>
              </a:rPr>
              <a:t>model,</a:t>
            </a:r>
            <a:r>
              <a:rPr sz="1800" spc="-10" dirty="0">
                <a:latin typeface="Lucida Sans Unicode"/>
                <a:cs typeface="Lucida Sans Unicode"/>
              </a:rPr>
              <a:t> </a:t>
            </a:r>
            <a:r>
              <a:rPr sz="1800" dirty="0">
                <a:latin typeface="Lucida Sans Unicode"/>
                <a:cs typeface="Lucida Sans Unicode"/>
              </a:rPr>
              <a:t>any</a:t>
            </a:r>
            <a:r>
              <a:rPr sz="1800" spc="-15" dirty="0">
                <a:latin typeface="Lucida Sans Unicode"/>
                <a:cs typeface="Lucida Sans Unicode"/>
              </a:rPr>
              <a:t> </a:t>
            </a:r>
            <a:r>
              <a:rPr sz="1800" spc="-10" dirty="0">
                <a:latin typeface="Lucida Sans Unicode"/>
                <a:cs typeface="Lucida Sans Unicode"/>
              </a:rPr>
              <a:t>algorithm </a:t>
            </a:r>
            <a:r>
              <a:rPr sz="1800" dirty="0">
                <a:latin typeface="Lucida Sans Unicode"/>
                <a:cs typeface="Lucida Sans Unicode"/>
              </a:rPr>
              <a:t>for</a:t>
            </a:r>
            <a:r>
              <a:rPr sz="1800" spc="-15" dirty="0">
                <a:latin typeface="Lucida Sans Unicode"/>
                <a:cs typeface="Lucida Sans Unicode"/>
              </a:rPr>
              <a:t> </a:t>
            </a:r>
            <a:r>
              <a:rPr sz="1800" dirty="0">
                <a:latin typeface="Lucida Sans Unicode"/>
                <a:cs typeface="Lucida Sans Unicode"/>
              </a:rPr>
              <a:t>closest</a:t>
            </a:r>
            <a:r>
              <a:rPr sz="1800" spc="-10" dirty="0">
                <a:latin typeface="Lucida Sans Unicode"/>
                <a:cs typeface="Lucida Sans Unicode"/>
              </a:rPr>
              <a:t> </a:t>
            </a:r>
            <a:r>
              <a:rPr sz="1800" dirty="0">
                <a:latin typeface="Lucida Sans Unicode"/>
                <a:cs typeface="Lucida Sans Unicode"/>
              </a:rPr>
              <a:t>pair</a:t>
            </a:r>
            <a:r>
              <a:rPr sz="1800" spc="-10" dirty="0">
                <a:latin typeface="Lucida Sans Unicode"/>
                <a:cs typeface="Lucida Sans Unicode"/>
              </a:rPr>
              <a:t> </a:t>
            </a:r>
            <a:r>
              <a:rPr sz="1800" dirty="0">
                <a:latin typeface="Lucida Sans Unicode"/>
                <a:cs typeface="Lucida Sans Unicode"/>
              </a:rPr>
              <a:t>(even</a:t>
            </a:r>
            <a:r>
              <a:rPr sz="1800" spc="-15" dirty="0">
                <a:latin typeface="Lucida Sans Unicode"/>
                <a:cs typeface="Lucida Sans Unicode"/>
              </a:rPr>
              <a:t> </a:t>
            </a:r>
            <a:r>
              <a:rPr sz="1800" dirty="0">
                <a:latin typeface="Lucida Sans Unicode"/>
                <a:cs typeface="Lucida Sans Unicode"/>
              </a:rPr>
              <a:t>in</a:t>
            </a:r>
            <a:r>
              <a:rPr sz="1800" spc="-10" dirty="0">
                <a:latin typeface="Lucida Sans Unicode"/>
                <a:cs typeface="Lucida Sans Unicode"/>
              </a:rPr>
              <a:t> </a:t>
            </a:r>
            <a:r>
              <a:rPr sz="1800" dirty="0">
                <a:latin typeface="Lucida Sans Unicode"/>
                <a:cs typeface="Lucida Sans Unicode"/>
              </a:rPr>
              <a:t>1D)</a:t>
            </a:r>
            <a:r>
              <a:rPr sz="1800" spc="-10" dirty="0">
                <a:latin typeface="Lucida Sans Unicode"/>
                <a:cs typeface="Lucida Sans Unicode"/>
              </a:rPr>
              <a:t> </a:t>
            </a:r>
            <a:r>
              <a:rPr sz="1800" dirty="0">
                <a:latin typeface="Lucida Sans Unicode"/>
                <a:cs typeface="Lucida Sans Unicode"/>
              </a:rPr>
              <a:t>requires</a:t>
            </a:r>
            <a:r>
              <a:rPr sz="1800" spc="-15" dirty="0">
                <a:latin typeface="Lucida Sans Unicode"/>
                <a:cs typeface="Lucida Sans Unicode"/>
              </a:rPr>
              <a:t> </a:t>
            </a:r>
            <a:r>
              <a:rPr sz="1800" dirty="0">
                <a:latin typeface="Times New Roman"/>
                <a:cs typeface="Times New Roman"/>
              </a:rPr>
              <a:t>Ω(</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log</a:t>
            </a:r>
            <a:r>
              <a:rPr sz="1800" spc="-10" dirty="0">
                <a:latin typeface="Times New Roman"/>
                <a:cs typeface="Times New Roman"/>
              </a:rPr>
              <a:t> </a:t>
            </a:r>
            <a:r>
              <a:rPr sz="1800" i="1" dirty="0">
                <a:latin typeface="Times New Roman"/>
                <a:cs typeface="Times New Roman"/>
              </a:rPr>
              <a:t>n</a:t>
            </a:r>
            <a:r>
              <a:rPr sz="1800" dirty="0">
                <a:latin typeface="Times New Roman"/>
                <a:cs typeface="Times New Roman"/>
              </a:rPr>
              <a:t>)</a:t>
            </a:r>
            <a:r>
              <a:rPr sz="1800" spc="105" dirty="0">
                <a:latin typeface="Times New Roman"/>
                <a:cs typeface="Times New Roman"/>
              </a:rPr>
              <a:t> </a:t>
            </a:r>
            <a:r>
              <a:rPr sz="1800" dirty="0">
                <a:latin typeface="Lucida Sans Unicode"/>
                <a:cs typeface="Lucida Sans Unicode"/>
              </a:rPr>
              <a:t>quadratic</a:t>
            </a:r>
            <a:r>
              <a:rPr sz="1800" spc="-15" dirty="0">
                <a:latin typeface="Lucida Sans Unicode"/>
                <a:cs typeface="Lucida Sans Unicode"/>
              </a:rPr>
              <a:t> </a:t>
            </a:r>
            <a:r>
              <a:rPr sz="1800" spc="-10" dirty="0">
                <a:latin typeface="Lucida Sans Unicode"/>
                <a:cs typeface="Lucida Sans Unicode"/>
              </a:rPr>
              <a:t>tests.</a:t>
            </a:r>
            <a:endParaRPr sz="1800">
              <a:latin typeface="Lucida Sans Unicode"/>
              <a:cs typeface="Lucida Sans Unicode"/>
            </a:endParaRPr>
          </a:p>
        </p:txBody>
      </p:sp>
      <p:grpSp>
        <p:nvGrpSpPr>
          <p:cNvPr id="5" name="object 5"/>
          <p:cNvGrpSpPr/>
          <p:nvPr/>
        </p:nvGrpSpPr>
        <p:grpSpPr>
          <a:xfrm>
            <a:off x="3363490" y="4215374"/>
            <a:ext cx="367665" cy="247650"/>
            <a:chOff x="3363490" y="4215374"/>
            <a:chExt cx="367665" cy="247650"/>
          </a:xfrm>
        </p:grpSpPr>
        <p:sp>
          <p:nvSpPr>
            <p:cNvPr id="6" name="object 6"/>
            <p:cNvSpPr/>
            <p:nvPr/>
          </p:nvSpPr>
          <p:spPr>
            <a:xfrm>
              <a:off x="3412743" y="4224912"/>
              <a:ext cx="308610" cy="205104"/>
            </a:xfrm>
            <a:custGeom>
              <a:avLst/>
              <a:gdLst/>
              <a:ahLst/>
              <a:cxnLst/>
              <a:rect l="l" t="t" r="r" b="b"/>
              <a:pathLst>
                <a:path w="308610" h="205104">
                  <a:moveTo>
                    <a:pt x="0" y="204893"/>
                  </a:moveTo>
                  <a:lnTo>
                    <a:pt x="7943" y="199615"/>
                  </a:lnTo>
                  <a:lnTo>
                    <a:pt x="308381" y="0"/>
                  </a:lnTo>
                </a:path>
              </a:pathLst>
            </a:custGeom>
            <a:ln w="19074">
              <a:solidFill>
                <a:srgbClr val="8D3124"/>
              </a:solidFill>
            </a:ln>
          </p:spPr>
          <p:txBody>
            <a:bodyPr wrap="square" lIns="0" tIns="0" rIns="0" bIns="0" rtlCol="0"/>
            <a:lstStyle/>
            <a:p>
              <a:endParaRPr/>
            </a:p>
          </p:txBody>
        </p:sp>
        <p:sp>
          <p:nvSpPr>
            <p:cNvPr id="7" name="object 7"/>
            <p:cNvSpPr/>
            <p:nvPr/>
          </p:nvSpPr>
          <p:spPr>
            <a:xfrm>
              <a:off x="3363490" y="4373730"/>
              <a:ext cx="101600" cy="88900"/>
            </a:xfrm>
            <a:custGeom>
              <a:avLst/>
              <a:gdLst/>
              <a:ahLst/>
              <a:cxnLst/>
              <a:rect l="l" t="t" r="r" b="b"/>
              <a:pathLst>
                <a:path w="101600" h="88900">
                  <a:moveTo>
                    <a:pt x="50927" y="0"/>
                  </a:moveTo>
                  <a:lnTo>
                    <a:pt x="0" y="88798"/>
                  </a:lnTo>
                  <a:lnTo>
                    <a:pt x="101594" y="76262"/>
                  </a:lnTo>
                  <a:lnTo>
                    <a:pt x="57195" y="50797"/>
                  </a:lnTo>
                  <a:lnTo>
                    <a:pt x="50927" y="0"/>
                  </a:lnTo>
                  <a:close/>
                </a:path>
              </a:pathLst>
            </a:custGeom>
            <a:solidFill>
              <a:srgbClr val="8D3124"/>
            </a:solidFill>
          </p:spPr>
          <p:txBody>
            <a:bodyPr wrap="square" lIns="0" tIns="0" rIns="0" bIns="0" rtlCol="0"/>
            <a:lstStyle/>
            <a:p>
              <a:endParaRPr/>
            </a:p>
          </p:txBody>
        </p:sp>
      </p:grpSp>
      <p:sp>
        <p:nvSpPr>
          <p:cNvPr id="8" name="object 8"/>
          <p:cNvSpPr/>
          <p:nvPr/>
        </p:nvSpPr>
        <p:spPr>
          <a:xfrm>
            <a:off x="2672972" y="2198783"/>
            <a:ext cx="124460" cy="715645"/>
          </a:xfrm>
          <a:custGeom>
            <a:avLst/>
            <a:gdLst/>
            <a:ahLst/>
            <a:cxnLst/>
            <a:rect l="l" t="t" r="r" b="b"/>
            <a:pathLst>
              <a:path w="124460" h="715644">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graphicFrame>
        <p:nvGraphicFramePr>
          <p:cNvPr id="9" name="object 9"/>
          <p:cNvGraphicFramePr>
            <a:graphicFrameLocks noGrp="1"/>
          </p:cNvGraphicFramePr>
          <p:nvPr/>
        </p:nvGraphicFramePr>
        <p:xfrm>
          <a:off x="2841609" y="2258041"/>
          <a:ext cx="4948555" cy="624840"/>
        </p:xfrm>
        <a:graphic>
          <a:graphicData uri="http://schemas.openxmlformats.org/drawingml/2006/table">
            <a:tbl>
              <a:tblPr firstRow="1" bandRow="1">
                <a:tableStyleId>{2D5ABB26-0587-4C30-8999-92F81FD0307C}</a:tableStyleId>
              </a:tblPr>
              <a:tblGrid>
                <a:gridCol w="1080770">
                  <a:extLst>
                    <a:ext uri="{9D8B030D-6E8A-4147-A177-3AD203B41FA5}">
                      <a16:colId xmlns:a16="http://schemas.microsoft.com/office/drawing/2014/main" val="20000"/>
                    </a:ext>
                  </a:extLst>
                </a:gridCol>
                <a:gridCol w="271780">
                  <a:extLst>
                    <a:ext uri="{9D8B030D-6E8A-4147-A177-3AD203B41FA5}">
                      <a16:colId xmlns:a16="http://schemas.microsoft.com/office/drawing/2014/main" val="20001"/>
                    </a:ext>
                  </a:extLst>
                </a:gridCol>
                <a:gridCol w="2531745">
                  <a:extLst>
                    <a:ext uri="{9D8B030D-6E8A-4147-A177-3AD203B41FA5}">
                      <a16:colId xmlns:a16="http://schemas.microsoft.com/office/drawing/2014/main" val="20002"/>
                    </a:ext>
                  </a:extLst>
                </a:gridCol>
                <a:gridCol w="1064260">
                  <a:extLst>
                    <a:ext uri="{9D8B030D-6E8A-4147-A177-3AD203B41FA5}">
                      <a16:colId xmlns:a16="http://schemas.microsoft.com/office/drawing/2014/main" val="20003"/>
                    </a:ext>
                  </a:extLst>
                </a:gridCol>
              </a:tblGrid>
              <a:tr h="306705">
                <a:tc>
                  <a:txBody>
                    <a:bodyPr/>
                    <a:lstStyle/>
                    <a:p>
                      <a:pPr marL="31750">
                        <a:lnSpc>
                          <a:spcPts val="1964"/>
                        </a:lnSpc>
                      </a:pPr>
                      <a:r>
                        <a:rPr sz="1800" spc="-20" dirty="0">
                          <a:latin typeface="Times New Roman"/>
                          <a:cs typeface="Times New Roman"/>
                        </a:rPr>
                        <a:t>Θ(1)</a:t>
                      </a:r>
                      <a:endParaRPr sz="18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marL="142240">
                        <a:lnSpc>
                          <a:spcPts val="1964"/>
                        </a:lnSpc>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a:t>
                      </a:r>
                      <a:endParaRPr sz="1800">
                        <a:latin typeface="Times New Roman"/>
                        <a:cs typeface="Times New Roman"/>
                      </a:endParaRPr>
                    </a:p>
                  </a:txBody>
                  <a:tcPr marL="0" marR="0" marT="0" marB="0"/>
                </a:tc>
                <a:extLst>
                  <a:ext uri="{0D108BD9-81ED-4DB2-BD59-A6C34878D82A}">
                    <a16:rowId xmlns:a16="http://schemas.microsoft.com/office/drawing/2014/main" val="10000"/>
                  </a:ext>
                </a:extLst>
              </a:tr>
              <a:tr h="318135">
                <a:tc>
                  <a:txBody>
                    <a:bodyPr/>
                    <a:lstStyle/>
                    <a:p>
                      <a:pPr marL="31750">
                        <a:lnSpc>
                          <a:spcPct val="100000"/>
                        </a:lnSpc>
                        <a:spcBef>
                          <a:spcPts val="165"/>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45"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a:t>
                      </a:r>
                      <a:r>
                        <a:rPr sz="1800" spc="-235" dirty="0">
                          <a:latin typeface="Times New Roman"/>
                          <a:cs typeface="Times New Roman"/>
                        </a:rPr>
                        <a:t>2</a:t>
                      </a:r>
                      <a:r>
                        <a:rPr sz="1800" spc="-235" dirty="0">
                          <a:latin typeface="Symbol"/>
                          <a:cs typeface="Symbol"/>
                        </a:rPr>
                        <a:t></a:t>
                      </a:r>
                      <a:r>
                        <a:rPr sz="1800" spc="-145" dirty="0">
                          <a:latin typeface="Times New Roman"/>
                          <a:cs typeface="Times New Roman"/>
                        </a:rPr>
                        <a:t> </a:t>
                      </a:r>
                      <a:r>
                        <a:rPr sz="1800" spc="-50" dirty="0">
                          <a:latin typeface="Times New Roman"/>
                          <a:cs typeface="Times New Roman"/>
                        </a:rPr>
                        <a:t>)</a:t>
                      </a:r>
                      <a:endParaRPr sz="1800">
                        <a:latin typeface="Times New Roman"/>
                        <a:cs typeface="Times New Roman"/>
                      </a:endParaRPr>
                    </a:p>
                  </a:txBody>
                  <a:tcPr marL="0" marR="0" marT="20955" marB="0"/>
                </a:tc>
                <a:tc>
                  <a:txBody>
                    <a:bodyPr/>
                    <a:lstStyle/>
                    <a:p>
                      <a:pPr marL="57150">
                        <a:lnSpc>
                          <a:spcPct val="100000"/>
                        </a:lnSpc>
                        <a:spcBef>
                          <a:spcPts val="165"/>
                        </a:spcBef>
                      </a:pPr>
                      <a:r>
                        <a:rPr sz="1800" spc="-50" dirty="0">
                          <a:latin typeface="Times New Roman"/>
                          <a:cs typeface="Times New Roman"/>
                        </a:rPr>
                        <a:t>+</a:t>
                      </a:r>
                      <a:endParaRPr sz="1800">
                        <a:latin typeface="Times New Roman"/>
                        <a:cs typeface="Times New Roman"/>
                      </a:endParaRPr>
                    </a:p>
                  </a:txBody>
                  <a:tcPr marL="0" marR="0" marT="20955" marB="0"/>
                </a:tc>
                <a:tc>
                  <a:txBody>
                    <a:bodyPr/>
                    <a:lstStyle/>
                    <a:p>
                      <a:pPr marL="85725">
                        <a:lnSpc>
                          <a:spcPct val="100000"/>
                        </a:lnSpc>
                        <a:spcBef>
                          <a:spcPts val="165"/>
                        </a:spcBef>
                      </a:pPr>
                      <a:r>
                        <a:rPr sz="1800" i="1" dirty="0">
                          <a:latin typeface="Times New Roman"/>
                          <a:cs typeface="Times New Roman"/>
                        </a:rPr>
                        <a:t>T</a:t>
                      </a:r>
                      <a:r>
                        <a:rPr sz="1800" i="1" spc="-40"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 </a:t>
                      </a:r>
                      <a:r>
                        <a:rPr sz="1800" dirty="0">
                          <a:latin typeface="Times New Roman"/>
                          <a:cs typeface="Times New Roman"/>
                        </a:rPr>
                        <a:t>/ 2</a:t>
                      </a:r>
                      <a:r>
                        <a:rPr sz="1800" dirty="0">
                          <a:latin typeface="Symbol"/>
                          <a:cs typeface="Symbol"/>
                        </a:rPr>
                        <a:t></a:t>
                      </a:r>
                      <a:r>
                        <a:rPr sz="1800" spc="-1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log </a:t>
                      </a:r>
                      <a:r>
                        <a:rPr sz="1800" i="1" spc="-25" dirty="0">
                          <a:latin typeface="Times New Roman"/>
                          <a:cs typeface="Times New Roman"/>
                        </a:rPr>
                        <a:t>n</a:t>
                      </a:r>
                      <a:r>
                        <a:rPr sz="1800" spc="-25" dirty="0">
                          <a:latin typeface="Times New Roman"/>
                          <a:cs typeface="Times New Roman"/>
                        </a:rPr>
                        <a:t>)</a:t>
                      </a:r>
                      <a:endParaRPr sz="1800">
                        <a:latin typeface="Times New Roman"/>
                        <a:cs typeface="Times New Roman"/>
                      </a:endParaRPr>
                    </a:p>
                  </a:txBody>
                  <a:tcPr marL="0" marR="0" marT="20955" marB="0"/>
                </a:tc>
                <a:tc>
                  <a:txBody>
                    <a:bodyPr/>
                    <a:lstStyle/>
                    <a:p>
                      <a:pPr marL="142240">
                        <a:lnSpc>
                          <a:spcPct val="100000"/>
                        </a:lnSpc>
                        <a:spcBef>
                          <a:spcPts val="165"/>
                        </a:spcBef>
                      </a:pPr>
                      <a:r>
                        <a:rPr sz="1800" spc="-10" dirty="0">
                          <a:latin typeface="Times New Roman"/>
                          <a:cs typeface="Times New Roman"/>
                        </a:rPr>
                        <a:t>otherwise</a:t>
                      </a:r>
                      <a:endParaRPr sz="1800">
                        <a:latin typeface="Times New Roman"/>
                        <a:cs typeface="Times New Roman"/>
                      </a:endParaRPr>
                    </a:p>
                  </a:txBody>
                  <a:tcPr marL="0" marR="0" marT="20955" marB="0"/>
                </a:tc>
                <a:extLst>
                  <a:ext uri="{0D108BD9-81ED-4DB2-BD59-A6C34878D82A}">
                    <a16:rowId xmlns:a16="http://schemas.microsoft.com/office/drawing/2014/main" val="10001"/>
                  </a:ext>
                </a:extLst>
              </a:tr>
            </a:tbl>
          </a:graphicData>
        </a:graphic>
      </p:graphicFrame>
      <p:sp>
        <p:nvSpPr>
          <p:cNvPr id="11" name="object 1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34</a:t>
            </a:fld>
            <a:endParaRPr spc="-25" dirty="0"/>
          </a:p>
        </p:txBody>
      </p:sp>
      <p:sp>
        <p:nvSpPr>
          <p:cNvPr id="10" name="object 10"/>
          <p:cNvSpPr txBox="1"/>
          <p:nvPr/>
        </p:nvSpPr>
        <p:spPr>
          <a:xfrm>
            <a:off x="707167" y="1131245"/>
            <a:ext cx="8536304" cy="1516056"/>
          </a:xfrm>
          <a:prstGeom prst="rect">
            <a:avLst/>
          </a:prstGeom>
        </p:spPr>
        <p:txBody>
          <a:bodyPr vert="horz" wrap="square" lIns="0" tIns="12700" rIns="0" bIns="0" rtlCol="0">
            <a:spAutoFit/>
          </a:bodyPr>
          <a:lstStyle/>
          <a:p>
            <a:pPr marL="50800" marR="43180">
              <a:lnSpc>
                <a:spcPct val="132100"/>
              </a:lnSpc>
              <a:spcBef>
                <a:spcPts val="100"/>
              </a:spcBef>
              <a:tabLst>
                <a:tab pos="1252855" algn="l"/>
              </a:tabLst>
            </a:pPr>
            <a:r>
              <a:rPr sz="1800" spc="-10" dirty="0">
                <a:solidFill>
                  <a:srgbClr val="0048AA"/>
                </a:solidFill>
                <a:latin typeface="Lucida Sans Unicode"/>
                <a:cs typeface="Lucida Sans Unicode"/>
              </a:rPr>
              <a:t>Theorem.</a:t>
            </a:r>
            <a:r>
              <a:rPr sz="1800" dirty="0">
                <a:solidFill>
                  <a:srgbClr val="0048AA"/>
                </a:solidFill>
                <a:latin typeface="Lucida Sans Unicode"/>
                <a:cs typeface="Lucida Sans Unicode"/>
              </a:rPr>
              <a:t>	</a:t>
            </a:r>
            <a:r>
              <a:rPr sz="1800" dirty="0">
                <a:latin typeface="Lucida Sans Unicode"/>
                <a:cs typeface="Lucida Sans Unicode"/>
              </a:rPr>
              <a:t>The</a:t>
            </a:r>
            <a:r>
              <a:rPr sz="1800" spc="-20" dirty="0">
                <a:latin typeface="Lucida Sans Unicode"/>
                <a:cs typeface="Lucida Sans Unicode"/>
              </a:rPr>
              <a:t> </a:t>
            </a:r>
            <a:r>
              <a:rPr sz="1800" spc="-45" dirty="0">
                <a:latin typeface="Lucida Sans Unicode"/>
                <a:cs typeface="Lucida Sans Unicode"/>
              </a:rPr>
              <a:t>divide-</a:t>
            </a:r>
            <a:r>
              <a:rPr sz="1800" spc="-60" dirty="0">
                <a:latin typeface="Lucida Sans Unicode"/>
                <a:cs typeface="Lucida Sans Unicode"/>
              </a:rPr>
              <a:t>and-</a:t>
            </a:r>
            <a:r>
              <a:rPr sz="1800" spc="-40" dirty="0">
                <a:latin typeface="Lucida Sans Unicode"/>
                <a:cs typeface="Lucida Sans Unicode"/>
              </a:rPr>
              <a:t>conquer</a:t>
            </a:r>
            <a:r>
              <a:rPr sz="1800" spc="-20" dirty="0">
                <a:latin typeface="Lucida Sans Unicode"/>
                <a:cs typeface="Lucida Sans Unicode"/>
              </a:rPr>
              <a:t> </a:t>
            </a:r>
            <a:r>
              <a:rPr sz="1800" dirty="0">
                <a:latin typeface="Lucida Sans Unicode"/>
                <a:cs typeface="Lucida Sans Unicode"/>
              </a:rPr>
              <a:t>algorithm</a:t>
            </a:r>
            <a:r>
              <a:rPr sz="1800" spc="-15" dirty="0">
                <a:latin typeface="Lucida Sans Unicode"/>
                <a:cs typeface="Lucida Sans Unicode"/>
              </a:rPr>
              <a:t> </a:t>
            </a:r>
            <a:r>
              <a:rPr sz="1800" dirty="0">
                <a:latin typeface="Lucida Sans Unicode"/>
                <a:cs typeface="Lucida Sans Unicode"/>
              </a:rPr>
              <a:t>for</a:t>
            </a:r>
            <a:r>
              <a:rPr sz="1800" spc="-20" dirty="0">
                <a:latin typeface="Lucida Sans Unicode"/>
                <a:cs typeface="Lucida Sans Unicode"/>
              </a:rPr>
              <a:t> </a:t>
            </a:r>
            <a:r>
              <a:rPr sz="1800" dirty="0">
                <a:latin typeface="Lucida Sans Unicode"/>
                <a:cs typeface="Lucida Sans Unicode"/>
              </a:rPr>
              <a:t>finding</a:t>
            </a:r>
            <a:r>
              <a:rPr sz="1800" spc="-20" dirty="0">
                <a:latin typeface="Lucida Sans Unicode"/>
                <a:cs typeface="Lucida Sans Unicode"/>
              </a:rPr>
              <a:t> </a:t>
            </a:r>
            <a:r>
              <a:rPr sz="1800" dirty="0">
                <a:latin typeface="Lucida Sans Unicode"/>
                <a:cs typeface="Lucida Sans Unicode"/>
              </a:rPr>
              <a:t>the</a:t>
            </a:r>
            <a:r>
              <a:rPr sz="1800" spc="-15" dirty="0">
                <a:latin typeface="Lucida Sans Unicode"/>
                <a:cs typeface="Lucida Sans Unicode"/>
              </a:rPr>
              <a:t> </a:t>
            </a:r>
            <a:r>
              <a:rPr sz="1800" dirty="0">
                <a:latin typeface="Lucida Sans Unicode"/>
                <a:cs typeface="Lucida Sans Unicode"/>
              </a:rPr>
              <a:t>closest</a:t>
            </a:r>
            <a:r>
              <a:rPr sz="1800" spc="-20" dirty="0">
                <a:latin typeface="Lucida Sans Unicode"/>
                <a:cs typeface="Lucida Sans Unicode"/>
              </a:rPr>
              <a:t> </a:t>
            </a:r>
            <a:r>
              <a:rPr sz="1800" dirty="0">
                <a:latin typeface="Lucida Sans Unicode"/>
                <a:cs typeface="Lucida Sans Unicode"/>
              </a:rPr>
              <a:t>pair</a:t>
            </a:r>
            <a:r>
              <a:rPr sz="1800" spc="-20" dirty="0">
                <a:latin typeface="Lucida Sans Unicode"/>
                <a:cs typeface="Lucida Sans Unicode"/>
              </a:rPr>
              <a:t> </a:t>
            </a:r>
            <a:r>
              <a:rPr sz="1800" spc="-25" dirty="0">
                <a:latin typeface="Lucida Sans Unicode"/>
                <a:cs typeface="Lucida Sans Unicode"/>
              </a:rPr>
              <a:t>of </a:t>
            </a:r>
            <a:r>
              <a:rPr sz="1800" dirty="0">
                <a:latin typeface="Lucida Sans Unicode"/>
                <a:cs typeface="Lucida Sans Unicode"/>
              </a:rPr>
              <a:t>points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plane</a:t>
            </a:r>
            <a:r>
              <a:rPr sz="1800" spc="-5" dirty="0">
                <a:latin typeface="Lucida Sans Unicode"/>
                <a:cs typeface="Lucida Sans Unicode"/>
              </a:rPr>
              <a:t> </a:t>
            </a:r>
            <a:r>
              <a:rPr sz="1800" dirty="0">
                <a:latin typeface="Lucida Sans Unicode"/>
                <a:cs typeface="Lucida Sans Unicode"/>
              </a:rPr>
              <a:t>can</a:t>
            </a:r>
            <a:r>
              <a:rPr sz="1800" spc="-5" dirty="0">
                <a:latin typeface="Lucida Sans Unicode"/>
                <a:cs typeface="Lucida Sans Unicode"/>
              </a:rPr>
              <a:t> </a:t>
            </a:r>
            <a:r>
              <a:rPr sz="1800" dirty="0">
                <a:latin typeface="Lucida Sans Unicode"/>
                <a:cs typeface="Lucida Sans Unicode"/>
              </a:rPr>
              <a:t>be</a:t>
            </a:r>
            <a:r>
              <a:rPr sz="1800" spc="-5" dirty="0">
                <a:latin typeface="Lucida Sans Unicode"/>
                <a:cs typeface="Lucida Sans Unicode"/>
              </a:rPr>
              <a:t> </a:t>
            </a:r>
            <a:r>
              <a:rPr sz="1800" dirty="0">
                <a:latin typeface="Lucida Sans Unicode"/>
                <a:cs typeface="Lucida Sans Unicode"/>
              </a:rPr>
              <a:t>implemented</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log</a:t>
            </a:r>
            <a:r>
              <a:rPr sz="1800" baseline="20833" dirty="0">
                <a:latin typeface="Times New Roman"/>
                <a:cs typeface="Times New Roman"/>
              </a:rPr>
              <a:t>2</a:t>
            </a:r>
            <a:r>
              <a:rPr sz="1800" spc="217" baseline="20833" dirty="0">
                <a:latin typeface="Times New Roman"/>
                <a:cs typeface="Times New Roman"/>
              </a:rPr>
              <a:t> </a:t>
            </a:r>
            <a:r>
              <a:rPr sz="1800" i="1" dirty="0">
                <a:latin typeface="Times New Roman"/>
                <a:cs typeface="Times New Roman"/>
              </a:rPr>
              <a:t>n</a:t>
            </a:r>
            <a:r>
              <a:rPr sz="1800" dirty="0">
                <a:latin typeface="Times New Roman"/>
                <a:cs typeface="Times New Roman"/>
              </a:rPr>
              <a:t>)</a:t>
            </a:r>
            <a:r>
              <a:rPr sz="1800" spc="110" dirty="0">
                <a:latin typeface="Times New Roman"/>
                <a:cs typeface="Times New Roman"/>
              </a:rPr>
              <a:t> </a:t>
            </a:r>
            <a:r>
              <a:rPr sz="1800" spc="-10" dirty="0">
                <a:latin typeface="Lucida Sans Unicode"/>
                <a:cs typeface="Lucida Sans Unicode"/>
              </a:rPr>
              <a:t>time.</a:t>
            </a:r>
            <a:endParaRPr sz="1800">
              <a:latin typeface="Lucida Sans Unicode"/>
              <a:cs typeface="Lucida Sans Unicode"/>
            </a:endParaRPr>
          </a:p>
          <a:p>
            <a:pPr>
              <a:lnSpc>
                <a:spcPct val="100000"/>
              </a:lnSpc>
              <a:spcBef>
                <a:spcPts val="1680"/>
              </a:spcBef>
            </a:pPr>
            <a:endParaRPr sz="1800">
              <a:latin typeface="Lucida Sans Unicode"/>
              <a:cs typeface="Lucida Sans Unicode"/>
            </a:endParaRPr>
          </a:p>
          <a:p>
            <a:pPr marL="1124585">
              <a:lnSpc>
                <a:spcPct val="100000"/>
              </a:lnSpc>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9447231" y="7227554"/>
            <a:ext cx="170815" cy="163195"/>
          </a:xfrm>
          <a:prstGeom prst="rect">
            <a:avLst/>
          </a:prstGeom>
        </p:spPr>
        <p:txBody>
          <a:bodyPr vert="horz" wrap="square" lIns="0" tIns="12700" rIns="0" bIns="0" rtlCol="0">
            <a:spAutoFit/>
          </a:bodyPr>
          <a:lstStyle/>
          <a:p>
            <a:pPr marL="12700">
              <a:lnSpc>
                <a:spcPct val="100000"/>
              </a:lnSpc>
              <a:spcBef>
                <a:spcPts val="100"/>
              </a:spcBef>
            </a:pPr>
            <a:r>
              <a:rPr sz="900" spc="-25" dirty="0">
                <a:latin typeface="Lucida Sans Unicode"/>
                <a:cs typeface="Lucida Sans Unicode"/>
              </a:rPr>
              <a:t>33</a:t>
            </a:r>
            <a:endParaRPr sz="9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Improved</a:t>
            </a:r>
            <a:r>
              <a:rPr spc="80" dirty="0"/>
              <a:t> </a:t>
            </a:r>
            <a:r>
              <a:rPr spc="-20" dirty="0"/>
              <a:t>closest</a:t>
            </a:r>
            <a:r>
              <a:rPr spc="85" dirty="0"/>
              <a:t> </a:t>
            </a:r>
            <a:r>
              <a:rPr spc="80" dirty="0"/>
              <a:t>pair</a:t>
            </a:r>
            <a:r>
              <a:rPr spc="85" dirty="0"/>
              <a:t> </a:t>
            </a:r>
            <a:r>
              <a:rPr spc="35" dirty="0"/>
              <a:t>algorithm</a:t>
            </a:r>
          </a:p>
        </p:txBody>
      </p:sp>
      <p:sp>
        <p:nvSpPr>
          <p:cNvPr id="5" name="object 5"/>
          <p:cNvSpPr txBox="1"/>
          <p:nvPr/>
        </p:nvSpPr>
        <p:spPr>
          <a:xfrm>
            <a:off x="745267" y="1218991"/>
            <a:ext cx="3683000" cy="300355"/>
          </a:xfrm>
          <a:prstGeom prst="rect">
            <a:avLst/>
          </a:prstGeom>
        </p:spPr>
        <p:txBody>
          <a:bodyPr vert="horz" wrap="square" lIns="0" tIns="12700" rIns="0" bIns="0" rtlCol="0">
            <a:spAutoFit/>
          </a:bodyPr>
          <a:lstStyle/>
          <a:p>
            <a:pPr marL="12700">
              <a:lnSpc>
                <a:spcPct val="100000"/>
              </a:lnSpc>
              <a:spcBef>
                <a:spcPts val="100"/>
              </a:spcBef>
              <a:tabLst>
                <a:tab pos="407034" algn="l"/>
              </a:tabLst>
            </a:pPr>
            <a:r>
              <a:rPr sz="1800" spc="-25" dirty="0">
                <a:solidFill>
                  <a:srgbClr val="0048AA"/>
                </a:solidFill>
                <a:latin typeface="Lucida Sans Unicode"/>
                <a:cs typeface="Lucida Sans Unicode"/>
              </a:rPr>
              <a:t>Q.</a:t>
            </a:r>
            <a:r>
              <a:rPr sz="1800" dirty="0">
                <a:solidFill>
                  <a:srgbClr val="0048AA"/>
                </a:solidFill>
                <a:latin typeface="Lucida Sans Unicode"/>
                <a:cs typeface="Lucida Sans Unicode"/>
              </a:rPr>
              <a:t>	</a:t>
            </a:r>
            <a:r>
              <a:rPr sz="1800" dirty="0">
                <a:latin typeface="Lucida Sans Unicode"/>
                <a:cs typeface="Lucida Sans Unicode"/>
              </a:rPr>
              <a:t>How</a:t>
            </a:r>
            <a:r>
              <a:rPr sz="1800" spc="25" dirty="0">
                <a:latin typeface="Lucida Sans Unicode"/>
                <a:cs typeface="Lucida Sans Unicode"/>
              </a:rPr>
              <a:t> </a:t>
            </a:r>
            <a:r>
              <a:rPr sz="1800" dirty="0">
                <a:latin typeface="Lucida Sans Unicode"/>
                <a:cs typeface="Lucida Sans Unicode"/>
              </a:rPr>
              <a:t>to</a:t>
            </a:r>
            <a:r>
              <a:rPr sz="1800" spc="25" dirty="0">
                <a:latin typeface="Lucida Sans Unicode"/>
                <a:cs typeface="Lucida Sans Unicode"/>
              </a:rPr>
              <a:t> </a:t>
            </a:r>
            <a:r>
              <a:rPr sz="1800" dirty="0">
                <a:latin typeface="Lucida Sans Unicode"/>
                <a:cs typeface="Lucida Sans Unicode"/>
              </a:rPr>
              <a:t>improve</a:t>
            </a:r>
            <a:r>
              <a:rPr sz="1800" spc="25" dirty="0">
                <a:latin typeface="Lucida Sans Unicode"/>
                <a:cs typeface="Lucida Sans Unicode"/>
              </a:rPr>
              <a:t> </a:t>
            </a:r>
            <a:r>
              <a:rPr sz="1800" dirty="0">
                <a:latin typeface="Lucida Sans Unicode"/>
                <a:cs typeface="Lucida Sans Unicode"/>
              </a:rPr>
              <a:t>to</a:t>
            </a:r>
            <a:r>
              <a:rPr sz="1800" spc="25"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20" dirty="0">
                <a:latin typeface="Times New Roman"/>
                <a:cs typeface="Times New Roman"/>
              </a:rPr>
              <a:t> </a:t>
            </a:r>
            <a:r>
              <a:rPr sz="1800" dirty="0">
                <a:latin typeface="Times New Roman"/>
                <a:cs typeface="Times New Roman"/>
              </a:rPr>
              <a:t>log</a:t>
            </a:r>
            <a:r>
              <a:rPr sz="1800" spc="20" dirty="0">
                <a:latin typeface="Times New Roman"/>
                <a:cs typeface="Times New Roman"/>
              </a:rPr>
              <a:t> </a:t>
            </a:r>
            <a:r>
              <a:rPr sz="1800" i="1" dirty="0">
                <a:latin typeface="Times New Roman"/>
                <a:cs typeface="Times New Roman"/>
              </a:rPr>
              <a:t>n</a:t>
            </a:r>
            <a:r>
              <a:rPr sz="1800" dirty="0">
                <a:latin typeface="Times New Roman"/>
                <a:cs typeface="Times New Roman"/>
              </a:rPr>
              <a:t>)</a:t>
            </a:r>
            <a:r>
              <a:rPr sz="1800" spc="20" dirty="0">
                <a:latin typeface="Times New Roman"/>
                <a:cs typeface="Times New Roman"/>
              </a:rPr>
              <a:t> </a:t>
            </a:r>
            <a:r>
              <a:rPr sz="1800" spc="-50" dirty="0">
                <a:latin typeface="Lucida Sans Unicode"/>
                <a:cs typeface="Lucida Sans Unicode"/>
              </a:rPr>
              <a:t>?</a:t>
            </a:r>
            <a:endParaRPr sz="1800">
              <a:latin typeface="Lucida Sans Unicode"/>
              <a:cs typeface="Lucida Sans Unicode"/>
            </a:endParaRPr>
          </a:p>
        </p:txBody>
      </p:sp>
      <p:sp>
        <p:nvSpPr>
          <p:cNvPr id="6" name="object 6"/>
          <p:cNvSpPr txBox="1"/>
          <p:nvPr/>
        </p:nvSpPr>
        <p:spPr>
          <a:xfrm>
            <a:off x="745267" y="1581412"/>
            <a:ext cx="6336030" cy="300355"/>
          </a:xfrm>
          <a:prstGeom prst="rect">
            <a:avLst/>
          </a:prstGeom>
        </p:spPr>
        <p:txBody>
          <a:bodyPr vert="horz" wrap="square" lIns="0" tIns="12700" rIns="0" bIns="0" rtlCol="0">
            <a:spAutoFit/>
          </a:bodyPr>
          <a:lstStyle/>
          <a:p>
            <a:pPr marL="12700">
              <a:lnSpc>
                <a:spcPct val="100000"/>
              </a:lnSpc>
              <a:spcBef>
                <a:spcPts val="100"/>
              </a:spcBef>
              <a:tabLst>
                <a:tab pos="387350" algn="l"/>
              </a:tabLst>
            </a:pPr>
            <a:r>
              <a:rPr sz="1800" spc="-25" dirty="0">
                <a:solidFill>
                  <a:srgbClr val="0048AA"/>
                </a:solidFill>
                <a:latin typeface="Lucida Sans Unicode"/>
                <a:cs typeface="Lucida Sans Unicode"/>
              </a:rPr>
              <a:t>A.</a:t>
            </a:r>
            <a:r>
              <a:rPr sz="1800" dirty="0">
                <a:solidFill>
                  <a:srgbClr val="0048AA"/>
                </a:solidFill>
                <a:latin typeface="Lucida Sans Unicode"/>
                <a:cs typeface="Lucida Sans Unicode"/>
              </a:rPr>
              <a:t>	</a:t>
            </a:r>
            <a:r>
              <a:rPr sz="1800" spc="-20" dirty="0">
                <a:latin typeface="Lucida Sans Unicode"/>
                <a:cs typeface="Lucida Sans Unicode"/>
              </a:rPr>
              <a:t>Yes.</a:t>
            </a:r>
            <a:r>
              <a:rPr sz="1800" spc="-25" dirty="0">
                <a:latin typeface="Lucida Sans Unicode"/>
                <a:cs typeface="Lucida Sans Unicode"/>
              </a:rPr>
              <a:t> </a:t>
            </a:r>
            <a:r>
              <a:rPr sz="1800" dirty="0">
                <a:latin typeface="Lucida Sans Unicode"/>
                <a:cs typeface="Lucida Sans Unicode"/>
              </a:rPr>
              <a:t>Don't</a:t>
            </a:r>
            <a:r>
              <a:rPr sz="1800" spc="-20" dirty="0">
                <a:latin typeface="Lucida Sans Unicode"/>
                <a:cs typeface="Lucida Sans Unicode"/>
              </a:rPr>
              <a:t> </a:t>
            </a:r>
            <a:r>
              <a:rPr sz="1800" dirty="0">
                <a:latin typeface="Lucida Sans Unicode"/>
                <a:cs typeface="Lucida Sans Unicode"/>
              </a:rPr>
              <a:t>sort</a:t>
            </a:r>
            <a:r>
              <a:rPr sz="1800" spc="-20" dirty="0">
                <a:latin typeface="Lucida Sans Unicode"/>
                <a:cs typeface="Lucida Sans Unicode"/>
              </a:rPr>
              <a:t> </a:t>
            </a:r>
            <a:r>
              <a:rPr sz="1800" dirty="0">
                <a:latin typeface="Lucida Sans Unicode"/>
                <a:cs typeface="Lucida Sans Unicode"/>
              </a:rPr>
              <a:t>points</a:t>
            </a:r>
            <a:r>
              <a:rPr sz="1800" spc="-25" dirty="0">
                <a:latin typeface="Lucida Sans Unicode"/>
                <a:cs typeface="Lucida Sans Unicode"/>
              </a:rPr>
              <a:t> </a:t>
            </a:r>
            <a:r>
              <a:rPr sz="1800" dirty="0">
                <a:latin typeface="Lucida Sans Unicode"/>
                <a:cs typeface="Lucida Sans Unicode"/>
              </a:rPr>
              <a:t>in</a:t>
            </a:r>
            <a:r>
              <a:rPr sz="1800" spc="-20" dirty="0">
                <a:latin typeface="Lucida Sans Unicode"/>
                <a:cs typeface="Lucida Sans Unicode"/>
              </a:rPr>
              <a:t> </a:t>
            </a:r>
            <a:r>
              <a:rPr sz="1800" dirty="0">
                <a:latin typeface="Lucida Sans Unicode"/>
                <a:cs typeface="Lucida Sans Unicode"/>
              </a:rPr>
              <a:t>strip</a:t>
            </a:r>
            <a:r>
              <a:rPr sz="1800" spc="-25" dirty="0">
                <a:latin typeface="Lucida Sans Unicode"/>
                <a:cs typeface="Lucida Sans Unicode"/>
              </a:rPr>
              <a:t> </a:t>
            </a:r>
            <a:r>
              <a:rPr sz="1800" dirty="0">
                <a:latin typeface="Lucida Sans Unicode"/>
                <a:cs typeface="Lucida Sans Unicode"/>
              </a:rPr>
              <a:t>from</a:t>
            </a:r>
            <a:r>
              <a:rPr sz="1800" spc="-20" dirty="0">
                <a:latin typeface="Lucida Sans Unicode"/>
                <a:cs typeface="Lucida Sans Unicode"/>
              </a:rPr>
              <a:t> </a:t>
            </a:r>
            <a:r>
              <a:rPr sz="1800" dirty="0">
                <a:latin typeface="Lucida Sans Unicode"/>
                <a:cs typeface="Lucida Sans Unicode"/>
              </a:rPr>
              <a:t>scratch</a:t>
            </a:r>
            <a:r>
              <a:rPr sz="1800" spc="-20" dirty="0">
                <a:latin typeface="Lucida Sans Unicode"/>
                <a:cs typeface="Lucida Sans Unicode"/>
              </a:rPr>
              <a:t> </a:t>
            </a:r>
            <a:r>
              <a:rPr sz="1800" dirty="0">
                <a:latin typeface="Lucida Sans Unicode"/>
                <a:cs typeface="Lucida Sans Unicode"/>
              </a:rPr>
              <a:t>each</a:t>
            </a:r>
            <a:r>
              <a:rPr sz="1800" spc="-25" dirty="0">
                <a:latin typeface="Lucida Sans Unicode"/>
                <a:cs typeface="Lucida Sans Unicode"/>
              </a:rPr>
              <a:t> </a:t>
            </a:r>
            <a:r>
              <a:rPr sz="1800" spc="-10" dirty="0">
                <a:latin typeface="Lucida Sans Unicode"/>
                <a:cs typeface="Lucida Sans Unicode"/>
              </a:rPr>
              <a:t>time.</a:t>
            </a:r>
            <a:endParaRPr sz="1800">
              <a:latin typeface="Lucida Sans Unicode"/>
              <a:cs typeface="Lucida Sans Unicode"/>
            </a:endParaRPr>
          </a:p>
        </p:txBody>
      </p:sp>
      <p:sp>
        <p:nvSpPr>
          <p:cNvPr id="7" name="object 7"/>
          <p:cNvSpPr txBox="1"/>
          <p:nvPr/>
        </p:nvSpPr>
        <p:spPr>
          <a:xfrm>
            <a:off x="815241" y="1710052"/>
            <a:ext cx="7720330" cy="896619"/>
          </a:xfrm>
          <a:prstGeom prst="rect">
            <a:avLst/>
          </a:prstGeom>
        </p:spPr>
        <p:txBody>
          <a:bodyPr vert="horz" wrap="square" lIns="0" tIns="52069" rIns="0" bIns="0" rtlCol="0">
            <a:spAutoFit/>
          </a:bodyPr>
          <a:lstStyle/>
          <a:p>
            <a:pPr marL="381000" marR="30480" indent="-343535">
              <a:lnSpc>
                <a:spcPct val="114100"/>
              </a:lnSpc>
              <a:spcBef>
                <a:spcPts val="409"/>
              </a:spcBef>
            </a:pPr>
            <a:r>
              <a:rPr sz="4275" spc="2175" baseline="-6822" dirty="0">
                <a:latin typeface="Yu Gothic UI"/>
                <a:cs typeface="Yu Gothic UI"/>
              </a:rPr>
              <a:t>・</a:t>
            </a:r>
            <a:r>
              <a:rPr sz="1800" dirty="0">
                <a:latin typeface="Lucida Sans Unicode"/>
                <a:cs typeface="Lucida Sans Unicode"/>
              </a:rPr>
              <a:t>Each</a:t>
            </a:r>
            <a:r>
              <a:rPr sz="1800" spc="15" dirty="0">
                <a:latin typeface="Lucida Sans Unicode"/>
                <a:cs typeface="Lucida Sans Unicode"/>
              </a:rPr>
              <a:t> </a:t>
            </a:r>
            <a:r>
              <a:rPr sz="1800" dirty="0">
                <a:latin typeface="Lucida Sans Unicode"/>
                <a:cs typeface="Lucida Sans Unicode"/>
              </a:rPr>
              <a:t>recursive</a:t>
            </a:r>
            <a:r>
              <a:rPr sz="1800" spc="15" dirty="0">
                <a:latin typeface="Lucida Sans Unicode"/>
                <a:cs typeface="Lucida Sans Unicode"/>
              </a:rPr>
              <a:t> </a:t>
            </a:r>
            <a:r>
              <a:rPr sz="1800" dirty="0">
                <a:latin typeface="Lucida Sans Unicode"/>
                <a:cs typeface="Lucida Sans Unicode"/>
              </a:rPr>
              <a:t>returns</a:t>
            </a:r>
            <a:r>
              <a:rPr sz="1800" spc="15" dirty="0">
                <a:latin typeface="Lucida Sans Unicode"/>
                <a:cs typeface="Lucida Sans Unicode"/>
              </a:rPr>
              <a:t> </a:t>
            </a:r>
            <a:r>
              <a:rPr sz="1800" dirty="0">
                <a:latin typeface="Lucida Sans Unicode"/>
                <a:cs typeface="Lucida Sans Unicode"/>
              </a:rPr>
              <a:t>two</a:t>
            </a:r>
            <a:r>
              <a:rPr sz="1800" spc="15" dirty="0">
                <a:latin typeface="Lucida Sans Unicode"/>
                <a:cs typeface="Lucida Sans Unicode"/>
              </a:rPr>
              <a:t> </a:t>
            </a:r>
            <a:r>
              <a:rPr sz="1800" dirty="0">
                <a:latin typeface="Lucida Sans Unicode"/>
                <a:cs typeface="Lucida Sans Unicode"/>
              </a:rPr>
              <a:t>lists:</a:t>
            </a:r>
            <a:r>
              <a:rPr sz="1800" spc="15" dirty="0">
                <a:latin typeface="Lucida Sans Unicode"/>
                <a:cs typeface="Lucida Sans Unicode"/>
              </a:rPr>
              <a:t> </a:t>
            </a:r>
            <a:r>
              <a:rPr sz="1800" dirty="0">
                <a:latin typeface="Lucida Sans Unicode"/>
                <a:cs typeface="Lucida Sans Unicode"/>
              </a:rPr>
              <a:t>all</a:t>
            </a:r>
            <a:r>
              <a:rPr sz="1800" spc="15" dirty="0">
                <a:latin typeface="Lucida Sans Unicode"/>
                <a:cs typeface="Lucida Sans Unicode"/>
              </a:rPr>
              <a:t> </a:t>
            </a:r>
            <a:r>
              <a:rPr sz="1800" dirty="0">
                <a:latin typeface="Lucida Sans Unicode"/>
                <a:cs typeface="Lucida Sans Unicode"/>
              </a:rPr>
              <a:t>points</a:t>
            </a:r>
            <a:r>
              <a:rPr sz="1800" spc="20" dirty="0">
                <a:latin typeface="Lucida Sans Unicode"/>
                <a:cs typeface="Lucida Sans Unicode"/>
              </a:rPr>
              <a:t> </a:t>
            </a:r>
            <a:r>
              <a:rPr sz="1800" dirty="0">
                <a:latin typeface="Lucida Sans Unicode"/>
                <a:cs typeface="Lucida Sans Unicode"/>
              </a:rPr>
              <a:t>sorted</a:t>
            </a:r>
            <a:r>
              <a:rPr sz="1800" spc="15" dirty="0">
                <a:latin typeface="Lucida Sans Unicode"/>
                <a:cs typeface="Lucida Sans Unicode"/>
              </a:rPr>
              <a:t> </a:t>
            </a:r>
            <a:r>
              <a:rPr sz="1800" dirty="0">
                <a:latin typeface="Lucida Sans Unicode"/>
                <a:cs typeface="Lucida Sans Unicode"/>
              </a:rPr>
              <a:t>by</a:t>
            </a:r>
            <a:r>
              <a:rPr sz="1800" spc="15" dirty="0">
                <a:latin typeface="Lucida Sans Unicode"/>
                <a:cs typeface="Lucida Sans Unicode"/>
              </a:rPr>
              <a:t> </a:t>
            </a:r>
            <a:r>
              <a:rPr sz="1800" i="1" spc="-235" dirty="0">
                <a:latin typeface="Times New Roman"/>
                <a:cs typeface="Times New Roman"/>
              </a:rPr>
              <a:t>x</a:t>
            </a:r>
            <a:r>
              <a:rPr sz="1800" spc="-235" dirty="0">
                <a:latin typeface="Lucida Sans Unicode"/>
                <a:cs typeface="Lucida Sans Unicode"/>
              </a:rPr>
              <a:t>-</a:t>
            </a:r>
            <a:r>
              <a:rPr sz="1800" spc="-10" dirty="0">
                <a:latin typeface="Lucida Sans Unicode"/>
                <a:cs typeface="Lucida Sans Unicode"/>
              </a:rPr>
              <a:t>coordinate, </a:t>
            </a:r>
            <a:r>
              <a:rPr sz="1800" dirty="0">
                <a:latin typeface="Lucida Sans Unicode"/>
                <a:cs typeface="Lucida Sans Unicode"/>
              </a:rPr>
              <a:t>and</a:t>
            </a:r>
            <a:r>
              <a:rPr sz="1800" spc="5" dirty="0">
                <a:latin typeface="Lucida Sans Unicode"/>
                <a:cs typeface="Lucida Sans Unicode"/>
              </a:rPr>
              <a:t> </a:t>
            </a:r>
            <a:r>
              <a:rPr sz="1800" dirty="0">
                <a:latin typeface="Lucida Sans Unicode"/>
                <a:cs typeface="Lucida Sans Unicode"/>
              </a:rPr>
              <a:t>all</a:t>
            </a:r>
            <a:r>
              <a:rPr sz="1800" spc="10" dirty="0">
                <a:latin typeface="Lucida Sans Unicode"/>
                <a:cs typeface="Lucida Sans Unicode"/>
              </a:rPr>
              <a:t> </a:t>
            </a:r>
            <a:r>
              <a:rPr sz="1800" dirty="0">
                <a:latin typeface="Lucida Sans Unicode"/>
                <a:cs typeface="Lucida Sans Unicode"/>
              </a:rPr>
              <a:t>points</a:t>
            </a:r>
            <a:r>
              <a:rPr sz="1800" spc="10" dirty="0">
                <a:latin typeface="Lucida Sans Unicode"/>
                <a:cs typeface="Lucida Sans Unicode"/>
              </a:rPr>
              <a:t> </a:t>
            </a:r>
            <a:r>
              <a:rPr sz="1800" dirty="0">
                <a:latin typeface="Lucida Sans Unicode"/>
                <a:cs typeface="Lucida Sans Unicode"/>
              </a:rPr>
              <a:t>sorted</a:t>
            </a:r>
            <a:r>
              <a:rPr sz="1800" spc="5" dirty="0">
                <a:latin typeface="Lucida Sans Unicode"/>
                <a:cs typeface="Lucida Sans Unicode"/>
              </a:rPr>
              <a:t> </a:t>
            </a:r>
            <a:r>
              <a:rPr sz="1800" dirty="0">
                <a:latin typeface="Lucida Sans Unicode"/>
                <a:cs typeface="Lucida Sans Unicode"/>
              </a:rPr>
              <a:t>by</a:t>
            </a:r>
            <a:r>
              <a:rPr sz="1800" spc="10" dirty="0">
                <a:latin typeface="Lucida Sans Unicode"/>
                <a:cs typeface="Lucida Sans Unicode"/>
              </a:rPr>
              <a:t> </a:t>
            </a:r>
            <a:r>
              <a:rPr sz="1800" i="1" spc="-235" dirty="0">
                <a:latin typeface="Times New Roman"/>
                <a:cs typeface="Times New Roman"/>
              </a:rPr>
              <a:t>y</a:t>
            </a:r>
            <a:r>
              <a:rPr sz="1800" spc="-235" dirty="0">
                <a:latin typeface="Lucida Sans Unicode"/>
                <a:cs typeface="Lucida Sans Unicode"/>
              </a:rPr>
              <a:t>-</a:t>
            </a:r>
            <a:r>
              <a:rPr sz="1800" spc="-10" dirty="0">
                <a:latin typeface="Lucida Sans Unicode"/>
                <a:cs typeface="Lucida Sans Unicode"/>
              </a:rPr>
              <a:t>coordinate.</a:t>
            </a:r>
            <a:endParaRPr sz="1800">
              <a:latin typeface="Lucida Sans Unicode"/>
              <a:cs typeface="Lucida Sans Unicode"/>
            </a:endParaRPr>
          </a:p>
        </p:txBody>
      </p:sp>
      <p:sp>
        <p:nvSpPr>
          <p:cNvPr id="8" name="object 8"/>
          <p:cNvSpPr txBox="1"/>
          <p:nvPr/>
        </p:nvSpPr>
        <p:spPr>
          <a:xfrm>
            <a:off x="815241" y="2531337"/>
            <a:ext cx="4530725" cy="465455"/>
          </a:xfrm>
          <a:prstGeom prst="rect">
            <a:avLst/>
          </a:prstGeom>
        </p:spPr>
        <p:txBody>
          <a:bodyPr vert="horz" wrap="square" lIns="0" tIns="16510" rIns="0" bIns="0" rtlCol="0">
            <a:spAutoFit/>
          </a:bodyPr>
          <a:lstStyle/>
          <a:p>
            <a:pPr marL="38100">
              <a:lnSpc>
                <a:spcPct val="100000"/>
              </a:lnSpc>
              <a:spcBef>
                <a:spcPts val="130"/>
              </a:spcBef>
            </a:pPr>
            <a:r>
              <a:rPr sz="4275" spc="2175" baseline="-8771" dirty="0">
                <a:latin typeface="Yu Gothic UI"/>
                <a:cs typeface="Yu Gothic UI"/>
              </a:rPr>
              <a:t>・</a:t>
            </a:r>
            <a:r>
              <a:rPr sz="1800" dirty="0">
                <a:latin typeface="Lucida Sans Unicode"/>
                <a:cs typeface="Lucida Sans Unicode"/>
              </a:rPr>
              <a:t>Sort</a:t>
            </a:r>
            <a:r>
              <a:rPr sz="1800" spc="15" dirty="0">
                <a:latin typeface="Lucida Sans Unicode"/>
                <a:cs typeface="Lucida Sans Unicode"/>
              </a:rPr>
              <a:t> </a:t>
            </a:r>
            <a:r>
              <a:rPr sz="1800" dirty="0">
                <a:latin typeface="Lucida Sans Unicode"/>
                <a:cs typeface="Lucida Sans Unicode"/>
              </a:rPr>
              <a:t>by</a:t>
            </a:r>
            <a:r>
              <a:rPr sz="1800" spc="15" dirty="0">
                <a:latin typeface="Lucida Sans Unicode"/>
                <a:cs typeface="Lucida Sans Unicode"/>
              </a:rPr>
              <a:t> </a:t>
            </a:r>
            <a:r>
              <a:rPr sz="1800" dirty="0">
                <a:solidFill>
                  <a:srgbClr val="8D3124"/>
                </a:solidFill>
                <a:latin typeface="Lucida Sans Unicode"/>
                <a:cs typeface="Lucida Sans Unicode"/>
              </a:rPr>
              <a:t>merging</a:t>
            </a:r>
            <a:r>
              <a:rPr sz="1800" spc="15" dirty="0">
                <a:solidFill>
                  <a:srgbClr val="8D3124"/>
                </a:solidFill>
                <a:latin typeface="Lucida Sans Unicode"/>
                <a:cs typeface="Lucida Sans Unicode"/>
              </a:rPr>
              <a:t> </a:t>
            </a:r>
            <a:r>
              <a:rPr sz="1800" dirty="0">
                <a:latin typeface="Lucida Sans Unicode"/>
                <a:cs typeface="Lucida Sans Unicode"/>
              </a:rPr>
              <a:t>two</a:t>
            </a:r>
            <a:r>
              <a:rPr sz="1800" spc="15" dirty="0">
                <a:latin typeface="Lucida Sans Unicode"/>
                <a:cs typeface="Lucida Sans Unicode"/>
              </a:rPr>
              <a:t> </a:t>
            </a:r>
            <a:r>
              <a:rPr sz="1800" spc="-55" dirty="0">
                <a:latin typeface="Lucida Sans Unicode"/>
                <a:cs typeface="Lucida Sans Unicode"/>
              </a:rPr>
              <a:t>pre-</a:t>
            </a:r>
            <a:r>
              <a:rPr sz="1800" spc="-40" dirty="0">
                <a:latin typeface="Lucida Sans Unicode"/>
                <a:cs typeface="Lucida Sans Unicode"/>
              </a:rPr>
              <a:t>sorted</a:t>
            </a:r>
            <a:r>
              <a:rPr sz="1800" spc="15" dirty="0">
                <a:latin typeface="Lucida Sans Unicode"/>
                <a:cs typeface="Lucida Sans Unicode"/>
              </a:rPr>
              <a:t> </a:t>
            </a:r>
            <a:r>
              <a:rPr sz="1800" spc="-10" dirty="0">
                <a:latin typeface="Lucida Sans Unicode"/>
                <a:cs typeface="Lucida Sans Unicode"/>
              </a:rPr>
              <a:t>lists.</a:t>
            </a:r>
            <a:endParaRPr sz="1800">
              <a:latin typeface="Lucida Sans Unicode"/>
              <a:cs typeface="Lucida Sans Unicode"/>
            </a:endParaRPr>
          </a:p>
        </p:txBody>
      </p:sp>
      <p:sp>
        <p:nvSpPr>
          <p:cNvPr id="9" name="object 9"/>
          <p:cNvSpPr txBox="1"/>
          <p:nvPr/>
        </p:nvSpPr>
        <p:spPr>
          <a:xfrm>
            <a:off x="745267" y="3668196"/>
            <a:ext cx="8497570" cy="750570"/>
          </a:xfrm>
          <a:prstGeom prst="rect">
            <a:avLst/>
          </a:prstGeom>
        </p:spPr>
        <p:txBody>
          <a:bodyPr vert="horz" wrap="square" lIns="0" tIns="12700" rIns="0" bIns="0" rtlCol="0">
            <a:spAutoFit/>
          </a:bodyPr>
          <a:lstStyle/>
          <a:p>
            <a:pPr marL="12700" marR="5080">
              <a:lnSpc>
                <a:spcPct val="132100"/>
              </a:lnSpc>
              <a:spcBef>
                <a:spcPts val="100"/>
              </a:spcBef>
              <a:tabLst>
                <a:tab pos="1214755" algn="l"/>
                <a:tab pos="3022600" algn="l"/>
              </a:tabLst>
            </a:pPr>
            <a:r>
              <a:rPr sz="1800" spc="-10" dirty="0">
                <a:solidFill>
                  <a:srgbClr val="0048AA"/>
                </a:solidFill>
                <a:latin typeface="Lucida Sans Unicode"/>
                <a:cs typeface="Lucida Sans Unicode"/>
              </a:rPr>
              <a:t>Theorem.</a:t>
            </a:r>
            <a:r>
              <a:rPr sz="1800" dirty="0">
                <a:solidFill>
                  <a:srgbClr val="0048AA"/>
                </a:solidFill>
                <a:latin typeface="Lucida Sans Unicode"/>
                <a:cs typeface="Lucida Sans Unicode"/>
              </a:rPr>
              <a:t>	</a:t>
            </a:r>
            <a:r>
              <a:rPr sz="1800" dirty="0">
                <a:solidFill>
                  <a:srgbClr val="606060"/>
                </a:solidFill>
                <a:latin typeface="Lucida Sans Unicode"/>
                <a:cs typeface="Lucida Sans Unicode"/>
              </a:rPr>
              <a:t>[Shamos </a:t>
            </a:r>
            <a:r>
              <a:rPr sz="1800" spc="-10" dirty="0">
                <a:solidFill>
                  <a:srgbClr val="606060"/>
                </a:solidFill>
                <a:latin typeface="Lucida Sans Unicode"/>
                <a:cs typeface="Lucida Sans Unicode"/>
              </a:rPr>
              <a:t>1975]</a:t>
            </a:r>
            <a:r>
              <a:rPr sz="1800" dirty="0">
                <a:solidFill>
                  <a:srgbClr val="606060"/>
                </a:solidFill>
                <a:latin typeface="Lucida Sans Unicode"/>
                <a:cs typeface="Lucida Sans Unicode"/>
              </a:rPr>
              <a:t>	</a:t>
            </a:r>
            <a:r>
              <a:rPr sz="1800" dirty="0">
                <a:latin typeface="Lucida Sans Unicode"/>
                <a:cs typeface="Lucida Sans Unicode"/>
              </a:rPr>
              <a:t>The</a:t>
            </a:r>
            <a:r>
              <a:rPr sz="1800" spc="-25" dirty="0">
                <a:latin typeface="Lucida Sans Unicode"/>
                <a:cs typeface="Lucida Sans Unicode"/>
              </a:rPr>
              <a:t> </a:t>
            </a:r>
            <a:r>
              <a:rPr sz="1800" spc="-45" dirty="0">
                <a:latin typeface="Lucida Sans Unicode"/>
                <a:cs typeface="Lucida Sans Unicode"/>
              </a:rPr>
              <a:t>divide-</a:t>
            </a:r>
            <a:r>
              <a:rPr sz="1800" spc="-60" dirty="0">
                <a:latin typeface="Lucida Sans Unicode"/>
                <a:cs typeface="Lucida Sans Unicode"/>
              </a:rPr>
              <a:t>and-</a:t>
            </a:r>
            <a:r>
              <a:rPr sz="1800" spc="-40" dirty="0">
                <a:latin typeface="Lucida Sans Unicode"/>
                <a:cs typeface="Lucida Sans Unicode"/>
              </a:rPr>
              <a:t>conquer</a:t>
            </a:r>
            <a:r>
              <a:rPr sz="1800" spc="-25" dirty="0">
                <a:latin typeface="Lucida Sans Unicode"/>
                <a:cs typeface="Lucida Sans Unicode"/>
              </a:rPr>
              <a:t> </a:t>
            </a:r>
            <a:r>
              <a:rPr sz="1800" dirty="0">
                <a:latin typeface="Lucida Sans Unicode"/>
                <a:cs typeface="Lucida Sans Unicode"/>
              </a:rPr>
              <a:t>algorithm</a:t>
            </a:r>
            <a:r>
              <a:rPr sz="1800" spc="-20" dirty="0">
                <a:latin typeface="Lucida Sans Unicode"/>
                <a:cs typeface="Lucida Sans Unicode"/>
              </a:rPr>
              <a:t> </a:t>
            </a:r>
            <a:r>
              <a:rPr sz="1800" dirty="0">
                <a:latin typeface="Lucida Sans Unicode"/>
                <a:cs typeface="Lucida Sans Unicode"/>
              </a:rPr>
              <a:t>for</a:t>
            </a:r>
            <a:r>
              <a:rPr sz="1800" spc="-25" dirty="0">
                <a:latin typeface="Lucida Sans Unicode"/>
                <a:cs typeface="Lucida Sans Unicode"/>
              </a:rPr>
              <a:t> </a:t>
            </a:r>
            <a:r>
              <a:rPr sz="1800" dirty="0">
                <a:latin typeface="Lucida Sans Unicode"/>
                <a:cs typeface="Lucida Sans Unicode"/>
              </a:rPr>
              <a:t>finding</a:t>
            </a:r>
            <a:r>
              <a:rPr sz="1800" spc="-20" dirty="0">
                <a:latin typeface="Lucida Sans Unicode"/>
                <a:cs typeface="Lucida Sans Unicode"/>
              </a:rPr>
              <a:t> </a:t>
            </a:r>
            <a:r>
              <a:rPr sz="1800" spc="-25" dirty="0">
                <a:latin typeface="Lucida Sans Unicode"/>
                <a:cs typeface="Lucida Sans Unicode"/>
              </a:rPr>
              <a:t>the </a:t>
            </a:r>
            <a:r>
              <a:rPr sz="1800" dirty="0">
                <a:latin typeface="Lucida Sans Unicode"/>
                <a:cs typeface="Lucida Sans Unicode"/>
              </a:rPr>
              <a:t>closest</a:t>
            </a:r>
            <a:r>
              <a:rPr sz="1800" spc="-10" dirty="0">
                <a:latin typeface="Lucida Sans Unicode"/>
                <a:cs typeface="Lucida Sans Unicode"/>
              </a:rPr>
              <a:t> </a:t>
            </a:r>
            <a:r>
              <a:rPr sz="1800" dirty="0">
                <a:latin typeface="Lucida Sans Unicode"/>
                <a:cs typeface="Lucida Sans Unicode"/>
              </a:rPr>
              <a:t>pair</a:t>
            </a:r>
            <a:r>
              <a:rPr sz="1800" spc="-5" dirty="0">
                <a:latin typeface="Lucida Sans Unicode"/>
                <a:cs typeface="Lucida Sans Unicode"/>
              </a:rPr>
              <a:t> </a:t>
            </a:r>
            <a:r>
              <a:rPr sz="1800" dirty="0">
                <a:latin typeface="Lucida Sans Unicode"/>
                <a:cs typeface="Lucida Sans Unicode"/>
              </a:rPr>
              <a:t>of</a:t>
            </a:r>
            <a:r>
              <a:rPr sz="1800" spc="-5" dirty="0">
                <a:latin typeface="Lucida Sans Unicode"/>
                <a:cs typeface="Lucida Sans Unicode"/>
              </a:rPr>
              <a:t> </a:t>
            </a:r>
            <a:r>
              <a:rPr sz="1800" dirty="0">
                <a:latin typeface="Lucida Sans Unicode"/>
                <a:cs typeface="Lucida Sans Unicode"/>
              </a:rPr>
              <a:t>points</a:t>
            </a:r>
            <a:r>
              <a:rPr sz="1800" spc="-10"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plane</a:t>
            </a:r>
            <a:r>
              <a:rPr sz="1800" spc="-5" dirty="0">
                <a:latin typeface="Lucida Sans Unicode"/>
                <a:cs typeface="Lucida Sans Unicode"/>
              </a:rPr>
              <a:t> </a:t>
            </a:r>
            <a:r>
              <a:rPr sz="1800" dirty="0">
                <a:latin typeface="Lucida Sans Unicode"/>
                <a:cs typeface="Lucida Sans Unicode"/>
              </a:rPr>
              <a:t>can</a:t>
            </a:r>
            <a:r>
              <a:rPr sz="1800" spc="-10" dirty="0">
                <a:latin typeface="Lucida Sans Unicode"/>
                <a:cs typeface="Lucida Sans Unicode"/>
              </a:rPr>
              <a:t> </a:t>
            </a:r>
            <a:r>
              <a:rPr sz="1800" dirty="0">
                <a:latin typeface="Lucida Sans Unicode"/>
                <a:cs typeface="Lucida Sans Unicode"/>
              </a:rPr>
              <a:t>be</a:t>
            </a:r>
            <a:r>
              <a:rPr sz="1800" spc="-5" dirty="0">
                <a:latin typeface="Lucida Sans Unicode"/>
                <a:cs typeface="Lucida Sans Unicode"/>
              </a:rPr>
              <a:t> </a:t>
            </a:r>
            <a:r>
              <a:rPr sz="1800" dirty="0">
                <a:latin typeface="Lucida Sans Unicode"/>
                <a:cs typeface="Lucida Sans Unicode"/>
              </a:rPr>
              <a:t>implemented</a:t>
            </a:r>
            <a:r>
              <a:rPr sz="1800" spc="-5" dirty="0">
                <a:latin typeface="Lucida Sans Unicode"/>
                <a:cs typeface="Lucida Sans Unicode"/>
              </a:rPr>
              <a:t> </a:t>
            </a:r>
            <a:r>
              <a:rPr sz="1800" dirty="0">
                <a:latin typeface="Lucida Sans Unicode"/>
                <a:cs typeface="Lucida Sans Unicode"/>
              </a:rPr>
              <a:t>in</a:t>
            </a:r>
            <a:r>
              <a:rPr sz="1800" spc="-10"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log</a:t>
            </a:r>
            <a:r>
              <a:rPr sz="1800" spc="-5" dirty="0">
                <a:latin typeface="Times New Roman"/>
                <a:cs typeface="Times New Roman"/>
              </a:rPr>
              <a:t> </a:t>
            </a:r>
            <a:r>
              <a:rPr sz="1800" i="1" dirty="0">
                <a:latin typeface="Times New Roman"/>
                <a:cs typeface="Times New Roman"/>
              </a:rPr>
              <a:t>n</a:t>
            </a:r>
            <a:r>
              <a:rPr sz="1800" dirty="0">
                <a:latin typeface="Times New Roman"/>
                <a:cs typeface="Times New Roman"/>
              </a:rPr>
              <a:t>)</a:t>
            </a:r>
            <a:r>
              <a:rPr sz="1800" spc="110" dirty="0">
                <a:latin typeface="Times New Roman"/>
                <a:cs typeface="Times New Roman"/>
              </a:rPr>
              <a:t> </a:t>
            </a:r>
            <a:r>
              <a:rPr sz="1800" spc="-10" dirty="0">
                <a:latin typeface="Lucida Sans Unicode"/>
                <a:cs typeface="Lucida Sans Unicode"/>
              </a:rPr>
              <a:t>time.</a:t>
            </a:r>
            <a:endParaRPr sz="1800">
              <a:latin typeface="Lucida Sans Unicode"/>
              <a:cs typeface="Lucida Sans Unicode"/>
            </a:endParaRPr>
          </a:p>
        </p:txBody>
      </p:sp>
      <p:sp>
        <p:nvSpPr>
          <p:cNvPr id="10" name="object 10"/>
          <p:cNvSpPr txBox="1"/>
          <p:nvPr/>
        </p:nvSpPr>
        <p:spPr>
          <a:xfrm>
            <a:off x="745267" y="4843204"/>
            <a:ext cx="308610" cy="300355"/>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0048AA"/>
                </a:solidFill>
                <a:latin typeface="Lucida Sans Unicode"/>
                <a:cs typeface="Lucida Sans Unicode"/>
              </a:rPr>
              <a:t>Pf.</a:t>
            </a:r>
            <a:endParaRPr sz="1800">
              <a:latin typeface="Lucida Sans Unicode"/>
              <a:cs typeface="Lucida Sans Unicode"/>
            </a:endParaRPr>
          </a:p>
        </p:txBody>
      </p:sp>
      <p:sp>
        <p:nvSpPr>
          <p:cNvPr id="11" name="object 11"/>
          <p:cNvSpPr txBox="1"/>
          <p:nvPr/>
        </p:nvSpPr>
        <p:spPr>
          <a:xfrm>
            <a:off x="745267" y="6292889"/>
            <a:ext cx="6859905" cy="300355"/>
          </a:xfrm>
          <a:prstGeom prst="rect">
            <a:avLst/>
          </a:prstGeom>
        </p:spPr>
        <p:txBody>
          <a:bodyPr vert="horz" wrap="square" lIns="0" tIns="12700" rIns="0" bIns="0" rtlCol="0">
            <a:spAutoFit/>
          </a:bodyPr>
          <a:lstStyle/>
          <a:p>
            <a:pPr marL="12700">
              <a:lnSpc>
                <a:spcPct val="100000"/>
              </a:lnSpc>
              <a:spcBef>
                <a:spcPts val="100"/>
              </a:spcBef>
              <a:tabLst>
                <a:tab pos="752475" algn="l"/>
              </a:tabLst>
            </a:pPr>
            <a:r>
              <a:rPr sz="1800" spc="-10" dirty="0">
                <a:solidFill>
                  <a:srgbClr val="0048AA"/>
                </a:solidFill>
                <a:latin typeface="Lucida Sans Unicode"/>
                <a:cs typeface="Lucida Sans Unicode"/>
              </a:rPr>
              <a:t>Note.</a:t>
            </a:r>
            <a:r>
              <a:rPr sz="1800" dirty="0">
                <a:solidFill>
                  <a:srgbClr val="0048AA"/>
                </a:solidFill>
                <a:latin typeface="Lucida Sans Unicode"/>
                <a:cs typeface="Lucida Sans Unicode"/>
              </a:rPr>
              <a:t>	</a:t>
            </a:r>
            <a:r>
              <a:rPr sz="1800" dirty="0">
                <a:latin typeface="Lucida Sans Unicode"/>
                <a:cs typeface="Lucida Sans Unicode"/>
              </a:rPr>
              <a:t>See</a:t>
            </a:r>
            <a:r>
              <a:rPr sz="1800" spc="-10" dirty="0">
                <a:latin typeface="Lucida Sans Unicode"/>
                <a:cs typeface="Lucida Sans Unicode"/>
              </a:rPr>
              <a:t> </a:t>
            </a:r>
            <a:r>
              <a:rPr sz="1800" dirty="0">
                <a:latin typeface="Lucida Sans Unicode"/>
                <a:cs typeface="Lucida Sans Unicode"/>
              </a:rPr>
              <a:t>S</a:t>
            </a:r>
            <a:r>
              <a:rPr sz="1450" dirty="0">
                <a:latin typeface="Lucida Sans Unicode"/>
                <a:cs typeface="Lucida Sans Unicode"/>
              </a:rPr>
              <a:t>ECTION</a:t>
            </a:r>
            <a:r>
              <a:rPr sz="1450" spc="-15" dirty="0">
                <a:latin typeface="Lucida Sans Unicode"/>
                <a:cs typeface="Lucida Sans Unicode"/>
              </a:rPr>
              <a:t> </a:t>
            </a:r>
            <a:r>
              <a:rPr sz="1800" dirty="0">
                <a:latin typeface="Lucida Sans Unicode"/>
                <a:cs typeface="Lucida Sans Unicode"/>
              </a:rPr>
              <a:t>13.7</a:t>
            </a:r>
            <a:r>
              <a:rPr sz="1800" spc="-10" dirty="0">
                <a:latin typeface="Lucida Sans Unicode"/>
                <a:cs typeface="Lucida Sans Unicode"/>
              </a:rPr>
              <a:t> </a:t>
            </a:r>
            <a:r>
              <a:rPr sz="1800" dirty="0">
                <a:latin typeface="Lucida Sans Unicode"/>
                <a:cs typeface="Lucida Sans Unicode"/>
              </a:rPr>
              <a:t>for</a:t>
            </a:r>
            <a:r>
              <a:rPr sz="1800" spc="-10" dirty="0">
                <a:latin typeface="Lucida Sans Unicode"/>
                <a:cs typeface="Lucida Sans Unicode"/>
              </a:rPr>
              <a:t> </a:t>
            </a:r>
            <a:r>
              <a:rPr sz="1800" dirty="0">
                <a:latin typeface="Lucida Sans Unicode"/>
                <a:cs typeface="Lucida Sans Unicode"/>
              </a:rPr>
              <a:t>a</a:t>
            </a:r>
            <a:r>
              <a:rPr sz="1800" spc="-5" dirty="0">
                <a:latin typeface="Lucida Sans Unicode"/>
                <a:cs typeface="Lucida Sans Unicode"/>
              </a:rPr>
              <a:t> </a:t>
            </a:r>
            <a:r>
              <a:rPr sz="1800" dirty="0">
                <a:latin typeface="Lucida Sans Unicode"/>
                <a:cs typeface="Lucida Sans Unicode"/>
              </a:rPr>
              <a:t>randomized</a:t>
            </a:r>
            <a:r>
              <a:rPr sz="1800" spc="-10"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05" dirty="0">
                <a:latin typeface="Times New Roman"/>
                <a:cs typeface="Times New Roman"/>
              </a:rPr>
              <a:t> </a:t>
            </a:r>
            <a:r>
              <a:rPr sz="1800" dirty="0">
                <a:latin typeface="Lucida Sans Unicode"/>
                <a:cs typeface="Lucida Sans Unicode"/>
              </a:rPr>
              <a:t>time</a:t>
            </a:r>
            <a:r>
              <a:rPr sz="1800" spc="-10" dirty="0">
                <a:latin typeface="Lucida Sans Unicode"/>
                <a:cs typeface="Lucida Sans Unicode"/>
              </a:rPr>
              <a:t> algorithm.</a:t>
            </a:r>
            <a:endParaRPr sz="1800">
              <a:latin typeface="Lucida Sans Unicode"/>
              <a:cs typeface="Lucida Sans Unicode"/>
            </a:endParaRPr>
          </a:p>
        </p:txBody>
      </p:sp>
      <p:sp>
        <p:nvSpPr>
          <p:cNvPr id="12" name="object 12"/>
          <p:cNvSpPr/>
          <p:nvPr/>
        </p:nvSpPr>
        <p:spPr>
          <a:xfrm>
            <a:off x="2672972" y="4659433"/>
            <a:ext cx="124460" cy="715645"/>
          </a:xfrm>
          <a:custGeom>
            <a:avLst/>
            <a:gdLst/>
            <a:ahLst/>
            <a:cxnLst/>
            <a:rect l="l" t="t" r="r" b="b"/>
            <a:pathLst>
              <a:path w="124460" h="715645">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8"/>
                </a:lnTo>
                <a:lnTo>
                  <a:pt x="66864" y="36406"/>
                </a:lnTo>
                <a:lnTo>
                  <a:pt x="80150" y="17458"/>
                </a:lnTo>
                <a:lnTo>
                  <a:pt x="99855" y="4684"/>
                </a:lnTo>
                <a:lnTo>
                  <a:pt x="123986" y="0"/>
                </a:lnTo>
              </a:path>
            </a:pathLst>
          </a:custGeom>
          <a:ln w="9537">
            <a:solidFill>
              <a:srgbClr val="000000"/>
            </a:solidFill>
          </a:ln>
        </p:spPr>
        <p:txBody>
          <a:bodyPr wrap="square" lIns="0" tIns="0" rIns="0" bIns="0" rtlCol="0"/>
          <a:lstStyle/>
          <a:p>
            <a:endParaRPr/>
          </a:p>
        </p:txBody>
      </p:sp>
      <p:sp>
        <p:nvSpPr>
          <p:cNvPr id="13" name="object 13"/>
          <p:cNvSpPr txBox="1"/>
          <p:nvPr/>
        </p:nvSpPr>
        <p:spPr>
          <a:xfrm>
            <a:off x="2860659" y="4602861"/>
            <a:ext cx="1261110" cy="731520"/>
          </a:xfrm>
          <a:prstGeom prst="rect">
            <a:avLst/>
          </a:prstGeom>
        </p:spPr>
        <p:txBody>
          <a:bodyPr vert="horz" wrap="square" lIns="0" tIns="90805" rIns="0" bIns="0" rtlCol="0">
            <a:spAutoFit/>
          </a:bodyPr>
          <a:lstStyle/>
          <a:p>
            <a:pPr marL="12700">
              <a:lnSpc>
                <a:spcPct val="100000"/>
              </a:lnSpc>
              <a:spcBef>
                <a:spcPts val="715"/>
              </a:spcBef>
            </a:pPr>
            <a:r>
              <a:rPr sz="1800" spc="-20" dirty="0">
                <a:latin typeface="Times New Roman"/>
                <a:cs typeface="Times New Roman"/>
              </a:rPr>
              <a:t>Θ(1)</a:t>
            </a:r>
            <a:endParaRPr sz="1800">
              <a:latin typeface="Times New Roman"/>
              <a:cs typeface="Times New Roman"/>
            </a:endParaRPr>
          </a:p>
          <a:p>
            <a:pPr marL="12700">
              <a:lnSpc>
                <a:spcPct val="100000"/>
              </a:lnSpc>
              <a:spcBef>
                <a:spcPts val="620"/>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spc="-235" dirty="0">
                <a:latin typeface="Times New Roman"/>
                <a:cs typeface="Times New Roman"/>
              </a:rPr>
              <a:t>2</a:t>
            </a:r>
            <a:r>
              <a:rPr sz="1800" spc="-235" dirty="0">
                <a:latin typeface="Symbol"/>
                <a:cs typeface="Symbol"/>
              </a:rPr>
              <a:t></a:t>
            </a:r>
            <a:r>
              <a:rPr sz="1800" spc="-150" dirty="0">
                <a:latin typeface="Times New Roman"/>
                <a:cs typeface="Times New Roman"/>
              </a:rPr>
              <a:t> </a:t>
            </a:r>
            <a:r>
              <a:rPr sz="1800" dirty="0">
                <a:latin typeface="Times New Roman"/>
                <a:cs typeface="Times New Roman"/>
              </a:rPr>
              <a:t>)</a:t>
            </a:r>
            <a:r>
              <a:rPr sz="1800" spc="455"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14" name="object 14"/>
          <p:cNvSpPr txBox="1"/>
          <p:nvPr/>
        </p:nvSpPr>
        <p:spPr>
          <a:xfrm>
            <a:off x="4267762" y="5033951"/>
            <a:ext cx="180784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i="1" spc="-35"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Symbol"/>
                <a:cs typeface="Symbol"/>
              </a:rPr>
              <a:t></a:t>
            </a:r>
            <a:r>
              <a:rPr sz="1800" i="1" dirty="0">
                <a:latin typeface="Times New Roman"/>
                <a:cs typeface="Times New Roman"/>
              </a:rPr>
              <a:t>n </a:t>
            </a:r>
            <a:r>
              <a:rPr sz="1800" dirty="0">
                <a:latin typeface="Times New Roman"/>
                <a:cs typeface="Times New Roman"/>
              </a:rPr>
              <a:t>/ 2</a:t>
            </a:r>
            <a:r>
              <a:rPr sz="1800" dirty="0">
                <a:latin typeface="Symbol"/>
                <a:cs typeface="Symbol"/>
              </a:rPr>
              <a:t></a:t>
            </a:r>
            <a:r>
              <a:rPr sz="1800" spc="-1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spc="-20" dirty="0">
                <a:latin typeface="Times New Roman"/>
                <a:cs typeface="Times New Roman"/>
              </a:rPr>
              <a:t>Θ(</a:t>
            </a:r>
            <a:r>
              <a:rPr sz="1800" i="1" spc="-20" dirty="0">
                <a:latin typeface="Times New Roman"/>
                <a:cs typeface="Times New Roman"/>
              </a:rPr>
              <a:t>n</a:t>
            </a:r>
            <a:r>
              <a:rPr sz="1800" spc="-20" dirty="0">
                <a:latin typeface="Times New Roman"/>
                <a:cs typeface="Times New Roman"/>
              </a:rPr>
              <a:t>)</a:t>
            </a:r>
            <a:endParaRPr sz="1800">
              <a:latin typeface="Times New Roman"/>
              <a:cs typeface="Times New Roman"/>
            </a:endParaRPr>
          </a:p>
        </p:txBody>
      </p:sp>
      <p:sp>
        <p:nvSpPr>
          <p:cNvPr id="15" name="object 15"/>
          <p:cNvSpPr txBox="1"/>
          <p:nvPr/>
        </p:nvSpPr>
        <p:spPr>
          <a:xfrm>
            <a:off x="6856422" y="4602861"/>
            <a:ext cx="915669" cy="731520"/>
          </a:xfrm>
          <a:prstGeom prst="rect">
            <a:avLst/>
          </a:prstGeom>
        </p:spPr>
        <p:txBody>
          <a:bodyPr vert="horz" wrap="square" lIns="0" tIns="12700" rIns="0" bIns="0" rtlCol="0">
            <a:spAutoFit/>
          </a:bodyPr>
          <a:lstStyle/>
          <a:p>
            <a:pPr marL="12700" marR="5080">
              <a:lnSpc>
                <a:spcPct val="128600"/>
              </a:lnSpc>
              <a:spcBef>
                <a:spcPts val="100"/>
              </a:spcBef>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 </a:t>
            </a:r>
            <a:r>
              <a:rPr sz="1800" spc="-10" dirty="0">
                <a:latin typeface="Times New Roman"/>
                <a:cs typeface="Times New Roman"/>
              </a:rPr>
              <a:t>otherwise</a:t>
            </a:r>
            <a:endParaRPr sz="1800">
              <a:latin typeface="Times New Roman"/>
              <a:cs typeface="Times New Roman"/>
            </a:endParaRPr>
          </a:p>
        </p:txBody>
      </p:sp>
      <p:sp>
        <p:nvSpPr>
          <p:cNvPr id="16" name="object 16"/>
          <p:cNvSpPr txBox="1"/>
          <p:nvPr/>
        </p:nvSpPr>
        <p:spPr>
          <a:xfrm>
            <a:off x="1819126" y="4881353"/>
            <a:ext cx="66357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pic>
        <p:nvPicPr>
          <p:cNvPr id="17" name="object 17"/>
          <p:cNvPicPr/>
          <p:nvPr/>
        </p:nvPicPr>
        <p:blipFill>
          <a:blip r:embed="rId2" cstate="print"/>
          <a:stretch>
            <a:fillRect/>
          </a:stretch>
        </p:blipFill>
        <p:spPr>
          <a:xfrm>
            <a:off x="5698858" y="6647890"/>
            <a:ext cx="230644" cy="281149"/>
          </a:xfrm>
          <a:prstGeom prst="rect">
            <a:avLst/>
          </a:prstGeom>
        </p:spPr>
      </p:pic>
      <p:sp>
        <p:nvSpPr>
          <p:cNvPr id="18" name="object 18"/>
          <p:cNvSpPr txBox="1"/>
          <p:nvPr/>
        </p:nvSpPr>
        <p:spPr>
          <a:xfrm>
            <a:off x="4728354" y="6941432"/>
            <a:ext cx="2284095" cy="399415"/>
          </a:xfrm>
          <a:prstGeom prst="rect">
            <a:avLst/>
          </a:prstGeom>
        </p:spPr>
        <p:txBody>
          <a:bodyPr vert="horz" wrap="square" lIns="0" tIns="5080" rIns="0" bIns="0" rtlCol="0">
            <a:spAutoFit/>
          </a:bodyPr>
          <a:lstStyle/>
          <a:p>
            <a:pPr marL="12700" marR="5080" indent="121920">
              <a:lnSpc>
                <a:spcPct val="104299"/>
              </a:lnSpc>
              <a:spcBef>
                <a:spcPts val="40"/>
              </a:spcBef>
            </a:pPr>
            <a:r>
              <a:rPr sz="1200" dirty="0">
                <a:solidFill>
                  <a:srgbClr val="8D3124"/>
                </a:solidFill>
                <a:latin typeface="Lucida Sans Unicode"/>
                <a:cs typeface="Lucida Sans Unicode"/>
              </a:rPr>
              <a:t>not</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subject</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to</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lower</a:t>
            </a:r>
            <a:r>
              <a:rPr sz="1200" spc="10" dirty="0">
                <a:solidFill>
                  <a:srgbClr val="8D3124"/>
                </a:solidFill>
                <a:latin typeface="Lucida Sans Unicode"/>
                <a:cs typeface="Lucida Sans Unicode"/>
              </a:rPr>
              <a:t> </a:t>
            </a:r>
            <a:r>
              <a:rPr sz="1200" spc="-10" dirty="0">
                <a:solidFill>
                  <a:srgbClr val="8D3124"/>
                </a:solidFill>
                <a:latin typeface="Lucida Sans Unicode"/>
                <a:cs typeface="Lucida Sans Unicode"/>
              </a:rPr>
              <a:t>bound </a:t>
            </a:r>
            <a:r>
              <a:rPr sz="1200" dirty="0">
                <a:solidFill>
                  <a:srgbClr val="8D3124"/>
                </a:solidFill>
                <a:latin typeface="Lucida Sans Unicode"/>
                <a:cs typeface="Lucida Sans Unicode"/>
              </a:rPr>
              <a:t>since</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it uses the</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floor </a:t>
            </a:r>
            <a:r>
              <a:rPr sz="1200" spc="-10" dirty="0">
                <a:solidFill>
                  <a:srgbClr val="8D3124"/>
                </a:solidFill>
                <a:latin typeface="Lucida Sans Unicode"/>
                <a:cs typeface="Lucida Sans Unicode"/>
              </a:rPr>
              <a:t>function</a:t>
            </a:r>
            <a:endParaRPr sz="1200">
              <a:latin typeface="Lucida Sans Unicode"/>
              <a:cs typeface="Lucida Sans Unicode"/>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53F148-6889-E008-5BD6-B833D08F3D3F}"/>
              </a:ext>
            </a:extLst>
          </p:cNvPr>
          <p:cNvSpPr>
            <a:spLocks noGrp="1"/>
          </p:cNvSpPr>
          <p:nvPr>
            <p:ph type="title"/>
          </p:nvPr>
        </p:nvSpPr>
        <p:spPr>
          <a:xfrm>
            <a:off x="745267" y="475073"/>
            <a:ext cx="6357620" cy="323165"/>
          </a:xfrm>
        </p:spPr>
        <p:txBody>
          <a:bodyPr/>
          <a:lstStyle/>
          <a:p>
            <a:r>
              <a:rPr kumimoji="1" lang="en-GB" altLang="zh-CN"/>
              <a:t>https://www.youtube.com/watch?v=6u_hWxbOc7E</a:t>
            </a:r>
            <a:endParaRPr kumimoji="1" lang="zh-CN" altLang="en-US"/>
          </a:p>
        </p:txBody>
      </p:sp>
      <p:pic>
        <p:nvPicPr>
          <p:cNvPr id="4" name="图片 3" descr="图示&#10;&#10;AI 生成的内容可能不正确。">
            <a:extLst>
              <a:ext uri="{FF2B5EF4-FFF2-40B4-BE49-F238E27FC236}">
                <a16:creationId xmlns:a16="http://schemas.microsoft.com/office/drawing/2014/main" id="{A9170189-C9AD-5BF6-A355-AF33880D8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754" y="1284454"/>
            <a:ext cx="5171133" cy="6487945"/>
          </a:xfrm>
          <a:prstGeom prst="rect">
            <a:avLst/>
          </a:prstGeom>
        </p:spPr>
      </p:pic>
    </p:spTree>
    <p:extLst>
      <p:ext uri="{BB962C8B-B14F-4D97-AF65-F5344CB8AC3E}">
        <p14:creationId xmlns:p14="http://schemas.microsoft.com/office/powerpoint/2010/main" val="2953013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8197" y="1527350"/>
            <a:ext cx="3347628" cy="3781249"/>
          </a:xfrm>
          <a:prstGeom prst="rect">
            <a:avLst/>
          </a:prstGeom>
        </p:spPr>
      </p:pic>
      <p:sp>
        <p:nvSpPr>
          <p:cNvPr id="3" name="object 3"/>
          <p:cNvSpPr/>
          <p:nvPr/>
        </p:nvSpPr>
        <p:spPr>
          <a:xfrm>
            <a:off x="4487092" y="1985145"/>
            <a:ext cx="4893310" cy="0"/>
          </a:xfrm>
          <a:custGeom>
            <a:avLst/>
            <a:gdLst/>
            <a:ahLst/>
            <a:cxnLst/>
            <a:rect l="l" t="t" r="r" b="b"/>
            <a:pathLst>
              <a:path w="4893309">
                <a:moveTo>
                  <a:pt x="0" y="0"/>
                </a:moveTo>
                <a:lnTo>
                  <a:pt x="4892688" y="0"/>
                </a:lnTo>
              </a:path>
            </a:pathLst>
          </a:custGeom>
          <a:ln w="19074">
            <a:solidFill>
              <a:srgbClr val="000000"/>
            </a:solidFill>
          </a:ln>
        </p:spPr>
        <p:txBody>
          <a:bodyPr wrap="square" lIns="0" tIns="0" rIns="0" bIns="0" rtlCol="0"/>
          <a:lstStyle/>
          <a:p>
            <a:endParaRPr/>
          </a:p>
        </p:txBody>
      </p:sp>
      <p:sp>
        <p:nvSpPr>
          <p:cNvPr id="4" name="object 4"/>
          <p:cNvSpPr txBox="1"/>
          <p:nvPr/>
        </p:nvSpPr>
        <p:spPr>
          <a:xfrm>
            <a:off x="1832682" y="5444059"/>
            <a:ext cx="965200" cy="254635"/>
          </a:xfrm>
          <a:prstGeom prst="rect">
            <a:avLst/>
          </a:prstGeom>
        </p:spPr>
        <p:txBody>
          <a:bodyPr vert="horz" wrap="square" lIns="0" tIns="12700" rIns="0" bIns="0" rtlCol="0">
            <a:spAutoFit/>
          </a:bodyPr>
          <a:lstStyle/>
          <a:p>
            <a:pPr marL="12700">
              <a:lnSpc>
                <a:spcPct val="100000"/>
              </a:lnSpc>
              <a:spcBef>
                <a:spcPts val="100"/>
              </a:spcBef>
            </a:pPr>
            <a:r>
              <a:rPr sz="1500" b="1" cap="small" spc="85" dirty="0">
                <a:latin typeface="Trebuchet MS"/>
                <a:cs typeface="Trebuchet MS"/>
              </a:rPr>
              <a:t>Chapter</a:t>
            </a:r>
            <a:r>
              <a:rPr sz="1500" b="1" cap="small" spc="40" dirty="0">
                <a:latin typeface="Trebuchet MS"/>
                <a:cs typeface="Trebuchet MS"/>
              </a:rPr>
              <a:t> </a:t>
            </a:r>
            <a:r>
              <a:rPr sz="1500" b="1" cap="small" spc="-20" dirty="0">
                <a:latin typeface="Trebuchet MS"/>
                <a:cs typeface="Trebuchet MS"/>
              </a:rPr>
              <a:t>7</a:t>
            </a:r>
            <a:endParaRPr sz="1500">
              <a:latin typeface="Trebuchet MS"/>
              <a:cs typeface="Trebuchet MS"/>
            </a:endParaRPr>
          </a:p>
        </p:txBody>
      </p:sp>
      <p:sp>
        <p:nvSpPr>
          <p:cNvPr id="5" name="object 5"/>
          <p:cNvSpPr txBox="1">
            <a:spLocks noGrp="1"/>
          </p:cNvSpPr>
          <p:nvPr>
            <p:ph type="title"/>
          </p:nvPr>
        </p:nvSpPr>
        <p:spPr>
          <a:xfrm>
            <a:off x="4512541" y="1428813"/>
            <a:ext cx="4631459" cy="437515"/>
          </a:xfrm>
          <a:prstGeom prst="rect">
            <a:avLst/>
          </a:prstGeom>
        </p:spPr>
        <p:txBody>
          <a:bodyPr vert="horz" wrap="square" lIns="0" tIns="12700" rIns="0" bIns="0" rtlCol="0">
            <a:spAutoFit/>
          </a:bodyPr>
          <a:lstStyle/>
          <a:p>
            <a:pPr marL="12700">
              <a:lnSpc>
                <a:spcPct val="100000"/>
              </a:lnSpc>
              <a:spcBef>
                <a:spcPts val="100"/>
              </a:spcBef>
              <a:tabLst>
                <a:tab pos="523875" algn="l"/>
              </a:tabLst>
            </a:pPr>
            <a:r>
              <a:rPr sz="2700" b="1" cap="small" spc="-25" dirty="0">
                <a:latin typeface="Tahoma"/>
                <a:cs typeface="Tahoma"/>
              </a:rPr>
              <a:t>5.</a:t>
            </a:r>
            <a:r>
              <a:rPr sz="2700" b="1" cap="small" dirty="0">
                <a:latin typeface="Tahoma"/>
                <a:cs typeface="Tahoma"/>
              </a:rPr>
              <a:t>	</a:t>
            </a:r>
            <a:r>
              <a:rPr sz="2700" b="1" cap="small" spc="-200" dirty="0">
                <a:latin typeface="Tahoma"/>
                <a:cs typeface="Tahoma"/>
              </a:rPr>
              <a:t>Divide</a:t>
            </a:r>
            <a:r>
              <a:rPr sz="2700" b="1" cap="small" spc="100" dirty="0">
                <a:latin typeface="Tahoma"/>
                <a:cs typeface="Tahoma"/>
              </a:rPr>
              <a:t> </a:t>
            </a:r>
            <a:r>
              <a:rPr sz="2700" b="1" cap="small" dirty="0">
                <a:latin typeface="Tahoma"/>
                <a:cs typeface="Tahoma"/>
              </a:rPr>
              <a:t>and</a:t>
            </a:r>
            <a:r>
              <a:rPr sz="2700" b="1" cap="small" spc="105" dirty="0">
                <a:latin typeface="Tahoma"/>
                <a:cs typeface="Tahoma"/>
              </a:rPr>
              <a:t> </a:t>
            </a:r>
            <a:r>
              <a:rPr sz="2700" b="1" cap="small" spc="-80" dirty="0">
                <a:latin typeface="Tahoma"/>
                <a:cs typeface="Tahoma"/>
              </a:rPr>
              <a:t>Conquer</a:t>
            </a:r>
            <a:endParaRPr sz="2700">
              <a:latin typeface="Tahoma"/>
              <a:cs typeface="Tahoma"/>
            </a:endParaRPr>
          </a:p>
        </p:txBody>
      </p:sp>
      <p:sp>
        <p:nvSpPr>
          <p:cNvPr id="6" name="object 6"/>
          <p:cNvSpPr txBox="1"/>
          <p:nvPr/>
        </p:nvSpPr>
        <p:spPr>
          <a:xfrm>
            <a:off x="4512541" y="2115505"/>
            <a:ext cx="2877820" cy="2409825"/>
          </a:xfrm>
          <a:prstGeom prst="rect">
            <a:avLst/>
          </a:prstGeom>
        </p:spPr>
        <p:txBody>
          <a:bodyPr vert="horz" wrap="square" lIns="0" tIns="146685" rIns="0" bIns="0" rtlCol="0">
            <a:spAutoFit/>
          </a:bodyPr>
          <a:lstStyle/>
          <a:p>
            <a:pPr marL="250825" indent="-238125">
              <a:lnSpc>
                <a:spcPct val="100000"/>
              </a:lnSpc>
              <a:spcBef>
                <a:spcPts val="1155"/>
              </a:spcBef>
              <a:buFont typeface="Lucida Sans Unicode"/>
              <a:buChar char="‣"/>
              <a:tabLst>
                <a:tab pos="250825" algn="l"/>
              </a:tabLst>
            </a:pPr>
            <a:r>
              <a:rPr sz="2250" i="1" spc="-145" dirty="0">
                <a:solidFill>
                  <a:srgbClr val="D5D5D5"/>
                </a:solidFill>
                <a:latin typeface="Verdana"/>
                <a:cs typeface="Verdana"/>
              </a:rPr>
              <a:t>mergesort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counting</a:t>
            </a:r>
            <a:r>
              <a:rPr sz="2250" i="1" spc="-80" dirty="0">
                <a:solidFill>
                  <a:srgbClr val="D5D5D5"/>
                </a:solidFill>
                <a:latin typeface="Verdana"/>
                <a:cs typeface="Verdana"/>
              </a:rPr>
              <a:t> </a:t>
            </a:r>
            <a:r>
              <a:rPr sz="2250" i="1" spc="-110" dirty="0">
                <a:solidFill>
                  <a:srgbClr val="D5D5D5"/>
                </a:solidFill>
                <a:latin typeface="Verdana"/>
                <a:cs typeface="Verdana"/>
              </a:rPr>
              <a:t>inversions</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50" dirty="0">
                <a:solidFill>
                  <a:srgbClr val="D5D5D5"/>
                </a:solidFill>
                <a:latin typeface="Verdana"/>
                <a:cs typeface="Verdana"/>
              </a:rPr>
              <a:t>closest</a:t>
            </a:r>
            <a:r>
              <a:rPr sz="2250" i="1" spc="-110" dirty="0">
                <a:solidFill>
                  <a:srgbClr val="D5D5D5"/>
                </a:solidFill>
                <a:latin typeface="Verdana"/>
                <a:cs typeface="Verdana"/>
              </a:rPr>
              <a:t> </a:t>
            </a:r>
            <a:r>
              <a:rPr sz="2250" i="1" spc="-125" dirty="0">
                <a:solidFill>
                  <a:srgbClr val="D5D5D5"/>
                </a:solidFill>
                <a:latin typeface="Verdana"/>
                <a:cs typeface="Verdana"/>
              </a:rPr>
              <a:t>pair</a:t>
            </a:r>
            <a:r>
              <a:rPr sz="2250" i="1" spc="-110" dirty="0">
                <a:solidFill>
                  <a:srgbClr val="D5D5D5"/>
                </a:solidFill>
                <a:latin typeface="Verdana"/>
                <a:cs typeface="Verdana"/>
              </a:rPr>
              <a:t> </a:t>
            </a:r>
            <a:r>
              <a:rPr sz="2250" i="1" spc="-170" dirty="0">
                <a:solidFill>
                  <a:srgbClr val="D5D5D5"/>
                </a:solidFill>
                <a:latin typeface="Verdana"/>
                <a:cs typeface="Verdana"/>
              </a:rPr>
              <a:t>of</a:t>
            </a:r>
            <a:r>
              <a:rPr sz="2250" i="1" spc="-110" dirty="0">
                <a:solidFill>
                  <a:srgbClr val="D5D5D5"/>
                </a:solidFill>
                <a:latin typeface="Verdana"/>
                <a:cs typeface="Verdana"/>
              </a:rPr>
              <a:t> </a:t>
            </a:r>
            <a:r>
              <a:rPr sz="2250" i="1" spc="-40" dirty="0">
                <a:solidFill>
                  <a:srgbClr val="D5D5D5"/>
                </a:solidFill>
                <a:latin typeface="Verdana"/>
                <a:cs typeface="Verdana"/>
              </a:rPr>
              <a:t>points</a:t>
            </a:r>
            <a:endParaRPr sz="2250">
              <a:latin typeface="Verdana"/>
              <a:cs typeface="Verdana"/>
            </a:endParaRPr>
          </a:p>
          <a:p>
            <a:pPr marL="250825" indent="-238125">
              <a:lnSpc>
                <a:spcPct val="100000"/>
              </a:lnSpc>
              <a:spcBef>
                <a:spcPts val="1050"/>
              </a:spcBef>
              <a:buFont typeface="Lucida Sans Unicode"/>
              <a:buChar char="‣"/>
              <a:tabLst>
                <a:tab pos="250825" algn="l"/>
              </a:tabLst>
            </a:pPr>
            <a:r>
              <a:rPr sz="2250" i="1" spc="-195" dirty="0">
                <a:latin typeface="Verdana"/>
                <a:cs typeface="Verdana"/>
              </a:rPr>
              <a:t>randomized</a:t>
            </a:r>
            <a:r>
              <a:rPr sz="2250" i="1" spc="-50" dirty="0">
                <a:latin typeface="Verdana"/>
                <a:cs typeface="Verdana"/>
              </a:rPr>
              <a:t> </a:t>
            </a:r>
            <a:r>
              <a:rPr sz="2250" i="1" spc="-200" dirty="0">
                <a:latin typeface="Verdana"/>
                <a:cs typeface="Verdana"/>
              </a:rPr>
              <a:t>quicksort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median</a:t>
            </a:r>
            <a:r>
              <a:rPr sz="2250" i="1" spc="-105" dirty="0">
                <a:solidFill>
                  <a:srgbClr val="D5D5D5"/>
                </a:solidFill>
                <a:latin typeface="Verdana"/>
                <a:cs typeface="Verdana"/>
              </a:rPr>
              <a:t> </a:t>
            </a:r>
            <a:r>
              <a:rPr sz="2250" i="1" spc="-175" dirty="0">
                <a:solidFill>
                  <a:srgbClr val="D5D5D5"/>
                </a:solidFill>
                <a:latin typeface="Verdana"/>
                <a:cs typeface="Verdana"/>
              </a:rPr>
              <a:t>and</a:t>
            </a:r>
            <a:r>
              <a:rPr sz="2250" i="1" spc="-110" dirty="0">
                <a:solidFill>
                  <a:srgbClr val="D5D5D5"/>
                </a:solidFill>
                <a:latin typeface="Verdana"/>
                <a:cs typeface="Verdana"/>
              </a:rPr>
              <a:t> </a:t>
            </a:r>
            <a:r>
              <a:rPr sz="2250" i="1" spc="-155" dirty="0">
                <a:solidFill>
                  <a:srgbClr val="D5D5D5"/>
                </a:solidFill>
                <a:latin typeface="Verdana"/>
                <a:cs typeface="Verdana"/>
              </a:rPr>
              <a:t>selection</a:t>
            </a:r>
            <a:endParaRPr sz="2250">
              <a:latin typeface="Verdana"/>
              <a:cs typeface="Verdan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5267" y="1218991"/>
            <a:ext cx="3272154" cy="300355"/>
          </a:xfrm>
          <a:prstGeom prst="rect">
            <a:avLst/>
          </a:prstGeom>
        </p:spPr>
        <p:txBody>
          <a:bodyPr vert="horz" wrap="square" lIns="0" tIns="12700" rIns="0" bIns="0" rtlCol="0">
            <a:spAutoFit/>
          </a:bodyPr>
          <a:lstStyle/>
          <a:p>
            <a:pPr marL="12700">
              <a:lnSpc>
                <a:spcPct val="100000"/>
              </a:lnSpc>
              <a:spcBef>
                <a:spcPts val="100"/>
              </a:spcBef>
            </a:pPr>
            <a:r>
              <a:rPr sz="1800" spc="-235" dirty="0">
                <a:solidFill>
                  <a:srgbClr val="0048AA"/>
                </a:solidFill>
                <a:latin typeface="Lucida Sans Unicode"/>
                <a:cs typeface="Lucida Sans Unicode"/>
              </a:rPr>
              <a:t>3-</a:t>
            </a:r>
            <a:r>
              <a:rPr sz="1800" spc="65" dirty="0">
                <a:solidFill>
                  <a:srgbClr val="0048AA"/>
                </a:solidFill>
                <a:latin typeface="Lucida Sans Unicode"/>
                <a:cs typeface="Lucida Sans Unicode"/>
              </a:rPr>
              <a:t>way</a:t>
            </a:r>
            <a:r>
              <a:rPr sz="1800" spc="-5" dirty="0">
                <a:solidFill>
                  <a:srgbClr val="0048AA"/>
                </a:solidFill>
                <a:latin typeface="Lucida Sans Unicode"/>
                <a:cs typeface="Lucida Sans Unicode"/>
              </a:rPr>
              <a:t> </a:t>
            </a:r>
            <a:r>
              <a:rPr sz="1800" dirty="0">
                <a:solidFill>
                  <a:srgbClr val="0048AA"/>
                </a:solidFill>
                <a:latin typeface="Lucida Sans Unicode"/>
                <a:cs typeface="Lucida Sans Unicode"/>
              </a:rPr>
              <a:t>partition</a:t>
            </a:r>
            <a:r>
              <a:rPr sz="1800" spc="-5" dirty="0">
                <a:solidFill>
                  <a:srgbClr val="0048AA"/>
                </a:solidFill>
                <a:latin typeface="Lucida Sans Unicode"/>
                <a:cs typeface="Lucida Sans Unicode"/>
              </a:rPr>
              <a:t> </a:t>
            </a:r>
            <a:r>
              <a:rPr sz="1800" dirty="0">
                <a:solidFill>
                  <a:srgbClr val="0048AA"/>
                </a:solidFill>
                <a:latin typeface="Lucida Sans Unicode"/>
                <a:cs typeface="Lucida Sans Unicode"/>
              </a:rPr>
              <a:t>array so</a:t>
            </a:r>
            <a:r>
              <a:rPr sz="1800" spc="-5" dirty="0">
                <a:solidFill>
                  <a:srgbClr val="0048AA"/>
                </a:solidFill>
                <a:latin typeface="Lucida Sans Unicode"/>
                <a:cs typeface="Lucida Sans Unicode"/>
              </a:rPr>
              <a:t> </a:t>
            </a:r>
            <a:r>
              <a:rPr sz="1800" spc="-10" dirty="0">
                <a:solidFill>
                  <a:srgbClr val="0048AA"/>
                </a:solidFill>
                <a:latin typeface="Lucida Sans Unicode"/>
                <a:cs typeface="Lucida Sans Unicode"/>
              </a:rPr>
              <a:t>that:</a:t>
            </a:r>
            <a:endParaRPr sz="1800">
              <a:latin typeface="Lucida Sans Unicode"/>
              <a:cs typeface="Lucida Sans Unicode"/>
            </a:endParaRPr>
          </a:p>
        </p:txBody>
      </p:sp>
      <p:sp>
        <p:nvSpPr>
          <p:cNvPr id="3" name="object 3"/>
          <p:cNvSpPr txBox="1"/>
          <p:nvPr/>
        </p:nvSpPr>
        <p:spPr>
          <a:xfrm>
            <a:off x="815241" y="1444073"/>
            <a:ext cx="3404870" cy="465455"/>
          </a:xfrm>
          <a:prstGeom prst="rect">
            <a:avLst/>
          </a:prstGeom>
        </p:spPr>
        <p:txBody>
          <a:bodyPr vert="horz" wrap="square" lIns="0" tIns="16510" rIns="0" bIns="0" rtlCol="0">
            <a:spAutoFit/>
          </a:bodyPr>
          <a:lstStyle/>
          <a:p>
            <a:pPr marL="38100">
              <a:lnSpc>
                <a:spcPct val="100000"/>
              </a:lnSpc>
              <a:spcBef>
                <a:spcPts val="130"/>
              </a:spcBef>
            </a:pPr>
            <a:r>
              <a:rPr sz="4275" spc="2175" baseline="-7797" dirty="0">
                <a:latin typeface="Yu Gothic UI"/>
                <a:cs typeface="Yu Gothic UI"/>
              </a:rPr>
              <a:t>・</a:t>
            </a:r>
            <a:r>
              <a:rPr sz="1800" dirty="0">
                <a:latin typeface="Lucida Sans Unicode"/>
                <a:cs typeface="Lucida Sans Unicode"/>
              </a:rPr>
              <a:t>Pivot</a:t>
            </a:r>
            <a:r>
              <a:rPr sz="1800" spc="15" dirty="0">
                <a:latin typeface="Lucida Sans Unicode"/>
                <a:cs typeface="Lucida Sans Unicode"/>
              </a:rPr>
              <a:t> </a:t>
            </a:r>
            <a:r>
              <a:rPr sz="1800" dirty="0">
                <a:latin typeface="Lucida Sans Unicode"/>
                <a:cs typeface="Lucida Sans Unicode"/>
              </a:rPr>
              <a:t>element</a:t>
            </a:r>
            <a:r>
              <a:rPr sz="1800" spc="20" dirty="0">
                <a:latin typeface="Lucida Sans Unicode"/>
                <a:cs typeface="Lucida Sans Unicode"/>
              </a:rPr>
              <a:t> </a:t>
            </a:r>
            <a:r>
              <a:rPr sz="1800" i="1" dirty="0">
                <a:latin typeface="Times New Roman"/>
                <a:cs typeface="Times New Roman"/>
              </a:rPr>
              <a:t>p</a:t>
            </a:r>
            <a:r>
              <a:rPr sz="1800" i="1" spc="130" dirty="0">
                <a:latin typeface="Times New Roman"/>
                <a:cs typeface="Times New Roman"/>
              </a:rPr>
              <a:t> </a:t>
            </a:r>
            <a:r>
              <a:rPr sz="1800" dirty="0">
                <a:latin typeface="Lucida Sans Unicode"/>
                <a:cs typeface="Lucida Sans Unicode"/>
              </a:rPr>
              <a:t>is</a:t>
            </a:r>
            <a:r>
              <a:rPr sz="1800" spc="20" dirty="0">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spc="-10" dirty="0">
                <a:latin typeface="Lucida Sans Unicode"/>
                <a:cs typeface="Lucida Sans Unicode"/>
              </a:rPr>
              <a:t>place.</a:t>
            </a:r>
            <a:endParaRPr sz="1800">
              <a:latin typeface="Lucida Sans Unicode"/>
              <a:cs typeface="Lucida Sans Unicode"/>
            </a:endParaRPr>
          </a:p>
        </p:txBody>
      </p:sp>
      <p:sp>
        <p:nvSpPr>
          <p:cNvPr id="4" name="object 4"/>
          <p:cNvSpPr txBox="1"/>
          <p:nvPr/>
        </p:nvSpPr>
        <p:spPr>
          <a:xfrm>
            <a:off x="815241" y="1806495"/>
            <a:ext cx="4371975" cy="465455"/>
          </a:xfrm>
          <a:prstGeom prst="rect">
            <a:avLst/>
          </a:prstGeom>
        </p:spPr>
        <p:txBody>
          <a:bodyPr vert="horz" wrap="square" lIns="0" tIns="16510" rIns="0" bIns="0" rtlCol="0">
            <a:spAutoFit/>
          </a:bodyPr>
          <a:lstStyle/>
          <a:p>
            <a:pPr marL="38100">
              <a:lnSpc>
                <a:spcPct val="100000"/>
              </a:lnSpc>
              <a:spcBef>
                <a:spcPts val="130"/>
              </a:spcBef>
            </a:pPr>
            <a:r>
              <a:rPr sz="4275" spc="2175" baseline="-7797" dirty="0">
                <a:latin typeface="Yu Gothic UI"/>
                <a:cs typeface="Yu Gothic UI"/>
              </a:rPr>
              <a:t>・</a:t>
            </a:r>
            <a:r>
              <a:rPr sz="1800" dirty="0">
                <a:latin typeface="Lucida Sans Unicode"/>
                <a:cs typeface="Lucida Sans Unicode"/>
              </a:rPr>
              <a:t>Smaller</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in left</a:t>
            </a:r>
            <a:r>
              <a:rPr sz="1800" spc="-5" dirty="0">
                <a:latin typeface="Lucida Sans Unicode"/>
                <a:cs typeface="Lucida Sans Unicode"/>
              </a:rPr>
              <a:t> </a:t>
            </a:r>
            <a:r>
              <a:rPr sz="1800" dirty="0">
                <a:latin typeface="Lucida Sans Unicode"/>
                <a:cs typeface="Lucida Sans Unicode"/>
              </a:rPr>
              <a:t>subarray </a:t>
            </a:r>
            <a:r>
              <a:rPr sz="1800" i="1" spc="-25" dirty="0">
                <a:latin typeface="Times New Roman"/>
                <a:cs typeface="Times New Roman"/>
              </a:rPr>
              <a:t>L</a:t>
            </a:r>
            <a:r>
              <a:rPr sz="1800" spc="-25" dirty="0">
                <a:latin typeface="Lucida Sans Unicode"/>
                <a:cs typeface="Lucida Sans Unicode"/>
              </a:rPr>
              <a:t>.</a:t>
            </a:r>
            <a:endParaRPr sz="1800">
              <a:latin typeface="Lucida Sans Unicode"/>
              <a:cs typeface="Lucida Sans Unicode"/>
            </a:endParaRPr>
          </a:p>
        </p:txBody>
      </p:sp>
      <p:sp>
        <p:nvSpPr>
          <p:cNvPr id="5" name="object 5"/>
          <p:cNvSpPr txBox="1"/>
          <p:nvPr/>
        </p:nvSpPr>
        <p:spPr>
          <a:xfrm>
            <a:off x="815241" y="2168916"/>
            <a:ext cx="4619625" cy="465455"/>
          </a:xfrm>
          <a:prstGeom prst="rect">
            <a:avLst/>
          </a:prstGeom>
        </p:spPr>
        <p:txBody>
          <a:bodyPr vert="horz" wrap="square" lIns="0" tIns="16510" rIns="0" bIns="0" rtlCol="0">
            <a:spAutoFit/>
          </a:bodyPr>
          <a:lstStyle/>
          <a:p>
            <a:pPr marL="38100">
              <a:lnSpc>
                <a:spcPct val="100000"/>
              </a:lnSpc>
              <a:spcBef>
                <a:spcPts val="130"/>
              </a:spcBef>
            </a:pPr>
            <a:r>
              <a:rPr sz="4275" spc="2175" baseline="-7797" dirty="0">
                <a:latin typeface="Yu Gothic UI"/>
                <a:cs typeface="Yu Gothic UI"/>
              </a:rPr>
              <a:t>・</a:t>
            </a:r>
            <a:r>
              <a:rPr sz="1800" dirty="0">
                <a:latin typeface="Lucida Sans Unicode"/>
                <a:cs typeface="Lucida Sans Unicode"/>
              </a:rPr>
              <a:t>Equal</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middle</a:t>
            </a:r>
            <a:r>
              <a:rPr sz="1800" spc="10" dirty="0">
                <a:latin typeface="Lucida Sans Unicode"/>
                <a:cs typeface="Lucida Sans Unicode"/>
              </a:rPr>
              <a:t> </a:t>
            </a:r>
            <a:r>
              <a:rPr sz="1800" dirty="0">
                <a:latin typeface="Lucida Sans Unicode"/>
                <a:cs typeface="Lucida Sans Unicode"/>
              </a:rPr>
              <a:t>subarray</a:t>
            </a:r>
            <a:r>
              <a:rPr sz="1800" spc="5" dirty="0">
                <a:latin typeface="Lucida Sans Unicode"/>
                <a:cs typeface="Lucida Sans Unicode"/>
              </a:rPr>
              <a:t> </a:t>
            </a:r>
            <a:r>
              <a:rPr sz="1800" i="1" spc="-25" dirty="0">
                <a:latin typeface="Times New Roman"/>
                <a:cs typeface="Times New Roman"/>
              </a:rPr>
              <a:t>M</a:t>
            </a:r>
            <a:r>
              <a:rPr sz="1800" spc="-25" dirty="0">
                <a:latin typeface="Lucida Sans Unicode"/>
                <a:cs typeface="Lucida Sans Unicode"/>
              </a:rPr>
              <a:t>.</a:t>
            </a:r>
            <a:endParaRPr sz="1800">
              <a:latin typeface="Lucida Sans Unicode"/>
              <a:cs typeface="Lucida Sans Unicode"/>
            </a:endParaRPr>
          </a:p>
        </p:txBody>
      </p:sp>
      <p:sp>
        <p:nvSpPr>
          <p:cNvPr id="6" name="object 6"/>
          <p:cNvSpPr txBox="1"/>
          <p:nvPr/>
        </p:nvSpPr>
        <p:spPr>
          <a:xfrm>
            <a:off x="719867" y="2531337"/>
            <a:ext cx="4757864" cy="1086195"/>
          </a:xfrm>
          <a:prstGeom prst="rect">
            <a:avLst/>
          </a:prstGeom>
        </p:spPr>
        <p:txBody>
          <a:bodyPr vert="horz" wrap="square" lIns="0" tIns="16510" rIns="0" bIns="0" rtlCol="0">
            <a:spAutoFit/>
          </a:bodyPr>
          <a:lstStyle/>
          <a:p>
            <a:pPr marL="133350">
              <a:lnSpc>
                <a:spcPct val="100000"/>
              </a:lnSpc>
              <a:spcBef>
                <a:spcPts val="130"/>
              </a:spcBef>
            </a:pPr>
            <a:r>
              <a:rPr sz="4275" spc="2175" baseline="-7797" dirty="0">
                <a:latin typeface="Yu Gothic UI"/>
                <a:cs typeface="Yu Gothic UI"/>
              </a:rPr>
              <a:t>・</a:t>
            </a:r>
            <a:r>
              <a:rPr sz="1800" dirty="0">
                <a:latin typeface="Lucida Sans Unicode"/>
                <a:cs typeface="Lucida Sans Unicode"/>
              </a:rPr>
              <a:t>Larger</a:t>
            </a:r>
            <a:r>
              <a:rPr sz="1800" spc="-10"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right</a:t>
            </a:r>
            <a:r>
              <a:rPr sz="1800" spc="-5" dirty="0">
                <a:latin typeface="Lucida Sans Unicode"/>
                <a:cs typeface="Lucida Sans Unicode"/>
              </a:rPr>
              <a:t> </a:t>
            </a:r>
            <a:r>
              <a:rPr sz="1800" dirty="0">
                <a:latin typeface="Lucida Sans Unicode"/>
                <a:cs typeface="Lucida Sans Unicode"/>
              </a:rPr>
              <a:t>subarray</a:t>
            </a:r>
            <a:r>
              <a:rPr sz="1800" spc="-5" dirty="0">
                <a:latin typeface="Lucida Sans Unicode"/>
                <a:cs typeface="Lucida Sans Unicode"/>
              </a:rPr>
              <a:t> </a:t>
            </a:r>
            <a:r>
              <a:rPr sz="1800" i="1" spc="-25" dirty="0">
                <a:latin typeface="Times New Roman"/>
                <a:cs typeface="Times New Roman"/>
              </a:rPr>
              <a:t>R</a:t>
            </a:r>
            <a:r>
              <a:rPr sz="1800" spc="-25" dirty="0">
                <a:latin typeface="Lucida Sans Unicode"/>
                <a:cs typeface="Lucida Sans Unicode"/>
              </a:rPr>
              <a:t>.</a:t>
            </a:r>
            <a:endParaRPr sz="1800">
              <a:latin typeface="Lucida Sans Unicode"/>
              <a:cs typeface="Lucida Sans Unicode"/>
            </a:endParaRPr>
          </a:p>
          <a:p>
            <a:pPr>
              <a:lnSpc>
                <a:spcPct val="100000"/>
              </a:lnSpc>
              <a:spcBef>
                <a:spcPts val="575"/>
              </a:spcBef>
            </a:pPr>
            <a:endParaRPr sz="1800">
              <a:latin typeface="Lucida Sans Unicode"/>
              <a:cs typeface="Lucida Sans Unicode"/>
            </a:endParaRPr>
          </a:p>
          <a:p>
            <a:pPr marL="38100">
              <a:lnSpc>
                <a:spcPct val="100000"/>
              </a:lnSpc>
            </a:pPr>
            <a:r>
              <a:rPr sz="1800" dirty="0">
                <a:latin typeface="Lucida Sans Unicode"/>
                <a:cs typeface="Lucida Sans Unicode"/>
              </a:rPr>
              <a:t>Recur</a:t>
            </a:r>
            <a:r>
              <a:rPr sz="1800" spc="-20" dirty="0">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dirty="0">
                <a:latin typeface="Lucida Sans Unicode"/>
                <a:cs typeface="Lucida Sans Unicode"/>
              </a:rPr>
              <a:t>both</a:t>
            </a:r>
            <a:r>
              <a:rPr sz="1800" spc="-20" dirty="0">
                <a:latin typeface="Lucida Sans Unicode"/>
                <a:cs typeface="Lucida Sans Unicode"/>
              </a:rPr>
              <a:t> </a:t>
            </a:r>
            <a:r>
              <a:rPr sz="1800" dirty="0">
                <a:latin typeface="Lucida Sans Unicode"/>
                <a:cs typeface="Lucida Sans Unicode"/>
              </a:rPr>
              <a:t>left</a:t>
            </a:r>
            <a:r>
              <a:rPr sz="1800" spc="-15" dirty="0">
                <a:latin typeface="Lucida Sans Unicode"/>
                <a:cs typeface="Lucida Sans Unicode"/>
              </a:rPr>
              <a:t> </a:t>
            </a:r>
            <a:r>
              <a:rPr sz="1800" dirty="0">
                <a:latin typeface="Lucida Sans Unicode"/>
                <a:cs typeface="Lucida Sans Unicode"/>
              </a:rPr>
              <a:t>and</a:t>
            </a:r>
            <a:r>
              <a:rPr sz="1800" spc="-20" dirty="0">
                <a:latin typeface="Lucida Sans Unicode"/>
                <a:cs typeface="Lucida Sans Unicode"/>
              </a:rPr>
              <a:t> </a:t>
            </a:r>
            <a:r>
              <a:rPr sz="1800" dirty="0">
                <a:latin typeface="Lucida Sans Unicode"/>
                <a:cs typeface="Lucida Sans Unicode"/>
              </a:rPr>
              <a:t>right</a:t>
            </a:r>
            <a:r>
              <a:rPr sz="1800" spc="-15" dirty="0">
                <a:latin typeface="Lucida Sans Unicode"/>
                <a:cs typeface="Lucida Sans Unicode"/>
              </a:rPr>
              <a:t> </a:t>
            </a:r>
            <a:r>
              <a:rPr sz="1800" spc="-10" dirty="0">
                <a:latin typeface="Lucida Sans Unicode"/>
                <a:cs typeface="Lucida Sans Unicode"/>
              </a:rPr>
              <a:t>subarrays.</a:t>
            </a:r>
            <a:endParaRPr sz="1800">
              <a:latin typeface="Lucida Sans Unicode"/>
              <a:cs typeface="Lucida Sans Unicode"/>
            </a:endParaRPr>
          </a:p>
        </p:txBody>
      </p:sp>
      <p:sp>
        <p:nvSpPr>
          <p:cNvPr id="7" name="object 7"/>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Randomized</a:t>
            </a:r>
            <a:r>
              <a:rPr spc="175" dirty="0"/>
              <a:t> </a:t>
            </a:r>
            <a:r>
              <a:rPr spc="-10" dirty="0"/>
              <a:t>quicksort</a:t>
            </a:r>
          </a:p>
        </p:txBody>
      </p:sp>
      <p:sp>
        <p:nvSpPr>
          <p:cNvPr id="9" name="object 9"/>
          <p:cNvSpPr/>
          <p:nvPr/>
        </p:nvSpPr>
        <p:spPr>
          <a:xfrm>
            <a:off x="1807081" y="4035686"/>
            <a:ext cx="4625975" cy="3366770"/>
          </a:xfrm>
          <a:custGeom>
            <a:avLst/>
            <a:gdLst/>
            <a:ahLst/>
            <a:cxnLst/>
            <a:rect l="l" t="t" r="r" b="b"/>
            <a:pathLst>
              <a:path w="4625975" h="3366770">
                <a:moveTo>
                  <a:pt x="0" y="0"/>
                </a:moveTo>
                <a:lnTo>
                  <a:pt x="4625639" y="0"/>
                </a:lnTo>
                <a:lnTo>
                  <a:pt x="4625639" y="3366703"/>
                </a:lnTo>
                <a:lnTo>
                  <a:pt x="0" y="3366703"/>
                </a:lnTo>
                <a:lnTo>
                  <a:pt x="0" y="0"/>
                </a:lnTo>
                <a:close/>
              </a:path>
            </a:pathLst>
          </a:custGeom>
          <a:solidFill>
            <a:srgbClr val="FFFFFF"/>
          </a:solidFill>
        </p:spPr>
        <p:txBody>
          <a:bodyPr wrap="square" lIns="0" tIns="0" rIns="0" bIns="0" rtlCol="0"/>
          <a:lstStyle/>
          <a:p>
            <a:endParaRPr/>
          </a:p>
        </p:txBody>
      </p:sp>
      <p:sp>
        <p:nvSpPr>
          <p:cNvPr id="10" name="object 10"/>
          <p:cNvSpPr txBox="1"/>
          <p:nvPr/>
        </p:nvSpPr>
        <p:spPr>
          <a:xfrm>
            <a:off x="2013742" y="4213734"/>
            <a:ext cx="2767965" cy="300355"/>
          </a:xfrm>
          <a:prstGeom prst="rect">
            <a:avLst/>
          </a:prstGeom>
        </p:spPr>
        <p:txBody>
          <a:bodyPr vert="horz" wrap="square" lIns="0" tIns="12700" rIns="0" bIns="0" rtlCol="0">
            <a:spAutoFit/>
          </a:bodyPr>
          <a:lstStyle/>
          <a:p>
            <a:pPr marL="12700">
              <a:lnSpc>
                <a:spcPct val="100000"/>
              </a:lnSpc>
              <a:spcBef>
                <a:spcPts val="100"/>
              </a:spcBef>
            </a:pPr>
            <a:r>
              <a:rPr sz="1800" cap="small" spc="-20" dirty="0">
                <a:solidFill>
                  <a:srgbClr val="003F83"/>
                </a:solidFill>
                <a:latin typeface="Times New Roman"/>
                <a:cs typeface="Times New Roman"/>
              </a:rPr>
              <a:t>Randomized-Quicksort</a:t>
            </a:r>
            <a:r>
              <a:rPr sz="1800" cap="small" spc="65" dirty="0">
                <a:solidFill>
                  <a:srgbClr val="003F83"/>
                </a:solidFill>
                <a:latin typeface="Times New Roman"/>
                <a:cs typeface="Times New Roman"/>
              </a:rPr>
              <a:t> </a:t>
            </a:r>
            <a:r>
              <a:rPr sz="1800" cap="small" spc="-125" dirty="0">
                <a:latin typeface="Times New Roman"/>
                <a:cs typeface="Times New Roman"/>
              </a:rPr>
              <a:t>(</a:t>
            </a:r>
            <a:r>
              <a:rPr sz="1800" i="1" spc="-125" dirty="0">
                <a:latin typeface="Times New Roman"/>
                <a:cs typeface="Times New Roman"/>
              </a:rPr>
              <a:t>A</a:t>
            </a:r>
            <a:r>
              <a:rPr sz="1800" cap="small" spc="-125" dirty="0">
                <a:latin typeface="Times New Roman"/>
                <a:cs typeface="Times New Roman"/>
              </a:rPr>
              <a:t>)</a:t>
            </a:r>
            <a:endParaRPr sz="1800">
              <a:latin typeface="Times New Roman"/>
              <a:cs typeface="Times New Roman"/>
            </a:endParaRPr>
          </a:p>
        </p:txBody>
      </p:sp>
      <p:sp>
        <p:nvSpPr>
          <p:cNvPr id="11" name="object 11"/>
          <p:cNvSpPr/>
          <p:nvPr/>
        </p:nvSpPr>
        <p:spPr>
          <a:xfrm>
            <a:off x="2026442" y="4638412"/>
            <a:ext cx="4077335" cy="0"/>
          </a:xfrm>
          <a:custGeom>
            <a:avLst/>
            <a:gdLst/>
            <a:ahLst/>
            <a:cxnLst/>
            <a:rect l="l" t="t" r="r" b="b"/>
            <a:pathLst>
              <a:path w="4077335">
                <a:moveTo>
                  <a:pt x="0" y="0"/>
                </a:moveTo>
                <a:lnTo>
                  <a:pt x="4077240" y="0"/>
                </a:lnTo>
              </a:path>
            </a:pathLst>
          </a:custGeom>
          <a:ln w="3175">
            <a:solidFill>
              <a:srgbClr val="000000"/>
            </a:solidFill>
          </a:ln>
        </p:spPr>
        <p:txBody>
          <a:bodyPr wrap="square" lIns="0" tIns="0" rIns="0" bIns="0" rtlCol="0"/>
          <a:lstStyle/>
          <a:p>
            <a:endParaRPr/>
          </a:p>
        </p:txBody>
      </p:sp>
      <p:sp>
        <p:nvSpPr>
          <p:cNvPr id="12" name="object 12"/>
          <p:cNvSpPr txBox="1"/>
          <p:nvPr/>
        </p:nvSpPr>
        <p:spPr>
          <a:xfrm>
            <a:off x="1988342" y="4612397"/>
            <a:ext cx="3605529" cy="2314575"/>
          </a:xfrm>
          <a:prstGeom prst="rect">
            <a:avLst/>
          </a:prstGeom>
        </p:spPr>
        <p:txBody>
          <a:bodyPr vert="horz" wrap="square" lIns="0" tIns="12700" rIns="0" bIns="0" rtlCol="0">
            <a:spAutoFit/>
          </a:bodyPr>
          <a:lstStyle/>
          <a:p>
            <a:pPr marL="323850" marR="615950" indent="-286385">
              <a:lnSpc>
                <a:spcPct val="135600"/>
              </a:lnSpc>
              <a:spcBef>
                <a:spcPts val="100"/>
              </a:spcBef>
            </a:pPr>
            <a:r>
              <a:rPr sz="1800" dirty="0">
                <a:solidFill>
                  <a:srgbClr val="003F83"/>
                </a:solidFill>
                <a:latin typeface="Times New Roman"/>
                <a:cs typeface="Times New Roman"/>
              </a:rPr>
              <a:t>I</a:t>
            </a:r>
            <a:r>
              <a:rPr sz="1450" dirty="0">
                <a:solidFill>
                  <a:srgbClr val="003F83"/>
                </a:solidFill>
                <a:latin typeface="Times New Roman"/>
                <a:cs typeface="Times New Roman"/>
              </a:rPr>
              <a:t>F</a:t>
            </a:r>
            <a:r>
              <a:rPr sz="1450" spc="75" dirty="0">
                <a:solidFill>
                  <a:srgbClr val="003F83"/>
                </a:solidFill>
                <a:latin typeface="Times New Roman"/>
                <a:cs typeface="Times New Roman"/>
              </a:rPr>
              <a:t> </a:t>
            </a:r>
            <a:r>
              <a:rPr sz="1800" dirty="0">
                <a:latin typeface="Times New Roman"/>
                <a:cs typeface="Times New Roman"/>
              </a:rPr>
              <a:t>list</a:t>
            </a:r>
            <a:r>
              <a:rPr sz="1800" spc="-5" dirty="0">
                <a:latin typeface="Times New Roman"/>
                <a:cs typeface="Times New Roman"/>
              </a:rPr>
              <a:t> </a:t>
            </a:r>
            <a:r>
              <a:rPr sz="1800" i="1" dirty="0">
                <a:latin typeface="Times New Roman"/>
                <a:cs typeface="Times New Roman"/>
              </a:rPr>
              <a:t>A</a:t>
            </a:r>
            <a:r>
              <a:rPr sz="1800" i="1" spc="-5" dirty="0">
                <a:latin typeface="Times New Roman"/>
                <a:cs typeface="Times New Roman"/>
              </a:rPr>
              <a:t> </a:t>
            </a:r>
            <a:r>
              <a:rPr sz="1800" dirty="0">
                <a:latin typeface="Times New Roman"/>
                <a:cs typeface="Times New Roman"/>
              </a:rPr>
              <a:t>has</a:t>
            </a:r>
            <a:r>
              <a:rPr sz="1800" spc="-5" dirty="0">
                <a:latin typeface="Times New Roman"/>
                <a:cs typeface="Times New Roman"/>
              </a:rPr>
              <a:t> </a:t>
            </a:r>
            <a:r>
              <a:rPr sz="1800" dirty="0">
                <a:latin typeface="Times New Roman"/>
                <a:cs typeface="Times New Roman"/>
              </a:rPr>
              <a:t>zero</a:t>
            </a:r>
            <a:r>
              <a:rPr sz="1800" spc="-5" dirty="0">
                <a:latin typeface="Times New Roman"/>
                <a:cs typeface="Times New Roman"/>
              </a:rPr>
              <a:t> </a:t>
            </a:r>
            <a:r>
              <a:rPr sz="1800" dirty="0">
                <a:latin typeface="Times New Roman"/>
                <a:cs typeface="Times New Roman"/>
              </a:rPr>
              <a:t>or</a:t>
            </a:r>
            <a:r>
              <a:rPr sz="1800" spc="-10" dirty="0">
                <a:latin typeface="Times New Roman"/>
                <a:cs typeface="Times New Roman"/>
              </a:rPr>
              <a:t> </a:t>
            </a:r>
            <a:r>
              <a:rPr sz="1800" dirty="0">
                <a:latin typeface="Times New Roman"/>
                <a:cs typeface="Times New Roman"/>
              </a:rPr>
              <a:t>one</a:t>
            </a:r>
            <a:r>
              <a:rPr sz="1800" spc="-5" dirty="0">
                <a:latin typeface="Times New Roman"/>
                <a:cs typeface="Times New Roman"/>
              </a:rPr>
              <a:t> </a:t>
            </a:r>
            <a:r>
              <a:rPr sz="1800" spc="-10" dirty="0">
                <a:latin typeface="Times New Roman"/>
                <a:cs typeface="Times New Roman"/>
              </a:rPr>
              <a:t>element </a:t>
            </a:r>
            <a:r>
              <a:rPr sz="1800" spc="-10" dirty="0">
                <a:solidFill>
                  <a:srgbClr val="003F83"/>
                </a:solidFill>
                <a:latin typeface="Times New Roman"/>
                <a:cs typeface="Times New Roman"/>
              </a:rPr>
              <a:t>R</a:t>
            </a:r>
            <a:r>
              <a:rPr sz="1450" spc="-10" dirty="0">
                <a:solidFill>
                  <a:srgbClr val="003F83"/>
                </a:solidFill>
                <a:latin typeface="Times New Roman"/>
                <a:cs typeface="Times New Roman"/>
              </a:rPr>
              <a:t>ETURN</a:t>
            </a:r>
            <a:r>
              <a:rPr sz="1800" i="1" spc="-10" dirty="0">
                <a:latin typeface="Times New Roman"/>
                <a:cs typeface="Times New Roman"/>
              </a:rPr>
              <a:t>.</a:t>
            </a:r>
            <a:endParaRPr sz="1800">
              <a:latin typeface="Times New Roman"/>
              <a:cs typeface="Times New Roman"/>
            </a:endParaRPr>
          </a:p>
          <a:p>
            <a:pPr marL="38100">
              <a:lnSpc>
                <a:spcPct val="100000"/>
              </a:lnSpc>
              <a:spcBef>
                <a:spcPts val="765"/>
              </a:spcBef>
            </a:pPr>
            <a:r>
              <a:rPr sz="1800" dirty="0">
                <a:latin typeface="Times New Roman"/>
                <a:cs typeface="Times New Roman"/>
              </a:rPr>
              <a:t>Pick</a:t>
            </a:r>
            <a:r>
              <a:rPr sz="1800" spc="-10" dirty="0">
                <a:latin typeface="Times New Roman"/>
                <a:cs typeface="Times New Roman"/>
              </a:rPr>
              <a:t> </a:t>
            </a:r>
            <a:r>
              <a:rPr sz="1800" dirty="0">
                <a:latin typeface="Times New Roman"/>
                <a:cs typeface="Times New Roman"/>
              </a:rPr>
              <a:t>pivot</a:t>
            </a:r>
            <a:r>
              <a:rPr sz="1800" spc="-15" dirty="0">
                <a:latin typeface="Times New Roman"/>
                <a:cs typeface="Times New Roman"/>
              </a:rPr>
              <a:t> </a:t>
            </a:r>
            <a:r>
              <a:rPr sz="1800" i="1" dirty="0">
                <a:latin typeface="Times New Roman"/>
                <a:cs typeface="Times New Roman"/>
              </a:rPr>
              <a:t>p</a:t>
            </a:r>
            <a:r>
              <a:rPr sz="1800" i="1" spc="-5" dirty="0">
                <a:latin typeface="Times New Roman"/>
                <a:cs typeface="Times New Roman"/>
              </a:rPr>
              <a:t> </a:t>
            </a:r>
            <a:r>
              <a:rPr sz="1800" dirty="0">
                <a:latin typeface="Symbol"/>
                <a:cs typeface="Symbol"/>
              </a:rPr>
              <a:t></a:t>
            </a:r>
            <a:r>
              <a:rPr sz="1800" spc="-10" dirty="0">
                <a:latin typeface="Times New Roman"/>
                <a:cs typeface="Times New Roman"/>
              </a:rPr>
              <a:t> </a:t>
            </a:r>
            <a:r>
              <a:rPr sz="1800" i="1" dirty="0">
                <a:latin typeface="Times New Roman"/>
                <a:cs typeface="Times New Roman"/>
              </a:rPr>
              <a:t>A</a:t>
            </a:r>
            <a:r>
              <a:rPr sz="1800" i="1" spc="-40" dirty="0">
                <a:latin typeface="Times New Roman"/>
                <a:cs typeface="Times New Roman"/>
              </a:rPr>
              <a:t> </a:t>
            </a:r>
            <a:r>
              <a:rPr sz="1800" dirty="0">
                <a:latin typeface="Times New Roman"/>
                <a:cs typeface="Times New Roman"/>
              </a:rPr>
              <a:t>uniformly</a:t>
            </a:r>
            <a:r>
              <a:rPr sz="1800" spc="-10" dirty="0">
                <a:latin typeface="Times New Roman"/>
                <a:cs typeface="Times New Roman"/>
              </a:rPr>
              <a:t> </a:t>
            </a:r>
            <a:r>
              <a:rPr sz="1800" dirty="0">
                <a:latin typeface="Times New Roman"/>
                <a:cs typeface="Times New Roman"/>
              </a:rPr>
              <a:t>at</a:t>
            </a:r>
            <a:r>
              <a:rPr sz="1800" spc="-10" dirty="0">
                <a:latin typeface="Times New Roman"/>
                <a:cs typeface="Times New Roman"/>
              </a:rPr>
              <a:t> random.</a:t>
            </a:r>
            <a:endParaRPr sz="1800">
              <a:latin typeface="Times New Roman"/>
              <a:cs typeface="Times New Roman"/>
            </a:endParaRPr>
          </a:p>
          <a:p>
            <a:pPr marL="38100" marR="53340">
              <a:lnSpc>
                <a:spcPct val="142500"/>
              </a:lnSpc>
              <a:spcBef>
                <a:spcPts val="155"/>
              </a:spcBef>
            </a:pPr>
            <a:r>
              <a:rPr sz="1800" cap="small" dirty="0">
                <a:latin typeface="Times New Roman"/>
                <a:cs typeface="Times New Roman"/>
              </a:rPr>
              <a:t>(</a:t>
            </a:r>
            <a:r>
              <a:rPr sz="1800" i="1" dirty="0">
                <a:latin typeface="Times New Roman"/>
                <a:cs typeface="Times New Roman"/>
              </a:rPr>
              <a:t>L</a:t>
            </a:r>
            <a:r>
              <a:rPr sz="1800" cap="small" dirty="0">
                <a:latin typeface="Times New Roman"/>
                <a:cs typeface="Times New Roman"/>
              </a:rPr>
              <a:t>, </a:t>
            </a:r>
            <a:r>
              <a:rPr sz="1800" i="1" dirty="0">
                <a:latin typeface="Times New Roman"/>
                <a:cs typeface="Times New Roman"/>
              </a:rPr>
              <a:t>M</a:t>
            </a:r>
            <a:r>
              <a:rPr sz="1800" cap="small" dirty="0">
                <a:latin typeface="Times New Roman"/>
                <a:cs typeface="Times New Roman"/>
              </a:rPr>
              <a:t>, </a:t>
            </a:r>
            <a:r>
              <a:rPr sz="1800" i="1" dirty="0">
                <a:latin typeface="Times New Roman"/>
                <a:cs typeface="Times New Roman"/>
              </a:rPr>
              <a:t>R</a:t>
            </a:r>
            <a:r>
              <a:rPr sz="1800" cap="small" dirty="0">
                <a:latin typeface="Times New Roman"/>
                <a:cs typeface="Times New Roman"/>
              </a:rPr>
              <a:t>) </a:t>
            </a:r>
            <a:r>
              <a:rPr sz="1800" dirty="0">
                <a:latin typeface="Symbol"/>
                <a:cs typeface="Symbol"/>
              </a:rPr>
              <a:t></a:t>
            </a:r>
            <a:r>
              <a:rPr sz="1800" cap="small" dirty="0">
                <a:latin typeface="Times New Roman"/>
                <a:cs typeface="Times New Roman"/>
              </a:rPr>
              <a:t> </a:t>
            </a:r>
            <a:r>
              <a:rPr sz="1800" cap="small" spc="-30" dirty="0">
                <a:solidFill>
                  <a:srgbClr val="003F83"/>
                </a:solidFill>
                <a:latin typeface="Times New Roman"/>
                <a:cs typeface="Times New Roman"/>
              </a:rPr>
              <a:t>Partition-</a:t>
            </a:r>
            <a:r>
              <a:rPr sz="1800" cap="small" dirty="0">
                <a:solidFill>
                  <a:srgbClr val="003F83"/>
                </a:solidFill>
                <a:latin typeface="Times New Roman"/>
                <a:cs typeface="Times New Roman"/>
              </a:rPr>
              <a:t>3-</a:t>
            </a:r>
            <a:r>
              <a:rPr sz="1800" cap="small" spc="-80" dirty="0">
                <a:solidFill>
                  <a:srgbClr val="003F83"/>
                </a:solidFill>
                <a:latin typeface="Times New Roman"/>
                <a:cs typeface="Times New Roman"/>
              </a:rPr>
              <a:t>way</a:t>
            </a:r>
            <a:r>
              <a:rPr sz="1800" cap="small" spc="85" dirty="0">
                <a:solidFill>
                  <a:srgbClr val="003F83"/>
                </a:solidFill>
                <a:latin typeface="Times New Roman"/>
                <a:cs typeface="Times New Roman"/>
              </a:rPr>
              <a:t> </a:t>
            </a:r>
            <a:r>
              <a:rPr sz="1800" cap="small" dirty="0">
                <a:latin typeface="Times New Roman"/>
                <a:cs typeface="Times New Roman"/>
              </a:rPr>
              <a:t>(</a:t>
            </a:r>
            <a:r>
              <a:rPr sz="1800" i="1" dirty="0">
                <a:latin typeface="Times New Roman"/>
                <a:cs typeface="Times New Roman"/>
              </a:rPr>
              <a:t>A</a:t>
            </a:r>
            <a:r>
              <a:rPr sz="1800" cap="small" dirty="0">
                <a:latin typeface="Times New Roman"/>
                <a:cs typeface="Times New Roman"/>
              </a:rPr>
              <a:t>, </a:t>
            </a:r>
            <a:r>
              <a:rPr sz="1800" i="1" spc="-20" dirty="0">
                <a:latin typeface="Times New Roman"/>
                <a:cs typeface="Times New Roman"/>
              </a:rPr>
              <a:t>a</a:t>
            </a:r>
            <a:r>
              <a:rPr sz="1800" i="1" spc="-30" baseline="-6944" dirty="0">
                <a:latin typeface="Times New Roman"/>
                <a:cs typeface="Times New Roman"/>
              </a:rPr>
              <a:t>i</a:t>
            </a:r>
            <a:r>
              <a:rPr sz="1800" cap="small" spc="-20" dirty="0">
                <a:latin typeface="Times New Roman"/>
                <a:cs typeface="Times New Roman"/>
              </a:rPr>
              <a:t>). </a:t>
            </a:r>
            <a:r>
              <a:rPr sz="1800" cap="small" spc="-20" dirty="0">
                <a:solidFill>
                  <a:srgbClr val="003F83"/>
                </a:solidFill>
                <a:latin typeface="Times New Roman"/>
                <a:cs typeface="Times New Roman"/>
              </a:rPr>
              <a:t>Randomized-</a:t>
            </a:r>
            <a:r>
              <a:rPr sz="1800" cap="small" spc="-10" dirty="0">
                <a:solidFill>
                  <a:srgbClr val="003F83"/>
                </a:solidFill>
                <a:latin typeface="Times New Roman"/>
                <a:cs typeface="Times New Roman"/>
              </a:rPr>
              <a:t>Quicksort</a:t>
            </a:r>
            <a:r>
              <a:rPr sz="1800" cap="small" spc="-10" dirty="0">
                <a:latin typeface="Times New Roman"/>
                <a:cs typeface="Times New Roman"/>
              </a:rPr>
              <a:t>(</a:t>
            </a:r>
            <a:r>
              <a:rPr sz="1800" i="1" spc="-10" dirty="0">
                <a:latin typeface="Times New Roman"/>
                <a:cs typeface="Times New Roman"/>
              </a:rPr>
              <a:t>L</a:t>
            </a:r>
            <a:r>
              <a:rPr sz="1800" cap="small" spc="-10" dirty="0">
                <a:latin typeface="Times New Roman"/>
                <a:cs typeface="Times New Roman"/>
              </a:rPr>
              <a:t>)</a:t>
            </a:r>
            <a:r>
              <a:rPr sz="1800" i="1" spc="-10" dirty="0">
                <a:latin typeface="Times New Roman"/>
                <a:cs typeface="Times New Roman"/>
              </a:rPr>
              <a:t>.</a:t>
            </a:r>
            <a:endParaRPr sz="1800">
              <a:latin typeface="Times New Roman"/>
              <a:cs typeface="Times New Roman"/>
            </a:endParaRPr>
          </a:p>
          <a:p>
            <a:pPr marL="38100">
              <a:lnSpc>
                <a:spcPct val="100000"/>
              </a:lnSpc>
              <a:spcBef>
                <a:spcPts val="765"/>
              </a:spcBef>
            </a:pPr>
            <a:r>
              <a:rPr sz="1800" cap="small" spc="-20" dirty="0">
                <a:solidFill>
                  <a:srgbClr val="003F83"/>
                </a:solidFill>
                <a:latin typeface="Times New Roman"/>
                <a:cs typeface="Times New Roman"/>
              </a:rPr>
              <a:t>Randomized-</a:t>
            </a:r>
            <a:r>
              <a:rPr sz="1800" cap="small" spc="-10" dirty="0">
                <a:solidFill>
                  <a:srgbClr val="003F83"/>
                </a:solidFill>
                <a:latin typeface="Times New Roman"/>
                <a:cs typeface="Times New Roman"/>
              </a:rPr>
              <a:t>Quicksort</a:t>
            </a:r>
            <a:r>
              <a:rPr sz="1800" cap="small" spc="-10" dirty="0">
                <a:latin typeface="Times New Roman"/>
                <a:cs typeface="Times New Roman"/>
              </a:rPr>
              <a:t>(</a:t>
            </a:r>
            <a:r>
              <a:rPr sz="1800" i="1" spc="-10" dirty="0">
                <a:latin typeface="Times New Roman"/>
                <a:cs typeface="Times New Roman"/>
              </a:rPr>
              <a:t>R</a:t>
            </a:r>
            <a:r>
              <a:rPr sz="1800" cap="small" spc="-10" dirty="0">
                <a:latin typeface="Times New Roman"/>
                <a:cs typeface="Times New Roman"/>
              </a:rPr>
              <a:t>)</a:t>
            </a:r>
            <a:r>
              <a:rPr sz="1800" i="1" spc="-10" dirty="0">
                <a:latin typeface="Times New Roman"/>
                <a:cs typeface="Times New Roman"/>
              </a:rPr>
              <a:t>.</a:t>
            </a:r>
            <a:endParaRPr sz="1800">
              <a:latin typeface="Times New Roman"/>
              <a:cs typeface="Times New Roman"/>
            </a:endParaRPr>
          </a:p>
        </p:txBody>
      </p:sp>
      <p:grpSp>
        <p:nvGrpSpPr>
          <p:cNvPr id="13" name="object 13"/>
          <p:cNvGrpSpPr/>
          <p:nvPr/>
        </p:nvGrpSpPr>
        <p:grpSpPr>
          <a:xfrm>
            <a:off x="2026442" y="5994582"/>
            <a:ext cx="4406900" cy="1057275"/>
            <a:chOff x="2026442" y="5994582"/>
            <a:chExt cx="4406900" cy="1057275"/>
          </a:xfrm>
        </p:grpSpPr>
        <p:sp>
          <p:nvSpPr>
            <p:cNvPr id="14" name="object 14"/>
            <p:cNvSpPr/>
            <p:nvPr/>
          </p:nvSpPr>
          <p:spPr>
            <a:xfrm>
              <a:off x="2026442" y="7051375"/>
              <a:ext cx="4077335" cy="0"/>
            </a:xfrm>
            <a:custGeom>
              <a:avLst/>
              <a:gdLst/>
              <a:ahLst/>
              <a:cxnLst/>
              <a:rect l="l" t="t" r="r" b="b"/>
              <a:pathLst>
                <a:path w="4077335">
                  <a:moveTo>
                    <a:pt x="0" y="0"/>
                  </a:moveTo>
                  <a:lnTo>
                    <a:pt x="4077240" y="0"/>
                  </a:lnTo>
                </a:path>
              </a:pathLst>
            </a:custGeom>
            <a:ln w="3175">
              <a:solidFill>
                <a:srgbClr val="000000"/>
              </a:solidFill>
            </a:ln>
          </p:spPr>
          <p:txBody>
            <a:bodyPr wrap="square" lIns="0" tIns="0" rIns="0" bIns="0" rtlCol="0"/>
            <a:lstStyle/>
            <a:p>
              <a:endParaRPr/>
            </a:p>
          </p:txBody>
        </p:sp>
        <p:sp>
          <p:nvSpPr>
            <p:cNvPr id="15" name="object 15"/>
            <p:cNvSpPr/>
            <p:nvPr/>
          </p:nvSpPr>
          <p:spPr>
            <a:xfrm>
              <a:off x="5784136" y="6040360"/>
              <a:ext cx="648970" cy="0"/>
            </a:xfrm>
            <a:custGeom>
              <a:avLst/>
              <a:gdLst/>
              <a:ahLst/>
              <a:cxnLst/>
              <a:rect l="l" t="t" r="r" b="b"/>
              <a:pathLst>
                <a:path w="648970">
                  <a:moveTo>
                    <a:pt x="0" y="1"/>
                  </a:moveTo>
                  <a:lnTo>
                    <a:pt x="9537" y="1"/>
                  </a:lnTo>
                  <a:lnTo>
                    <a:pt x="648595" y="0"/>
                  </a:lnTo>
                </a:path>
              </a:pathLst>
            </a:custGeom>
            <a:ln w="19074">
              <a:solidFill>
                <a:srgbClr val="8D3124"/>
              </a:solidFill>
            </a:ln>
          </p:spPr>
          <p:txBody>
            <a:bodyPr wrap="square" lIns="0" tIns="0" rIns="0" bIns="0" rtlCol="0"/>
            <a:lstStyle/>
            <a:p>
              <a:endParaRPr/>
            </a:p>
          </p:txBody>
        </p:sp>
        <p:sp>
          <p:nvSpPr>
            <p:cNvPr id="16" name="object 16"/>
            <p:cNvSpPr/>
            <p:nvPr/>
          </p:nvSpPr>
          <p:spPr>
            <a:xfrm>
              <a:off x="5725003" y="5994582"/>
              <a:ext cx="92075" cy="92075"/>
            </a:xfrm>
            <a:custGeom>
              <a:avLst/>
              <a:gdLst/>
              <a:ahLst/>
              <a:cxnLst/>
              <a:rect l="l" t="t" r="r" b="b"/>
              <a:pathLst>
                <a:path w="92075" h="92075">
                  <a:moveTo>
                    <a:pt x="91559" y="0"/>
                  </a:moveTo>
                  <a:lnTo>
                    <a:pt x="0" y="45779"/>
                  </a:lnTo>
                  <a:lnTo>
                    <a:pt x="91559" y="91559"/>
                  </a:lnTo>
                  <a:lnTo>
                    <a:pt x="68668" y="45779"/>
                  </a:lnTo>
                  <a:lnTo>
                    <a:pt x="91559" y="0"/>
                  </a:lnTo>
                  <a:close/>
                </a:path>
              </a:pathLst>
            </a:custGeom>
            <a:solidFill>
              <a:srgbClr val="8D3124"/>
            </a:solidFill>
          </p:spPr>
          <p:txBody>
            <a:bodyPr wrap="square" lIns="0" tIns="0" rIns="0" bIns="0" rtlCol="0"/>
            <a:lstStyle/>
            <a:p>
              <a:endParaRPr/>
            </a:p>
          </p:txBody>
        </p:sp>
      </p:grpSp>
      <p:sp>
        <p:nvSpPr>
          <p:cNvPr id="17" name="object 17"/>
          <p:cNvSpPr txBox="1"/>
          <p:nvPr/>
        </p:nvSpPr>
        <p:spPr>
          <a:xfrm>
            <a:off x="6637665" y="5720645"/>
            <a:ext cx="1612900" cy="600075"/>
          </a:xfrm>
          <a:prstGeom prst="rect">
            <a:avLst/>
          </a:prstGeom>
        </p:spPr>
        <p:txBody>
          <a:bodyPr vert="horz" wrap="square" lIns="0" tIns="0" rIns="0" bIns="0" rtlCol="0">
            <a:spAutoFit/>
          </a:bodyPr>
          <a:lstStyle/>
          <a:p>
            <a:pPr marL="12065" marR="5080" algn="ctr">
              <a:lnSpc>
                <a:spcPct val="106900"/>
              </a:lnSpc>
            </a:pPr>
            <a:r>
              <a:rPr sz="1200" spc="-170" dirty="0">
                <a:solidFill>
                  <a:srgbClr val="8D3124"/>
                </a:solidFill>
                <a:latin typeface="Lucida Sans Unicode"/>
                <a:cs typeface="Lucida Sans Unicode"/>
              </a:rPr>
              <a:t>3-</a:t>
            </a:r>
            <a:r>
              <a:rPr sz="1200" dirty="0">
                <a:solidFill>
                  <a:srgbClr val="8D3124"/>
                </a:solidFill>
                <a:latin typeface="Lucida Sans Unicode"/>
                <a:cs typeface="Lucida Sans Unicode"/>
              </a:rPr>
              <a:t>way</a:t>
            </a:r>
            <a:r>
              <a:rPr sz="1200" spc="150" dirty="0">
                <a:solidFill>
                  <a:srgbClr val="8D3124"/>
                </a:solidFill>
                <a:latin typeface="Lucida Sans Unicode"/>
                <a:cs typeface="Lucida Sans Unicode"/>
              </a:rPr>
              <a:t> </a:t>
            </a: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can</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be</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done</a:t>
            </a:r>
            <a:r>
              <a:rPr sz="1200" spc="5" dirty="0">
                <a:solidFill>
                  <a:srgbClr val="8D3124"/>
                </a:solidFill>
                <a:latin typeface="Lucida Sans Unicode"/>
                <a:cs typeface="Lucida Sans Unicode"/>
              </a:rPr>
              <a:t> </a:t>
            </a:r>
            <a:r>
              <a:rPr sz="1200" spc="-50" dirty="0">
                <a:solidFill>
                  <a:srgbClr val="8D3124"/>
                </a:solidFill>
                <a:latin typeface="Lucida Sans Unicode"/>
                <a:cs typeface="Lucida Sans Unicode"/>
              </a:rPr>
              <a:t>in-</a:t>
            </a:r>
            <a:r>
              <a:rPr sz="1200" spc="-10" dirty="0">
                <a:solidFill>
                  <a:srgbClr val="8D3124"/>
                </a:solidFill>
                <a:latin typeface="Lucida Sans Unicode"/>
                <a:cs typeface="Lucida Sans Unicode"/>
              </a:rPr>
              <a:t>place </a:t>
            </a:r>
            <a:r>
              <a:rPr sz="1200" dirty="0">
                <a:solidFill>
                  <a:srgbClr val="8D3124"/>
                </a:solidFill>
                <a:latin typeface="Lucida Sans Unicode"/>
                <a:cs typeface="Lucida Sans Unicode"/>
              </a:rPr>
              <a:t>(using</a:t>
            </a:r>
            <a:r>
              <a:rPr sz="1200" spc="-30" dirty="0">
                <a:solidFill>
                  <a:srgbClr val="8D3124"/>
                </a:solidFill>
                <a:latin typeface="Lucida Sans Unicode"/>
                <a:cs typeface="Lucida Sans Unicode"/>
              </a:rPr>
              <a:t> </a:t>
            </a:r>
            <a:r>
              <a:rPr sz="1200" dirty="0">
                <a:solidFill>
                  <a:srgbClr val="8D3124"/>
                </a:solidFill>
                <a:latin typeface="Lucida Sans Unicode"/>
                <a:cs typeface="Lucida Sans Unicode"/>
              </a:rPr>
              <a:t>n–1</a:t>
            </a:r>
            <a:r>
              <a:rPr sz="1200" spc="-30" dirty="0">
                <a:solidFill>
                  <a:srgbClr val="8D3124"/>
                </a:solidFill>
                <a:latin typeface="Lucida Sans Unicode"/>
                <a:cs typeface="Lucida Sans Unicode"/>
              </a:rPr>
              <a:t> </a:t>
            </a:r>
            <a:r>
              <a:rPr sz="1200" spc="-10" dirty="0">
                <a:solidFill>
                  <a:srgbClr val="8D3124"/>
                </a:solidFill>
                <a:latin typeface="Lucida Sans Unicode"/>
                <a:cs typeface="Lucida Sans Unicode"/>
              </a:rPr>
              <a:t>compares)</a:t>
            </a:r>
            <a:endParaRPr sz="1200">
              <a:latin typeface="Lucida Sans Unicode"/>
              <a:cs typeface="Lucida Sans Unicode"/>
            </a:endParaRPr>
          </a:p>
        </p:txBody>
      </p:sp>
      <p:graphicFrame>
        <p:nvGraphicFramePr>
          <p:cNvPr id="18" name="object 18"/>
          <p:cNvGraphicFramePr>
            <a:graphicFrameLocks noGrp="1"/>
          </p:cNvGraphicFramePr>
          <p:nvPr/>
        </p:nvGraphicFramePr>
        <p:xfrm>
          <a:off x="5824046" y="1489200"/>
          <a:ext cx="3667125" cy="333375"/>
        </p:xfrm>
        <a:graphic>
          <a:graphicData uri="http://schemas.openxmlformats.org/drawingml/2006/table">
            <a:tbl>
              <a:tblPr firstRow="1" bandRow="1">
                <a:tableStyleId>{2D5ABB26-0587-4C30-8999-92F81FD0307C}</a:tableStyleId>
              </a:tblPr>
              <a:tblGrid>
                <a:gridCol w="333375">
                  <a:extLst>
                    <a:ext uri="{9D8B030D-6E8A-4147-A177-3AD203B41FA5}">
                      <a16:colId xmlns:a16="http://schemas.microsoft.com/office/drawing/2014/main" val="20000"/>
                    </a:ext>
                  </a:extLst>
                </a:gridCol>
                <a:gridCol w="333375">
                  <a:extLst>
                    <a:ext uri="{9D8B030D-6E8A-4147-A177-3AD203B41FA5}">
                      <a16:colId xmlns:a16="http://schemas.microsoft.com/office/drawing/2014/main" val="20001"/>
                    </a:ext>
                  </a:extLst>
                </a:gridCol>
                <a:gridCol w="333375">
                  <a:extLst>
                    <a:ext uri="{9D8B030D-6E8A-4147-A177-3AD203B41FA5}">
                      <a16:colId xmlns:a16="http://schemas.microsoft.com/office/drawing/2014/main" val="20002"/>
                    </a:ext>
                  </a:extLst>
                </a:gridCol>
                <a:gridCol w="333375">
                  <a:extLst>
                    <a:ext uri="{9D8B030D-6E8A-4147-A177-3AD203B41FA5}">
                      <a16:colId xmlns:a16="http://schemas.microsoft.com/office/drawing/2014/main" val="20003"/>
                    </a:ext>
                  </a:extLst>
                </a:gridCol>
                <a:gridCol w="333375">
                  <a:extLst>
                    <a:ext uri="{9D8B030D-6E8A-4147-A177-3AD203B41FA5}">
                      <a16:colId xmlns:a16="http://schemas.microsoft.com/office/drawing/2014/main" val="20004"/>
                    </a:ext>
                  </a:extLst>
                </a:gridCol>
                <a:gridCol w="333375">
                  <a:extLst>
                    <a:ext uri="{9D8B030D-6E8A-4147-A177-3AD203B41FA5}">
                      <a16:colId xmlns:a16="http://schemas.microsoft.com/office/drawing/2014/main" val="20005"/>
                    </a:ext>
                  </a:extLst>
                </a:gridCol>
                <a:gridCol w="333375">
                  <a:extLst>
                    <a:ext uri="{9D8B030D-6E8A-4147-A177-3AD203B41FA5}">
                      <a16:colId xmlns:a16="http://schemas.microsoft.com/office/drawing/2014/main" val="20006"/>
                    </a:ext>
                  </a:extLst>
                </a:gridCol>
                <a:gridCol w="333375">
                  <a:extLst>
                    <a:ext uri="{9D8B030D-6E8A-4147-A177-3AD203B41FA5}">
                      <a16:colId xmlns:a16="http://schemas.microsoft.com/office/drawing/2014/main" val="20007"/>
                    </a:ext>
                  </a:extLst>
                </a:gridCol>
                <a:gridCol w="333375">
                  <a:extLst>
                    <a:ext uri="{9D8B030D-6E8A-4147-A177-3AD203B41FA5}">
                      <a16:colId xmlns:a16="http://schemas.microsoft.com/office/drawing/2014/main" val="20008"/>
                    </a:ext>
                  </a:extLst>
                </a:gridCol>
                <a:gridCol w="333375">
                  <a:extLst>
                    <a:ext uri="{9D8B030D-6E8A-4147-A177-3AD203B41FA5}">
                      <a16:colId xmlns:a16="http://schemas.microsoft.com/office/drawing/2014/main" val="20009"/>
                    </a:ext>
                  </a:extLst>
                </a:gridCol>
                <a:gridCol w="333375">
                  <a:extLst>
                    <a:ext uri="{9D8B030D-6E8A-4147-A177-3AD203B41FA5}">
                      <a16:colId xmlns:a16="http://schemas.microsoft.com/office/drawing/2014/main" val="20010"/>
                    </a:ext>
                  </a:extLst>
                </a:gridCol>
              </a:tblGrid>
              <a:tr h="333375">
                <a:tc>
                  <a:txBody>
                    <a:bodyPr/>
                    <a:lstStyle/>
                    <a:p>
                      <a:pPr marL="147320">
                        <a:lnSpc>
                          <a:spcPct val="100000"/>
                        </a:lnSpc>
                        <a:spcBef>
                          <a:spcPts val="475"/>
                        </a:spcBef>
                      </a:pPr>
                      <a:r>
                        <a:rPr sz="1250" spc="-50" dirty="0">
                          <a:latin typeface="Times New Roman"/>
                          <a:cs typeface="Times New Roman"/>
                        </a:rPr>
                        <a:t>7</a:t>
                      </a:r>
                      <a:endParaRPr sz="1250">
                        <a:latin typeface="Times New Roman"/>
                        <a:cs typeface="Times New Roman"/>
                      </a:endParaRPr>
                    </a:p>
                  </a:txBody>
                  <a:tcPr marL="0" marR="0" marT="60325" marB="0">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6</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8D3124">
                        <a:alpha val="32998"/>
                      </a:srgbClr>
                    </a:solidFill>
                  </a:tcPr>
                </a:tc>
                <a:tc>
                  <a:txBody>
                    <a:bodyPr/>
                    <a:lstStyle/>
                    <a:p>
                      <a:pPr marL="107314">
                        <a:lnSpc>
                          <a:spcPct val="100000"/>
                        </a:lnSpc>
                        <a:spcBef>
                          <a:spcPts val="475"/>
                        </a:spcBef>
                      </a:pPr>
                      <a:r>
                        <a:rPr sz="1250" spc="-25" dirty="0">
                          <a:latin typeface="Times New Roman"/>
                          <a:cs typeface="Times New Roman"/>
                        </a:rPr>
                        <a:t>12</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3</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09855">
                        <a:lnSpc>
                          <a:spcPct val="100000"/>
                        </a:lnSpc>
                        <a:spcBef>
                          <a:spcPts val="475"/>
                        </a:spcBef>
                      </a:pPr>
                      <a:r>
                        <a:rPr sz="1250" spc="-25" dirty="0">
                          <a:latin typeface="Times New Roman"/>
                          <a:cs typeface="Times New Roman"/>
                        </a:rPr>
                        <a:t>11</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8</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9</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1</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4</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07314">
                        <a:lnSpc>
                          <a:spcPct val="100000"/>
                        </a:lnSpc>
                        <a:spcBef>
                          <a:spcPts val="475"/>
                        </a:spcBef>
                      </a:pPr>
                      <a:r>
                        <a:rPr sz="1250" spc="-25" dirty="0">
                          <a:latin typeface="Times New Roman"/>
                          <a:cs typeface="Times New Roman"/>
                        </a:rPr>
                        <a:t>10</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8590">
                        <a:lnSpc>
                          <a:spcPct val="100000"/>
                        </a:lnSpc>
                        <a:spcBef>
                          <a:spcPts val="475"/>
                        </a:spcBef>
                      </a:pPr>
                      <a:r>
                        <a:rPr sz="1250" spc="-50" dirty="0">
                          <a:latin typeface="Times New Roman"/>
                          <a:cs typeface="Times New Roman"/>
                        </a:rPr>
                        <a:t>2</a:t>
                      </a:r>
                      <a:endParaRPr sz="1250">
                        <a:latin typeface="Times New Roman"/>
                        <a:cs typeface="Times New Roman"/>
                      </a:endParaRPr>
                    </a:p>
                  </a:txBody>
                  <a:tcPr marL="0" marR="0" marT="60325" marB="0">
                    <a:lnL w="3175">
                      <a:solidFill>
                        <a:srgbClr val="E7EAEB"/>
                      </a:solidFill>
                      <a:prstDash val="solid"/>
                    </a:lnL>
                    <a:solidFill>
                      <a:srgbClr val="FFFFFF"/>
                    </a:solidFill>
                  </a:tcPr>
                </a:tc>
                <a:extLst>
                  <a:ext uri="{0D108BD9-81ED-4DB2-BD59-A6C34878D82A}">
                    <a16:rowId xmlns:a16="http://schemas.microsoft.com/office/drawing/2014/main" val="10000"/>
                  </a:ext>
                </a:extLst>
              </a:tr>
            </a:tbl>
          </a:graphicData>
        </a:graphic>
      </p:graphicFrame>
      <p:graphicFrame>
        <p:nvGraphicFramePr>
          <p:cNvPr id="19" name="object 19"/>
          <p:cNvGraphicFramePr>
            <a:graphicFrameLocks noGrp="1"/>
          </p:cNvGraphicFramePr>
          <p:nvPr/>
        </p:nvGraphicFramePr>
        <p:xfrm>
          <a:off x="5822327" y="2633689"/>
          <a:ext cx="3667125" cy="333375"/>
        </p:xfrm>
        <a:graphic>
          <a:graphicData uri="http://schemas.openxmlformats.org/drawingml/2006/table">
            <a:tbl>
              <a:tblPr firstRow="1" bandRow="1">
                <a:tableStyleId>{2D5ABB26-0587-4C30-8999-92F81FD0307C}</a:tableStyleId>
              </a:tblPr>
              <a:tblGrid>
                <a:gridCol w="333375">
                  <a:extLst>
                    <a:ext uri="{9D8B030D-6E8A-4147-A177-3AD203B41FA5}">
                      <a16:colId xmlns:a16="http://schemas.microsoft.com/office/drawing/2014/main" val="20000"/>
                    </a:ext>
                  </a:extLst>
                </a:gridCol>
                <a:gridCol w="333375">
                  <a:extLst>
                    <a:ext uri="{9D8B030D-6E8A-4147-A177-3AD203B41FA5}">
                      <a16:colId xmlns:a16="http://schemas.microsoft.com/office/drawing/2014/main" val="20001"/>
                    </a:ext>
                  </a:extLst>
                </a:gridCol>
                <a:gridCol w="333375">
                  <a:extLst>
                    <a:ext uri="{9D8B030D-6E8A-4147-A177-3AD203B41FA5}">
                      <a16:colId xmlns:a16="http://schemas.microsoft.com/office/drawing/2014/main" val="20002"/>
                    </a:ext>
                  </a:extLst>
                </a:gridCol>
                <a:gridCol w="333375">
                  <a:extLst>
                    <a:ext uri="{9D8B030D-6E8A-4147-A177-3AD203B41FA5}">
                      <a16:colId xmlns:a16="http://schemas.microsoft.com/office/drawing/2014/main" val="20003"/>
                    </a:ext>
                  </a:extLst>
                </a:gridCol>
                <a:gridCol w="333375">
                  <a:extLst>
                    <a:ext uri="{9D8B030D-6E8A-4147-A177-3AD203B41FA5}">
                      <a16:colId xmlns:a16="http://schemas.microsoft.com/office/drawing/2014/main" val="20004"/>
                    </a:ext>
                  </a:extLst>
                </a:gridCol>
                <a:gridCol w="333375">
                  <a:extLst>
                    <a:ext uri="{9D8B030D-6E8A-4147-A177-3AD203B41FA5}">
                      <a16:colId xmlns:a16="http://schemas.microsoft.com/office/drawing/2014/main" val="20005"/>
                    </a:ext>
                  </a:extLst>
                </a:gridCol>
                <a:gridCol w="333375">
                  <a:extLst>
                    <a:ext uri="{9D8B030D-6E8A-4147-A177-3AD203B41FA5}">
                      <a16:colId xmlns:a16="http://schemas.microsoft.com/office/drawing/2014/main" val="20006"/>
                    </a:ext>
                  </a:extLst>
                </a:gridCol>
                <a:gridCol w="333375">
                  <a:extLst>
                    <a:ext uri="{9D8B030D-6E8A-4147-A177-3AD203B41FA5}">
                      <a16:colId xmlns:a16="http://schemas.microsoft.com/office/drawing/2014/main" val="20007"/>
                    </a:ext>
                  </a:extLst>
                </a:gridCol>
                <a:gridCol w="333375">
                  <a:extLst>
                    <a:ext uri="{9D8B030D-6E8A-4147-A177-3AD203B41FA5}">
                      <a16:colId xmlns:a16="http://schemas.microsoft.com/office/drawing/2014/main" val="20008"/>
                    </a:ext>
                  </a:extLst>
                </a:gridCol>
                <a:gridCol w="333375">
                  <a:extLst>
                    <a:ext uri="{9D8B030D-6E8A-4147-A177-3AD203B41FA5}">
                      <a16:colId xmlns:a16="http://schemas.microsoft.com/office/drawing/2014/main" val="20009"/>
                    </a:ext>
                  </a:extLst>
                </a:gridCol>
                <a:gridCol w="333375">
                  <a:extLst>
                    <a:ext uri="{9D8B030D-6E8A-4147-A177-3AD203B41FA5}">
                      <a16:colId xmlns:a16="http://schemas.microsoft.com/office/drawing/2014/main" val="20010"/>
                    </a:ext>
                  </a:extLst>
                </a:gridCol>
              </a:tblGrid>
              <a:tr h="333375">
                <a:tc>
                  <a:txBody>
                    <a:bodyPr/>
                    <a:lstStyle/>
                    <a:p>
                      <a:pPr marL="147320">
                        <a:lnSpc>
                          <a:spcPct val="100000"/>
                        </a:lnSpc>
                        <a:spcBef>
                          <a:spcPts val="475"/>
                        </a:spcBef>
                      </a:pPr>
                      <a:r>
                        <a:rPr sz="1250" spc="-50" dirty="0">
                          <a:latin typeface="Times New Roman"/>
                          <a:cs typeface="Times New Roman"/>
                        </a:rPr>
                        <a:t>3</a:t>
                      </a:r>
                      <a:endParaRPr sz="1250">
                        <a:latin typeface="Times New Roman"/>
                        <a:cs typeface="Times New Roman"/>
                      </a:endParaRPr>
                    </a:p>
                  </a:txBody>
                  <a:tcPr marL="0" marR="0" marT="60325" marB="0">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1</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4</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2</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6</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8D3124">
                        <a:alpha val="32998"/>
                      </a:srgbClr>
                    </a:solidFill>
                  </a:tcPr>
                </a:tc>
                <a:tc>
                  <a:txBody>
                    <a:bodyPr/>
                    <a:lstStyle/>
                    <a:p>
                      <a:pPr marL="147955">
                        <a:lnSpc>
                          <a:spcPct val="100000"/>
                        </a:lnSpc>
                        <a:spcBef>
                          <a:spcPts val="475"/>
                        </a:spcBef>
                      </a:pPr>
                      <a:r>
                        <a:rPr sz="1250" spc="-50" dirty="0">
                          <a:latin typeface="Times New Roman"/>
                          <a:cs typeface="Times New Roman"/>
                        </a:rPr>
                        <a:t>7</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07314">
                        <a:lnSpc>
                          <a:spcPct val="100000"/>
                        </a:lnSpc>
                        <a:spcBef>
                          <a:spcPts val="475"/>
                        </a:spcBef>
                      </a:pPr>
                      <a:r>
                        <a:rPr sz="1250" spc="-25" dirty="0">
                          <a:latin typeface="Times New Roman"/>
                          <a:cs typeface="Times New Roman"/>
                        </a:rPr>
                        <a:t>12</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09855">
                        <a:lnSpc>
                          <a:spcPct val="100000"/>
                        </a:lnSpc>
                        <a:spcBef>
                          <a:spcPts val="475"/>
                        </a:spcBef>
                      </a:pPr>
                      <a:r>
                        <a:rPr sz="1250" spc="-25" dirty="0">
                          <a:latin typeface="Times New Roman"/>
                          <a:cs typeface="Times New Roman"/>
                        </a:rPr>
                        <a:t>11</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8</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47955">
                        <a:lnSpc>
                          <a:spcPct val="100000"/>
                        </a:lnSpc>
                        <a:spcBef>
                          <a:spcPts val="475"/>
                        </a:spcBef>
                      </a:pPr>
                      <a:r>
                        <a:rPr sz="1250" spc="-50" dirty="0">
                          <a:latin typeface="Times New Roman"/>
                          <a:cs typeface="Times New Roman"/>
                        </a:rPr>
                        <a:t>9</a:t>
                      </a:r>
                      <a:endParaRPr sz="1250">
                        <a:latin typeface="Times New Roman"/>
                        <a:cs typeface="Times New Roman"/>
                      </a:endParaRPr>
                    </a:p>
                  </a:txBody>
                  <a:tcPr marL="0" marR="0" marT="60325" marB="0">
                    <a:lnL w="3175">
                      <a:solidFill>
                        <a:srgbClr val="E7EAEB"/>
                      </a:solidFill>
                      <a:prstDash val="solid"/>
                    </a:lnL>
                    <a:lnR w="3175">
                      <a:solidFill>
                        <a:srgbClr val="E7EAEB"/>
                      </a:solidFill>
                      <a:prstDash val="solid"/>
                    </a:lnR>
                    <a:solidFill>
                      <a:srgbClr val="FFFFFF"/>
                    </a:solidFill>
                  </a:tcPr>
                </a:tc>
                <a:tc>
                  <a:txBody>
                    <a:bodyPr/>
                    <a:lstStyle/>
                    <a:p>
                      <a:pPr marL="107950">
                        <a:lnSpc>
                          <a:spcPct val="100000"/>
                        </a:lnSpc>
                        <a:spcBef>
                          <a:spcPts val="475"/>
                        </a:spcBef>
                      </a:pPr>
                      <a:r>
                        <a:rPr sz="1250" spc="-25" dirty="0">
                          <a:latin typeface="Times New Roman"/>
                          <a:cs typeface="Times New Roman"/>
                        </a:rPr>
                        <a:t>10</a:t>
                      </a:r>
                      <a:endParaRPr sz="1250">
                        <a:latin typeface="Times New Roman"/>
                        <a:cs typeface="Times New Roman"/>
                      </a:endParaRPr>
                    </a:p>
                  </a:txBody>
                  <a:tcPr marL="0" marR="0" marT="60325" marB="0">
                    <a:lnL w="3175">
                      <a:solidFill>
                        <a:srgbClr val="E7EAEB"/>
                      </a:solidFill>
                      <a:prstDash val="solid"/>
                    </a:lnL>
                    <a:solidFill>
                      <a:srgbClr val="FFFFFF"/>
                    </a:solidFill>
                  </a:tcPr>
                </a:tc>
                <a:extLst>
                  <a:ext uri="{0D108BD9-81ED-4DB2-BD59-A6C34878D82A}">
                    <a16:rowId xmlns:a16="http://schemas.microsoft.com/office/drawing/2014/main" val="10000"/>
                  </a:ext>
                </a:extLst>
              </a:tr>
            </a:tbl>
          </a:graphicData>
        </a:graphic>
      </p:graphicFrame>
      <p:sp>
        <p:nvSpPr>
          <p:cNvPr id="20" name="object 20"/>
          <p:cNvSpPr txBox="1"/>
          <p:nvPr/>
        </p:nvSpPr>
        <p:spPr>
          <a:xfrm>
            <a:off x="6267691" y="1867534"/>
            <a:ext cx="102235" cy="208915"/>
          </a:xfrm>
          <a:prstGeom prst="rect">
            <a:avLst/>
          </a:prstGeom>
        </p:spPr>
        <p:txBody>
          <a:bodyPr vert="horz" wrap="square" lIns="0" tIns="12700" rIns="0" bIns="0" rtlCol="0">
            <a:spAutoFit/>
          </a:bodyPr>
          <a:lstStyle/>
          <a:p>
            <a:pPr marL="12700">
              <a:lnSpc>
                <a:spcPct val="100000"/>
              </a:lnSpc>
              <a:spcBef>
                <a:spcPts val="100"/>
              </a:spcBef>
            </a:pPr>
            <a:r>
              <a:rPr sz="1200" i="1" spc="-50" dirty="0">
                <a:latin typeface="Times New Roman"/>
                <a:cs typeface="Times New Roman"/>
              </a:rPr>
              <a:t>p</a:t>
            </a:r>
            <a:endParaRPr sz="1200">
              <a:latin typeface="Times New Roman"/>
              <a:cs typeface="Times New Roman"/>
            </a:endParaRPr>
          </a:p>
        </p:txBody>
      </p:sp>
      <p:sp>
        <p:nvSpPr>
          <p:cNvPr id="21" name="object 21"/>
          <p:cNvSpPr txBox="1"/>
          <p:nvPr/>
        </p:nvSpPr>
        <p:spPr>
          <a:xfrm>
            <a:off x="5666567" y="1199915"/>
            <a:ext cx="897255"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Trebuchet MS"/>
                <a:cs typeface="Trebuchet MS"/>
              </a:rPr>
              <a:t>the</a:t>
            </a:r>
            <a:r>
              <a:rPr sz="1200" b="1" spc="200" dirty="0">
                <a:latin typeface="Trebuchet MS"/>
                <a:cs typeface="Trebuchet MS"/>
              </a:rPr>
              <a:t> </a:t>
            </a:r>
            <a:r>
              <a:rPr sz="1200" b="1" dirty="0">
                <a:latin typeface="Trebuchet MS"/>
                <a:cs typeface="Trebuchet MS"/>
              </a:rPr>
              <a:t>array</a:t>
            </a:r>
            <a:r>
              <a:rPr sz="1200" b="1" spc="200" dirty="0">
                <a:latin typeface="Trebuchet MS"/>
                <a:cs typeface="Trebuchet MS"/>
              </a:rPr>
              <a:t> </a:t>
            </a:r>
            <a:r>
              <a:rPr sz="1200" b="1" spc="70" dirty="0">
                <a:latin typeface="Trebuchet MS"/>
                <a:cs typeface="Trebuchet MS"/>
              </a:rPr>
              <a:t>A</a:t>
            </a:r>
            <a:endParaRPr sz="1200">
              <a:latin typeface="Trebuchet MS"/>
              <a:cs typeface="Trebuchet MS"/>
            </a:endParaRPr>
          </a:p>
        </p:txBody>
      </p:sp>
      <p:sp>
        <p:nvSpPr>
          <p:cNvPr id="22" name="object 22"/>
          <p:cNvSpPr txBox="1"/>
          <p:nvPr/>
        </p:nvSpPr>
        <p:spPr>
          <a:xfrm>
            <a:off x="5666567" y="2306254"/>
            <a:ext cx="1818639"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Trebuchet MS"/>
                <a:cs typeface="Trebuchet MS"/>
              </a:rPr>
              <a:t>the</a:t>
            </a:r>
            <a:r>
              <a:rPr sz="1200" b="1" spc="150" dirty="0">
                <a:latin typeface="Trebuchet MS"/>
                <a:cs typeface="Trebuchet MS"/>
              </a:rPr>
              <a:t> </a:t>
            </a:r>
            <a:r>
              <a:rPr sz="1200" b="1" spc="45" dirty="0">
                <a:latin typeface="Trebuchet MS"/>
                <a:cs typeface="Trebuchet MS"/>
              </a:rPr>
              <a:t>partitioned</a:t>
            </a:r>
            <a:r>
              <a:rPr sz="1200" b="1" spc="150" dirty="0">
                <a:latin typeface="Trebuchet MS"/>
                <a:cs typeface="Trebuchet MS"/>
              </a:rPr>
              <a:t> </a:t>
            </a:r>
            <a:r>
              <a:rPr sz="1200" b="1" dirty="0">
                <a:latin typeface="Trebuchet MS"/>
                <a:cs typeface="Trebuchet MS"/>
              </a:rPr>
              <a:t>array</a:t>
            </a:r>
            <a:r>
              <a:rPr sz="1200" b="1" spc="150" dirty="0">
                <a:latin typeface="Trebuchet MS"/>
                <a:cs typeface="Trebuchet MS"/>
              </a:rPr>
              <a:t> </a:t>
            </a:r>
            <a:r>
              <a:rPr sz="1200" b="1" spc="60" dirty="0">
                <a:latin typeface="Trebuchet MS"/>
                <a:cs typeface="Trebuchet MS"/>
              </a:rPr>
              <a:t>A</a:t>
            </a:r>
            <a:endParaRPr sz="1200">
              <a:latin typeface="Trebuchet MS"/>
              <a:cs typeface="Trebuchet MS"/>
            </a:endParaRPr>
          </a:p>
        </p:txBody>
      </p:sp>
      <p:grpSp>
        <p:nvGrpSpPr>
          <p:cNvPr id="23" name="object 23"/>
          <p:cNvGrpSpPr/>
          <p:nvPr/>
        </p:nvGrpSpPr>
        <p:grpSpPr>
          <a:xfrm>
            <a:off x="7655894" y="3177320"/>
            <a:ext cx="844550" cy="57785"/>
            <a:chOff x="7655894" y="3177320"/>
            <a:chExt cx="844550" cy="57785"/>
          </a:xfrm>
        </p:grpSpPr>
        <p:sp>
          <p:nvSpPr>
            <p:cNvPr id="24" name="object 24"/>
            <p:cNvSpPr/>
            <p:nvPr/>
          </p:nvSpPr>
          <p:spPr>
            <a:xfrm>
              <a:off x="7663524" y="3205933"/>
              <a:ext cx="836930" cy="0"/>
            </a:xfrm>
            <a:custGeom>
              <a:avLst/>
              <a:gdLst/>
              <a:ahLst/>
              <a:cxnLst/>
              <a:rect l="l" t="t" r="r" b="b"/>
              <a:pathLst>
                <a:path w="836929">
                  <a:moveTo>
                    <a:pt x="0" y="0"/>
                  </a:moveTo>
                  <a:lnTo>
                    <a:pt x="836689" y="0"/>
                  </a:lnTo>
                </a:path>
              </a:pathLst>
            </a:custGeom>
            <a:ln w="9537">
              <a:solidFill>
                <a:srgbClr val="000000"/>
              </a:solidFill>
            </a:ln>
          </p:spPr>
          <p:txBody>
            <a:bodyPr wrap="square" lIns="0" tIns="0" rIns="0" bIns="0" rtlCol="0"/>
            <a:lstStyle/>
            <a:p>
              <a:endParaRPr/>
            </a:p>
          </p:txBody>
        </p:sp>
        <p:sp>
          <p:nvSpPr>
            <p:cNvPr id="25" name="object 25"/>
            <p:cNvSpPr/>
            <p:nvPr/>
          </p:nvSpPr>
          <p:spPr>
            <a:xfrm>
              <a:off x="7660663" y="3177320"/>
              <a:ext cx="0" cy="57785"/>
            </a:xfrm>
            <a:custGeom>
              <a:avLst/>
              <a:gdLst/>
              <a:ahLst/>
              <a:cxnLst/>
              <a:rect l="l" t="t" r="r" b="b"/>
              <a:pathLst>
                <a:path h="57785">
                  <a:moveTo>
                    <a:pt x="0" y="0"/>
                  </a:moveTo>
                  <a:lnTo>
                    <a:pt x="0" y="57224"/>
                  </a:lnTo>
                </a:path>
              </a:pathLst>
            </a:custGeom>
            <a:ln w="9537">
              <a:solidFill>
                <a:srgbClr val="000000"/>
              </a:solidFill>
            </a:ln>
          </p:spPr>
          <p:txBody>
            <a:bodyPr wrap="square" lIns="0" tIns="0" rIns="0" bIns="0" rtlCol="0"/>
            <a:lstStyle/>
            <a:p>
              <a:endParaRPr/>
            </a:p>
          </p:txBody>
        </p:sp>
      </p:grpSp>
      <p:grpSp>
        <p:nvGrpSpPr>
          <p:cNvPr id="26" name="object 26"/>
          <p:cNvGrpSpPr/>
          <p:nvPr/>
        </p:nvGrpSpPr>
        <p:grpSpPr>
          <a:xfrm>
            <a:off x="8717414" y="3177320"/>
            <a:ext cx="708025" cy="57785"/>
            <a:chOff x="8717414" y="3177320"/>
            <a:chExt cx="708025" cy="57785"/>
          </a:xfrm>
        </p:grpSpPr>
        <p:sp>
          <p:nvSpPr>
            <p:cNvPr id="27" name="object 27"/>
            <p:cNvSpPr/>
            <p:nvPr/>
          </p:nvSpPr>
          <p:spPr>
            <a:xfrm>
              <a:off x="8717414" y="3205933"/>
              <a:ext cx="700405" cy="0"/>
            </a:xfrm>
            <a:custGeom>
              <a:avLst/>
              <a:gdLst/>
              <a:ahLst/>
              <a:cxnLst/>
              <a:rect l="l" t="t" r="r" b="b"/>
              <a:pathLst>
                <a:path w="700404">
                  <a:moveTo>
                    <a:pt x="0" y="0"/>
                  </a:moveTo>
                  <a:lnTo>
                    <a:pt x="700040" y="0"/>
                  </a:lnTo>
                </a:path>
              </a:pathLst>
            </a:custGeom>
            <a:ln w="9537">
              <a:solidFill>
                <a:srgbClr val="000000"/>
              </a:solidFill>
            </a:ln>
          </p:spPr>
          <p:txBody>
            <a:bodyPr wrap="square" lIns="0" tIns="0" rIns="0" bIns="0" rtlCol="0"/>
            <a:lstStyle/>
            <a:p>
              <a:endParaRPr/>
            </a:p>
          </p:txBody>
        </p:sp>
        <p:sp>
          <p:nvSpPr>
            <p:cNvPr id="28" name="object 28"/>
            <p:cNvSpPr/>
            <p:nvPr/>
          </p:nvSpPr>
          <p:spPr>
            <a:xfrm>
              <a:off x="9420315" y="3177320"/>
              <a:ext cx="0" cy="57785"/>
            </a:xfrm>
            <a:custGeom>
              <a:avLst/>
              <a:gdLst/>
              <a:ahLst/>
              <a:cxnLst/>
              <a:rect l="l" t="t" r="r" b="b"/>
              <a:pathLst>
                <a:path h="57785">
                  <a:moveTo>
                    <a:pt x="0" y="57224"/>
                  </a:moveTo>
                  <a:lnTo>
                    <a:pt x="0" y="0"/>
                  </a:lnTo>
                </a:path>
              </a:pathLst>
            </a:custGeom>
            <a:ln w="9537">
              <a:solidFill>
                <a:srgbClr val="000000"/>
              </a:solidFill>
            </a:ln>
          </p:spPr>
          <p:txBody>
            <a:bodyPr wrap="square" lIns="0" tIns="0" rIns="0" bIns="0" rtlCol="0"/>
            <a:lstStyle/>
            <a:p>
              <a:endParaRPr/>
            </a:p>
          </p:txBody>
        </p:sp>
      </p:grpSp>
      <p:sp>
        <p:nvSpPr>
          <p:cNvPr id="29" name="object 29"/>
          <p:cNvSpPr txBox="1"/>
          <p:nvPr/>
        </p:nvSpPr>
        <p:spPr>
          <a:xfrm>
            <a:off x="8500214" y="3043797"/>
            <a:ext cx="217804" cy="295910"/>
          </a:xfrm>
          <a:prstGeom prst="rect">
            <a:avLst/>
          </a:prstGeom>
          <a:solidFill>
            <a:srgbClr val="F2F6F9"/>
          </a:solidFill>
        </p:spPr>
        <p:txBody>
          <a:bodyPr vert="horz" wrap="square" lIns="0" tIns="47625" rIns="0" bIns="0" rtlCol="0">
            <a:spAutoFit/>
          </a:bodyPr>
          <a:lstStyle/>
          <a:p>
            <a:pPr marL="61594">
              <a:lnSpc>
                <a:spcPct val="100000"/>
              </a:lnSpc>
              <a:spcBef>
                <a:spcPts val="375"/>
              </a:spcBef>
            </a:pPr>
            <a:r>
              <a:rPr sz="1200" i="1" spc="-50" dirty="0">
                <a:latin typeface="Times New Roman"/>
                <a:cs typeface="Times New Roman"/>
              </a:rPr>
              <a:t>R</a:t>
            </a:r>
            <a:endParaRPr sz="1200">
              <a:latin typeface="Times New Roman"/>
              <a:cs typeface="Times New Roman"/>
            </a:endParaRPr>
          </a:p>
        </p:txBody>
      </p:sp>
      <p:grpSp>
        <p:nvGrpSpPr>
          <p:cNvPr id="30" name="object 30"/>
          <p:cNvGrpSpPr/>
          <p:nvPr/>
        </p:nvGrpSpPr>
        <p:grpSpPr>
          <a:xfrm>
            <a:off x="5984052" y="3177320"/>
            <a:ext cx="431800" cy="57785"/>
            <a:chOff x="5984052" y="3177320"/>
            <a:chExt cx="431800" cy="57785"/>
          </a:xfrm>
        </p:grpSpPr>
        <p:sp>
          <p:nvSpPr>
            <p:cNvPr id="31" name="object 31"/>
            <p:cNvSpPr/>
            <p:nvPr/>
          </p:nvSpPr>
          <p:spPr>
            <a:xfrm>
              <a:off x="5991682" y="3205933"/>
              <a:ext cx="424180" cy="0"/>
            </a:xfrm>
            <a:custGeom>
              <a:avLst/>
              <a:gdLst/>
              <a:ahLst/>
              <a:cxnLst/>
              <a:rect l="l" t="t" r="r" b="b"/>
              <a:pathLst>
                <a:path w="424179">
                  <a:moveTo>
                    <a:pt x="0" y="0"/>
                  </a:moveTo>
                  <a:lnTo>
                    <a:pt x="424013" y="0"/>
                  </a:lnTo>
                </a:path>
              </a:pathLst>
            </a:custGeom>
            <a:ln w="9537">
              <a:solidFill>
                <a:srgbClr val="000000"/>
              </a:solidFill>
            </a:ln>
          </p:spPr>
          <p:txBody>
            <a:bodyPr wrap="square" lIns="0" tIns="0" rIns="0" bIns="0" rtlCol="0"/>
            <a:lstStyle/>
            <a:p>
              <a:endParaRPr/>
            </a:p>
          </p:txBody>
        </p:sp>
        <p:sp>
          <p:nvSpPr>
            <p:cNvPr id="32" name="object 32"/>
            <p:cNvSpPr/>
            <p:nvPr/>
          </p:nvSpPr>
          <p:spPr>
            <a:xfrm>
              <a:off x="5988821" y="3177320"/>
              <a:ext cx="0" cy="57785"/>
            </a:xfrm>
            <a:custGeom>
              <a:avLst/>
              <a:gdLst/>
              <a:ahLst/>
              <a:cxnLst/>
              <a:rect l="l" t="t" r="r" b="b"/>
              <a:pathLst>
                <a:path h="57785">
                  <a:moveTo>
                    <a:pt x="0" y="0"/>
                  </a:moveTo>
                  <a:lnTo>
                    <a:pt x="0" y="57224"/>
                  </a:lnTo>
                </a:path>
              </a:pathLst>
            </a:custGeom>
            <a:ln w="9537">
              <a:solidFill>
                <a:srgbClr val="000000"/>
              </a:solidFill>
            </a:ln>
          </p:spPr>
          <p:txBody>
            <a:bodyPr wrap="square" lIns="0" tIns="0" rIns="0" bIns="0" rtlCol="0"/>
            <a:lstStyle/>
            <a:p>
              <a:endParaRPr/>
            </a:p>
          </p:txBody>
        </p:sp>
      </p:grpSp>
      <p:grpSp>
        <p:nvGrpSpPr>
          <p:cNvPr id="33" name="object 33"/>
          <p:cNvGrpSpPr/>
          <p:nvPr/>
        </p:nvGrpSpPr>
        <p:grpSpPr>
          <a:xfrm>
            <a:off x="6624551" y="3177320"/>
            <a:ext cx="349885" cy="57785"/>
            <a:chOff x="6624551" y="3177320"/>
            <a:chExt cx="349885" cy="57785"/>
          </a:xfrm>
        </p:grpSpPr>
        <p:sp>
          <p:nvSpPr>
            <p:cNvPr id="34" name="object 34"/>
            <p:cNvSpPr/>
            <p:nvPr/>
          </p:nvSpPr>
          <p:spPr>
            <a:xfrm>
              <a:off x="6624551" y="3205933"/>
              <a:ext cx="342265" cy="0"/>
            </a:xfrm>
            <a:custGeom>
              <a:avLst/>
              <a:gdLst/>
              <a:ahLst/>
              <a:cxnLst/>
              <a:rect l="l" t="t" r="r" b="b"/>
              <a:pathLst>
                <a:path w="342265">
                  <a:moveTo>
                    <a:pt x="0" y="0"/>
                  </a:moveTo>
                  <a:lnTo>
                    <a:pt x="341791" y="0"/>
                  </a:lnTo>
                </a:path>
              </a:pathLst>
            </a:custGeom>
            <a:ln w="9537">
              <a:solidFill>
                <a:srgbClr val="000000"/>
              </a:solidFill>
            </a:ln>
          </p:spPr>
          <p:txBody>
            <a:bodyPr wrap="square" lIns="0" tIns="0" rIns="0" bIns="0" rtlCol="0"/>
            <a:lstStyle/>
            <a:p>
              <a:endParaRPr/>
            </a:p>
          </p:txBody>
        </p:sp>
        <p:sp>
          <p:nvSpPr>
            <p:cNvPr id="35" name="object 35"/>
            <p:cNvSpPr/>
            <p:nvPr/>
          </p:nvSpPr>
          <p:spPr>
            <a:xfrm>
              <a:off x="6969203" y="3177320"/>
              <a:ext cx="0" cy="57785"/>
            </a:xfrm>
            <a:custGeom>
              <a:avLst/>
              <a:gdLst/>
              <a:ahLst/>
              <a:cxnLst/>
              <a:rect l="l" t="t" r="r" b="b"/>
              <a:pathLst>
                <a:path h="57785">
                  <a:moveTo>
                    <a:pt x="0" y="57224"/>
                  </a:moveTo>
                  <a:lnTo>
                    <a:pt x="0" y="0"/>
                  </a:lnTo>
                </a:path>
              </a:pathLst>
            </a:custGeom>
            <a:ln w="9537">
              <a:solidFill>
                <a:srgbClr val="000000"/>
              </a:solidFill>
            </a:ln>
          </p:spPr>
          <p:txBody>
            <a:bodyPr wrap="square" lIns="0" tIns="0" rIns="0" bIns="0" rtlCol="0"/>
            <a:lstStyle/>
            <a:p>
              <a:endParaRPr/>
            </a:p>
          </p:txBody>
        </p:sp>
      </p:grpSp>
      <p:sp>
        <p:nvSpPr>
          <p:cNvPr id="36" name="object 36"/>
          <p:cNvSpPr txBox="1"/>
          <p:nvPr/>
        </p:nvSpPr>
        <p:spPr>
          <a:xfrm>
            <a:off x="6415695" y="3043797"/>
            <a:ext cx="208915" cy="295910"/>
          </a:xfrm>
          <a:prstGeom prst="rect">
            <a:avLst/>
          </a:prstGeom>
          <a:solidFill>
            <a:srgbClr val="F2F6F9"/>
          </a:solidFill>
        </p:spPr>
        <p:txBody>
          <a:bodyPr vert="horz" wrap="square" lIns="0" tIns="47625" rIns="0" bIns="0" rtlCol="0">
            <a:spAutoFit/>
          </a:bodyPr>
          <a:lstStyle/>
          <a:p>
            <a:pPr marL="61594">
              <a:lnSpc>
                <a:spcPct val="100000"/>
              </a:lnSpc>
              <a:spcBef>
                <a:spcPts val="375"/>
              </a:spcBef>
            </a:pPr>
            <a:r>
              <a:rPr sz="1200" i="1" spc="-50" dirty="0">
                <a:latin typeface="Times New Roman"/>
                <a:cs typeface="Times New Roman"/>
              </a:rPr>
              <a:t>L</a:t>
            </a:r>
            <a:endParaRPr sz="1200">
              <a:latin typeface="Times New Roman"/>
              <a:cs typeface="Times New Roman"/>
            </a:endParaRPr>
          </a:p>
        </p:txBody>
      </p:sp>
      <p:sp>
        <p:nvSpPr>
          <p:cNvPr id="37" name="object 37"/>
          <p:cNvSpPr/>
          <p:nvPr/>
        </p:nvSpPr>
        <p:spPr>
          <a:xfrm>
            <a:off x="7212740" y="3062871"/>
            <a:ext cx="213360" cy="257810"/>
          </a:xfrm>
          <a:custGeom>
            <a:avLst/>
            <a:gdLst/>
            <a:ahLst/>
            <a:cxnLst/>
            <a:rect l="l" t="t" r="r" b="b"/>
            <a:pathLst>
              <a:path w="213359" h="257810">
                <a:moveTo>
                  <a:pt x="0" y="0"/>
                </a:moveTo>
                <a:lnTo>
                  <a:pt x="212952" y="0"/>
                </a:lnTo>
                <a:lnTo>
                  <a:pt x="212952" y="257510"/>
                </a:lnTo>
                <a:lnTo>
                  <a:pt x="0" y="257510"/>
                </a:lnTo>
                <a:lnTo>
                  <a:pt x="0" y="0"/>
                </a:lnTo>
                <a:close/>
              </a:path>
            </a:pathLst>
          </a:custGeom>
          <a:solidFill>
            <a:srgbClr val="F2F6F9"/>
          </a:solidFill>
        </p:spPr>
        <p:txBody>
          <a:bodyPr wrap="square" lIns="0" tIns="0" rIns="0" bIns="0" rtlCol="0"/>
          <a:lstStyle/>
          <a:p>
            <a:endParaRPr/>
          </a:p>
        </p:txBody>
      </p:sp>
      <p:sp>
        <p:nvSpPr>
          <p:cNvPr id="38" name="object 38"/>
          <p:cNvSpPr txBox="1"/>
          <p:nvPr/>
        </p:nvSpPr>
        <p:spPr>
          <a:xfrm>
            <a:off x="7242958" y="3078783"/>
            <a:ext cx="153035" cy="208915"/>
          </a:xfrm>
          <a:prstGeom prst="rect">
            <a:avLst/>
          </a:prstGeom>
        </p:spPr>
        <p:txBody>
          <a:bodyPr vert="horz" wrap="square" lIns="0" tIns="12700" rIns="0" bIns="0" rtlCol="0">
            <a:spAutoFit/>
          </a:bodyPr>
          <a:lstStyle/>
          <a:p>
            <a:pPr marL="12700">
              <a:lnSpc>
                <a:spcPct val="100000"/>
              </a:lnSpc>
              <a:spcBef>
                <a:spcPts val="100"/>
              </a:spcBef>
            </a:pPr>
            <a:r>
              <a:rPr sz="1200" i="1" spc="-50" dirty="0">
                <a:latin typeface="Times New Roman"/>
                <a:cs typeface="Times New Roman"/>
              </a:rPr>
              <a:t>M</a:t>
            </a:r>
            <a:endParaRPr sz="1200">
              <a:latin typeface="Times New Roman"/>
              <a:cs typeface="Times New Roman"/>
            </a:endParaRPr>
          </a:p>
        </p:txBody>
      </p:sp>
      <p:sp>
        <p:nvSpPr>
          <p:cNvPr id="39" name="object 39"/>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38</a:t>
            </a:fld>
            <a:endParaRPr spc="-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45267" y="1131247"/>
            <a:ext cx="7778750" cy="1475105"/>
          </a:xfrm>
          <a:prstGeom prst="rect">
            <a:avLst/>
          </a:prstGeom>
        </p:spPr>
        <p:txBody>
          <a:bodyPr vert="horz" wrap="square" lIns="0" tIns="12700" rIns="0" bIns="0" rtlCol="0">
            <a:spAutoFit/>
          </a:bodyPr>
          <a:lstStyle/>
          <a:p>
            <a:pPr marL="12700" marR="5080">
              <a:lnSpc>
                <a:spcPct val="132100"/>
              </a:lnSpc>
              <a:spcBef>
                <a:spcPts val="100"/>
              </a:spcBef>
              <a:tabLst>
                <a:tab pos="14871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expected</a:t>
            </a:r>
            <a:r>
              <a:rPr sz="1800" spc="-5" dirty="0">
                <a:latin typeface="Lucida Sans Unicode"/>
                <a:cs typeface="Lucida Sans Unicode"/>
              </a:rPr>
              <a:t> </a:t>
            </a:r>
            <a:r>
              <a:rPr sz="1800" dirty="0">
                <a:latin typeface="Lucida Sans Unicode"/>
                <a:cs typeface="Lucida Sans Unicode"/>
              </a:rPr>
              <a:t>number</a:t>
            </a:r>
            <a:r>
              <a:rPr sz="1800" spc="-5" dirty="0">
                <a:latin typeface="Lucida Sans Unicode"/>
                <a:cs typeface="Lucida Sans Unicode"/>
              </a:rPr>
              <a:t> </a:t>
            </a:r>
            <a:r>
              <a:rPr sz="1800" dirty="0">
                <a:latin typeface="Lucida Sans Unicode"/>
                <a:cs typeface="Lucida Sans Unicode"/>
              </a:rPr>
              <a:t>of</a:t>
            </a:r>
            <a:r>
              <a:rPr sz="1800" spc="-5" dirty="0">
                <a:latin typeface="Lucida Sans Unicode"/>
                <a:cs typeface="Lucida Sans Unicode"/>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quicksort</a:t>
            </a:r>
            <a:r>
              <a:rPr sz="1800" spc="-5" dirty="0">
                <a:latin typeface="Lucida Sans Unicode"/>
                <a:cs typeface="Lucida Sans Unicode"/>
              </a:rPr>
              <a:t> </a:t>
            </a:r>
            <a:r>
              <a:rPr sz="1800" dirty="0">
                <a:latin typeface="Lucida Sans Unicode"/>
                <a:cs typeface="Lucida Sans Unicode"/>
              </a:rPr>
              <a:t>an</a:t>
            </a:r>
            <a:r>
              <a:rPr sz="1800" spc="-5" dirty="0">
                <a:latin typeface="Lucida Sans Unicode"/>
                <a:cs typeface="Lucida Sans Unicode"/>
              </a:rPr>
              <a:t> </a:t>
            </a:r>
            <a:r>
              <a:rPr sz="1800" spc="-10" dirty="0">
                <a:latin typeface="Lucida Sans Unicode"/>
                <a:cs typeface="Lucida Sans Unicode"/>
              </a:rPr>
              <a:t>array </a:t>
            </a:r>
            <a:r>
              <a:rPr sz="1800" dirty="0">
                <a:latin typeface="Lucida Sans Unicode"/>
                <a:cs typeface="Lucida Sans Unicode"/>
              </a:rPr>
              <a:t>of </a:t>
            </a:r>
            <a:r>
              <a:rPr sz="1800" i="1" dirty="0">
                <a:latin typeface="Times New Roman"/>
                <a:cs typeface="Times New Roman"/>
              </a:rPr>
              <a:t>n</a:t>
            </a:r>
            <a:r>
              <a:rPr sz="1800" i="1" spc="120" dirty="0">
                <a:latin typeface="Times New Roman"/>
                <a:cs typeface="Times New Roman"/>
              </a:rPr>
              <a:t> </a:t>
            </a:r>
            <a:r>
              <a:rPr sz="1800" dirty="0">
                <a:latin typeface="Lucida Sans Unicode"/>
                <a:cs typeface="Lucida Sans Unicode"/>
              </a:rPr>
              <a:t>distinct</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is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spc="-10" dirty="0">
                <a:latin typeface="Times New Roman"/>
                <a:cs typeface="Times New Roman"/>
              </a:rPr>
              <a:t>log</a:t>
            </a:r>
            <a:r>
              <a:rPr sz="1800" spc="-145" dirty="0">
                <a:latin typeface="Times New Roman"/>
                <a:cs typeface="Times New Roman"/>
              </a:rPr>
              <a:t>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12700">
              <a:lnSpc>
                <a:spcPct val="100000"/>
              </a:lnSpc>
              <a:tabLst>
                <a:tab pos="44005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latin typeface="Lucida Sans Unicode"/>
                <a:cs typeface="Lucida Sans Unicode"/>
              </a:rPr>
              <a:t>Consider</a:t>
            </a:r>
            <a:r>
              <a:rPr sz="1800" spc="-45" dirty="0">
                <a:latin typeface="Lucida Sans Unicode"/>
                <a:cs typeface="Lucida Sans Unicode"/>
              </a:rPr>
              <a:t> </a:t>
            </a:r>
            <a:r>
              <a:rPr sz="1800" dirty="0">
                <a:latin typeface="Lucida Sans Unicode"/>
                <a:cs typeface="Lucida Sans Unicode"/>
              </a:rPr>
              <a:t>BST</a:t>
            </a:r>
            <a:r>
              <a:rPr sz="1800" spc="-45" dirty="0">
                <a:latin typeface="Lucida Sans Unicode"/>
                <a:cs typeface="Lucida Sans Unicode"/>
              </a:rPr>
              <a:t> </a:t>
            </a:r>
            <a:r>
              <a:rPr sz="1800" dirty="0">
                <a:latin typeface="Lucida Sans Unicode"/>
                <a:cs typeface="Lucida Sans Unicode"/>
              </a:rPr>
              <a:t>representation</a:t>
            </a:r>
            <a:r>
              <a:rPr sz="1800" spc="-45" dirty="0">
                <a:latin typeface="Lucida Sans Unicode"/>
                <a:cs typeface="Lucida Sans Unicode"/>
              </a:rPr>
              <a:t> </a:t>
            </a:r>
            <a:r>
              <a:rPr sz="1800" dirty="0">
                <a:latin typeface="Lucida Sans Unicode"/>
                <a:cs typeface="Lucida Sans Unicode"/>
              </a:rPr>
              <a:t>of</a:t>
            </a:r>
            <a:r>
              <a:rPr sz="1800" spc="-45" dirty="0">
                <a:latin typeface="Lucida Sans Unicode"/>
                <a:cs typeface="Lucida Sans Unicode"/>
              </a:rPr>
              <a:t> </a:t>
            </a:r>
            <a:r>
              <a:rPr sz="1800" dirty="0">
                <a:latin typeface="Lucida Sans Unicode"/>
                <a:cs typeface="Lucida Sans Unicode"/>
              </a:rPr>
              <a:t>partitioning</a:t>
            </a:r>
            <a:r>
              <a:rPr sz="1800" spc="-45" dirty="0">
                <a:latin typeface="Lucida Sans Unicode"/>
                <a:cs typeface="Lucida Sans Unicode"/>
              </a:rPr>
              <a:t> </a:t>
            </a:r>
            <a:r>
              <a:rPr sz="1800" spc="-10" dirty="0">
                <a:latin typeface="Lucida Sans Unicode"/>
                <a:cs typeface="Lucida Sans Unicode"/>
              </a:rPr>
              <a:t>elements.</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245" dirty="0"/>
              <a:t> </a:t>
            </a:r>
            <a:r>
              <a:rPr spc="60" dirty="0"/>
              <a:t>of</a:t>
            </a:r>
            <a:r>
              <a:rPr spc="245" dirty="0"/>
              <a:t> </a:t>
            </a:r>
            <a:r>
              <a:rPr dirty="0"/>
              <a:t>randomized</a:t>
            </a:r>
            <a:r>
              <a:rPr spc="245" dirty="0"/>
              <a:t> </a:t>
            </a:r>
            <a:r>
              <a:rPr spc="-10" dirty="0"/>
              <a:t>quicksort</a:t>
            </a:r>
          </a:p>
        </p:txBody>
      </p:sp>
      <p:sp>
        <p:nvSpPr>
          <p:cNvPr id="5" name="object 5"/>
          <p:cNvSpPr/>
          <p:nvPr/>
        </p:nvSpPr>
        <p:spPr>
          <a:xfrm>
            <a:off x="7246453"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6" name="object 6"/>
          <p:cNvSpPr/>
          <p:nvPr/>
        </p:nvSpPr>
        <p:spPr>
          <a:xfrm>
            <a:off x="6789994"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7" name="object 7"/>
          <p:cNvSpPr/>
          <p:nvPr/>
        </p:nvSpPr>
        <p:spPr>
          <a:xfrm>
            <a:off x="6333534"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8" name="object 8"/>
          <p:cNvSpPr/>
          <p:nvPr/>
        </p:nvSpPr>
        <p:spPr>
          <a:xfrm>
            <a:off x="5877074"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grpSp>
        <p:nvGrpSpPr>
          <p:cNvPr id="9" name="object 9"/>
          <p:cNvGrpSpPr/>
          <p:nvPr/>
        </p:nvGrpSpPr>
        <p:grpSpPr>
          <a:xfrm>
            <a:off x="4049964" y="3385873"/>
            <a:ext cx="1372235" cy="460375"/>
            <a:chOff x="4049964" y="3385873"/>
            <a:chExt cx="1372235" cy="460375"/>
          </a:xfrm>
        </p:grpSpPr>
        <p:sp>
          <p:nvSpPr>
            <p:cNvPr id="10" name="object 10"/>
            <p:cNvSpPr/>
            <p:nvPr/>
          </p:nvSpPr>
          <p:spPr>
            <a:xfrm>
              <a:off x="4052417" y="3387153"/>
              <a:ext cx="1367155" cy="457834"/>
            </a:xfrm>
            <a:custGeom>
              <a:avLst/>
              <a:gdLst/>
              <a:ahLst/>
              <a:cxnLst/>
              <a:rect l="l" t="t" r="r" b="b"/>
              <a:pathLst>
                <a:path w="1367154" h="457835">
                  <a:moveTo>
                    <a:pt x="454075" y="0"/>
                  </a:moveTo>
                  <a:lnTo>
                    <a:pt x="0" y="0"/>
                  </a:lnTo>
                  <a:lnTo>
                    <a:pt x="0" y="457796"/>
                  </a:lnTo>
                  <a:lnTo>
                    <a:pt x="454075" y="457796"/>
                  </a:lnTo>
                  <a:lnTo>
                    <a:pt x="454075" y="0"/>
                  </a:lnTo>
                  <a:close/>
                </a:path>
                <a:path w="1367154" h="457835">
                  <a:moveTo>
                    <a:pt x="910539" y="0"/>
                  </a:moveTo>
                  <a:lnTo>
                    <a:pt x="456463" y="0"/>
                  </a:lnTo>
                  <a:lnTo>
                    <a:pt x="456463" y="457796"/>
                  </a:lnTo>
                  <a:lnTo>
                    <a:pt x="910539" y="457796"/>
                  </a:lnTo>
                  <a:lnTo>
                    <a:pt x="910539" y="0"/>
                  </a:lnTo>
                  <a:close/>
                </a:path>
                <a:path w="1367154" h="457835">
                  <a:moveTo>
                    <a:pt x="1367002" y="0"/>
                  </a:moveTo>
                  <a:lnTo>
                    <a:pt x="912926" y="0"/>
                  </a:lnTo>
                  <a:lnTo>
                    <a:pt x="912926" y="457796"/>
                  </a:lnTo>
                  <a:lnTo>
                    <a:pt x="1367002" y="457796"/>
                  </a:lnTo>
                  <a:lnTo>
                    <a:pt x="1367002" y="0"/>
                  </a:lnTo>
                  <a:close/>
                </a:path>
              </a:pathLst>
            </a:custGeom>
            <a:solidFill>
              <a:srgbClr val="FFFFFF"/>
            </a:solidFill>
          </p:spPr>
          <p:txBody>
            <a:bodyPr wrap="square" lIns="0" tIns="0" rIns="0" bIns="0" rtlCol="0"/>
            <a:lstStyle/>
            <a:p>
              <a:endParaRPr/>
            </a:p>
          </p:txBody>
        </p:sp>
        <p:sp>
          <p:nvSpPr>
            <p:cNvPr id="11" name="object 11"/>
            <p:cNvSpPr/>
            <p:nvPr/>
          </p:nvSpPr>
          <p:spPr>
            <a:xfrm>
              <a:off x="4051234" y="3387143"/>
              <a:ext cx="1369695" cy="457834"/>
            </a:xfrm>
            <a:custGeom>
              <a:avLst/>
              <a:gdLst/>
              <a:ahLst/>
              <a:cxnLst/>
              <a:rect l="l" t="t" r="r" b="b"/>
              <a:pathLst>
                <a:path w="1369695" h="457835">
                  <a:moveTo>
                    <a:pt x="1369380" y="0"/>
                  </a:moveTo>
                  <a:lnTo>
                    <a:pt x="1369380" y="457795"/>
                  </a:lnTo>
                </a:path>
                <a:path w="1369695" h="457835">
                  <a:moveTo>
                    <a:pt x="912921" y="0"/>
                  </a:moveTo>
                  <a:lnTo>
                    <a:pt x="912921" y="457795"/>
                  </a:lnTo>
                </a:path>
                <a:path w="1369695" h="457835">
                  <a:moveTo>
                    <a:pt x="456460" y="0"/>
                  </a:moveTo>
                  <a:lnTo>
                    <a:pt x="456460" y="457795"/>
                  </a:lnTo>
                </a:path>
                <a:path w="1369695" h="457835">
                  <a:moveTo>
                    <a:pt x="0" y="0"/>
                  </a:moveTo>
                  <a:lnTo>
                    <a:pt x="0" y="457795"/>
                  </a:lnTo>
                </a:path>
              </a:pathLst>
            </a:custGeom>
            <a:ln w="3175">
              <a:solidFill>
                <a:srgbClr val="E7EAEB"/>
              </a:solidFill>
            </a:ln>
          </p:spPr>
          <p:txBody>
            <a:bodyPr wrap="square" lIns="0" tIns="0" rIns="0" bIns="0" rtlCol="0"/>
            <a:lstStyle/>
            <a:p>
              <a:endParaRPr/>
            </a:p>
          </p:txBody>
        </p:sp>
      </p:grpSp>
      <p:sp>
        <p:nvSpPr>
          <p:cNvPr id="12" name="object 12"/>
          <p:cNvSpPr/>
          <p:nvPr/>
        </p:nvSpPr>
        <p:spPr>
          <a:xfrm>
            <a:off x="3594773"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13" name="object 13"/>
          <p:cNvSpPr/>
          <p:nvPr/>
        </p:nvSpPr>
        <p:spPr>
          <a:xfrm>
            <a:off x="3138313"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14" name="object 14"/>
          <p:cNvSpPr/>
          <p:nvPr/>
        </p:nvSpPr>
        <p:spPr>
          <a:xfrm>
            <a:off x="2681853"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15" name="object 15"/>
          <p:cNvSpPr/>
          <p:nvPr/>
        </p:nvSpPr>
        <p:spPr>
          <a:xfrm>
            <a:off x="2225393" y="3387143"/>
            <a:ext cx="0" cy="457834"/>
          </a:xfrm>
          <a:custGeom>
            <a:avLst/>
            <a:gdLst/>
            <a:ahLst/>
            <a:cxnLst/>
            <a:rect l="l" t="t" r="r" b="b"/>
            <a:pathLst>
              <a:path h="457835">
                <a:moveTo>
                  <a:pt x="0" y="0"/>
                </a:moveTo>
                <a:lnTo>
                  <a:pt x="0" y="457795"/>
                </a:lnTo>
              </a:path>
            </a:pathLst>
          </a:custGeom>
          <a:ln w="3175">
            <a:solidFill>
              <a:srgbClr val="E7EAEB"/>
            </a:solidFill>
          </a:ln>
        </p:spPr>
        <p:txBody>
          <a:bodyPr wrap="square" lIns="0" tIns="0" rIns="0" bIns="0" rtlCol="0"/>
          <a:lstStyle/>
          <a:p>
            <a:endParaRPr/>
          </a:p>
        </p:txBody>
      </p:sp>
      <p:sp>
        <p:nvSpPr>
          <p:cNvPr id="16" name="object 16"/>
          <p:cNvSpPr txBox="1"/>
          <p:nvPr/>
        </p:nvSpPr>
        <p:spPr>
          <a:xfrm>
            <a:off x="1768933" y="3387143"/>
            <a:ext cx="455295" cy="457834"/>
          </a:xfrm>
          <a:prstGeom prst="rect">
            <a:avLst/>
          </a:prstGeom>
          <a:solidFill>
            <a:srgbClr val="FFFFFF"/>
          </a:solidFill>
        </p:spPr>
        <p:txBody>
          <a:bodyPr vert="horz" wrap="square" lIns="0" tIns="104775" rIns="0" bIns="0" rtlCol="0">
            <a:spAutoFit/>
          </a:bodyPr>
          <a:lstStyle/>
          <a:p>
            <a:pPr marL="43815" algn="ctr">
              <a:lnSpc>
                <a:spcPct val="100000"/>
              </a:lnSpc>
              <a:spcBef>
                <a:spcPts val="825"/>
              </a:spcBef>
            </a:pPr>
            <a:r>
              <a:rPr sz="1500" spc="-50" dirty="0">
                <a:latin typeface="Times New Roman"/>
                <a:cs typeface="Times New Roman"/>
              </a:rPr>
              <a:t>7</a:t>
            </a:r>
            <a:endParaRPr sz="1500">
              <a:latin typeface="Times New Roman"/>
              <a:cs typeface="Times New Roman"/>
            </a:endParaRPr>
          </a:p>
        </p:txBody>
      </p:sp>
      <p:sp>
        <p:nvSpPr>
          <p:cNvPr id="17" name="object 17"/>
          <p:cNvSpPr txBox="1"/>
          <p:nvPr/>
        </p:nvSpPr>
        <p:spPr>
          <a:xfrm>
            <a:off x="2226585" y="3387143"/>
            <a:ext cx="454659" cy="457834"/>
          </a:xfrm>
          <a:prstGeom prst="rect">
            <a:avLst/>
          </a:prstGeom>
          <a:solidFill>
            <a:srgbClr val="FFFFFF"/>
          </a:solidFill>
        </p:spPr>
        <p:txBody>
          <a:bodyPr vert="horz" wrap="square" lIns="0" tIns="104775" rIns="0" bIns="0" rtlCol="0">
            <a:spAutoFit/>
          </a:bodyPr>
          <a:lstStyle/>
          <a:p>
            <a:pPr marL="43815" algn="ctr">
              <a:lnSpc>
                <a:spcPct val="100000"/>
              </a:lnSpc>
              <a:spcBef>
                <a:spcPts val="825"/>
              </a:spcBef>
            </a:pPr>
            <a:r>
              <a:rPr sz="1500" spc="-50" dirty="0">
                <a:latin typeface="Times New Roman"/>
                <a:cs typeface="Times New Roman"/>
              </a:rPr>
              <a:t>6</a:t>
            </a:r>
            <a:endParaRPr sz="1500">
              <a:latin typeface="Times New Roman"/>
              <a:cs typeface="Times New Roman"/>
            </a:endParaRPr>
          </a:p>
        </p:txBody>
      </p:sp>
      <p:sp>
        <p:nvSpPr>
          <p:cNvPr id="18" name="object 18"/>
          <p:cNvSpPr txBox="1"/>
          <p:nvPr/>
        </p:nvSpPr>
        <p:spPr>
          <a:xfrm>
            <a:off x="2683046" y="3387143"/>
            <a:ext cx="454659" cy="457834"/>
          </a:xfrm>
          <a:prstGeom prst="rect">
            <a:avLst/>
          </a:prstGeom>
          <a:solidFill>
            <a:srgbClr val="FFFFFF"/>
          </a:solidFill>
        </p:spPr>
        <p:txBody>
          <a:bodyPr vert="horz" wrap="square" lIns="0" tIns="104775" rIns="0" bIns="0" rtlCol="0">
            <a:spAutoFit/>
          </a:bodyPr>
          <a:lstStyle/>
          <a:p>
            <a:pPr marL="153670">
              <a:lnSpc>
                <a:spcPct val="100000"/>
              </a:lnSpc>
              <a:spcBef>
                <a:spcPts val="825"/>
              </a:spcBef>
            </a:pPr>
            <a:r>
              <a:rPr sz="1500" spc="-25" dirty="0">
                <a:latin typeface="Times New Roman"/>
                <a:cs typeface="Times New Roman"/>
              </a:rPr>
              <a:t>12</a:t>
            </a:r>
            <a:endParaRPr sz="1500">
              <a:latin typeface="Times New Roman"/>
              <a:cs typeface="Times New Roman"/>
            </a:endParaRPr>
          </a:p>
        </p:txBody>
      </p:sp>
      <p:sp>
        <p:nvSpPr>
          <p:cNvPr id="19" name="object 19"/>
          <p:cNvSpPr txBox="1"/>
          <p:nvPr/>
        </p:nvSpPr>
        <p:spPr>
          <a:xfrm>
            <a:off x="3139506" y="3387143"/>
            <a:ext cx="454659" cy="457834"/>
          </a:xfrm>
          <a:prstGeom prst="rect">
            <a:avLst/>
          </a:prstGeom>
          <a:solidFill>
            <a:srgbClr val="FFFFFF"/>
          </a:solidFill>
        </p:spPr>
        <p:txBody>
          <a:bodyPr vert="horz" wrap="square" lIns="0" tIns="104775" rIns="0" bIns="0" rtlCol="0">
            <a:spAutoFit/>
          </a:bodyPr>
          <a:lstStyle/>
          <a:p>
            <a:pPr marL="43815" algn="ctr">
              <a:lnSpc>
                <a:spcPct val="100000"/>
              </a:lnSpc>
              <a:spcBef>
                <a:spcPts val="825"/>
              </a:spcBef>
            </a:pPr>
            <a:r>
              <a:rPr sz="1500" spc="-50" dirty="0">
                <a:latin typeface="Times New Roman"/>
                <a:cs typeface="Times New Roman"/>
              </a:rPr>
              <a:t>3</a:t>
            </a:r>
            <a:endParaRPr sz="1500">
              <a:latin typeface="Times New Roman"/>
              <a:cs typeface="Times New Roman"/>
            </a:endParaRPr>
          </a:p>
        </p:txBody>
      </p:sp>
      <p:sp>
        <p:nvSpPr>
          <p:cNvPr id="20" name="object 20"/>
          <p:cNvSpPr txBox="1"/>
          <p:nvPr/>
        </p:nvSpPr>
        <p:spPr>
          <a:xfrm>
            <a:off x="3595966" y="3387143"/>
            <a:ext cx="454659" cy="457834"/>
          </a:xfrm>
          <a:prstGeom prst="rect">
            <a:avLst/>
          </a:prstGeom>
          <a:solidFill>
            <a:srgbClr val="FFFFFF"/>
          </a:solidFill>
        </p:spPr>
        <p:txBody>
          <a:bodyPr vert="horz" wrap="square" lIns="0" tIns="104775" rIns="0" bIns="0" rtlCol="0">
            <a:spAutoFit/>
          </a:bodyPr>
          <a:lstStyle/>
          <a:p>
            <a:pPr marL="156845">
              <a:lnSpc>
                <a:spcPct val="100000"/>
              </a:lnSpc>
              <a:spcBef>
                <a:spcPts val="825"/>
              </a:spcBef>
            </a:pPr>
            <a:r>
              <a:rPr sz="1500" spc="-25" dirty="0">
                <a:latin typeface="Times New Roman"/>
                <a:cs typeface="Times New Roman"/>
              </a:rPr>
              <a:t>11</a:t>
            </a:r>
            <a:endParaRPr sz="1500">
              <a:latin typeface="Times New Roman"/>
              <a:cs typeface="Times New Roman"/>
            </a:endParaRPr>
          </a:p>
        </p:txBody>
      </p:sp>
      <p:sp>
        <p:nvSpPr>
          <p:cNvPr id="21" name="object 21"/>
          <p:cNvSpPr txBox="1"/>
          <p:nvPr/>
        </p:nvSpPr>
        <p:spPr>
          <a:xfrm>
            <a:off x="4253819" y="3479354"/>
            <a:ext cx="108585" cy="254635"/>
          </a:xfrm>
          <a:prstGeom prst="rect">
            <a:avLst/>
          </a:prstGeom>
        </p:spPr>
        <p:txBody>
          <a:bodyPr vert="horz" wrap="square" lIns="0" tIns="12700" rIns="0" bIns="0" rtlCol="0">
            <a:spAutoFit/>
          </a:bodyPr>
          <a:lstStyle/>
          <a:p>
            <a:pPr>
              <a:lnSpc>
                <a:spcPct val="100000"/>
              </a:lnSpc>
              <a:spcBef>
                <a:spcPts val="100"/>
              </a:spcBef>
            </a:pPr>
            <a:r>
              <a:rPr sz="1500" spc="-50" dirty="0">
                <a:latin typeface="Times New Roman"/>
                <a:cs typeface="Times New Roman"/>
              </a:rPr>
              <a:t>8</a:t>
            </a:r>
            <a:endParaRPr sz="1500">
              <a:latin typeface="Times New Roman"/>
              <a:cs typeface="Times New Roman"/>
            </a:endParaRPr>
          </a:p>
        </p:txBody>
      </p:sp>
      <p:sp>
        <p:nvSpPr>
          <p:cNvPr id="22" name="object 22"/>
          <p:cNvSpPr txBox="1"/>
          <p:nvPr/>
        </p:nvSpPr>
        <p:spPr>
          <a:xfrm>
            <a:off x="4508886" y="3479354"/>
            <a:ext cx="454659" cy="254635"/>
          </a:xfrm>
          <a:prstGeom prst="rect">
            <a:avLst/>
          </a:prstGeom>
        </p:spPr>
        <p:txBody>
          <a:bodyPr vert="horz" wrap="square" lIns="0" tIns="12700" rIns="0" bIns="0" rtlCol="0">
            <a:spAutoFit/>
          </a:bodyPr>
          <a:lstStyle/>
          <a:p>
            <a:pPr marL="43815" algn="ctr">
              <a:lnSpc>
                <a:spcPct val="100000"/>
              </a:lnSpc>
              <a:spcBef>
                <a:spcPts val="100"/>
              </a:spcBef>
            </a:pPr>
            <a:r>
              <a:rPr sz="1500" spc="-50" dirty="0">
                <a:latin typeface="Times New Roman"/>
                <a:cs typeface="Times New Roman"/>
              </a:rPr>
              <a:t>9</a:t>
            </a:r>
            <a:endParaRPr sz="1500">
              <a:latin typeface="Times New Roman"/>
              <a:cs typeface="Times New Roman"/>
            </a:endParaRPr>
          </a:p>
        </p:txBody>
      </p:sp>
      <p:sp>
        <p:nvSpPr>
          <p:cNvPr id="23" name="object 23"/>
          <p:cNvSpPr txBox="1"/>
          <p:nvPr/>
        </p:nvSpPr>
        <p:spPr>
          <a:xfrm>
            <a:off x="5166739" y="3479354"/>
            <a:ext cx="108585" cy="254635"/>
          </a:xfrm>
          <a:prstGeom prst="rect">
            <a:avLst/>
          </a:prstGeom>
        </p:spPr>
        <p:txBody>
          <a:bodyPr vert="horz" wrap="square" lIns="0" tIns="12700" rIns="0" bIns="0" rtlCol="0">
            <a:spAutoFit/>
          </a:bodyPr>
          <a:lstStyle/>
          <a:p>
            <a:pPr>
              <a:lnSpc>
                <a:spcPct val="100000"/>
              </a:lnSpc>
              <a:spcBef>
                <a:spcPts val="100"/>
              </a:spcBef>
            </a:pPr>
            <a:r>
              <a:rPr sz="1500" spc="-50" dirty="0">
                <a:latin typeface="Times New Roman"/>
                <a:cs typeface="Times New Roman"/>
              </a:rPr>
              <a:t>1</a:t>
            </a:r>
            <a:endParaRPr sz="1500">
              <a:latin typeface="Times New Roman"/>
              <a:cs typeface="Times New Roman"/>
            </a:endParaRPr>
          </a:p>
        </p:txBody>
      </p:sp>
      <p:sp>
        <p:nvSpPr>
          <p:cNvPr id="24" name="object 24"/>
          <p:cNvSpPr txBox="1"/>
          <p:nvPr/>
        </p:nvSpPr>
        <p:spPr>
          <a:xfrm>
            <a:off x="5421806" y="3387143"/>
            <a:ext cx="454659" cy="457834"/>
          </a:xfrm>
          <a:prstGeom prst="rect">
            <a:avLst/>
          </a:prstGeom>
          <a:solidFill>
            <a:srgbClr val="FFFFFF"/>
          </a:solidFill>
        </p:spPr>
        <p:txBody>
          <a:bodyPr vert="horz" wrap="square" lIns="0" tIns="104775" rIns="0" bIns="0" rtlCol="0">
            <a:spAutoFit/>
          </a:bodyPr>
          <a:lstStyle/>
          <a:p>
            <a:pPr marL="43815" algn="ctr">
              <a:lnSpc>
                <a:spcPct val="100000"/>
              </a:lnSpc>
              <a:spcBef>
                <a:spcPts val="825"/>
              </a:spcBef>
            </a:pPr>
            <a:r>
              <a:rPr sz="1500" spc="-50" dirty="0">
                <a:latin typeface="Times New Roman"/>
                <a:cs typeface="Times New Roman"/>
              </a:rPr>
              <a:t>4</a:t>
            </a:r>
            <a:endParaRPr sz="1500">
              <a:latin typeface="Times New Roman"/>
              <a:cs typeface="Times New Roman"/>
            </a:endParaRPr>
          </a:p>
        </p:txBody>
      </p:sp>
      <p:sp>
        <p:nvSpPr>
          <p:cNvPr id="25" name="object 25"/>
          <p:cNvSpPr txBox="1"/>
          <p:nvPr/>
        </p:nvSpPr>
        <p:spPr>
          <a:xfrm>
            <a:off x="5878266" y="3387143"/>
            <a:ext cx="454659" cy="457834"/>
          </a:xfrm>
          <a:prstGeom prst="rect">
            <a:avLst/>
          </a:prstGeom>
          <a:solidFill>
            <a:srgbClr val="FFFFFF"/>
          </a:solidFill>
        </p:spPr>
        <p:txBody>
          <a:bodyPr vert="horz" wrap="square" lIns="0" tIns="104775" rIns="0" bIns="0" rtlCol="0">
            <a:spAutoFit/>
          </a:bodyPr>
          <a:lstStyle/>
          <a:p>
            <a:pPr marL="153670">
              <a:lnSpc>
                <a:spcPct val="100000"/>
              </a:lnSpc>
              <a:spcBef>
                <a:spcPts val="825"/>
              </a:spcBef>
            </a:pPr>
            <a:r>
              <a:rPr sz="1500" spc="-25" dirty="0">
                <a:latin typeface="Times New Roman"/>
                <a:cs typeface="Times New Roman"/>
              </a:rPr>
              <a:t>10</a:t>
            </a:r>
            <a:endParaRPr sz="1500">
              <a:latin typeface="Times New Roman"/>
              <a:cs typeface="Times New Roman"/>
            </a:endParaRPr>
          </a:p>
        </p:txBody>
      </p:sp>
      <p:sp>
        <p:nvSpPr>
          <p:cNvPr id="26" name="object 26"/>
          <p:cNvSpPr txBox="1"/>
          <p:nvPr/>
        </p:nvSpPr>
        <p:spPr>
          <a:xfrm>
            <a:off x="6334726" y="3387143"/>
            <a:ext cx="454659" cy="457834"/>
          </a:xfrm>
          <a:prstGeom prst="rect">
            <a:avLst/>
          </a:prstGeom>
          <a:solidFill>
            <a:srgbClr val="FFFFFF"/>
          </a:solidFill>
        </p:spPr>
        <p:txBody>
          <a:bodyPr vert="horz" wrap="square" lIns="0" tIns="104775" rIns="0" bIns="0" rtlCol="0">
            <a:spAutoFit/>
          </a:bodyPr>
          <a:lstStyle/>
          <a:p>
            <a:pPr marL="43815" algn="ctr">
              <a:lnSpc>
                <a:spcPct val="100000"/>
              </a:lnSpc>
              <a:spcBef>
                <a:spcPts val="825"/>
              </a:spcBef>
            </a:pPr>
            <a:r>
              <a:rPr sz="1500" spc="-50" dirty="0">
                <a:latin typeface="Times New Roman"/>
                <a:cs typeface="Times New Roman"/>
              </a:rPr>
              <a:t>2</a:t>
            </a:r>
            <a:endParaRPr sz="1500">
              <a:latin typeface="Times New Roman"/>
              <a:cs typeface="Times New Roman"/>
            </a:endParaRPr>
          </a:p>
        </p:txBody>
      </p:sp>
      <p:sp>
        <p:nvSpPr>
          <p:cNvPr id="27" name="object 27"/>
          <p:cNvSpPr txBox="1"/>
          <p:nvPr/>
        </p:nvSpPr>
        <p:spPr>
          <a:xfrm>
            <a:off x="6791187" y="3387143"/>
            <a:ext cx="454659" cy="457834"/>
          </a:xfrm>
          <a:prstGeom prst="rect">
            <a:avLst/>
          </a:prstGeom>
          <a:solidFill>
            <a:srgbClr val="FFFFFF"/>
          </a:solidFill>
        </p:spPr>
        <p:txBody>
          <a:bodyPr vert="horz" wrap="square" lIns="0" tIns="104775" rIns="0" bIns="0" rtlCol="0">
            <a:spAutoFit/>
          </a:bodyPr>
          <a:lstStyle/>
          <a:p>
            <a:pPr marL="153670">
              <a:lnSpc>
                <a:spcPct val="100000"/>
              </a:lnSpc>
              <a:spcBef>
                <a:spcPts val="825"/>
              </a:spcBef>
            </a:pPr>
            <a:r>
              <a:rPr sz="1500" spc="-25" dirty="0">
                <a:latin typeface="Times New Roman"/>
                <a:cs typeface="Times New Roman"/>
              </a:rPr>
              <a:t>13</a:t>
            </a:r>
            <a:endParaRPr sz="1500">
              <a:latin typeface="Times New Roman"/>
              <a:cs typeface="Times New Roman"/>
            </a:endParaRPr>
          </a:p>
        </p:txBody>
      </p:sp>
      <p:sp>
        <p:nvSpPr>
          <p:cNvPr id="28" name="object 28"/>
          <p:cNvSpPr txBox="1"/>
          <p:nvPr/>
        </p:nvSpPr>
        <p:spPr>
          <a:xfrm>
            <a:off x="7247645" y="3387143"/>
            <a:ext cx="455295" cy="457834"/>
          </a:xfrm>
          <a:prstGeom prst="rect">
            <a:avLst/>
          </a:prstGeom>
          <a:solidFill>
            <a:srgbClr val="FFFFFF"/>
          </a:solidFill>
        </p:spPr>
        <p:txBody>
          <a:bodyPr vert="horz" wrap="square" lIns="0" tIns="104775" rIns="0" bIns="0" rtlCol="0">
            <a:spAutoFit/>
          </a:bodyPr>
          <a:lstStyle/>
          <a:p>
            <a:pPr marL="43815" algn="ctr">
              <a:lnSpc>
                <a:spcPct val="100000"/>
              </a:lnSpc>
              <a:spcBef>
                <a:spcPts val="825"/>
              </a:spcBef>
            </a:pPr>
            <a:r>
              <a:rPr sz="1500" spc="-50" dirty="0">
                <a:latin typeface="Times New Roman"/>
                <a:cs typeface="Times New Roman"/>
              </a:rPr>
              <a:t>5</a:t>
            </a:r>
            <a:endParaRPr sz="1500">
              <a:latin typeface="Times New Roman"/>
              <a:cs typeface="Times New Roman"/>
            </a:endParaRPr>
          </a:p>
        </p:txBody>
      </p:sp>
      <p:sp>
        <p:nvSpPr>
          <p:cNvPr id="29" name="object 29"/>
          <p:cNvSpPr txBox="1"/>
          <p:nvPr/>
        </p:nvSpPr>
        <p:spPr>
          <a:xfrm>
            <a:off x="1753312" y="3069247"/>
            <a:ext cx="2529205" cy="208915"/>
          </a:xfrm>
          <a:prstGeom prst="rect">
            <a:avLst/>
          </a:prstGeom>
        </p:spPr>
        <p:txBody>
          <a:bodyPr vert="horz" wrap="square" lIns="0" tIns="12700" rIns="0" bIns="0" rtlCol="0">
            <a:spAutoFit/>
          </a:bodyPr>
          <a:lstStyle/>
          <a:p>
            <a:pPr marL="12700">
              <a:lnSpc>
                <a:spcPct val="100000"/>
              </a:lnSpc>
              <a:spcBef>
                <a:spcPts val="100"/>
              </a:spcBef>
            </a:pPr>
            <a:r>
              <a:rPr sz="1200" b="1" dirty="0">
                <a:latin typeface="Trebuchet MS"/>
                <a:cs typeface="Trebuchet MS"/>
              </a:rPr>
              <a:t>the</a:t>
            </a:r>
            <a:r>
              <a:rPr sz="1200" b="1" spc="100" dirty="0">
                <a:latin typeface="Trebuchet MS"/>
                <a:cs typeface="Trebuchet MS"/>
              </a:rPr>
              <a:t> </a:t>
            </a:r>
            <a:r>
              <a:rPr sz="1200" b="1" spc="65" dirty="0">
                <a:latin typeface="Trebuchet MS"/>
                <a:cs typeface="Trebuchet MS"/>
              </a:rPr>
              <a:t>original</a:t>
            </a:r>
            <a:r>
              <a:rPr sz="1200" b="1" spc="105" dirty="0">
                <a:latin typeface="Trebuchet MS"/>
                <a:cs typeface="Trebuchet MS"/>
              </a:rPr>
              <a:t> </a:t>
            </a:r>
            <a:r>
              <a:rPr sz="1200" b="1" dirty="0">
                <a:latin typeface="Trebuchet MS"/>
                <a:cs typeface="Trebuchet MS"/>
              </a:rPr>
              <a:t>array</a:t>
            </a:r>
            <a:r>
              <a:rPr sz="1200" b="1" spc="105" dirty="0">
                <a:latin typeface="Trebuchet MS"/>
                <a:cs typeface="Trebuchet MS"/>
              </a:rPr>
              <a:t> </a:t>
            </a:r>
            <a:r>
              <a:rPr sz="1200" b="1" spc="70" dirty="0">
                <a:latin typeface="Trebuchet MS"/>
                <a:cs typeface="Trebuchet MS"/>
              </a:rPr>
              <a:t>of</a:t>
            </a:r>
            <a:r>
              <a:rPr sz="1200" b="1" spc="105" dirty="0">
                <a:latin typeface="Trebuchet MS"/>
                <a:cs typeface="Trebuchet MS"/>
              </a:rPr>
              <a:t> </a:t>
            </a:r>
            <a:r>
              <a:rPr sz="1200" b="1" spc="55" dirty="0">
                <a:latin typeface="Trebuchet MS"/>
                <a:cs typeface="Trebuchet MS"/>
              </a:rPr>
              <a:t>elements</a:t>
            </a:r>
            <a:r>
              <a:rPr sz="1200" b="1" spc="100" dirty="0">
                <a:latin typeface="Trebuchet MS"/>
                <a:cs typeface="Trebuchet MS"/>
              </a:rPr>
              <a:t> </a:t>
            </a:r>
            <a:r>
              <a:rPr sz="1200" b="1" spc="70" dirty="0">
                <a:latin typeface="Trebuchet MS"/>
                <a:cs typeface="Trebuchet MS"/>
              </a:rPr>
              <a:t>A</a:t>
            </a:r>
            <a:endParaRPr sz="1200">
              <a:latin typeface="Trebuchet MS"/>
              <a:cs typeface="Trebuchet MS"/>
            </a:endParaRPr>
          </a:p>
        </p:txBody>
      </p:sp>
      <p:sp>
        <p:nvSpPr>
          <p:cNvPr id="30" name="object 30"/>
          <p:cNvSpPr/>
          <p:nvPr/>
        </p:nvSpPr>
        <p:spPr>
          <a:xfrm>
            <a:off x="4506167" y="3396681"/>
            <a:ext cx="457834" cy="457834"/>
          </a:xfrm>
          <a:custGeom>
            <a:avLst/>
            <a:gdLst/>
            <a:ahLst/>
            <a:cxnLst/>
            <a:rect l="l" t="t" r="r" b="b"/>
            <a:pathLst>
              <a:path w="457835" h="457835">
                <a:moveTo>
                  <a:pt x="0" y="0"/>
                </a:moveTo>
                <a:lnTo>
                  <a:pt x="457795" y="0"/>
                </a:lnTo>
                <a:lnTo>
                  <a:pt x="457795" y="457795"/>
                </a:lnTo>
                <a:lnTo>
                  <a:pt x="0" y="457795"/>
                </a:lnTo>
                <a:lnTo>
                  <a:pt x="0" y="0"/>
                </a:lnTo>
                <a:close/>
              </a:path>
            </a:pathLst>
          </a:custGeom>
          <a:solidFill>
            <a:srgbClr val="8D3124">
              <a:alpha val="32998"/>
            </a:srgbClr>
          </a:solidFill>
        </p:spPr>
        <p:txBody>
          <a:bodyPr wrap="square" lIns="0" tIns="0" rIns="0" bIns="0" rtlCol="0"/>
          <a:lstStyle/>
          <a:p>
            <a:endParaRPr/>
          </a:p>
        </p:txBody>
      </p:sp>
      <p:sp>
        <p:nvSpPr>
          <p:cNvPr id="31" name="object 31"/>
          <p:cNvSpPr txBox="1"/>
          <p:nvPr/>
        </p:nvSpPr>
        <p:spPr>
          <a:xfrm>
            <a:off x="3857848" y="4366333"/>
            <a:ext cx="2228215" cy="399415"/>
          </a:xfrm>
          <a:prstGeom prst="rect">
            <a:avLst/>
          </a:prstGeom>
        </p:spPr>
        <p:txBody>
          <a:bodyPr vert="horz" wrap="square" lIns="0" tIns="5080" rIns="0" bIns="0" rtlCol="0">
            <a:spAutoFit/>
          </a:bodyPr>
          <a:lstStyle/>
          <a:p>
            <a:pPr marL="12700" marR="5080" indent="173355">
              <a:lnSpc>
                <a:spcPct val="104299"/>
              </a:lnSpc>
              <a:spcBef>
                <a:spcPts val="40"/>
              </a:spcBef>
            </a:pPr>
            <a:r>
              <a:rPr sz="1200" dirty="0">
                <a:solidFill>
                  <a:srgbClr val="8D3124"/>
                </a:solidFill>
                <a:latin typeface="Lucida Sans Unicode"/>
                <a:cs typeface="Lucida Sans Unicode"/>
              </a:rPr>
              <a:t>first</a:t>
            </a:r>
            <a:r>
              <a:rPr sz="1200" spc="-35" dirty="0">
                <a:solidFill>
                  <a:srgbClr val="8D3124"/>
                </a:solidFill>
                <a:latin typeface="Lucida Sans Unicode"/>
                <a:cs typeface="Lucida Sans Unicode"/>
              </a:rPr>
              <a:t> </a:t>
            </a:r>
            <a:r>
              <a:rPr sz="1200" dirty="0">
                <a:solidFill>
                  <a:srgbClr val="8D3124"/>
                </a:solidFill>
                <a:latin typeface="Lucida Sans Unicode"/>
                <a:cs typeface="Lucida Sans Unicode"/>
              </a:rPr>
              <a:t>partitioning</a:t>
            </a:r>
            <a:r>
              <a:rPr sz="1200" spc="-35" dirty="0">
                <a:solidFill>
                  <a:srgbClr val="8D3124"/>
                </a:solidFill>
                <a:latin typeface="Lucida Sans Unicode"/>
                <a:cs typeface="Lucida Sans Unicode"/>
              </a:rPr>
              <a:t> </a:t>
            </a:r>
            <a:r>
              <a:rPr sz="1200" spc="-10" dirty="0">
                <a:solidFill>
                  <a:srgbClr val="8D3124"/>
                </a:solidFill>
                <a:latin typeface="Lucida Sans Unicode"/>
                <a:cs typeface="Lucida Sans Unicode"/>
              </a:rPr>
              <a:t>element </a:t>
            </a:r>
            <a:r>
              <a:rPr sz="1200" dirty="0">
                <a:solidFill>
                  <a:srgbClr val="8D3124"/>
                </a:solidFill>
                <a:latin typeface="Lucida Sans Unicode"/>
                <a:cs typeface="Lucida Sans Unicode"/>
              </a:rPr>
              <a:t>(chosen uniformly at </a:t>
            </a:r>
            <a:r>
              <a:rPr sz="1200" spc="-10" dirty="0">
                <a:solidFill>
                  <a:srgbClr val="8D3124"/>
                </a:solidFill>
                <a:latin typeface="Lucida Sans Unicode"/>
                <a:cs typeface="Lucida Sans Unicode"/>
              </a:rPr>
              <a:t>random)</a:t>
            </a:r>
            <a:endParaRPr sz="1200">
              <a:latin typeface="Lucida Sans Unicode"/>
              <a:cs typeface="Lucida Sans Unicode"/>
            </a:endParaRPr>
          </a:p>
        </p:txBody>
      </p:sp>
      <p:grpSp>
        <p:nvGrpSpPr>
          <p:cNvPr id="32" name="object 32"/>
          <p:cNvGrpSpPr/>
          <p:nvPr/>
        </p:nvGrpSpPr>
        <p:grpSpPr>
          <a:xfrm>
            <a:off x="5417082" y="4861018"/>
            <a:ext cx="377190" cy="205104"/>
            <a:chOff x="5417082" y="4861018"/>
            <a:chExt cx="377190" cy="205104"/>
          </a:xfrm>
        </p:grpSpPr>
        <p:sp>
          <p:nvSpPr>
            <p:cNvPr id="33" name="object 33"/>
            <p:cNvSpPr/>
            <p:nvPr/>
          </p:nvSpPr>
          <p:spPr>
            <a:xfrm>
              <a:off x="5426619" y="4870556"/>
              <a:ext cx="314960" cy="167640"/>
            </a:xfrm>
            <a:custGeom>
              <a:avLst/>
              <a:gdLst/>
              <a:ahLst/>
              <a:cxnLst/>
              <a:rect l="l" t="t" r="r" b="b"/>
              <a:pathLst>
                <a:path w="314960" h="167639">
                  <a:moveTo>
                    <a:pt x="314884" y="167412"/>
                  </a:moveTo>
                  <a:lnTo>
                    <a:pt x="306463" y="162936"/>
                  </a:lnTo>
                  <a:lnTo>
                    <a:pt x="0" y="0"/>
                  </a:lnTo>
                </a:path>
              </a:pathLst>
            </a:custGeom>
            <a:ln w="19074">
              <a:solidFill>
                <a:srgbClr val="8D3124"/>
              </a:solidFill>
            </a:ln>
          </p:spPr>
          <p:txBody>
            <a:bodyPr wrap="square" lIns="0" tIns="0" rIns="0" bIns="0" rtlCol="0"/>
            <a:lstStyle/>
            <a:p>
              <a:endParaRPr/>
            </a:p>
          </p:txBody>
        </p:sp>
        <p:sp>
          <p:nvSpPr>
            <p:cNvPr id="34" name="object 34"/>
            <p:cNvSpPr/>
            <p:nvPr/>
          </p:nvSpPr>
          <p:spPr>
            <a:xfrm>
              <a:off x="5691381" y="4982325"/>
              <a:ext cx="102870" cy="83820"/>
            </a:xfrm>
            <a:custGeom>
              <a:avLst/>
              <a:gdLst/>
              <a:ahLst/>
              <a:cxnLst/>
              <a:rect l="l" t="t" r="r" b="b"/>
              <a:pathLst>
                <a:path w="102870" h="83820">
                  <a:moveTo>
                    <a:pt x="42979" y="0"/>
                  </a:moveTo>
                  <a:lnTo>
                    <a:pt x="41701" y="51167"/>
                  </a:lnTo>
                  <a:lnTo>
                    <a:pt x="0" y="80844"/>
                  </a:lnTo>
                  <a:lnTo>
                    <a:pt x="102334" y="83400"/>
                  </a:lnTo>
                  <a:lnTo>
                    <a:pt x="42979" y="0"/>
                  </a:lnTo>
                  <a:close/>
                </a:path>
              </a:pathLst>
            </a:custGeom>
            <a:solidFill>
              <a:srgbClr val="8D3124"/>
            </a:solidFill>
          </p:spPr>
          <p:txBody>
            <a:bodyPr wrap="square" lIns="0" tIns="0" rIns="0" bIns="0" rtlCol="0"/>
            <a:lstStyle/>
            <a:p>
              <a:endParaRPr/>
            </a:p>
          </p:txBody>
        </p:sp>
      </p:grpSp>
      <p:sp>
        <p:nvSpPr>
          <p:cNvPr id="35" name="object 35"/>
          <p:cNvSpPr txBox="1"/>
          <p:nvPr/>
        </p:nvSpPr>
        <p:spPr>
          <a:xfrm>
            <a:off x="1763968" y="4633380"/>
            <a:ext cx="1238250" cy="600075"/>
          </a:xfrm>
          <a:prstGeom prst="rect">
            <a:avLst/>
          </a:prstGeom>
        </p:spPr>
        <p:txBody>
          <a:bodyPr vert="horz" wrap="square" lIns="0" tIns="5080" rIns="0" bIns="0" rtlCol="0">
            <a:spAutoFit/>
          </a:bodyPr>
          <a:lstStyle/>
          <a:p>
            <a:pPr marL="12700" marR="5080" algn="ctr">
              <a:lnSpc>
                <a:spcPct val="104299"/>
              </a:lnSpc>
              <a:spcBef>
                <a:spcPts val="40"/>
              </a:spcBef>
            </a:pPr>
            <a:r>
              <a:rPr sz="1200" dirty="0">
                <a:solidFill>
                  <a:srgbClr val="8D3124"/>
                </a:solidFill>
                <a:latin typeface="Lucida Sans Unicode"/>
                <a:cs typeface="Lucida Sans Unicode"/>
              </a:rPr>
              <a:t>first </a:t>
            </a: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element </a:t>
            </a:r>
            <a:r>
              <a:rPr sz="1200" spc="-25" dirty="0">
                <a:solidFill>
                  <a:srgbClr val="8D3124"/>
                </a:solidFill>
                <a:latin typeface="Lucida Sans Unicode"/>
                <a:cs typeface="Lucida Sans Unicode"/>
              </a:rPr>
              <a:t>in</a:t>
            </a:r>
            <a:endParaRPr sz="1200">
              <a:latin typeface="Lucida Sans Unicode"/>
              <a:cs typeface="Lucida Sans Unicode"/>
            </a:endParaRPr>
          </a:p>
          <a:p>
            <a:pPr algn="ctr">
              <a:lnSpc>
                <a:spcPct val="100000"/>
              </a:lnSpc>
              <a:spcBef>
                <a:spcPts val="135"/>
              </a:spcBef>
            </a:pPr>
            <a:r>
              <a:rPr sz="1200" dirty="0">
                <a:solidFill>
                  <a:srgbClr val="8D3124"/>
                </a:solidFill>
                <a:latin typeface="Lucida Sans Unicode"/>
                <a:cs typeface="Lucida Sans Unicode"/>
              </a:rPr>
              <a:t>left </a:t>
            </a:r>
            <a:r>
              <a:rPr sz="1200" spc="-10" dirty="0">
                <a:solidFill>
                  <a:srgbClr val="8D3124"/>
                </a:solidFill>
                <a:latin typeface="Lucida Sans Unicode"/>
                <a:cs typeface="Lucida Sans Unicode"/>
              </a:rPr>
              <a:t>subarray</a:t>
            </a:r>
            <a:endParaRPr sz="1200">
              <a:latin typeface="Lucida Sans Unicode"/>
              <a:cs typeface="Lucida Sans Unicode"/>
            </a:endParaRPr>
          </a:p>
        </p:txBody>
      </p:sp>
      <p:grpSp>
        <p:nvGrpSpPr>
          <p:cNvPr id="36" name="object 36"/>
          <p:cNvGrpSpPr/>
          <p:nvPr/>
        </p:nvGrpSpPr>
        <p:grpSpPr>
          <a:xfrm>
            <a:off x="2989415" y="5033878"/>
            <a:ext cx="3625215" cy="560705"/>
            <a:chOff x="2989415" y="5033878"/>
            <a:chExt cx="3625215" cy="560705"/>
          </a:xfrm>
        </p:grpSpPr>
        <p:sp>
          <p:nvSpPr>
            <p:cNvPr id="37" name="object 37"/>
            <p:cNvSpPr/>
            <p:nvPr/>
          </p:nvSpPr>
          <p:spPr>
            <a:xfrm>
              <a:off x="2999257" y="5084801"/>
              <a:ext cx="632460" cy="345440"/>
            </a:xfrm>
            <a:custGeom>
              <a:avLst/>
              <a:gdLst/>
              <a:ahLst/>
              <a:cxnLst/>
              <a:rect l="l" t="t" r="r" b="b"/>
              <a:pathLst>
                <a:path w="632460" h="345439">
                  <a:moveTo>
                    <a:pt x="631998" y="345211"/>
                  </a:moveTo>
                  <a:lnTo>
                    <a:pt x="623628" y="340638"/>
                  </a:lnTo>
                  <a:lnTo>
                    <a:pt x="0" y="0"/>
                  </a:lnTo>
                </a:path>
              </a:pathLst>
            </a:custGeom>
            <a:ln w="19074">
              <a:solidFill>
                <a:srgbClr val="8D3124"/>
              </a:solidFill>
            </a:ln>
          </p:spPr>
          <p:txBody>
            <a:bodyPr wrap="square" lIns="0" tIns="0" rIns="0" bIns="0" rtlCol="0"/>
            <a:lstStyle/>
            <a:p>
              <a:endParaRPr/>
            </a:p>
          </p:txBody>
        </p:sp>
        <p:sp>
          <p:nvSpPr>
            <p:cNvPr id="38" name="object 38"/>
            <p:cNvSpPr/>
            <p:nvPr/>
          </p:nvSpPr>
          <p:spPr>
            <a:xfrm>
              <a:off x="3580852" y="5374290"/>
              <a:ext cx="102870" cy="84455"/>
            </a:xfrm>
            <a:custGeom>
              <a:avLst/>
              <a:gdLst/>
              <a:ahLst/>
              <a:cxnLst/>
              <a:rect l="l" t="t" r="r" b="b"/>
              <a:pathLst>
                <a:path w="102870" h="84454">
                  <a:moveTo>
                    <a:pt x="43889" y="0"/>
                  </a:moveTo>
                  <a:lnTo>
                    <a:pt x="42033" y="51149"/>
                  </a:lnTo>
                  <a:lnTo>
                    <a:pt x="0" y="80354"/>
                  </a:lnTo>
                  <a:lnTo>
                    <a:pt x="102298" y="84066"/>
                  </a:lnTo>
                  <a:lnTo>
                    <a:pt x="43889" y="0"/>
                  </a:lnTo>
                  <a:close/>
                </a:path>
              </a:pathLst>
            </a:custGeom>
            <a:solidFill>
              <a:srgbClr val="8D3124"/>
            </a:solidFill>
          </p:spPr>
          <p:txBody>
            <a:bodyPr wrap="square" lIns="0" tIns="0" rIns="0" bIns="0" rtlCol="0"/>
            <a:lstStyle/>
            <a:p>
              <a:endParaRPr/>
            </a:p>
          </p:txBody>
        </p:sp>
        <p:sp>
          <p:nvSpPr>
            <p:cNvPr id="39" name="object 39"/>
            <p:cNvSpPr/>
            <p:nvPr/>
          </p:nvSpPr>
          <p:spPr>
            <a:xfrm>
              <a:off x="3998717" y="5224695"/>
              <a:ext cx="2606040" cy="360045"/>
            </a:xfrm>
            <a:custGeom>
              <a:avLst/>
              <a:gdLst/>
              <a:ahLst/>
              <a:cxnLst/>
              <a:rect l="l" t="t" r="r" b="b"/>
              <a:pathLst>
                <a:path w="2606040" h="360045">
                  <a:moveTo>
                    <a:pt x="1862562" y="0"/>
                  </a:moveTo>
                  <a:lnTo>
                    <a:pt x="1812222" y="9714"/>
                  </a:lnTo>
                  <a:lnTo>
                    <a:pt x="1761883" y="19429"/>
                  </a:lnTo>
                  <a:lnTo>
                    <a:pt x="1711543" y="29143"/>
                  </a:lnTo>
                  <a:lnTo>
                    <a:pt x="1661204" y="38858"/>
                  </a:lnTo>
                  <a:lnTo>
                    <a:pt x="1610864" y="48573"/>
                  </a:lnTo>
                  <a:lnTo>
                    <a:pt x="1560525" y="58287"/>
                  </a:lnTo>
                  <a:lnTo>
                    <a:pt x="1510185" y="68002"/>
                  </a:lnTo>
                  <a:lnTo>
                    <a:pt x="1459845" y="77717"/>
                  </a:lnTo>
                  <a:lnTo>
                    <a:pt x="1409506" y="87431"/>
                  </a:lnTo>
                  <a:lnTo>
                    <a:pt x="1359166" y="97146"/>
                  </a:lnTo>
                  <a:lnTo>
                    <a:pt x="1308827" y="106861"/>
                  </a:lnTo>
                  <a:lnTo>
                    <a:pt x="1258487" y="116575"/>
                  </a:lnTo>
                  <a:lnTo>
                    <a:pt x="1208148" y="126290"/>
                  </a:lnTo>
                  <a:lnTo>
                    <a:pt x="1157808" y="136004"/>
                  </a:lnTo>
                  <a:lnTo>
                    <a:pt x="1107469" y="145719"/>
                  </a:lnTo>
                  <a:lnTo>
                    <a:pt x="1057129" y="155434"/>
                  </a:lnTo>
                  <a:lnTo>
                    <a:pt x="1006790" y="165148"/>
                  </a:lnTo>
                  <a:lnTo>
                    <a:pt x="956450" y="174863"/>
                  </a:lnTo>
                  <a:lnTo>
                    <a:pt x="906111" y="184578"/>
                  </a:lnTo>
                  <a:lnTo>
                    <a:pt x="855771" y="194292"/>
                  </a:lnTo>
                  <a:lnTo>
                    <a:pt x="805431" y="204007"/>
                  </a:lnTo>
                  <a:lnTo>
                    <a:pt x="755092" y="213722"/>
                  </a:lnTo>
                  <a:lnTo>
                    <a:pt x="704752" y="223436"/>
                  </a:lnTo>
                  <a:lnTo>
                    <a:pt x="654413" y="233151"/>
                  </a:lnTo>
                  <a:lnTo>
                    <a:pt x="604073" y="242866"/>
                  </a:lnTo>
                  <a:lnTo>
                    <a:pt x="553734" y="252580"/>
                  </a:lnTo>
                  <a:lnTo>
                    <a:pt x="503394" y="262295"/>
                  </a:lnTo>
                  <a:lnTo>
                    <a:pt x="453055" y="272010"/>
                  </a:lnTo>
                  <a:lnTo>
                    <a:pt x="402715" y="281724"/>
                  </a:lnTo>
                  <a:lnTo>
                    <a:pt x="352376" y="291439"/>
                  </a:lnTo>
                  <a:lnTo>
                    <a:pt x="302036" y="301154"/>
                  </a:lnTo>
                  <a:lnTo>
                    <a:pt x="251697" y="310868"/>
                  </a:lnTo>
                  <a:lnTo>
                    <a:pt x="201357" y="320583"/>
                  </a:lnTo>
                  <a:lnTo>
                    <a:pt x="151018" y="330297"/>
                  </a:lnTo>
                  <a:lnTo>
                    <a:pt x="100678" y="340012"/>
                  </a:lnTo>
                  <a:lnTo>
                    <a:pt x="50339" y="349727"/>
                  </a:lnTo>
                  <a:lnTo>
                    <a:pt x="0" y="359441"/>
                  </a:lnTo>
                </a:path>
                <a:path w="2606040" h="360045">
                  <a:moveTo>
                    <a:pt x="2156849" y="49519"/>
                  </a:moveTo>
                  <a:lnTo>
                    <a:pt x="2201763" y="75522"/>
                  </a:lnTo>
                  <a:lnTo>
                    <a:pt x="2246678" y="101525"/>
                  </a:lnTo>
                  <a:lnTo>
                    <a:pt x="2291592" y="127528"/>
                  </a:lnTo>
                  <a:lnTo>
                    <a:pt x="2336507" y="153531"/>
                  </a:lnTo>
                  <a:lnTo>
                    <a:pt x="2381421" y="179534"/>
                  </a:lnTo>
                  <a:lnTo>
                    <a:pt x="2426336" y="205537"/>
                  </a:lnTo>
                  <a:lnTo>
                    <a:pt x="2471250" y="231541"/>
                  </a:lnTo>
                  <a:lnTo>
                    <a:pt x="2516164" y="257544"/>
                  </a:lnTo>
                  <a:lnTo>
                    <a:pt x="2561079" y="283546"/>
                  </a:lnTo>
                  <a:lnTo>
                    <a:pt x="2605993" y="309549"/>
                  </a:lnTo>
                </a:path>
              </a:pathLst>
            </a:custGeom>
            <a:ln w="19074">
              <a:solidFill>
                <a:srgbClr val="000000"/>
              </a:solidFill>
            </a:ln>
          </p:spPr>
          <p:txBody>
            <a:bodyPr wrap="square" lIns="0" tIns="0" rIns="0" bIns="0" rtlCol="0"/>
            <a:lstStyle/>
            <a:p>
              <a:endParaRPr/>
            </a:p>
          </p:txBody>
        </p:sp>
        <p:sp>
          <p:nvSpPr>
            <p:cNvPr id="40" name="object 40"/>
            <p:cNvSpPr/>
            <p:nvPr/>
          </p:nvSpPr>
          <p:spPr>
            <a:xfrm>
              <a:off x="5862321" y="5038957"/>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6" y="225954"/>
                  </a:lnTo>
                  <a:lnTo>
                    <a:pt x="311046" y="179611"/>
                  </a:lnTo>
                  <a:lnTo>
                    <a:pt x="311046" y="131435"/>
                  </a:lnTo>
                  <a:lnTo>
                    <a:pt x="296296" y="85092"/>
                  </a:lnTo>
                  <a:lnTo>
                    <a:pt x="266798" y="44247"/>
                  </a:lnTo>
                  <a:lnTo>
                    <a:pt x="225954" y="14749"/>
                  </a:lnTo>
                  <a:lnTo>
                    <a:pt x="179611" y="0"/>
                  </a:lnTo>
                  <a:close/>
                </a:path>
              </a:pathLst>
            </a:custGeom>
            <a:solidFill>
              <a:srgbClr val="8D3124">
                <a:alpha val="32998"/>
              </a:srgbClr>
            </a:solidFill>
          </p:spPr>
          <p:txBody>
            <a:bodyPr wrap="square" lIns="0" tIns="0" rIns="0" bIns="0" rtlCol="0"/>
            <a:lstStyle/>
            <a:p>
              <a:endParaRPr/>
            </a:p>
          </p:txBody>
        </p:sp>
        <p:sp>
          <p:nvSpPr>
            <p:cNvPr id="41" name="object 41"/>
            <p:cNvSpPr/>
            <p:nvPr/>
          </p:nvSpPr>
          <p:spPr>
            <a:xfrm>
              <a:off x="5862322" y="5038958"/>
              <a:ext cx="311150" cy="311150"/>
            </a:xfrm>
            <a:custGeom>
              <a:avLst/>
              <a:gdLst/>
              <a:ahLst/>
              <a:cxnLst/>
              <a:rect l="l" t="t" r="r" b="b"/>
              <a:pathLst>
                <a:path w="311150" h="311150">
                  <a:moveTo>
                    <a:pt x="266798" y="44247"/>
                  </a:moveTo>
                  <a:lnTo>
                    <a:pt x="296296" y="85092"/>
                  </a:lnTo>
                  <a:lnTo>
                    <a:pt x="311046" y="131435"/>
                  </a:lnTo>
                  <a:lnTo>
                    <a:pt x="311046" y="179611"/>
                  </a:lnTo>
                  <a:lnTo>
                    <a:pt x="296296" y="225954"/>
                  </a:lnTo>
                  <a:lnTo>
                    <a:pt x="266798" y="266798"/>
                  </a:lnTo>
                  <a:lnTo>
                    <a:pt x="225953" y="296297"/>
                  </a:lnTo>
                  <a:lnTo>
                    <a:pt x="179611" y="311046"/>
                  </a:lnTo>
                  <a:lnTo>
                    <a:pt x="131435" y="311046"/>
                  </a:lnTo>
                  <a:lnTo>
                    <a:pt x="85092" y="296297"/>
                  </a:lnTo>
                  <a:lnTo>
                    <a:pt x="44248" y="266798"/>
                  </a:lnTo>
                  <a:lnTo>
                    <a:pt x="14749" y="225954"/>
                  </a:lnTo>
                  <a:lnTo>
                    <a:pt x="0" y="179611"/>
                  </a:lnTo>
                  <a:lnTo>
                    <a:pt x="0" y="131435"/>
                  </a:lnTo>
                  <a:lnTo>
                    <a:pt x="14749" y="85092"/>
                  </a:lnTo>
                  <a:lnTo>
                    <a:pt x="44248" y="44247"/>
                  </a:lnTo>
                  <a:lnTo>
                    <a:pt x="85092" y="14749"/>
                  </a:lnTo>
                  <a:lnTo>
                    <a:pt x="131435" y="0"/>
                  </a:lnTo>
                  <a:lnTo>
                    <a:pt x="179611" y="0"/>
                  </a:lnTo>
                  <a:lnTo>
                    <a:pt x="225953" y="14749"/>
                  </a:lnTo>
                  <a:lnTo>
                    <a:pt x="266798" y="44247"/>
                  </a:lnTo>
                </a:path>
              </a:pathLst>
            </a:custGeom>
            <a:ln w="9537">
              <a:solidFill>
                <a:srgbClr val="000000"/>
              </a:solidFill>
            </a:ln>
          </p:spPr>
          <p:txBody>
            <a:bodyPr wrap="square" lIns="0" tIns="0" rIns="0" bIns="0" rtlCol="0"/>
            <a:lstStyle/>
            <a:p>
              <a:endParaRPr/>
            </a:p>
          </p:txBody>
        </p:sp>
      </p:grpSp>
      <p:sp>
        <p:nvSpPr>
          <p:cNvPr id="42" name="object 42"/>
          <p:cNvSpPr txBox="1"/>
          <p:nvPr/>
        </p:nvSpPr>
        <p:spPr>
          <a:xfrm>
            <a:off x="5962227" y="5072101"/>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9</a:t>
            </a:r>
            <a:endParaRPr sz="1350">
              <a:latin typeface="Times New Roman"/>
              <a:cs typeface="Times New Roman"/>
            </a:endParaRPr>
          </a:p>
        </p:txBody>
      </p:sp>
      <p:grpSp>
        <p:nvGrpSpPr>
          <p:cNvPr id="43" name="object 43"/>
          <p:cNvGrpSpPr/>
          <p:nvPr/>
        </p:nvGrpSpPr>
        <p:grpSpPr>
          <a:xfrm>
            <a:off x="6472052" y="5453524"/>
            <a:ext cx="869950" cy="527050"/>
            <a:chOff x="6472052" y="5453524"/>
            <a:chExt cx="869950" cy="527050"/>
          </a:xfrm>
        </p:grpSpPr>
        <p:sp>
          <p:nvSpPr>
            <p:cNvPr id="44" name="object 44"/>
            <p:cNvSpPr/>
            <p:nvPr/>
          </p:nvSpPr>
          <p:spPr>
            <a:xfrm>
              <a:off x="6481894" y="5696605"/>
              <a:ext cx="850265" cy="274320"/>
            </a:xfrm>
            <a:custGeom>
              <a:avLst/>
              <a:gdLst/>
              <a:ahLst/>
              <a:cxnLst/>
              <a:rect l="l" t="t" r="r" b="b"/>
              <a:pathLst>
                <a:path w="850265" h="274320">
                  <a:moveTo>
                    <a:pt x="397064" y="0"/>
                  </a:moveTo>
                  <a:lnTo>
                    <a:pt x="442325" y="27394"/>
                  </a:lnTo>
                  <a:lnTo>
                    <a:pt x="487586" y="54789"/>
                  </a:lnTo>
                  <a:lnTo>
                    <a:pt x="532846" y="82184"/>
                  </a:lnTo>
                  <a:lnTo>
                    <a:pt x="578107" y="109579"/>
                  </a:lnTo>
                  <a:lnTo>
                    <a:pt x="623368" y="136974"/>
                  </a:lnTo>
                  <a:lnTo>
                    <a:pt x="668628" y="164368"/>
                  </a:lnTo>
                  <a:lnTo>
                    <a:pt x="713889" y="191763"/>
                  </a:lnTo>
                  <a:lnTo>
                    <a:pt x="759150" y="219157"/>
                  </a:lnTo>
                  <a:lnTo>
                    <a:pt x="804411" y="246552"/>
                  </a:lnTo>
                  <a:lnTo>
                    <a:pt x="849671" y="273946"/>
                  </a:lnTo>
                </a:path>
                <a:path w="850265" h="274320">
                  <a:moveTo>
                    <a:pt x="158954" y="40802"/>
                  </a:moveTo>
                  <a:lnTo>
                    <a:pt x="127163" y="79286"/>
                  </a:lnTo>
                  <a:lnTo>
                    <a:pt x="95372" y="117769"/>
                  </a:lnTo>
                  <a:lnTo>
                    <a:pt x="63581" y="156252"/>
                  </a:lnTo>
                  <a:lnTo>
                    <a:pt x="31791" y="194736"/>
                  </a:lnTo>
                  <a:lnTo>
                    <a:pt x="0" y="233219"/>
                  </a:lnTo>
                </a:path>
              </a:pathLst>
            </a:custGeom>
            <a:ln w="19074">
              <a:solidFill>
                <a:srgbClr val="000000"/>
              </a:solidFill>
            </a:ln>
          </p:spPr>
          <p:txBody>
            <a:bodyPr wrap="square" lIns="0" tIns="0" rIns="0" bIns="0" rtlCol="0"/>
            <a:lstStyle/>
            <a:p>
              <a:endParaRPr/>
            </a:p>
          </p:txBody>
        </p:sp>
        <p:sp>
          <p:nvSpPr>
            <p:cNvPr id="45" name="object 45"/>
            <p:cNvSpPr/>
            <p:nvPr/>
          </p:nvSpPr>
          <p:spPr>
            <a:xfrm>
              <a:off x="6587163" y="545860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46" name="object 46"/>
            <p:cNvSpPr/>
            <p:nvPr/>
          </p:nvSpPr>
          <p:spPr>
            <a:xfrm>
              <a:off x="6587164" y="545860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47" name="object 47"/>
          <p:cNvSpPr txBox="1"/>
          <p:nvPr/>
        </p:nvSpPr>
        <p:spPr>
          <a:xfrm>
            <a:off x="6647295" y="5491746"/>
            <a:ext cx="1847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11</a:t>
            </a:r>
            <a:endParaRPr sz="1350">
              <a:latin typeface="Times New Roman"/>
              <a:cs typeface="Times New Roman"/>
            </a:endParaRPr>
          </a:p>
        </p:txBody>
      </p:sp>
      <p:grpSp>
        <p:nvGrpSpPr>
          <p:cNvPr id="48" name="object 48"/>
          <p:cNvGrpSpPr/>
          <p:nvPr/>
        </p:nvGrpSpPr>
        <p:grpSpPr>
          <a:xfrm>
            <a:off x="3244595" y="5453524"/>
            <a:ext cx="2266950" cy="572135"/>
            <a:chOff x="3244595" y="5453524"/>
            <a:chExt cx="2266950" cy="572135"/>
          </a:xfrm>
        </p:grpSpPr>
        <p:sp>
          <p:nvSpPr>
            <p:cNvPr id="49" name="object 49"/>
            <p:cNvSpPr/>
            <p:nvPr/>
          </p:nvSpPr>
          <p:spPr>
            <a:xfrm>
              <a:off x="3254438" y="5651418"/>
              <a:ext cx="2247265" cy="364490"/>
            </a:xfrm>
            <a:custGeom>
              <a:avLst/>
              <a:gdLst/>
              <a:ahLst/>
              <a:cxnLst/>
              <a:rect l="l" t="t" r="r" b="b"/>
              <a:pathLst>
                <a:path w="2247265" h="364489">
                  <a:moveTo>
                    <a:pt x="452608" y="45187"/>
                  </a:moveTo>
                  <a:lnTo>
                    <a:pt x="407348" y="72582"/>
                  </a:lnTo>
                  <a:lnTo>
                    <a:pt x="362087" y="99977"/>
                  </a:lnTo>
                  <a:lnTo>
                    <a:pt x="316826" y="127371"/>
                  </a:lnTo>
                  <a:lnTo>
                    <a:pt x="271565" y="154766"/>
                  </a:lnTo>
                  <a:lnTo>
                    <a:pt x="226304" y="182161"/>
                  </a:lnTo>
                  <a:lnTo>
                    <a:pt x="181043" y="209556"/>
                  </a:lnTo>
                  <a:lnTo>
                    <a:pt x="135783" y="236950"/>
                  </a:lnTo>
                  <a:lnTo>
                    <a:pt x="90522" y="264345"/>
                  </a:lnTo>
                  <a:lnTo>
                    <a:pt x="45261" y="291740"/>
                  </a:lnTo>
                  <a:lnTo>
                    <a:pt x="0" y="319134"/>
                  </a:lnTo>
                </a:path>
                <a:path w="2247265" h="364489">
                  <a:moveTo>
                    <a:pt x="742908" y="0"/>
                  </a:moveTo>
                  <a:lnTo>
                    <a:pt x="793037" y="12136"/>
                  </a:lnTo>
                  <a:lnTo>
                    <a:pt x="843165" y="24272"/>
                  </a:lnTo>
                  <a:lnTo>
                    <a:pt x="893294" y="36409"/>
                  </a:lnTo>
                  <a:lnTo>
                    <a:pt x="943423" y="48545"/>
                  </a:lnTo>
                  <a:lnTo>
                    <a:pt x="993552" y="60681"/>
                  </a:lnTo>
                  <a:lnTo>
                    <a:pt x="1043681" y="72818"/>
                  </a:lnTo>
                  <a:lnTo>
                    <a:pt x="1093809" y="84954"/>
                  </a:lnTo>
                  <a:lnTo>
                    <a:pt x="1143938" y="97091"/>
                  </a:lnTo>
                  <a:lnTo>
                    <a:pt x="1194067" y="109227"/>
                  </a:lnTo>
                  <a:lnTo>
                    <a:pt x="1244196" y="121363"/>
                  </a:lnTo>
                  <a:lnTo>
                    <a:pt x="1294324" y="133500"/>
                  </a:lnTo>
                  <a:lnTo>
                    <a:pt x="1344453" y="145636"/>
                  </a:lnTo>
                  <a:lnTo>
                    <a:pt x="1394582" y="157773"/>
                  </a:lnTo>
                  <a:lnTo>
                    <a:pt x="1444711" y="169909"/>
                  </a:lnTo>
                  <a:lnTo>
                    <a:pt x="1494840" y="182046"/>
                  </a:lnTo>
                  <a:lnTo>
                    <a:pt x="1544968" y="194182"/>
                  </a:lnTo>
                  <a:lnTo>
                    <a:pt x="1595097" y="206319"/>
                  </a:lnTo>
                  <a:lnTo>
                    <a:pt x="1645226" y="218455"/>
                  </a:lnTo>
                  <a:lnTo>
                    <a:pt x="1695355" y="230592"/>
                  </a:lnTo>
                  <a:lnTo>
                    <a:pt x="1745484" y="242728"/>
                  </a:lnTo>
                  <a:lnTo>
                    <a:pt x="1795612" y="254865"/>
                  </a:lnTo>
                  <a:lnTo>
                    <a:pt x="1845741" y="267001"/>
                  </a:lnTo>
                  <a:lnTo>
                    <a:pt x="1895870" y="279138"/>
                  </a:lnTo>
                  <a:lnTo>
                    <a:pt x="1945999" y="291274"/>
                  </a:lnTo>
                  <a:lnTo>
                    <a:pt x="1996127" y="303410"/>
                  </a:lnTo>
                  <a:lnTo>
                    <a:pt x="2046256" y="315547"/>
                  </a:lnTo>
                  <a:lnTo>
                    <a:pt x="2096385" y="327683"/>
                  </a:lnTo>
                  <a:lnTo>
                    <a:pt x="2146514" y="339820"/>
                  </a:lnTo>
                  <a:lnTo>
                    <a:pt x="2196643" y="351956"/>
                  </a:lnTo>
                  <a:lnTo>
                    <a:pt x="2246771" y="364093"/>
                  </a:lnTo>
                </a:path>
              </a:pathLst>
            </a:custGeom>
            <a:ln w="19074">
              <a:solidFill>
                <a:srgbClr val="000000"/>
              </a:solidFill>
            </a:ln>
          </p:spPr>
          <p:txBody>
            <a:bodyPr wrap="square" lIns="0" tIns="0" rIns="0" bIns="0" rtlCol="0"/>
            <a:lstStyle/>
            <a:p>
              <a:endParaRPr/>
            </a:p>
          </p:txBody>
        </p:sp>
        <p:sp>
          <p:nvSpPr>
            <p:cNvPr id="50" name="object 50"/>
            <p:cNvSpPr/>
            <p:nvPr/>
          </p:nvSpPr>
          <p:spPr>
            <a:xfrm>
              <a:off x="3687794" y="5458603"/>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7"/>
                  </a:lnTo>
                  <a:lnTo>
                    <a:pt x="225953" y="14749"/>
                  </a:lnTo>
                  <a:lnTo>
                    <a:pt x="179610" y="0"/>
                  </a:lnTo>
                  <a:close/>
                </a:path>
              </a:pathLst>
            </a:custGeom>
            <a:solidFill>
              <a:srgbClr val="FFFFFF"/>
            </a:solidFill>
          </p:spPr>
          <p:txBody>
            <a:bodyPr wrap="square" lIns="0" tIns="0" rIns="0" bIns="0" rtlCol="0"/>
            <a:lstStyle/>
            <a:p>
              <a:endParaRPr/>
            </a:p>
          </p:txBody>
        </p:sp>
        <p:sp>
          <p:nvSpPr>
            <p:cNvPr id="51" name="object 51"/>
            <p:cNvSpPr/>
            <p:nvPr/>
          </p:nvSpPr>
          <p:spPr>
            <a:xfrm>
              <a:off x="3687794" y="545860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52" name="object 52"/>
          <p:cNvSpPr txBox="1"/>
          <p:nvPr/>
        </p:nvSpPr>
        <p:spPr>
          <a:xfrm>
            <a:off x="3787699" y="5491746"/>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3</a:t>
            </a:r>
            <a:endParaRPr sz="1350">
              <a:latin typeface="Times New Roman"/>
              <a:cs typeface="Times New Roman"/>
            </a:endParaRPr>
          </a:p>
        </p:txBody>
      </p:sp>
      <p:grpSp>
        <p:nvGrpSpPr>
          <p:cNvPr id="53" name="object 53"/>
          <p:cNvGrpSpPr/>
          <p:nvPr/>
        </p:nvGrpSpPr>
        <p:grpSpPr>
          <a:xfrm>
            <a:off x="4350132" y="5892244"/>
            <a:ext cx="1466215" cy="520065"/>
            <a:chOff x="4350132" y="5892244"/>
            <a:chExt cx="1466215" cy="520065"/>
          </a:xfrm>
        </p:grpSpPr>
        <p:sp>
          <p:nvSpPr>
            <p:cNvPr id="54" name="object 54"/>
            <p:cNvSpPr/>
            <p:nvPr/>
          </p:nvSpPr>
          <p:spPr>
            <a:xfrm>
              <a:off x="4359975" y="6094298"/>
              <a:ext cx="1142365" cy="307975"/>
            </a:xfrm>
            <a:custGeom>
              <a:avLst/>
              <a:gdLst/>
              <a:ahLst/>
              <a:cxnLst/>
              <a:rect l="l" t="t" r="r" b="b"/>
              <a:pathLst>
                <a:path w="1142364" h="307975">
                  <a:moveTo>
                    <a:pt x="1141782" y="0"/>
                  </a:moveTo>
                  <a:lnTo>
                    <a:pt x="1092139" y="13390"/>
                  </a:lnTo>
                  <a:lnTo>
                    <a:pt x="1042497" y="26780"/>
                  </a:lnTo>
                  <a:lnTo>
                    <a:pt x="992854" y="40170"/>
                  </a:lnTo>
                  <a:lnTo>
                    <a:pt x="943211" y="53561"/>
                  </a:lnTo>
                  <a:lnTo>
                    <a:pt x="893568" y="66951"/>
                  </a:lnTo>
                  <a:lnTo>
                    <a:pt x="843926" y="80341"/>
                  </a:lnTo>
                  <a:lnTo>
                    <a:pt x="794283" y="93732"/>
                  </a:lnTo>
                  <a:lnTo>
                    <a:pt x="744640" y="107122"/>
                  </a:lnTo>
                  <a:lnTo>
                    <a:pt x="694998" y="120513"/>
                  </a:lnTo>
                  <a:lnTo>
                    <a:pt x="645355" y="133903"/>
                  </a:lnTo>
                  <a:lnTo>
                    <a:pt x="595712" y="147294"/>
                  </a:lnTo>
                  <a:lnTo>
                    <a:pt x="546069" y="160684"/>
                  </a:lnTo>
                  <a:lnTo>
                    <a:pt x="496427" y="174074"/>
                  </a:lnTo>
                  <a:lnTo>
                    <a:pt x="446784" y="187465"/>
                  </a:lnTo>
                  <a:lnTo>
                    <a:pt x="397141" y="200855"/>
                  </a:lnTo>
                  <a:lnTo>
                    <a:pt x="347499" y="214246"/>
                  </a:lnTo>
                  <a:lnTo>
                    <a:pt x="297856" y="227636"/>
                  </a:lnTo>
                  <a:lnTo>
                    <a:pt x="248213" y="241027"/>
                  </a:lnTo>
                  <a:lnTo>
                    <a:pt x="198571" y="254417"/>
                  </a:lnTo>
                  <a:lnTo>
                    <a:pt x="148928" y="267808"/>
                  </a:lnTo>
                  <a:lnTo>
                    <a:pt x="99285" y="281198"/>
                  </a:lnTo>
                  <a:lnTo>
                    <a:pt x="49642" y="294589"/>
                  </a:lnTo>
                  <a:lnTo>
                    <a:pt x="0" y="307979"/>
                  </a:lnTo>
                </a:path>
              </a:pathLst>
            </a:custGeom>
            <a:ln w="19074">
              <a:solidFill>
                <a:srgbClr val="000000"/>
              </a:solidFill>
            </a:ln>
          </p:spPr>
          <p:txBody>
            <a:bodyPr wrap="square" lIns="0" tIns="0" rIns="0" bIns="0" rtlCol="0"/>
            <a:lstStyle/>
            <a:p>
              <a:endParaRPr/>
            </a:p>
          </p:txBody>
        </p:sp>
        <p:sp>
          <p:nvSpPr>
            <p:cNvPr id="55" name="object 55"/>
            <p:cNvSpPr/>
            <p:nvPr/>
          </p:nvSpPr>
          <p:spPr>
            <a:xfrm>
              <a:off x="5499900" y="589732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56" name="object 56"/>
            <p:cNvSpPr/>
            <p:nvPr/>
          </p:nvSpPr>
          <p:spPr>
            <a:xfrm>
              <a:off x="5499901" y="5897324"/>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grpSp>
      <p:sp>
        <p:nvSpPr>
          <p:cNvPr id="57" name="object 57"/>
          <p:cNvSpPr txBox="1"/>
          <p:nvPr/>
        </p:nvSpPr>
        <p:spPr>
          <a:xfrm>
            <a:off x="5599804" y="5930467"/>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8</a:t>
            </a:r>
            <a:endParaRPr sz="1350">
              <a:latin typeface="Times New Roman"/>
              <a:cs typeface="Times New Roman"/>
            </a:endParaRPr>
          </a:p>
        </p:txBody>
      </p:sp>
      <p:grpSp>
        <p:nvGrpSpPr>
          <p:cNvPr id="58" name="object 58"/>
          <p:cNvGrpSpPr/>
          <p:nvPr/>
        </p:nvGrpSpPr>
        <p:grpSpPr>
          <a:xfrm>
            <a:off x="6219663" y="5892244"/>
            <a:ext cx="321310" cy="321310"/>
            <a:chOff x="6219663" y="5892244"/>
            <a:chExt cx="321310" cy="321310"/>
          </a:xfrm>
        </p:grpSpPr>
        <p:sp>
          <p:nvSpPr>
            <p:cNvPr id="59" name="object 59"/>
            <p:cNvSpPr/>
            <p:nvPr/>
          </p:nvSpPr>
          <p:spPr>
            <a:xfrm>
              <a:off x="6224743" y="5897323"/>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60" name="object 60"/>
            <p:cNvSpPr/>
            <p:nvPr/>
          </p:nvSpPr>
          <p:spPr>
            <a:xfrm>
              <a:off x="6224743" y="5897324"/>
              <a:ext cx="311150" cy="311150"/>
            </a:xfrm>
            <a:custGeom>
              <a:avLst/>
              <a:gdLst/>
              <a:ahLst/>
              <a:cxnLst/>
              <a:rect l="l" t="t" r="r" b="b"/>
              <a:pathLst>
                <a:path w="311150" h="311150">
                  <a:moveTo>
                    <a:pt x="266798" y="44248"/>
                  </a:moveTo>
                  <a:lnTo>
                    <a:pt x="296297" y="85092"/>
                  </a:lnTo>
                  <a:lnTo>
                    <a:pt x="311047" y="131435"/>
                  </a:lnTo>
                  <a:lnTo>
                    <a:pt x="311047" y="179611"/>
                  </a:lnTo>
                  <a:lnTo>
                    <a:pt x="296297"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grpSp>
      <p:sp>
        <p:nvSpPr>
          <p:cNvPr id="61" name="object 61"/>
          <p:cNvSpPr txBox="1"/>
          <p:nvPr/>
        </p:nvSpPr>
        <p:spPr>
          <a:xfrm>
            <a:off x="6281730" y="5930467"/>
            <a:ext cx="1974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10</a:t>
            </a:r>
            <a:endParaRPr sz="1350">
              <a:latin typeface="Times New Roman"/>
              <a:cs typeface="Times New Roman"/>
            </a:endParaRPr>
          </a:p>
        </p:txBody>
      </p:sp>
      <p:grpSp>
        <p:nvGrpSpPr>
          <p:cNvPr id="62" name="object 62"/>
          <p:cNvGrpSpPr/>
          <p:nvPr/>
        </p:nvGrpSpPr>
        <p:grpSpPr>
          <a:xfrm>
            <a:off x="7213807" y="5892244"/>
            <a:ext cx="414655" cy="395605"/>
            <a:chOff x="7213807" y="5892244"/>
            <a:chExt cx="414655" cy="395605"/>
          </a:xfrm>
        </p:grpSpPr>
        <p:sp>
          <p:nvSpPr>
            <p:cNvPr id="63" name="object 63"/>
            <p:cNvSpPr/>
            <p:nvPr/>
          </p:nvSpPr>
          <p:spPr>
            <a:xfrm>
              <a:off x="7223650" y="6162003"/>
              <a:ext cx="125730" cy="115570"/>
            </a:xfrm>
            <a:custGeom>
              <a:avLst/>
              <a:gdLst/>
              <a:ahLst/>
              <a:cxnLst/>
              <a:rect l="l" t="t" r="r" b="b"/>
              <a:pathLst>
                <a:path w="125729" h="115570">
                  <a:moveTo>
                    <a:pt x="125370" y="0"/>
                  </a:moveTo>
                  <a:lnTo>
                    <a:pt x="94027" y="28867"/>
                  </a:lnTo>
                  <a:lnTo>
                    <a:pt x="62685" y="57735"/>
                  </a:lnTo>
                  <a:lnTo>
                    <a:pt x="31342" y="86603"/>
                  </a:lnTo>
                  <a:lnTo>
                    <a:pt x="0" y="115471"/>
                  </a:lnTo>
                </a:path>
              </a:pathLst>
            </a:custGeom>
            <a:ln w="19074">
              <a:solidFill>
                <a:srgbClr val="000000"/>
              </a:solidFill>
            </a:ln>
          </p:spPr>
          <p:txBody>
            <a:bodyPr wrap="square" lIns="0" tIns="0" rIns="0" bIns="0" rtlCol="0"/>
            <a:lstStyle/>
            <a:p>
              <a:endParaRPr/>
            </a:p>
          </p:txBody>
        </p:sp>
        <p:sp>
          <p:nvSpPr>
            <p:cNvPr id="64" name="object 64"/>
            <p:cNvSpPr/>
            <p:nvPr/>
          </p:nvSpPr>
          <p:spPr>
            <a:xfrm>
              <a:off x="7312006" y="5897323"/>
              <a:ext cx="311150" cy="311150"/>
            </a:xfrm>
            <a:custGeom>
              <a:avLst/>
              <a:gdLst/>
              <a:ahLst/>
              <a:cxnLst/>
              <a:rect l="l" t="t" r="r" b="b"/>
              <a:pathLst>
                <a:path w="311150" h="311150">
                  <a:moveTo>
                    <a:pt x="179611" y="0"/>
                  </a:moveTo>
                  <a:lnTo>
                    <a:pt x="131436" y="0"/>
                  </a:lnTo>
                  <a:lnTo>
                    <a:pt x="85093" y="14749"/>
                  </a:lnTo>
                  <a:lnTo>
                    <a:pt x="44248" y="44247"/>
                  </a:lnTo>
                  <a:lnTo>
                    <a:pt x="14749" y="85092"/>
                  </a:lnTo>
                  <a:lnTo>
                    <a:pt x="0" y="131435"/>
                  </a:lnTo>
                  <a:lnTo>
                    <a:pt x="0" y="179611"/>
                  </a:lnTo>
                  <a:lnTo>
                    <a:pt x="14749" y="225954"/>
                  </a:lnTo>
                  <a:lnTo>
                    <a:pt x="44248" y="266798"/>
                  </a:lnTo>
                  <a:lnTo>
                    <a:pt x="85093" y="296297"/>
                  </a:lnTo>
                  <a:lnTo>
                    <a:pt x="131436"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65" name="object 65"/>
            <p:cNvSpPr/>
            <p:nvPr/>
          </p:nvSpPr>
          <p:spPr>
            <a:xfrm>
              <a:off x="7312007" y="589732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66" name="object 66"/>
          <p:cNvSpPr txBox="1"/>
          <p:nvPr/>
        </p:nvSpPr>
        <p:spPr>
          <a:xfrm>
            <a:off x="7368993" y="5930467"/>
            <a:ext cx="1974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13</a:t>
            </a:r>
            <a:endParaRPr sz="1350">
              <a:latin typeface="Times New Roman"/>
              <a:cs typeface="Times New Roman"/>
            </a:endParaRPr>
          </a:p>
        </p:txBody>
      </p:sp>
      <p:grpSp>
        <p:nvGrpSpPr>
          <p:cNvPr id="67" name="object 67"/>
          <p:cNvGrpSpPr/>
          <p:nvPr/>
        </p:nvGrpSpPr>
        <p:grpSpPr>
          <a:xfrm>
            <a:off x="6944505" y="6226053"/>
            <a:ext cx="321310" cy="321310"/>
            <a:chOff x="6944505" y="6226053"/>
            <a:chExt cx="321310" cy="321310"/>
          </a:xfrm>
        </p:grpSpPr>
        <p:sp>
          <p:nvSpPr>
            <p:cNvPr id="68" name="object 68"/>
            <p:cNvSpPr/>
            <p:nvPr/>
          </p:nvSpPr>
          <p:spPr>
            <a:xfrm>
              <a:off x="6949585" y="6231133"/>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69" name="object 69"/>
            <p:cNvSpPr/>
            <p:nvPr/>
          </p:nvSpPr>
          <p:spPr>
            <a:xfrm>
              <a:off x="6949585" y="6231133"/>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70" name="object 70"/>
          <p:cNvSpPr txBox="1"/>
          <p:nvPr/>
        </p:nvSpPr>
        <p:spPr>
          <a:xfrm>
            <a:off x="7006572" y="6264276"/>
            <a:ext cx="1974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12</a:t>
            </a:r>
            <a:endParaRPr sz="1350">
              <a:latin typeface="Times New Roman"/>
              <a:cs typeface="Times New Roman"/>
            </a:endParaRPr>
          </a:p>
        </p:txBody>
      </p:sp>
      <p:grpSp>
        <p:nvGrpSpPr>
          <p:cNvPr id="71" name="object 71"/>
          <p:cNvGrpSpPr/>
          <p:nvPr/>
        </p:nvGrpSpPr>
        <p:grpSpPr>
          <a:xfrm>
            <a:off x="4343038" y="6499867"/>
            <a:ext cx="854075" cy="568325"/>
            <a:chOff x="4343038" y="6499867"/>
            <a:chExt cx="854075" cy="568325"/>
          </a:xfrm>
        </p:grpSpPr>
        <p:sp>
          <p:nvSpPr>
            <p:cNvPr id="72" name="object 72"/>
            <p:cNvSpPr/>
            <p:nvPr/>
          </p:nvSpPr>
          <p:spPr>
            <a:xfrm>
              <a:off x="4352881" y="6509709"/>
              <a:ext cx="834390" cy="548640"/>
            </a:xfrm>
            <a:custGeom>
              <a:avLst/>
              <a:gdLst/>
              <a:ahLst/>
              <a:cxnLst/>
              <a:rect l="l" t="t" r="r" b="b"/>
              <a:pathLst>
                <a:path w="834389" h="548640">
                  <a:moveTo>
                    <a:pt x="0" y="0"/>
                  </a:moveTo>
                  <a:lnTo>
                    <a:pt x="47820" y="21393"/>
                  </a:lnTo>
                  <a:lnTo>
                    <a:pt x="95640" y="42786"/>
                  </a:lnTo>
                  <a:lnTo>
                    <a:pt x="143460" y="64179"/>
                  </a:lnTo>
                  <a:lnTo>
                    <a:pt x="191281" y="85572"/>
                  </a:lnTo>
                  <a:lnTo>
                    <a:pt x="239101" y="106966"/>
                  </a:lnTo>
                  <a:lnTo>
                    <a:pt x="286922" y="128359"/>
                  </a:lnTo>
                  <a:lnTo>
                    <a:pt x="334742" y="149752"/>
                  </a:lnTo>
                  <a:lnTo>
                    <a:pt x="382562" y="171146"/>
                  </a:lnTo>
                  <a:lnTo>
                    <a:pt x="430382" y="192539"/>
                  </a:lnTo>
                </a:path>
                <a:path w="834389" h="548640">
                  <a:moveTo>
                    <a:pt x="471511" y="378605"/>
                  </a:moveTo>
                  <a:lnTo>
                    <a:pt x="433973" y="421082"/>
                  </a:lnTo>
                  <a:lnTo>
                    <a:pt x="396435" y="463559"/>
                  </a:lnTo>
                  <a:lnTo>
                    <a:pt x="358897" y="506036"/>
                  </a:lnTo>
                  <a:lnTo>
                    <a:pt x="321359" y="548513"/>
                  </a:lnTo>
                </a:path>
                <a:path w="834389" h="548640">
                  <a:moveTo>
                    <a:pt x="683890" y="378605"/>
                  </a:moveTo>
                  <a:lnTo>
                    <a:pt x="721364" y="421009"/>
                  </a:lnTo>
                  <a:lnTo>
                    <a:pt x="758837" y="463414"/>
                  </a:lnTo>
                  <a:lnTo>
                    <a:pt x="796311" y="505818"/>
                  </a:lnTo>
                  <a:lnTo>
                    <a:pt x="833785" y="548222"/>
                  </a:lnTo>
                </a:path>
              </a:pathLst>
            </a:custGeom>
            <a:ln w="19074">
              <a:solidFill>
                <a:srgbClr val="000000"/>
              </a:solidFill>
            </a:ln>
          </p:spPr>
          <p:txBody>
            <a:bodyPr wrap="square" lIns="0" tIns="0" rIns="0" bIns="0" rtlCol="0"/>
            <a:lstStyle/>
            <a:p>
              <a:endParaRPr/>
            </a:p>
          </p:txBody>
        </p:sp>
        <p:sp>
          <p:nvSpPr>
            <p:cNvPr id="73" name="object 73"/>
            <p:cNvSpPr/>
            <p:nvPr/>
          </p:nvSpPr>
          <p:spPr>
            <a:xfrm>
              <a:off x="4775058" y="6612629"/>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74" name="object 74"/>
            <p:cNvSpPr/>
            <p:nvPr/>
          </p:nvSpPr>
          <p:spPr>
            <a:xfrm>
              <a:off x="4775058" y="6612630"/>
              <a:ext cx="311150" cy="311150"/>
            </a:xfrm>
            <a:custGeom>
              <a:avLst/>
              <a:gdLst/>
              <a:ahLst/>
              <a:cxnLst/>
              <a:rect l="l" t="t" r="r" b="b"/>
              <a:pathLst>
                <a:path w="311150" h="311150">
                  <a:moveTo>
                    <a:pt x="266798" y="44248"/>
                  </a:moveTo>
                  <a:lnTo>
                    <a:pt x="296297" y="85092"/>
                  </a:lnTo>
                  <a:lnTo>
                    <a:pt x="311046" y="131435"/>
                  </a:lnTo>
                  <a:lnTo>
                    <a:pt x="311046" y="179611"/>
                  </a:lnTo>
                  <a:lnTo>
                    <a:pt x="296297" y="225953"/>
                  </a:lnTo>
                  <a:lnTo>
                    <a:pt x="266798"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75" name="object 75"/>
          <p:cNvSpPr txBox="1"/>
          <p:nvPr/>
        </p:nvSpPr>
        <p:spPr>
          <a:xfrm>
            <a:off x="4874962" y="6645772"/>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6</a:t>
            </a:r>
            <a:endParaRPr sz="1350">
              <a:latin typeface="Times New Roman"/>
              <a:cs typeface="Times New Roman"/>
            </a:endParaRPr>
          </a:p>
        </p:txBody>
      </p:sp>
      <p:grpSp>
        <p:nvGrpSpPr>
          <p:cNvPr id="76" name="object 76"/>
          <p:cNvGrpSpPr/>
          <p:nvPr/>
        </p:nvGrpSpPr>
        <p:grpSpPr>
          <a:xfrm>
            <a:off x="5132399" y="7017658"/>
            <a:ext cx="321310" cy="321310"/>
            <a:chOff x="5132399" y="7017658"/>
            <a:chExt cx="321310" cy="321310"/>
          </a:xfrm>
        </p:grpSpPr>
        <p:sp>
          <p:nvSpPr>
            <p:cNvPr id="77" name="object 77"/>
            <p:cNvSpPr/>
            <p:nvPr/>
          </p:nvSpPr>
          <p:spPr>
            <a:xfrm>
              <a:off x="5137479" y="7022737"/>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78" name="object 78"/>
            <p:cNvSpPr/>
            <p:nvPr/>
          </p:nvSpPr>
          <p:spPr>
            <a:xfrm>
              <a:off x="5137479" y="7022738"/>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grpSp>
      <p:sp>
        <p:nvSpPr>
          <p:cNvPr id="79" name="object 79"/>
          <p:cNvSpPr txBox="1"/>
          <p:nvPr/>
        </p:nvSpPr>
        <p:spPr>
          <a:xfrm>
            <a:off x="5237383" y="7055880"/>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7</a:t>
            </a:r>
            <a:endParaRPr sz="1350">
              <a:latin typeface="Times New Roman"/>
              <a:cs typeface="Times New Roman"/>
            </a:endParaRPr>
          </a:p>
        </p:txBody>
      </p:sp>
      <p:grpSp>
        <p:nvGrpSpPr>
          <p:cNvPr id="80" name="object 80"/>
          <p:cNvGrpSpPr/>
          <p:nvPr/>
        </p:nvGrpSpPr>
        <p:grpSpPr>
          <a:xfrm>
            <a:off x="4407556" y="7017658"/>
            <a:ext cx="321310" cy="321310"/>
            <a:chOff x="4407556" y="7017658"/>
            <a:chExt cx="321310" cy="321310"/>
          </a:xfrm>
        </p:grpSpPr>
        <p:sp>
          <p:nvSpPr>
            <p:cNvPr id="81" name="object 81"/>
            <p:cNvSpPr/>
            <p:nvPr/>
          </p:nvSpPr>
          <p:spPr>
            <a:xfrm>
              <a:off x="4412636" y="7022737"/>
              <a:ext cx="311150" cy="311150"/>
            </a:xfrm>
            <a:custGeom>
              <a:avLst/>
              <a:gdLst/>
              <a:ahLst/>
              <a:cxnLst/>
              <a:rect l="l" t="t" r="r" b="b"/>
              <a:pathLst>
                <a:path w="311150" h="311150">
                  <a:moveTo>
                    <a:pt x="179610" y="0"/>
                  </a:moveTo>
                  <a:lnTo>
                    <a:pt x="131434" y="0"/>
                  </a:lnTo>
                  <a:lnTo>
                    <a:pt x="85092" y="14749"/>
                  </a:lnTo>
                  <a:lnTo>
                    <a:pt x="44247" y="44248"/>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8"/>
                  </a:lnTo>
                  <a:lnTo>
                    <a:pt x="225953" y="14749"/>
                  </a:lnTo>
                  <a:lnTo>
                    <a:pt x="179610" y="0"/>
                  </a:lnTo>
                  <a:close/>
                </a:path>
              </a:pathLst>
            </a:custGeom>
            <a:solidFill>
              <a:srgbClr val="FFFFFF"/>
            </a:solidFill>
          </p:spPr>
          <p:txBody>
            <a:bodyPr wrap="square" lIns="0" tIns="0" rIns="0" bIns="0" rtlCol="0"/>
            <a:lstStyle/>
            <a:p>
              <a:endParaRPr/>
            </a:p>
          </p:txBody>
        </p:sp>
        <p:sp>
          <p:nvSpPr>
            <p:cNvPr id="82" name="object 82"/>
            <p:cNvSpPr/>
            <p:nvPr/>
          </p:nvSpPr>
          <p:spPr>
            <a:xfrm>
              <a:off x="4412636" y="702273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83" name="object 83"/>
          <p:cNvSpPr txBox="1"/>
          <p:nvPr/>
        </p:nvSpPr>
        <p:spPr>
          <a:xfrm>
            <a:off x="4512541" y="7055880"/>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5</a:t>
            </a:r>
            <a:endParaRPr sz="1350">
              <a:latin typeface="Times New Roman"/>
              <a:cs typeface="Times New Roman"/>
            </a:endParaRPr>
          </a:p>
        </p:txBody>
      </p:sp>
      <p:grpSp>
        <p:nvGrpSpPr>
          <p:cNvPr id="84" name="object 84"/>
          <p:cNvGrpSpPr/>
          <p:nvPr/>
        </p:nvGrpSpPr>
        <p:grpSpPr>
          <a:xfrm>
            <a:off x="4045135" y="6283278"/>
            <a:ext cx="321310" cy="321310"/>
            <a:chOff x="4045135" y="6283278"/>
            <a:chExt cx="321310" cy="321310"/>
          </a:xfrm>
        </p:grpSpPr>
        <p:sp>
          <p:nvSpPr>
            <p:cNvPr id="85" name="object 85"/>
            <p:cNvSpPr/>
            <p:nvPr/>
          </p:nvSpPr>
          <p:spPr>
            <a:xfrm>
              <a:off x="4050215" y="6288358"/>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4"/>
                  </a:lnTo>
                  <a:lnTo>
                    <a:pt x="0" y="179610"/>
                  </a:lnTo>
                  <a:lnTo>
                    <a:pt x="14749" y="225953"/>
                  </a:lnTo>
                  <a:lnTo>
                    <a:pt x="44247" y="266797"/>
                  </a:lnTo>
                  <a:lnTo>
                    <a:pt x="85092" y="296296"/>
                  </a:lnTo>
                  <a:lnTo>
                    <a:pt x="131434" y="311046"/>
                  </a:lnTo>
                  <a:lnTo>
                    <a:pt x="179610" y="311046"/>
                  </a:lnTo>
                  <a:lnTo>
                    <a:pt x="225953" y="296296"/>
                  </a:lnTo>
                  <a:lnTo>
                    <a:pt x="266798" y="266797"/>
                  </a:lnTo>
                  <a:lnTo>
                    <a:pt x="296297" y="225953"/>
                  </a:lnTo>
                  <a:lnTo>
                    <a:pt x="311046" y="179610"/>
                  </a:lnTo>
                  <a:lnTo>
                    <a:pt x="311046" y="131434"/>
                  </a:lnTo>
                  <a:lnTo>
                    <a:pt x="296297" y="85092"/>
                  </a:lnTo>
                  <a:lnTo>
                    <a:pt x="266798" y="44247"/>
                  </a:lnTo>
                  <a:lnTo>
                    <a:pt x="225953" y="14749"/>
                  </a:lnTo>
                  <a:lnTo>
                    <a:pt x="179610" y="0"/>
                  </a:lnTo>
                  <a:close/>
                </a:path>
              </a:pathLst>
            </a:custGeom>
            <a:solidFill>
              <a:srgbClr val="FFFFFF"/>
            </a:solidFill>
          </p:spPr>
          <p:txBody>
            <a:bodyPr wrap="square" lIns="0" tIns="0" rIns="0" bIns="0" rtlCol="0"/>
            <a:lstStyle/>
            <a:p>
              <a:endParaRPr/>
            </a:p>
          </p:txBody>
        </p:sp>
        <p:sp>
          <p:nvSpPr>
            <p:cNvPr id="86" name="object 86"/>
            <p:cNvSpPr/>
            <p:nvPr/>
          </p:nvSpPr>
          <p:spPr>
            <a:xfrm>
              <a:off x="4050215"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87" name="object 87"/>
          <p:cNvSpPr txBox="1"/>
          <p:nvPr/>
        </p:nvSpPr>
        <p:spPr>
          <a:xfrm>
            <a:off x="4150120" y="6321500"/>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4</a:t>
            </a:r>
            <a:endParaRPr sz="1350">
              <a:latin typeface="Times New Roman"/>
              <a:cs typeface="Times New Roman"/>
            </a:endParaRPr>
          </a:p>
        </p:txBody>
      </p:sp>
      <p:grpSp>
        <p:nvGrpSpPr>
          <p:cNvPr id="88" name="object 88"/>
          <p:cNvGrpSpPr/>
          <p:nvPr/>
        </p:nvGrpSpPr>
        <p:grpSpPr>
          <a:xfrm>
            <a:off x="2957871" y="5892244"/>
            <a:ext cx="423545" cy="443865"/>
            <a:chOff x="2957871" y="5892244"/>
            <a:chExt cx="423545" cy="443865"/>
          </a:xfrm>
        </p:grpSpPr>
        <p:sp>
          <p:nvSpPr>
            <p:cNvPr id="89" name="object 89"/>
            <p:cNvSpPr/>
            <p:nvPr/>
          </p:nvSpPr>
          <p:spPr>
            <a:xfrm>
              <a:off x="3227925" y="6170939"/>
              <a:ext cx="143510" cy="154940"/>
            </a:xfrm>
            <a:custGeom>
              <a:avLst/>
              <a:gdLst/>
              <a:ahLst/>
              <a:cxnLst/>
              <a:rect l="l" t="t" r="r" b="b"/>
              <a:pathLst>
                <a:path w="143510" h="154939">
                  <a:moveTo>
                    <a:pt x="0" y="0"/>
                  </a:moveTo>
                  <a:lnTo>
                    <a:pt x="35858" y="38688"/>
                  </a:lnTo>
                  <a:lnTo>
                    <a:pt x="71716" y="77378"/>
                  </a:lnTo>
                  <a:lnTo>
                    <a:pt x="107575" y="116067"/>
                  </a:lnTo>
                  <a:lnTo>
                    <a:pt x="143433" y="154756"/>
                  </a:lnTo>
                </a:path>
              </a:pathLst>
            </a:custGeom>
            <a:ln w="19074">
              <a:solidFill>
                <a:srgbClr val="000000"/>
              </a:solidFill>
            </a:ln>
          </p:spPr>
          <p:txBody>
            <a:bodyPr wrap="square" lIns="0" tIns="0" rIns="0" bIns="0" rtlCol="0"/>
            <a:lstStyle/>
            <a:p>
              <a:endParaRPr/>
            </a:p>
          </p:txBody>
        </p:sp>
        <p:sp>
          <p:nvSpPr>
            <p:cNvPr id="90" name="object 90"/>
            <p:cNvSpPr/>
            <p:nvPr/>
          </p:nvSpPr>
          <p:spPr>
            <a:xfrm>
              <a:off x="2962951" y="5897323"/>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91" name="object 91"/>
            <p:cNvSpPr/>
            <p:nvPr/>
          </p:nvSpPr>
          <p:spPr>
            <a:xfrm>
              <a:off x="2962951" y="589732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92" name="object 92"/>
          <p:cNvSpPr txBox="1"/>
          <p:nvPr/>
        </p:nvSpPr>
        <p:spPr>
          <a:xfrm>
            <a:off x="3062856" y="5930467"/>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1</a:t>
            </a:r>
            <a:endParaRPr sz="1350">
              <a:latin typeface="Times New Roman"/>
              <a:cs typeface="Times New Roman"/>
            </a:endParaRPr>
          </a:p>
        </p:txBody>
      </p:sp>
      <p:grpSp>
        <p:nvGrpSpPr>
          <p:cNvPr id="93" name="object 93"/>
          <p:cNvGrpSpPr/>
          <p:nvPr/>
        </p:nvGrpSpPr>
        <p:grpSpPr>
          <a:xfrm>
            <a:off x="3320604" y="6283589"/>
            <a:ext cx="320675" cy="320675"/>
            <a:chOff x="3320604" y="6283589"/>
            <a:chExt cx="320675" cy="320675"/>
          </a:xfrm>
        </p:grpSpPr>
        <p:sp>
          <p:nvSpPr>
            <p:cNvPr id="94" name="object 94"/>
            <p:cNvSpPr/>
            <p:nvPr/>
          </p:nvSpPr>
          <p:spPr>
            <a:xfrm>
              <a:off x="3325372" y="6288358"/>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4"/>
                  </a:lnTo>
                  <a:lnTo>
                    <a:pt x="0" y="179610"/>
                  </a:lnTo>
                  <a:lnTo>
                    <a:pt x="14749" y="225953"/>
                  </a:lnTo>
                  <a:lnTo>
                    <a:pt x="44248" y="266797"/>
                  </a:lnTo>
                  <a:lnTo>
                    <a:pt x="85093" y="296296"/>
                  </a:lnTo>
                  <a:lnTo>
                    <a:pt x="131435" y="311046"/>
                  </a:lnTo>
                  <a:lnTo>
                    <a:pt x="179611" y="311046"/>
                  </a:lnTo>
                  <a:lnTo>
                    <a:pt x="225954" y="296296"/>
                  </a:lnTo>
                  <a:lnTo>
                    <a:pt x="266798" y="266797"/>
                  </a:lnTo>
                  <a:lnTo>
                    <a:pt x="296297" y="225953"/>
                  </a:lnTo>
                  <a:lnTo>
                    <a:pt x="311047" y="179610"/>
                  </a:lnTo>
                  <a:lnTo>
                    <a:pt x="311047" y="131434"/>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95" name="object 95"/>
            <p:cNvSpPr/>
            <p:nvPr/>
          </p:nvSpPr>
          <p:spPr>
            <a:xfrm>
              <a:off x="3325372"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96" name="object 96"/>
          <p:cNvSpPr txBox="1"/>
          <p:nvPr/>
        </p:nvSpPr>
        <p:spPr>
          <a:xfrm>
            <a:off x="3425277" y="6321500"/>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2</a:t>
            </a:r>
            <a:endParaRPr sz="1350">
              <a:latin typeface="Times New Roman"/>
              <a:cs typeface="Times New Roman"/>
            </a:endParaRPr>
          </a:p>
        </p:txBody>
      </p:sp>
      <p:grpSp>
        <p:nvGrpSpPr>
          <p:cNvPr id="97" name="object 97"/>
          <p:cNvGrpSpPr/>
          <p:nvPr/>
        </p:nvGrpSpPr>
        <p:grpSpPr>
          <a:xfrm>
            <a:off x="4679746" y="3973938"/>
            <a:ext cx="92075" cy="369570"/>
            <a:chOff x="4679746" y="3973938"/>
            <a:chExt cx="92075" cy="369570"/>
          </a:xfrm>
        </p:grpSpPr>
        <p:sp>
          <p:nvSpPr>
            <p:cNvPr id="98" name="object 98"/>
            <p:cNvSpPr/>
            <p:nvPr/>
          </p:nvSpPr>
          <p:spPr>
            <a:xfrm>
              <a:off x="4725527" y="4033069"/>
              <a:ext cx="0" cy="310515"/>
            </a:xfrm>
            <a:custGeom>
              <a:avLst/>
              <a:gdLst/>
              <a:ahLst/>
              <a:cxnLst/>
              <a:rect l="l" t="t" r="r" b="b"/>
              <a:pathLst>
                <a:path h="310514">
                  <a:moveTo>
                    <a:pt x="0" y="0"/>
                  </a:moveTo>
                  <a:lnTo>
                    <a:pt x="0" y="9537"/>
                  </a:lnTo>
                  <a:lnTo>
                    <a:pt x="0" y="310039"/>
                  </a:lnTo>
                </a:path>
              </a:pathLst>
            </a:custGeom>
            <a:ln w="19074">
              <a:solidFill>
                <a:srgbClr val="8D3124"/>
              </a:solidFill>
            </a:ln>
          </p:spPr>
          <p:txBody>
            <a:bodyPr wrap="square" lIns="0" tIns="0" rIns="0" bIns="0" rtlCol="0"/>
            <a:lstStyle/>
            <a:p>
              <a:endParaRPr/>
            </a:p>
          </p:txBody>
        </p:sp>
        <p:pic>
          <p:nvPicPr>
            <p:cNvPr id="99" name="object 99"/>
            <p:cNvPicPr/>
            <p:nvPr/>
          </p:nvPicPr>
          <p:blipFill>
            <a:blip r:embed="rId2" cstate="print"/>
            <a:stretch>
              <a:fillRect/>
            </a:stretch>
          </p:blipFill>
          <p:spPr>
            <a:xfrm>
              <a:off x="4679746" y="3973938"/>
              <a:ext cx="91559" cy="91559"/>
            </a:xfrm>
            <a:prstGeom prst="rect">
              <a:avLst/>
            </a:prstGeom>
          </p:spPr>
        </p:pic>
      </p:grpSp>
      <p:sp>
        <p:nvSpPr>
          <p:cNvPr id="100" name="object 100"/>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39</a:t>
            </a:fld>
            <a:endParaRPr spc="-2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32567" y="1131247"/>
            <a:ext cx="7842884" cy="1864995"/>
          </a:xfrm>
          <a:prstGeom prst="rect">
            <a:avLst/>
          </a:prstGeom>
        </p:spPr>
        <p:txBody>
          <a:bodyPr vert="horz" wrap="square" lIns="0" tIns="12700" rIns="0" bIns="0" rtlCol="0">
            <a:spAutoFit/>
          </a:bodyPr>
          <a:lstStyle/>
          <a:p>
            <a:pPr marL="25400" marR="55880">
              <a:lnSpc>
                <a:spcPct val="132100"/>
              </a:lnSpc>
              <a:spcBef>
                <a:spcPts val="100"/>
              </a:spcBef>
              <a:tabLst>
                <a:tab pos="14998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expected</a:t>
            </a:r>
            <a:r>
              <a:rPr sz="1800" spc="-5" dirty="0">
                <a:latin typeface="Lucida Sans Unicode"/>
                <a:cs typeface="Lucida Sans Unicode"/>
              </a:rPr>
              <a:t> </a:t>
            </a:r>
            <a:r>
              <a:rPr sz="1800" dirty="0">
                <a:latin typeface="Lucida Sans Unicode"/>
                <a:cs typeface="Lucida Sans Unicode"/>
              </a:rPr>
              <a:t>number</a:t>
            </a:r>
            <a:r>
              <a:rPr sz="1800" spc="-5" dirty="0">
                <a:latin typeface="Lucida Sans Unicode"/>
                <a:cs typeface="Lucida Sans Unicode"/>
              </a:rPr>
              <a:t> </a:t>
            </a:r>
            <a:r>
              <a:rPr sz="1800" dirty="0">
                <a:latin typeface="Lucida Sans Unicode"/>
                <a:cs typeface="Lucida Sans Unicode"/>
              </a:rPr>
              <a:t>of</a:t>
            </a:r>
            <a:r>
              <a:rPr sz="1800" spc="-5" dirty="0">
                <a:latin typeface="Lucida Sans Unicode"/>
                <a:cs typeface="Lucida Sans Unicode"/>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quicksort</a:t>
            </a:r>
            <a:r>
              <a:rPr sz="1800" spc="-5" dirty="0">
                <a:latin typeface="Lucida Sans Unicode"/>
                <a:cs typeface="Lucida Sans Unicode"/>
              </a:rPr>
              <a:t> </a:t>
            </a:r>
            <a:r>
              <a:rPr sz="1800" dirty="0">
                <a:latin typeface="Lucida Sans Unicode"/>
                <a:cs typeface="Lucida Sans Unicode"/>
              </a:rPr>
              <a:t>an</a:t>
            </a:r>
            <a:r>
              <a:rPr sz="1800" spc="-5" dirty="0">
                <a:latin typeface="Lucida Sans Unicode"/>
                <a:cs typeface="Lucida Sans Unicode"/>
              </a:rPr>
              <a:t> </a:t>
            </a:r>
            <a:r>
              <a:rPr sz="1800" spc="-10" dirty="0">
                <a:latin typeface="Lucida Sans Unicode"/>
                <a:cs typeface="Lucida Sans Unicode"/>
              </a:rPr>
              <a:t>array </a:t>
            </a:r>
            <a:r>
              <a:rPr sz="1800" dirty="0">
                <a:latin typeface="Lucida Sans Unicode"/>
                <a:cs typeface="Lucida Sans Unicode"/>
              </a:rPr>
              <a:t>of </a:t>
            </a:r>
            <a:r>
              <a:rPr sz="1800" i="1" dirty="0">
                <a:latin typeface="Times New Roman"/>
                <a:cs typeface="Times New Roman"/>
              </a:rPr>
              <a:t>n</a:t>
            </a:r>
            <a:r>
              <a:rPr sz="1800" i="1" spc="120" dirty="0">
                <a:latin typeface="Times New Roman"/>
                <a:cs typeface="Times New Roman"/>
              </a:rPr>
              <a:t> </a:t>
            </a:r>
            <a:r>
              <a:rPr sz="1800" dirty="0">
                <a:latin typeface="Lucida Sans Unicode"/>
                <a:cs typeface="Lucida Sans Unicode"/>
              </a:rPr>
              <a:t>distinct</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is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spc="-10" dirty="0">
                <a:latin typeface="Times New Roman"/>
                <a:cs typeface="Times New Roman"/>
              </a:rPr>
              <a:t>log</a:t>
            </a:r>
            <a:r>
              <a:rPr sz="1800" spc="-145" dirty="0">
                <a:latin typeface="Times New Roman"/>
                <a:cs typeface="Times New Roman"/>
              </a:rPr>
              <a:t>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25400">
              <a:lnSpc>
                <a:spcPts val="1980"/>
              </a:lnSpc>
              <a:tabLst>
                <a:tab pos="45275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latin typeface="Lucida Sans Unicode"/>
                <a:cs typeface="Lucida Sans Unicode"/>
              </a:rPr>
              <a:t>Consider</a:t>
            </a:r>
            <a:r>
              <a:rPr sz="1800" spc="-45" dirty="0">
                <a:latin typeface="Lucida Sans Unicode"/>
                <a:cs typeface="Lucida Sans Unicode"/>
              </a:rPr>
              <a:t> </a:t>
            </a:r>
            <a:r>
              <a:rPr sz="1800" dirty="0">
                <a:latin typeface="Lucida Sans Unicode"/>
                <a:cs typeface="Lucida Sans Unicode"/>
              </a:rPr>
              <a:t>BST</a:t>
            </a:r>
            <a:r>
              <a:rPr sz="1800" spc="-45" dirty="0">
                <a:latin typeface="Lucida Sans Unicode"/>
                <a:cs typeface="Lucida Sans Unicode"/>
              </a:rPr>
              <a:t> </a:t>
            </a:r>
            <a:r>
              <a:rPr sz="1800" dirty="0">
                <a:latin typeface="Lucida Sans Unicode"/>
                <a:cs typeface="Lucida Sans Unicode"/>
              </a:rPr>
              <a:t>representation</a:t>
            </a:r>
            <a:r>
              <a:rPr sz="1800" spc="-45" dirty="0">
                <a:latin typeface="Lucida Sans Unicode"/>
                <a:cs typeface="Lucida Sans Unicode"/>
              </a:rPr>
              <a:t> </a:t>
            </a:r>
            <a:r>
              <a:rPr sz="1800" dirty="0">
                <a:latin typeface="Lucida Sans Unicode"/>
                <a:cs typeface="Lucida Sans Unicode"/>
              </a:rPr>
              <a:t>of</a:t>
            </a:r>
            <a:r>
              <a:rPr sz="1800" spc="-45" dirty="0">
                <a:latin typeface="Lucida Sans Unicode"/>
                <a:cs typeface="Lucida Sans Unicode"/>
              </a:rPr>
              <a:t> </a:t>
            </a:r>
            <a:r>
              <a:rPr sz="1800" dirty="0">
                <a:latin typeface="Lucida Sans Unicode"/>
                <a:cs typeface="Lucida Sans Unicode"/>
              </a:rPr>
              <a:t>partitioning</a:t>
            </a:r>
            <a:r>
              <a:rPr sz="1800" spc="-45" dirty="0">
                <a:latin typeface="Lucida Sans Unicode"/>
                <a:cs typeface="Lucida Sans Unicode"/>
              </a:rPr>
              <a:t> </a:t>
            </a:r>
            <a:r>
              <a:rPr sz="1800" spc="-10" dirty="0">
                <a:latin typeface="Lucida Sans Unicode"/>
                <a:cs typeface="Lucida Sans Unicode"/>
              </a:rPr>
              <a:t>elements.</a:t>
            </a:r>
            <a:endParaRPr sz="1800">
              <a:latin typeface="Lucida Sans Unicode"/>
              <a:cs typeface="Lucida Sans Unicode"/>
            </a:endParaRPr>
          </a:p>
          <a:p>
            <a:pPr marL="120650">
              <a:lnSpc>
                <a:spcPts val="3240"/>
              </a:lnSpc>
            </a:pPr>
            <a:r>
              <a:rPr sz="4275" spc="2175" baseline="-8771" dirty="0">
                <a:latin typeface="Yu Gothic UI"/>
                <a:cs typeface="Yu Gothic UI"/>
              </a:rPr>
              <a:t>・</a:t>
            </a:r>
            <a:r>
              <a:rPr sz="1800" dirty="0">
                <a:latin typeface="Lucida Sans Unicode"/>
                <a:cs typeface="Lucida Sans Unicode"/>
              </a:rPr>
              <a:t>An</a:t>
            </a:r>
            <a:r>
              <a:rPr sz="1800" spc="10" dirty="0">
                <a:latin typeface="Lucida Sans Unicode"/>
                <a:cs typeface="Lucida Sans Unicode"/>
              </a:rPr>
              <a:t> </a:t>
            </a:r>
            <a:r>
              <a:rPr sz="1800" dirty="0">
                <a:latin typeface="Lucida Sans Unicode"/>
                <a:cs typeface="Lucida Sans Unicode"/>
              </a:rPr>
              <a:t>element</a:t>
            </a:r>
            <a:r>
              <a:rPr sz="1800" spc="15" dirty="0">
                <a:latin typeface="Lucida Sans Unicode"/>
                <a:cs typeface="Lucida Sans Unicode"/>
              </a:rPr>
              <a:t> </a:t>
            </a:r>
            <a:r>
              <a:rPr sz="1800" dirty="0">
                <a:latin typeface="Lucida Sans Unicode"/>
                <a:cs typeface="Lucida Sans Unicode"/>
              </a:rPr>
              <a:t>is</a:t>
            </a:r>
            <a:r>
              <a:rPr sz="1800" spc="10" dirty="0">
                <a:latin typeface="Lucida Sans Unicode"/>
                <a:cs typeface="Lucida Sans Unicode"/>
              </a:rPr>
              <a:t> </a:t>
            </a:r>
            <a:r>
              <a:rPr sz="1800" dirty="0">
                <a:latin typeface="Lucida Sans Unicode"/>
                <a:cs typeface="Lucida Sans Unicode"/>
              </a:rPr>
              <a:t>compared</a:t>
            </a:r>
            <a:r>
              <a:rPr sz="1800" spc="15" dirty="0">
                <a:latin typeface="Lucida Sans Unicode"/>
                <a:cs typeface="Lucida Sans Unicode"/>
              </a:rPr>
              <a:t> </a:t>
            </a:r>
            <a:r>
              <a:rPr sz="1800" dirty="0">
                <a:latin typeface="Lucida Sans Unicode"/>
                <a:cs typeface="Lucida Sans Unicode"/>
              </a:rPr>
              <a:t>with</a:t>
            </a:r>
            <a:r>
              <a:rPr sz="1800" spc="10" dirty="0">
                <a:latin typeface="Lucida Sans Unicode"/>
                <a:cs typeface="Lucida Sans Unicode"/>
              </a:rPr>
              <a:t> </a:t>
            </a:r>
            <a:r>
              <a:rPr sz="1800" dirty="0">
                <a:latin typeface="Lucida Sans Unicode"/>
                <a:cs typeface="Lucida Sans Unicode"/>
              </a:rPr>
              <a:t>only</a:t>
            </a:r>
            <a:r>
              <a:rPr sz="1800" spc="15" dirty="0">
                <a:latin typeface="Lucida Sans Unicode"/>
                <a:cs typeface="Lucida Sans Unicode"/>
              </a:rPr>
              <a:t> </a:t>
            </a:r>
            <a:r>
              <a:rPr sz="1800" dirty="0">
                <a:latin typeface="Lucida Sans Unicode"/>
                <a:cs typeface="Lucida Sans Unicode"/>
              </a:rPr>
              <a:t>its</a:t>
            </a:r>
            <a:r>
              <a:rPr sz="1800" spc="10" dirty="0">
                <a:latin typeface="Lucida Sans Unicode"/>
                <a:cs typeface="Lucida Sans Unicode"/>
              </a:rPr>
              <a:t> </a:t>
            </a:r>
            <a:r>
              <a:rPr sz="1800" dirty="0">
                <a:latin typeface="Lucida Sans Unicode"/>
                <a:cs typeface="Lucida Sans Unicode"/>
              </a:rPr>
              <a:t>ancestors</a:t>
            </a:r>
            <a:r>
              <a:rPr sz="1800" spc="15" dirty="0">
                <a:latin typeface="Lucida Sans Unicode"/>
                <a:cs typeface="Lucida Sans Unicode"/>
              </a:rPr>
              <a:t> </a:t>
            </a:r>
            <a:r>
              <a:rPr sz="1800" dirty="0">
                <a:latin typeface="Lucida Sans Unicode"/>
                <a:cs typeface="Lucida Sans Unicode"/>
              </a:rPr>
              <a:t>and</a:t>
            </a:r>
            <a:r>
              <a:rPr sz="1800" spc="15" dirty="0">
                <a:latin typeface="Lucida Sans Unicode"/>
                <a:cs typeface="Lucida Sans Unicode"/>
              </a:rPr>
              <a:t> </a:t>
            </a:r>
            <a:r>
              <a:rPr sz="1800" spc="-10" dirty="0">
                <a:latin typeface="Lucida Sans Unicode"/>
                <a:cs typeface="Lucida Sans Unicode"/>
              </a:rPr>
              <a:t>descendants.</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245" dirty="0"/>
              <a:t> </a:t>
            </a:r>
            <a:r>
              <a:rPr spc="60" dirty="0"/>
              <a:t>of</a:t>
            </a:r>
            <a:r>
              <a:rPr spc="245" dirty="0"/>
              <a:t> </a:t>
            </a:r>
            <a:r>
              <a:rPr dirty="0"/>
              <a:t>randomized</a:t>
            </a:r>
            <a:r>
              <a:rPr spc="245" dirty="0"/>
              <a:t> </a:t>
            </a:r>
            <a:r>
              <a:rPr spc="-10" dirty="0"/>
              <a:t>quicksort</a:t>
            </a:r>
          </a:p>
        </p:txBody>
      </p:sp>
      <p:sp>
        <p:nvSpPr>
          <p:cNvPr id="5" name="object 5"/>
          <p:cNvSpPr txBox="1"/>
          <p:nvPr/>
        </p:nvSpPr>
        <p:spPr>
          <a:xfrm>
            <a:off x="6379729" y="4181307"/>
            <a:ext cx="2872740" cy="502284"/>
          </a:xfrm>
          <a:prstGeom prst="rect">
            <a:avLst/>
          </a:prstGeom>
        </p:spPr>
        <p:txBody>
          <a:bodyPr vert="horz" wrap="square" lIns="0" tIns="12700" rIns="0" bIns="0" rtlCol="0">
            <a:spAutoFit/>
          </a:bodyPr>
          <a:lstStyle/>
          <a:p>
            <a:pPr marL="12700" marR="5080" indent="455930">
              <a:lnSpc>
                <a:spcPct val="115900"/>
              </a:lnSpc>
              <a:spcBef>
                <a:spcPts val="100"/>
              </a:spcBef>
            </a:pPr>
            <a:r>
              <a:rPr sz="1350" b="1" spc="100" dirty="0">
                <a:latin typeface="Trebuchet MS"/>
                <a:cs typeface="Trebuchet MS"/>
              </a:rPr>
              <a:t>3</a:t>
            </a:r>
            <a:r>
              <a:rPr sz="1350" b="1" spc="65" dirty="0">
                <a:latin typeface="Trebuchet MS"/>
                <a:cs typeface="Trebuchet MS"/>
              </a:rPr>
              <a:t> </a:t>
            </a:r>
            <a:r>
              <a:rPr sz="1350" b="1" spc="80" dirty="0">
                <a:latin typeface="Trebuchet MS"/>
                <a:cs typeface="Trebuchet MS"/>
              </a:rPr>
              <a:t>and</a:t>
            </a:r>
            <a:r>
              <a:rPr sz="1350" b="1" spc="70" dirty="0">
                <a:latin typeface="Trebuchet MS"/>
                <a:cs typeface="Trebuchet MS"/>
              </a:rPr>
              <a:t> </a:t>
            </a:r>
            <a:r>
              <a:rPr sz="1350" b="1" spc="100" dirty="0">
                <a:latin typeface="Trebuchet MS"/>
                <a:cs typeface="Trebuchet MS"/>
              </a:rPr>
              <a:t>6</a:t>
            </a:r>
            <a:r>
              <a:rPr sz="1350" b="1" spc="70" dirty="0">
                <a:latin typeface="Trebuchet MS"/>
                <a:cs typeface="Trebuchet MS"/>
              </a:rPr>
              <a:t> </a:t>
            </a:r>
            <a:r>
              <a:rPr sz="1350" b="1" dirty="0">
                <a:latin typeface="Trebuchet MS"/>
                <a:cs typeface="Trebuchet MS"/>
              </a:rPr>
              <a:t>are</a:t>
            </a:r>
            <a:r>
              <a:rPr sz="1350" b="1" spc="65" dirty="0">
                <a:latin typeface="Trebuchet MS"/>
                <a:cs typeface="Trebuchet MS"/>
              </a:rPr>
              <a:t> </a:t>
            </a:r>
            <a:r>
              <a:rPr sz="1350" b="1" spc="60" dirty="0">
                <a:latin typeface="Trebuchet MS"/>
                <a:cs typeface="Trebuchet MS"/>
              </a:rPr>
              <a:t>compared </a:t>
            </a:r>
            <a:r>
              <a:rPr sz="1350" b="1" spc="50" dirty="0">
                <a:latin typeface="Trebuchet MS"/>
                <a:cs typeface="Trebuchet MS"/>
              </a:rPr>
              <a:t>(when</a:t>
            </a:r>
            <a:r>
              <a:rPr sz="1350" b="1" spc="45" dirty="0">
                <a:latin typeface="Trebuchet MS"/>
                <a:cs typeface="Trebuchet MS"/>
              </a:rPr>
              <a:t> </a:t>
            </a:r>
            <a:r>
              <a:rPr sz="1350" b="1" spc="100" dirty="0">
                <a:latin typeface="Trebuchet MS"/>
                <a:cs typeface="Trebuchet MS"/>
              </a:rPr>
              <a:t>3</a:t>
            </a:r>
            <a:r>
              <a:rPr sz="1350" b="1" spc="50" dirty="0">
                <a:latin typeface="Trebuchet MS"/>
                <a:cs typeface="Trebuchet MS"/>
              </a:rPr>
              <a:t> </a:t>
            </a:r>
            <a:r>
              <a:rPr sz="1350" b="1" spc="105" dirty="0">
                <a:latin typeface="Trebuchet MS"/>
                <a:cs typeface="Trebuchet MS"/>
              </a:rPr>
              <a:t>is</a:t>
            </a:r>
            <a:r>
              <a:rPr sz="1350" b="1" spc="50" dirty="0">
                <a:latin typeface="Trebuchet MS"/>
                <a:cs typeface="Trebuchet MS"/>
              </a:rPr>
              <a:t> </a:t>
            </a:r>
            <a:r>
              <a:rPr sz="1350" b="1" spc="60" dirty="0">
                <a:latin typeface="Trebuchet MS"/>
                <a:cs typeface="Trebuchet MS"/>
              </a:rPr>
              <a:t>partitioning</a:t>
            </a:r>
            <a:r>
              <a:rPr sz="1350" b="1" spc="50" dirty="0">
                <a:latin typeface="Trebuchet MS"/>
                <a:cs typeface="Trebuchet MS"/>
              </a:rPr>
              <a:t> </a:t>
            </a:r>
            <a:r>
              <a:rPr sz="1350" b="1" spc="-10" dirty="0">
                <a:latin typeface="Trebuchet MS"/>
                <a:cs typeface="Trebuchet MS"/>
              </a:rPr>
              <a:t>element)</a:t>
            </a:r>
            <a:endParaRPr sz="1350">
              <a:latin typeface="Trebuchet MS"/>
              <a:cs typeface="Trebuchet MS"/>
            </a:endParaRPr>
          </a:p>
        </p:txBody>
      </p:sp>
      <p:sp>
        <p:nvSpPr>
          <p:cNvPr id="6" name="object 6"/>
          <p:cNvSpPr txBox="1"/>
          <p:nvPr/>
        </p:nvSpPr>
        <p:spPr>
          <a:xfrm>
            <a:off x="1763968" y="4633380"/>
            <a:ext cx="1238250" cy="600075"/>
          </a:xfrm>
          <a:prstGeom prst="rect">
            <a:avLst/>
          </a:prstGeom>
        </p:spPr>
        <p:txBody>
          <a:bodyPr vert="horz" wrap="square" lIns="0" tIns="5080" rIns="0" bIns="0" rtlCol="0">
            <a:spAutoFit/>
          </a:bodyPr>
          <a:lstStyle/>
          <a:p>
            <a:pPr marL="12700" marR="5080" algn="ctr">
              <a:lnSpc>
                <a:spcPct val="104299"/>
              </a:lnSpc>
              <a:spcBef>
                <a:spcPts val="40"/>
              </a:spcBef>
            </a:pPr>
            <a:r>
              <a:rPr sz="1200" dirty="0">
                <a:solidFill>
                  <a:srgbClr val="8D3124"/>
                </a:solidFill>
                <a:latin typeface="Lucida Sans Unicode"/>
                <a:cs typeface="Lucida Sans Unicode"/>
              </a:rPr>
              <a:t>first </a:t>
            </a: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element </a:t>
            </a:r>
            <a:r>
              <a:rPr sz="1200" spc="-25" dirty="0">
                <a:solidFill>
                  <a:srgbClr val="8D3124"/>
                </a:solidFill>
                <a:latin typeface="Lucida Sans Unicode"/>
                <a:cs typeface="Lucida Sans Unicode"/>
              </a:rPr>
              <a:t>in</a:t>
            </a:r>
            <a:endParaRPr sz="1200">
              <a:latin typeface="Lucida Sans Unicode"/>
              <a:cs typeface="Lucida Sans Unicode"/>
            </a:endParaRPr>
          </a:p>
          <a:p>
            <a:pPr algn="ctr">
              <a:lnSpc>
                <a:spcPct val="100000"/>
              </a:lnSpc>
              <a:spcBef>
                <a:spcPts val="135"/>
              </a:spcBef>
            </a:pPr>
            <a:r>
              <a:rPr sz="1200" dirty="0">
                <a:solidFill>
                  <a:srgbClr val="8D3124"/>
                </a:solidFill>
                <a:latin typeface="Lucida Sans Unicode"/>
                <a:cs typeface="Lucida Sans Unicode"/>
              </a:rPr>
              <a:t>left </a:t>
            </a:r>
            <a:r>
              <a:rPr sz="1200" spc="-10" dirty="0">
                <a:solidFill>
                  <a:srgbClr val="8D3124"/>
                </a:solidFill>
                <a:latin typeface="Lucida Sans Unicode"/>
                <a:cs typeface="Lucida Sans Unicode"/>
              </a:rPr>
              <a:t>subarray</a:t>
            </a:r>
            <a:endParaRPr sz="1200">
              <a:latin typeface="Lucida Sans Unicode"/>
              <a:cs typeface="Lucida Sans Unicode"/>
            </a:endParaRPr>
          </a:p>
        </p:txBody>
      </p:sp>
      <p:grpSp>
        <p:nvGrpSpPr>
          <p:cNvPr id="7" name="object 7"/>
          <p:cNvGrpSpPr/>
          <p:nvPr/>
        </p:nvGrpSpPr>
        <p:grpSpPr>
          <a:xfrm>
            <a:off x="2989415" y="5033878"/>
            <a:ext cx="3625215" cy="560705"/>
            <a:chOff x="2989415" y="5033878"/>
            <a:chExt cx="3625215" cy="560705"/>
          </a:xfrm>
        </p:grpSpPr>
        <p:sp>
          <p:nvSpPr>
            <p:cNvPr id="8" name="object 8"/>
            <p:cNvSpPr/>
            <p:nvPr/>
          </p:nvSpPr>
          <p:spPr>
            <a:xfrm>
              <a:off x="2999257" y="5084801"/>
              <a:ext cx="632460" cy="345440"/>
            </a:xfrm>
            <a:custGeom>
              <a:avLst/>
              <a:gdLst/>
              <a:ahLst/>
              <a:cxnLst/>
              <a:rect l="l" t="t" r="r" b="b"/>
              <a:pathLst>
                <a:path w="632460" h="345439">
                  <a:moveTo>
                    <a:pt x="631998" y="345211"/>
                  </a:moveTo>
                  <a:lnTo>
                    <a:pt x="623628" y="340638"/>
                  </a:lnTo>
                  <a:lnTo>
                    <a:pt x="0" y="0"/>
                  </a:lnTo>
                </a:path>
              </a:pathLst>
            </a:custGeom>
            <a:ln w="19074">
              <a:solidFill>
                <a:srgbClr val="8D3124"/>
              </a:solidFill>
            </a:ln>
          </p:spPr>
          <p:txBody>
            <a:bodyPr wrap="square" lIns="0" tIns="0" rIns="0" bIns="0" rtlCol="0"/>
            <a:lstStyle/>
            <a:p>
              <a:endParaRPr/>
            </a:p>
          </p:txBody>
        </p:sp>
        <p:sp>
          <p:nvSpPr>
            <p:cNvPr id="9" name="object 9"/>
            <p:cNvSpPr/>
            <p:nvPr/>
          </p:nvSpPr>
          <p:spPr>
            <a:xfrm>
              <a:off x="3580852" y="5374290"/>
              <a:ext cx="102870" cy="84455"/>
            </a:xfrm>
            <a:custGeom>
              <a:avLst/>
              <a:gdLst/>
              <a:ahLst/>
              <a:cxnLst/>
              <a:rect l="l" t="t" r="r" b="b"/>
              <a:pathLst>
                <a:path w="102870" h="84454">
                  <a:moveTo>
                    <a:pt x="43889" y="0"/>
                  </a:moveTo>
                  <a:lnTo>
                    <a:pt x="42033" y="51149"/>
                  </a:lnTo>
                  <a:lnTo>
                    <a:pt x="0" y="80354"/>
                  </a:lnTo>
                  <a:lnTo>
                    <a:pt x="102298" y="84066"/>
                  </a:lnTo>
                  <a:lnTo>
                    <a:pt x="43889" y="0"/>
                  </a:lnTo>
                  <a:close/>
                </a:path>
              </a:pathLst>
            </a:custGeom>
            <a:solidFill>
              <a:srgbClr val="8D3124"/>
            </a:solidFill>
          </p:spPr>
          <p:txBody>
            <a:bodyPr wrap="square" lIns="0" tIns="0" rIns="0" bIns="0" rtlCol="0"/>
            <a:lstStyle/>
            <a:p>
              <a:endParaRPr/>
            </a:p>
          </p:txBody>
        </p:sp>
        <p:sp>
          <p:nvSpPr>
            <p:cNvPr id="10" name="object 10"/>
            <p:cNvSpPr/>
            <p:nvPr/>
          </p:nvSpPr>
          <p:spPr>
            <a:xfrm>
              <a:off x="3998717" y="5224695"/>
              <a:ext cx="2606040" cy="360045"/>
            </a:xfrm>
            <a:custGeom>
              <a:avLst/>
              <a:gdLst/>
              <a:ahLst/>
              <a:cxnLst/>
              <a:rect l="l" t="t" r="r" b="b"/>
              <a:pathLst>
                <a:path w="2606040" h="360045">
                  <a:moveTo>
                    <a:pt x="1862562" y="0"/>
                  </a:moveTo>
                  <a:lnTo>
                    <a:pt x="1812222" y="9714"/>
                  </a:lnTo>
                  <a:lnTo>
                    <a:pt x="1761883" y="19429"/>
                  </a:lnTo>
                  <a:lnTo>
                    <a:pt x="1711543" y="29143"/>
                  </a:lnTo>
                  <a:lnTo>
                    <a:pt x="1661204" y="38858"/>
                  </a:lnTo>
                  <a:lnTo>
                    <a:pt x="1610864" y="48573"/>
                  </a:lnTo>
                  <a:lnTo>
                    <a:pt x="1560525" y="58287"/>
                  </a:lnTo>
                  <a:lnTo>
                    <a:pt x="1510185" y="68002"/>
                  </a:lnTo>
                  <a:lnTo>
                    <a:pt x="1459845" y="77717"/>
                  </a:lnTo>
                  <a:lnTo>
                    <a:pt x="1409506" y="87431"/>
                  </a:lnTo>
                  <a:lnTo>
                    <a:pt x="1359166" y="97146"/>
                  </a:lnTo>
                  <a:lnTo>
                    <a:pt x="1308827" y="106861"/>
                  </a:lnTo>
                  <a:lnTo>
                    <a:pt x="1258487" y="116575"/>
                  </a:lnTo>
                  <a:lnTo>
                    <a:pt x="1208148" y="126290"/>
                  </a:lnTo>
                  <a:lnTo>
                    <a:pt x="1157808" y="136004"/>
                  </a:lnTo>
                  <a:lnTo>
                    <a:pt x="1107469" y="145719"/>
                  </a:lnTo>
                  <a:lnTo>
                    <a:pt x="1057129" y="155434"/>
                  </a:lnTo>
                  <a:lnTo>
                    <a:pt x="1006790" y="165148"/>
                  </a:lnTo>
                  <a:lnTo>
                    <a:pt x="956450" y="174863"/>
                  </a:lnTo>
                  <a:lnTo>
                    <a:pt x="906111" y="184578"/>
                  </a:lnTo>
                  <a:lnTo>
                    <a:pt x="855771" y="194292"/>
                  </a:lnTo>
                  <a:lnTo>
                    <a:pt x="805431" y="204007"/>
                  </a:lnTo>
                  <a:lnTo>
                    <a:pt x="755092" y="213722"/>
                  </a:lnTo>
                  <a:lnTo>
                    <a:pt x="704752" y="223436"/>
                  </a:lnTo>
                  <a:lnTo>
                    <a:pt x="654413" y="233151"/>
                  </a:lnTo>
                  <a:lnTo>
                    <a:pt x="604073" y="242866"/>
                  </a:lnTo>
                  <a:lnTo>
                    <a:pt x="553734" y="252580"/>
                  </a:lnTo>
                  <a:lnTo>
                    <a:pt x="503394" y="262295"/>
                  </a:lnTo>
                  <a:lnTo>
                    <a:pt x="453055" y="272010"/>
                  </a:lnTo>
                  <a:lnTo>
                    <a:pt x="402715" y="281724"/>
                  </a:lnTo>
                  <a:lnTo>
                    <a:pt x="352376" y="291439"/>
                  </a:lnTo>
                  <a:lnTo>
                    <a:pt x="302036" y="301154"/>
                  </a:lnTo>
                  <a:lnTo>
                    <a:pt x="251697" y="310868"/>
                  </a:lnTo>
                  <a:lnTo>
                    <a:pt x="201357" y="320583"/>
                  </a:lnTo>
                  <a:lnTo>
                    <a:pt x="151018" y="330297"/>
                  </a:lnTo>
                  <a:lnTo>
                    <a:pt x="100678" y="340012"/>
                  </a:lnTo>
                  <a:lnTo>
                    <a:pt x="50339" y="349727"/>
                  </a:lnTo>
                  <a:lnTo>
                    <a:pt x="0" y="359441"/>
                  </a:lnTo>
                </a:path>
                <a:path w="2606040" h="360045">
                  <a:moveTo>
                    <a:pt x="2156849" y="49519"/>
                  </a:moveTo>
                  <a:lnTo>
                    <a:pt x="2201763" y="75522"/>
                  </a:lnTo>
                  <a:lnTo>
                    <a:pt x="2246678" y="101525"/>
                  </a:lnTo>
                  <a:lnTo>
                    <a:pt x="2291592" y="127528"/>
                  </a:lnTo>
                  <a:lnTo>
                    <a:pt x="2336507" y="153531"/>
                  </a:lnTo>
                  <a:lnTo>
                    <a:pt x="2381421" y="179534"/>
                  </a:lnTo>
                  <a:lnTo>
                    <a:pt x="2426336" y="205537"/>
                  </a:lnTo>
                  <a:lnTo>
                    <a:pt x="2471250" y="231541"/>
                  </a:lnTo>
                  <a:lnTo>
                    <a:pt x="2516164" y="257544"/>
                  </a:lnTo>
                  <a:lnTo>
                    <a:pt x="2561079" y="283546"/>
                  </a:lnTo>
                  <a:lnTo>
                    <a:pt x="2605993" y="309549"/>
                  </a:lnTo>
                </a:path>
              </a:pathLst>
            </a:custGeom>
            <a:ln w="19074">
              <a:solidFill>
                <a:srgbClr val="000000"/>
              </a:solidFill>
            </a:ln>
          </p:spPr>
          <p:txBody>
            <a:bodyPr wrap="square" lIns="0" tIns="0" rIns="0" bIns="0" rtlCol="0"/>
            <a:lstStyle/>
            <a:p>
              <a:endParaRPr/>
            </a:p>
          </p:txBody>
        </p:sp>
        <p:sp>
          <p:nvSpPr>
            <p:cNvPr id="11" name="object 11"/>
            <p:cNvSpPr/>
            <p:nvPr/>
          </p:nvSpPr>
          <p:spPr>
            <a:xfrm>
              <a:off x="5862321" y="5038957"/>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6" y="225954"/>
                  </a:lnTo>
                  <a:lnTo>
                    <a:pt x="311046" y="179611"/>
                  </a:lnTo>
                  <a:lnTo>
                    <a:pt x="311046" y="131435"/>
                  </a:lnTo>
                  <a:lnTo>
                    <a:pt x="296296"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12" name="object 12"/>
            <p:cNvSpPr/>
            <p:nvPr/>
          </p:nvSpPr>
          <p:spPr>
            <a:xfrm>
              <a:off x="5862322" y="5038958"/>
              <a:ext cx="311150" cy="311150"/>
            </a:xfrm>
            <a:custGeom>
              <a:avLst/>
              <a:gdLst/>
              <a:ahLst/>
              <a:cxnLst/>
              <a:rect l="l" t="t" r="r" b="b"/>
              <a:pathLst>
                <a:path w="311150" h="311150">
                  <a:moveTo>
                    <a:pt x="266798" y="44247"/>
                  </a:moveTo>
                  <a:lnTo>
                    <a:pt x="296296" y="85092"/>
                  </a:lnTo>
                  <a:lnTo>
                    <a:pt x="311046" y="131435"/>
                  </a:lnTo>
                  <a:lnTo>
                    <a:pt x="311046" y="179611"/>
                  </a:lnTo>
                  <a:lnTo>
                    <a:pt x="296296" y="225954"/>
                  </a:lnTo>
                  <a:lnTo>
                    <a:pt x="266798" y="266798"/>
                  </a:lnTo>
                  <a:lnTo>
                    <a:pt x="225953" y="296297"/>
                  </a:lnTo>
                  <a:lnTo>
                    <a:pt x="179611" y="311046"/>
                  </a:lnTo>
                  <a:lnTo>
                    <a:pt x="131435" y="311046"/>
                  </a:lnTo>
                  <a:lnTo>
                    <a:pt x="85092" y="296297"/>
                  </a:lnTo>
                  <a:lnTo>
                    <a:pt x="44248" y="266798"/>
                  </a:lnTo>
                  <a:lnTo>
                    <a:pt x="14749" y="225954"/>
                  </a:lnTo>
                  <a:lnTo>
                    <a:pt x="0" y="179611"/>
                  </a:lnTo>
                  <a:lnTo>
                    <a:pt x="0" y="131435"/>
                  </a:lnTo>
                  <a:lnTo>
                    <a:pt x="14749" y="85092"/>
                  </a:lnTo>
                  <a:lnTo>
                    <a:pt x="44248" y="44247"/>
                  </a:lnTo>
                  <a:lnTo>
                    <a:pt x="85092" y="14749"/>
                  </a:lnTo>
                  <a:lnTo>
                    <a:pt x="131435" y="0"/>
                  </a:lnTo>
                  <a:lnTo>
                    <a:pt x="179611" y="0"/>
                  </a:lnTo>
                  <a:lnTo>
                    <a:pt x="225953" y="14749"/>
                  </a:lnTo>
                  <a:lnTo>
                    <a:pt x="266798" y="44247"/>
                  </a:lnTo>
                </a:path>
              </a:pathLst>
            </a:custGeom>
            <a:ln w="9537">
              <a:solidFill>
                <a:srgbClr val="000000"/>
              </a:solidFill>
            </a:ln>
          </p:spPr>
          <p:txBody>
            <a:bodyPr wrap="square" lIns="0" tIns="0" rIns="0" bIns="0" rtlCol="0"/>
            <a:lstStyle/>
            <a:p>
              <a:endParaRPr/>
            </a:p>
          </p:txBody>
        </p:sp>
      </p:grpSp>
      <p:sp>
        <p:nvSpPr>
          <p:cNvPr id="13" name="object 13"/>
          <p:cNvSpPr txBox="1"/>
          <p:nvPr/>
        </p:nvSpPr>
        <p:spPr>
          <a:xfrm>
            <a:off x="5962227" y="5072101"/>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9</a:t>
            </a:r>
            <a:endParaRPr sz="1350">
              <a:latin typeface="Times New Roman"/>
              <a:cs typeface="Times New Roman"/>
            </a:endParaRPr>
          </a:p>
        </p:txBody>
      </p:sp>
      <p:grpSp>
        <p:nvGrpSpPr>
          <p:cNvPr id="14" name="object 14"/>
          <p:cNvGrpSpPr/>
          <p:nvPr/>
        </p:nvGrpSpPr>
        <p:grpSpPr>
          <a:xfrm>
            <a:off x="6472052" y="5453524"/>
            <a:ext cx="869950" cy="527050"/>
            <a:chOff x="6472052" y="5453524"/>
            <a:chExt cx="869950" cy="527050"/>
          </a:xfrm>
        </p:grpSpPr>
        <p:sp>
          <p:nvSpPr>
            <p:cNvPr id="15" name="object 15"/>
            <p:cNvSpPr/>
            <p:nvPr/>
          </p:nvSpPr>
          <p:spPr>
            <a:xfrm>
              <a:off x="6481894" y="5696605"/>
              <a:ext cx="850265" cy="274320"/>
            </a:xfrm>
            <a:custGeom>
              <a:avLst/>
              <a:gdLst/>
              <a:ahLst/>
              <a:cxnLst/>
              <a:rect l="l" t="t" r="r" b="b"/>
              <a:pathLst>
                <a:path w="850265" h="274320">
                  <a:moveTo>
                    <a:pt x="397064" y="0"/>
                  </a:moveTo>
                  <a:lnTo>
                    <a:pt x="442325" y="27394"/>
                  </a:lnTo>
                  <a:lnTo>
                    <a:pt x="487586" y="54789"/>
                  </a:lnTo>
                  <a:lnTo>
                    <a:pt x="532846" y="82184"/>
                  </a:lnTo>
                  <a:lnTo>
                    <a:pt x="578107" y="109579"/>
                  </a:lnTo>
                  <a:lnTo>
                    <a:pt x="623368" y="136974"/>
                  </a:lnTo>
                  <a:lnTo>
                    <a:pt x="668628" y="164368"/>
                  </a:lnTo>
                  <a:lnTo>
                    <a:pt x="713889" y="191763"/>
                  </a:lnTo>
                  <a:lnTo>
                    <a:pt x="759150" y="219157"/>
                  </a:lnTo>
                  <a:lnTo>
                    <a:pt x="804411" y="246552"/>
                  </a:lnTo>
                  <a:lnTo>
                    <a:pt x="849671" y="273946"/>
                  </a:lnTo>
                </a:path>
                <a:path w="850265" h="274320">
                  <a:moveTo>
                    <a:pt x="158954" y="40802"/>
                  </a:moveTo>
                  <a:lnTo>
                    <a:pt x="127163" y="79286"/>
                  </a:lnTo>
                  <a:lnTo>
                    <a:pt x="95372" y="117769"/>
                  </a:lnTo>
                  <a:lnTo>
                    <a:pt x="63581" y="156252"/>
                  </a:lnTo>
                  <a:lnTo>
                    <a:pt x="31791" y="194736"/>
                  </a:lnTo>
                  <a:lnTo>
                    <a:pt x="0" y="233219"/>
                  </a:lnTo>
                </a:path>
              </a:pathLst>
            </a:custGeom>
            <a:ln w="19074">
              <a:solidFill>
                <a:srgbClr val="000000"/>
              </a:solidFill>
            </a:ln>
          </p:spPr>
          <p:txBody>
            <a:bodyPr wrap="square" lIns="0" tIns="0" rIns="0" bIns="0" rtlCol="0"/>
            <a:lstStyle/>
            <a:p>
              <a:endParaRPr/>
            </a:p>
          </p:txBody>
        </p:sp>
        <p:sp>
          <p:nvSpPr>
            <p:cNvPr id="16" name="object 16"/>
            <p:cNvSpPr/>
            <p:nvPr/>
          </p:nvSpPr>
          <p:spPr>
            <a:xfrm>
              <a:off x="6587163" y="545860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17" name="object 17"/>
            <p:cNvSpPr/>
            <p:nvPr/>
          </p:nvSpPr>
          <p:spPr>
            <a:xfrm>
              <a:off x="6587164" y="545860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18" name="object 18"/>
          <p:cNvSpPr txBox="1"/>
          <p:nvPr/>
        </p:nvSpPr>
        <p:spPr>
          <a:xfrm>
            <a:off x="6647295" y="5491746"/>
            <a:ext cx="1847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11</a:t>
            </a:r>
            <a:endParaRPr sz="1350">
              <a:latin typeface="Times New Roman"/>
              <a:cs typeface="Times New Roman"/>
            </a:endParaRPr>
          </a:p>
        </p:txBody>
      </p:sp>
      <p:grpSp>
        <p:nvGrpSpPr>
          <p:cNvPr id="19" name="object 19"/>
          <p:cNvGrpSpPr/>
          <p:nvPr/>
        </p:nvGrpSpPr>
        <p:grpSpPr>
          <a:xfrm>
            <a:off x="3244595" y="5453524"/>
            <a:ext cx="2266950" cy="572135"/>
            <a:chOff x="3244595" y="5453524"/>
            <a:chExt cx="2266950" cy="572135"/>
          </a:xfrm>
        </p:grpSpPr>
        <p:sp>
          <p:nvSpPr>
            <p:cNvPr id="20" name="object 20"/>
            <p:cNvSpPr/>
            <p:nvPr/>
          </p:nvSpPr>
          <p:spPr>
            <a:xfrm>
              <a:off x="3254438" y="5651418"/>
              <a:ext cx="2247265" cy="364490"/>
            </a:xfrm>
            <a:custGeom>
              <a:avLst/>
              <a:gdLst/>
              <a:ahLst/>
              <a:cxnLst/>
              <a:rect l="l" t="t" r="r" b="b"/>
              <a:pathLst>
                <a:path w="2247265" h="364489">
                  <a:moveTo>
                    <a:pt x="452608" y="45187"/>
                  </a:moveTo>
                  <a:lnTo>
                    <a:pt x="407348" y="72582"/>
                  </a:lnTo>
                  <a:lnTo>
                    <a:pt x="362087" y="99977"/>
                  </a:lnTo>
                  <a:lnTo>
                    <a:pt x="316826" y="127371"/>
                  </a:lnTo>
                  <a:lnTo>
                    <a:pt x="271565" y="154766"/>
                  </a:lnTo>
                  <a:lnTo>
                    <a:pt x="226304" y="182161"/>
                  </a:lnTo>
                  <a:lnTo>
                    <a:pt x="181043" y="209556"/>
                  </a:lnTo>
                  <a:lnTo>
                    <a:pt x="135783" y="236950"/>
                  </a:lnTo>
                  <a:lnTo>
                    <a:pt x="90522" y="264345"/>
                  </a:lnTo>
                  <a:lnTo>
                    <a:pt x="45261" y="291740"/>
                  </a:lnTo>
                  <a:lnTo>
                    <a:pt x="0" y="319134"/>
                  </a:lnTo>
                </a:path>
                <a:path w="2247265" h="364489">
                  <a:moveTo>
                    <a:pt x="742908" y="0"/>
                  </a:moveTo>
                  <a:lnTo>
                    <a:pt x="793037" y="12136"/>
                  </a:lnTo>
                  <a:lnTo>
                    <a:pt x="843165" y="24272"/>
                  </a:lnTo>
                  <a:lnTo>
                    <a:pt x="893294" y="36409"/>
                  </a:lnTo>
                  <a:lnTo>
                    <a:pt x="943423" y="48545"/>
                  </a:lnTo>
                  <a:lnTo>
                    <a:pt x="993552" y="60681"/>
                  </a:lnTo>
                  <a:lnTo>
                    <a:pt x="1043681" y="72818"/>
                  </a:lnTo>
                  <a:lnTo>
                    <a:pt x="1093809" y="84954"/>
                  </a:lnTo>
                  <a:lnTo>
                    <a:pt x="1143938" y="97091"/>
                  </a:lnTo>
                  <a:lnTo>
                    <a:pt x="1194067" y="109227"/>
                  </a:lnTo>
                  <a:lnTo>
                    <a:pt x="1244196" y="121363"/>
                  </a:lnTo>
                  <a:lnTo>
                    <a:pt x="1294324" y="133500"/>
                  </a:lnTo>
                  <a:lnTo>
                    <a:pt x="1344453" y="145636"/>
                  </a:lnTo>
                  <a:lnTo>
                    <a:pt x="1394582" y="157773"/>
                  </a:lnTo>
                  <a:lnTo>
                    <a:pt x="1444711" y="169909"/>
                  </a:lnTo>
                  <a:lnTo>
                    <a:pt x="1494840" y="182046"/>
                  </a:lnTo>
                  <a:lnTo>
                    <a:pt x="1544968" y="194182"/>
                  </a:lnTo>
                  <a:lnTo>
                    <a:pt x="1595097" y="206319"/>
                  </a:lnTo>
                  <a:lnTo>
                    <a:pt x="1645226" y="218455"/>
                  </a:lnTo>
                  <a:lnTo>
                    <a:pt x="1695355" y="230592"/>
                  </a:lnTo>
                  <a:lnTo>
                    <a:pt x="1745484" y="242728"/>
                  </a:lnTo>
                  <a:lnTo>
                    <a:pt x="1795612" y="254865"/>
                  </a:lnTo>
                  <a:lnTo>
                    <a:pt x="1845741" y="267001"/>
                  </a:lnTo>
                  <a:lnTo>
                    <a:pt x="1895870" y="279138"/>
                  </a:lnTo>
                  <a:lnTo>
                    <a:pt x="1945999" y="291274"/>
                  </a:lnTo>
                  <a:lnTo>
                    <a:pt x="1996127" y="303410"/>
                  </a:lnTo>
                  <a:lnTo>
                    <a:pt x="2046256" y="315547"/>
                  </a:lnTo>
                  <a:lnTo>
                    <a:pt x="2096385" y="327683"/>
                  </a:lnTo>
                  <a:lnTo>
                    <a:pt x="2146514" y="339820"/>
                  </a:lnTo>
                  <a:lnTo>
                    <a:pt x="2196643" y="351956"/>
                  </a:lnTo>
                  <a:lnTo>
                    <a:pt x="2246771" y="364093"/>
                  </a:lnTo>
                </a:path>
              </a:pathLst>
            </a:custGeom>
            <a:ln w="19074">
              <a:solidFill>
                <a:srgbClr val="000000"/>
              </a:solidFill>
            </a:ln>
          </p:spPr>
          <p:txBody>
            <a:bodyPr wrap="square" lIns="0" tIns="0" rIns="0" bIns="0" rtlCol="0"/>
            <a:lstStyle/>
            <a:p>
              <a:endParaRPr/>
            </a:p>
          </p:txBody>
        </p:sp>
        <p:sp>
          <p:nvSpPr>
            <p:cNvPr id="21" name="object 21"/>
            <p:cNvSpPr/>
            <p:nvPr/>
          </p:nvSpPr>
          <p:spPr>
            <a:xfrm>
              <a:off x="3687794" y="5458603"/>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7"/>
                  </a:lnTo>
                  <a:lnTo>
                    <a:pt x="225953" y="14749"/>
                  </a:lnTo>
                  <a:lnTo>
                    <a:pt x="179610" y="0"/>
                  </a:lnTo>
                  <a:close/>
                </a:path>
              </a:pathLst>
            </a:custGeom>
            <a:solidFill>
              <a:srgbClr val="0048AA">
                <a:alpha val="32998"/>
              </a:srgbClr>
            </a:solidFill>
          </p:spPr>
          <p:txBody>
            <a:bodyPr wrap="square" lIns="0" tIns="0" rIns="0" bIns="0" rtlCol="0"/>
            <a:lstStyle/>
            <a:p>
              <a:endParaRPr/>
            </a:p>
          </p:txBody>
        </p:sp>
        <p:sp>
          <p:nvSpPr>
            <p:cNvPr id="22" name="object 22"/>
            <p:cNvSpPr/>
            <p:nvPr/>
          </p:nvSpPr>
          <p:spPr>
            <a:xfrm>
              <a:off x="3687794" y="545860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23" name="object 23"/>
          <p:cNvSpPr txBox="1"/>
          <p:nvPr/>
        </p:nvSpPr>
        <p:spPr>
          <a:xfrm>
            <a:off x="3787699" y="5491746"/>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3</a:t>
            </a:r>
            <a:endParaRPr sz="1350">
              <a:latin typeface="Times New Roman"/>
              <a:cs typeface="Times New Roman"/>
            </a:endParaRPr>
          </a:p>
        </p:txBody>
      </p:sp>
      <p:grpSp>
        <p:nvGrpSpPr>
          <p:cNvPr id="24" name="object 24"/>
          <p:cNvGrpSpPr/>
          <p:nvPr/>
        </p:nvGrpSpPr>
        <p:grpSpPr>
          <a:xfrm>
            <a:off x="2958182" y="4861018"/>
            <a:ext cx="4669790" cy="2477770"/>
            <a:chOff x="2958182" y="4861018"/>
            <a:chExt cx="4669790" cy="2477770"/>
          </a:xfrm>
        </p:grpSpPr>
        <p:sp>
          <p:nvSpPr>
            <p:cNvPr id="25" name="object 25"/>
            <p:cNvSpPr/>
            <p:nvPr/>
          </p:nvSpPr>
          <p:spPr>
            <a:xfrm>
              <a:off x="4359974" y="6094298"/>
              <a:ext cx="1142365" cy="307975"/>
            </a:xfrm>
            <a:custGeom>
              <a:avLst/>
              <a:gdLst/>
              <a:ahLst/>
              <a:cxnLst/>
              <a:rect l="l" t="t" r="r" b="b"/>
              <a:pathLst>
                <a:path w="1142364" h="307975">
                  <a:moveTo>
                    <a:pt x="1141782" y="0"/>
                  </a:moveTo>
                  <a:lnTo>
                    <a:pt x="1092139" y="13390"/>
                  </a:lnTo>
                  <a:lnTo>
                    <a:pt x="1042497" y="26780"/>
                  </a:lnTo>
                  <a:lnTo>
                    <a:pt x="992854" y="40170"/>
                  </a:lnTo>
                  <a:lnTo>
                    <a:pt x="943211" y="53561"/>
                  </a:lnTo>
                  <a:lnTo>
                    <a:pt x="893568" y="66951"/>
                  </a:lnTo>
                  <a:lnTo>
                    <a:pt x="843926" y="80341"/>
                  </a:lnTo>
                  <a:lnTo>
                    <a:pt x="794283" y="93732"/>
                  </a:lnTo>
                  <a:lnTo>
                    <a:pt x="744640" y="107122"/>
                  </a:lnTo>
                  <a:lnTo>
                    <a:pt x="694998" y="120513"/>
                  </a:lnTo>
                  <a:lnTo>
                    <a:pt x="645355" y="133903"/>
                  </a:lnTo>
                  <a:lnTo>
                    <a:pt x="595712" y="147294"/>
                  </a:lnTo>
                  <a:lnTo>
                    <a:pt x="546069" y="160684"/>
                  </a:lnTo>
                  <a:lnTo>
                    <a:pt x="496427" y="174074"/>
                  </a:lnTo>
                  <a:lnTo>
                    <a:pt x="446784" y="187465"/>
                  </a:lnTo>
                  <a:lnTo>
                    <a:pt x="397141" y="200855"/>
                  </a:lnTo>
                  <a:lnTo>
                    <a:pt x="347499" y="214246"/>
                  </a:lnTo>
                  <a:lnTo>
                    <a:pt x="297856" y="227636"/>
                  </a:lnTo>
                  <a:lnTo>
                    <a:pt x="248213" y="241027"/>
                  </a:lnTo>
                  <a:lnTo>
                    <a:pt x="198571" y="254417"/>
                  </a:lnTo>
                  <a:lnTo>
                    <a:pt x="148928" y="267808"/>
                  </a:lnTo>
                  <a:lnTo>
                    <a:pt x="99285" y="281198"/>
                  </a:lnTo>
                  <a:lnTo>
                    <a:pt x="49642" y="294589"/>
                  </a:lnTo>
                  <a:lnTo>
                    <a:pt x="0" y="307979"/>
                  </a:lnTo>
                </a:path>
              </a:pathLst>
            </a:custGeom>
            <a:ln w="19074">
              <a:solidFill>
                <a:srgbClr val="000000"/>
              </a:solidFill>
            </a:ln>
          </p:spPr>
          <p:txBody>
            <a:bodyPr wrap="square" lIns="0" tIns="0" rIns="0" bIns="0" rtlCol="0"/>
            <a:lstStyle/>
            <a:p>
              <a:endParaRPr/>
            </a:p>
          </p:txBody>
        </p:sp>
        <p:sp>
          <p:nvSpPr>
            <p:cNvPr id="26" name="object 26"/>
            <p:cNvSpPr/>
            <p:nvPr/>
          </p:nvSpPr>
          <p:spPr>
            <a:xfrm>
              <a:off x="5499900" y="589732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27" name="object 27"/>
            <p:cNvSpPr/>
            <p:nvPr/>
          </p:nvSpPr>
          <p:spPr>
            <a:xfrm>
              <a:off x="5499900" y="5897324"/>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28" name="object 28"/>
            <p:cNvSpPr/>
            <p:nvPr/>
          </p:nvSpPr>
          <p:spPr>
            <a:xfrm>
              <a:off x="6224743" y="5897323"/>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29" name="object 29"/>
            <p:cNvSpPr/>
            <p:nvPr/>
          </p:nvSpPr>
          <p:spPr>
            <a:xfrm>
              <a:off x="6224743" y="5897324"/>
              <a:ext cx="311150" cy="311150"/>
            </a:xfrm>
            <a:custGeom>
              <a:avLst/>
              <a:gdLst/>
              <a:ahLst/>
              <a:cxnLst/>
              <a:rect l="l" t="t" r="r" b="b"/>
              <a:pathLst>
                <a:path w="311150" h="311150">
                  <a:moveTo>
                    <a:pt x="266798" y="44248"/>
                  </a:moveTo>
                  <a:lnTo>
                    <a:pt x="296297" y="85092"/>
                  </a:lnTo>
                  <a:lnTo>
                    <a:pt x="311047" y="131435"/>
                  </a:lnTo>
                  <a:lnTo>
                    <a:pt x="311047" y="179611"/>
                  </a:lnTo>
                  <a:lnTo>
                    <a:pt x="296297"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30" name="object 30"/>
            <p:cNvSpPr/>
            <p:nvPr/>
          </p:nvSpPr>
          <p:spPr>
            <a:xfrm>
              <a:off x="7223649" y="6162003"/>
              <a:ext cx="125730" cy="115570"/>
            </a:xfrm>
            <a:custGeom>
              <a:avLst/>
              <a:gdLst/>
              <a:ahLst/>
              <a:cxnLst/>
              <a:rect l="l" t="t" r="r" b="b"/>
              <a:pathLst>
                <a:path w="125729" h="115570">
                  <a:moveTo>
                    <a:pt x="125370" y="0"/>
                  </a:moveTo>
                  <a:lnTo>
                    <a:pt x="94027" y="28867"/>
                  </a:lnTo>
                  <a:lnTo>
                    <a:pt x="62685" y="57735"/>
                  </a:lnTo>
                  <a:lnTo>
                    <a:pt x="31342" y="86603"/>
                  </a:lnTo>
                  <a:lnTo>
                    <a:pt x="0" y="115471"/>
                  </a:lnTo>
                </a:path>
              </a:pathLst>
            </a:custGeom>
            <a:ln w="19074">
              <a:solidFill>
                <a:srgbClr val="000000"/>
              </a:solidFill>
            </a:ln>
          </p:spPr>
          <p:txBody>
            <a:bodyPr wrap="square" lIns="0" tIns="0" rIns="0" bIns="0" rtlCol="0"/>
            <a:lstStyle/>
            <a:p>
              <a:endParaRPr/>
            </a:p>
          </p:txBody>
        </p:sp>
        <p:sp>
          <p:nvSpPr>
            <p:cNvPr id="31" name="object 31"/>
            <p:cNvSpPr/>
            <p:nvPr/>
          </p:nvSpPr>
          <p:spPr>
            <a:xfrm>
              <a:off x="7312006" y="5897323"/>
              <a:ext cx="311150" cy="311150"/>
            </a:xfrm>
            <a:custGeom>
              <a:avLst/>
              <a:gdLst/>
              <a:ahLst/>
              <a:cxnLst/>
              <a:rect l="l" t="t" r="r" b="b"/>
              <a:pathLst>
                <a:path w="311150" h="311150">
                  <a:moveTo>
                    <a:pt x="179611" y="0"/>
                  </a:moveTo>
                  <a:lnTo>
                    <a:pt x="131436" y="0"/>
                  </a:lnTo>
                  <a:lnTo>
                    <a:pt x="85093" y="14749"/>
                  </a:lnTo>
                  <a:lnTo>
                    <a:pt x="44248" y="44247"/>
                  </a:lnTo>
                  <a:lnTo>
                    <a:pt x="14749" y="85092"/>
                  </a:lnTo>
                  <a:lnTo>
                    <a:pt x="0" y="131435"/>
                  </a:lnTo>
                  <a:lnTo>
                    <a:pt x="0" y="179611"/>
                  </a:lnTo>
                  <a:lnTo>
                    <a:pt x="14749" y="225954"/>
                  </a:lnTo>
                  <a:lnTo>
                    <a:pt x="44248" y="266798"/>
                  </a:lnTo>
                  <a:lnTo>
                    <a:pt x="85093" y="296297"/>
                  </a:lnTo>
                  <a:lnTo>
                    <a:pt x="131436"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32" name="object 32"/>
            <p:cNvSpPr/>
            <p:nvPr/>
          </p:nvSpPr>
          <p:spPr>
            <a:xfrm>
              <a:off x="7312006" y="589732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3" name="object 33"/>
            <p:cNvSpPr/>
            <p:nvPr/>
          </p:nvSpPr>
          <p:spPr>
            <a:xfrm>
              <a:off x="6949585" y="6231133"/>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34" name="object 34"/>
            <p:cNvSpPr/>
            <p:nvPr/>
          </p:nvSpPr>
          <p:spPr>
            <a:xfrm>
              <a:off x="6949585" y="6231133"/>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5" name="object 35"/>
            <p:cNvSpPr/>
            <p:nvPr/>
          </p:nvSpPr>
          <p:spPr>
            <a:xfrm>
              <a:off x="4352881" y="6509709"/>
              <a:ext cx="834390" cy="548640"/>
            </a:xfrm>
            <a:custGeom>
              <a:avLst/>
              <a:gdLst/>
              <a:ahLst/>
              <a:cxnLst/>
              <a:rect l="l" t="t" r="r" b="b"/>
              <a:pathLst>
                <a:path w="834389" h="548640">
                  <a:moveTo>
                    <a:pt x="471511" y="378605"/>
                  </a:moveTo>
                  <a:lnTo>
                    <a:pt x="433973" y="421082"/>
                  </a:lnTo>
                  <a:lnTo>
                    <a:pt x="396435" y="463559"/>
                  </a:lnTo>
                  <a:lnTo>
                    <a:pt x="358897" y="506036"/>
                  </a:lnTo>
                  <a:lnTo>
                    <a:pt x="321359" y="548513"/>
                  </a:lnTo>
                </a:path>
                <a:path w="834389" h="548640">
                  <a:moveTo>
                    <a:pt x="683890" y="378605"/>
                  </a:moveTo>
                  <a:lnTo>
                    <a:pt x="721364" y="421009"/>
                  </a:lnTo>
                  <a:lnTo>
                    <a:pt x="758837" y="463414"/>
                  </a:lnTo>
                  <a:lnTo>
                    <a:pt x="796311" y="505818"/>
                  </a:lnTo>
                  <a:lnTo>
                    <a:pt x="833785" y="548222"/>
                  </a:lnTo>
                </a:path>
                <a:path w="834389" h="548640">
                  <a:moveTo>
                    <a:pt x="0" y="0"/>
                  </a:moveTo>
                  <a:lnTo>
                    <a:pt x="47820" y="21393"/>
                  </a:lnTo>
                  <a:lnTo>
                    <a:pt x="95640" y="42786"/>
                  </a:lnTo>
                  <a:lnTo>
                    <a:pt x="143460" y="64179"/>
                  </a:lnTo>
                  <a:lnTo>
                    <a:pt x="191281" y="85572"/>
                  </a:lnTo>
                  <a:lnTo>
                    <a:pt x="239101" y="106966"/>
                  </a:lnTo>
                  <a:lnTo>
                    <a:pt x="286922" y="128359"/>
                  </a:lnTo>
                  <a:lnTo>
                    <a:pt x="334742" y="149752"/>
                  </a:lnTo>
                  <a:lnTo>
                    <a:pt x="382562" y="171146"/>
                  </a:lnTo>
                  <a:lnTo>
                    <a:pt x="430382" y="192539"/>
                  </a:lnTo>
                </a:path>
              </a:pathLst>
            </a:custGeom>
            <a:ln w="19074">
              <a:solidFill>
                <a:srgbClr val="000000"/>
              </a:solidFill>
            </a:ln>
          </p:spPr>
          <p:txBody>
            <a:bodyPr wrap="square" lIns="0" tIns="0" rIns="0" bIns="0" rtlCol="0"/>
            <a:lstStyle/>
            <a:p>
              <a:endParaRPr/>
            </a:p>
          </p:txBody>
        </p:sp>
        <p:sp>
          <p:nvSpPr>
            <p:cNvPr id="36" name="object 36"/>
            <p:cNvSpPr/>
            <p:nvPr/>
          </p:nvSpPr>
          <p:spPr>
            <a:xfrm>
              <a:off x="4775057" y="6612629"/>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0048AA">
                <a:alpha val="32998"/>
              </a:srgbClr>
            </a:solidFill>
          </p:spPr>
          <p:txBody>
            <a:bodyPr wrap="square" lIns="0" tIns="0" rIns="0" bIns="0" rtlCol="0"/>
            <a:lstStyle/>
            <a:p>
              <a:endParaRPr/>
            </a:p>
          </p:txBody>
        </p:sp>
        <p:sp>
          <p:nvSpPr>
            <p:cNvPr id="37" name="object 37"/>
            <p:cNvSpPr/>
            <p:nvPr/>
          </p:nvSpPr>
          <p:spPr>
            <a:xfrm>
              <a:off x="4775058" y="6612629"/>
              <a:ext cx="311150" cy="311150"/>
            </a:xfrm>
            <a:custGeom>
              <a:avLst/>
              <a:gdLst/>
              <a:ahLst/>
              <a:cxnLst/>
              <a:rect l="l" t="t" r="r" b="b"/>
              <a:pathLst>
                <a:path w="311150" h="311150">
                  <a:moveTo>
                    <a:pt x="266798" y="44248"/>
                  </a:moveTo>
                  <a:lnTo>
                    <a:pt x="296297" y="85092"/>
                  </a:lnTo>
                  <a:lnTo>
                    <a:pt x="311046" y="131435"/>
                  </a:lnTo>
                  <a:lnTo>
                    <a:pt x="311046" y="179611"/>
                  </a:lnTo>
                  <a:lnTo>
                    <a:pt x="296297" y="225953"/>
                  </a:lnTo>
                  <a:lnTo>
                    <a:pt x="266798"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8" name="object 38"/>
            <p:cNvSpPr/>
            <p:nvPr/>
          </p:nvSpPr>
          <p:spPr>
            <a:xfrm>
              <a:off x="5137479" y="7022737"/>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39" name="object 39"/>
            <p:cNvSpPr/>
            <p:nvPr/>
          </p:nvSpPr>
          <p:spPr>
            <a:xfrm>
              <a:off x="5137479" y="7022738"/>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40" name="object 40"/>
            <p:cNvSpPr/>
            <p:nvPr/>
          </p:nvSpPr>
          <p:spPr>
            <a:xfrm>
              <a:off x="4412636" y="7022737"/>
              <a:ext cx="311150" cy="311150"/>
            </a:xfrm>
            <a:custGeom>
              <a:avLst/>
              <a:gdLst/>
              <a:ahLst/>
              <a:cxnLst/>
              <a:rect l="l" t="t" r="r" b="b"/>
              <a:pathLst>
                <a:path w="311150" h="311150">
                  <a:moveTo>
                    <a:pt x="179610" y="0"/>
                  </a:moveTo>
                  <a:lnTo>
                    <a:pt x="131434" y="0"/>
                  </a:lnTo>
                  <a:lnTo>
                    <a:pt x="85092" y="14749"/>
                  </a:lnTo>
                  <a:lnTo>
                    <a:pt x="44247" y="44248"/>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8"/>
                  </a:lnTo>
                  <a:lnTo>
                    <a:pt x="225953" y="14749"/>
                  </a:lnTo>
                  <a:lnTo>
                    <a:pt x="179610" y="0"/>
                  </a:lnTo>
                  <a:close/>
                </a:path>
              </a:pathLst>
            </a:custGeom>
            <a:solidFill>
              <a:srgbClr val="FFFFFF"/>
            </a:solidFill>
          </p:spPr>
          <p:txBody>
            <a:bodyPr wrap="square" lIns="0" tIns="0" rIns="0" bIns="0" rtlCol="0"/>
            <a:lstStyle/>
            <a:p>
              <a:endParaRPr/>
            </a:p>
          </p:txBody>
        </p:sp>
        <p:sp>
          <p:nvSpPr>
            <p:cNvPr id="41" name="object 41"/>
            <p:cNvSpPr/>
            <p:nvPr/>
          </p:nvSpPr>
          <p:spPr>
            <a:xfrm>
              <a:off x="4412636" y="702273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2" name="object 42"/>
            <p:cNvSpPr/>
            <p:nvPr/>
          </p:nvSpPr>
          <p:spPr>
            <a:xfrm>
              <a:off x="4050215" y="6288358"/>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4"/>
                  </a:lnTo>
                  <a:lnTo>
                    <a:pt x="0" y="179610"/>
                  </a:lnTo>
                  <a:lnTo>
                    <a:pt x="14749" y="225953"/>
                  </a:lnTo>
                  <a:lnTo>
                    <a:pt x="44247" y="266797"/>
                  </a:lnTo>
                  <a:lnTo>
                    <a:pt x="85092" y="296296"/>
                  </a:lnTo>
                  <a:lnTo>
                    <a:pt x="131434" y="311046"/>
                  </a:lnTo>
                  <a:lnTo>
                    <a:pt x="179610" y="311046"/>
                  </a:lnTo>
                  <a:lnTo>
                    <a:pt x="225953" y="296296"/>
                  </a:lnTo>
                  <a:lnTo>
                    <a:pt x="266798" y="266797"/>
                  </a:lnTo>
                  <a:lnTo>
                    <a:pt x="296297" y="225953"/>
                  </a:lnTo>
                  <a:lnTo>
                    <a:pt x="311046" y="179610"/>
                  </a:lnTo>
                  <a:lnTo>
                    <a:pt x="311046" y="131434"/>
                  </a:lnTo>
                  <a:lnTo>
                    <a:pt x="296297" y="85092"/>
                  </a:lnTo>
                  <a:lnTo>
                    <a:pt x="266798" y="44247"/>
                  </a:lnTo>
                  <a:lnTo>
                    <a:pt x="225953" y="14749"/>
                  </a:lnTo>
                  <a:lnTo>
                    <a:pt x="179610" y="0"/>
                  </a:lnTo>
                  <a:close/>
                </a:path>
              </a:pathLst>
            </a:custGeom>
            <a:solidFill>
              <a:srgbClr val="FFFFFF"/>
            </a:solidFill>
          </p:spPr>
          <p:txBody>
            <a:bodyPr wrap="square" lIns="0" tIns="0" rIns="0" bIns="0" rtlCol="0"/>
            <a:lstStyle/>
            <a:p>
              <a:endParaRPr/>
            </a:p>
          </p:txBody>
        </p:sp>
        <p:sp>
          <p:nvSpPr>
            <p:cNvPr id="43" name="object 43"/>
            <p:cNvSpPr/>
            <p:nvPr/>
          </p:nvSpPr>
          <p:spPr>
            <a:xfrm>
              <a:off x="4050215"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4" name="object 44"/>
            <p:cNvSpPr/>
            <p:nvPr/>
          </p:nvSpPr>
          <p:spPr>
            <a:xfrm>
              <a:off x="3227925" y="6170939"/>
              <a:ext cx="143510" cy="154940"/>
            </a:xfrm>
            <a:custGeom>
              <a:avLst/>
              <a:gdLst/>
              <a:ahLst/>
              <a:cxnLst/>
              <a:rect l="l" t="t" r="r" b="b"/>
              <a:pathLst>
                <a:path w="143510" h="154939">
                  <a:moveTo>
                    <a:pt x="0" y="0"/>
                  </a:moveTo>
                  <a:lnTo>
                    <a:pt x="35858" y="38688"/>
                  </a:lnTo>
                  <a:lnTo>
                    <a:pt x="71716" y="77378"/>
                  </a:lnTo>
                  <a:lnTo>
                    <a:pt x="107575" y="116067"/>
                  </a:lnTo>
                  <a:lnTo>
                    <a:pt x="143433" y="154756"/>
                  </a:lnTo>
                </a:path>
              </a:pathLst>
            </a:custGeom>
            <a:ln w="19074">
              <a:solidFill>
                <a:srgbClr val="000000"/>
              </a:solidFill>
            </a:ln>
          </p:spPr>
          <p:txBody>
            <a:bodyPr wrap="square" lIns="0" tIns="0" rIns="0" bIns="0" rtlCol="0"/>
            <a:lstStyle/>
            <a:p>
              <a:endParaRPr/>
            </a:p>
          </p:txBody>
        </p:sp>
        <p:sp>
          <p:nvSpPr>
            <p:cNvPr id="45" name="object 45"/>
            <p:cNvSpPr/>
            <p:nvPr/>
          </p:nvSpPr>
          <p:spPr>
            <a:xfrm>
              <a:off x="2962951" y="5897323"/>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46" name="object 46"/>
            <p:cNvSpPr/>
            <p:nvPr/>
          </p:nvSpPr>
          <p:spPr>
            <a:xfrm>
              <a:off x="2962951" y="589732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7" name="object 47"/>
            <p:cNvSpPr/>
            <p:nvPr/>
          </p:nvSpPr>
          <p:spPr>
            <a:xfrm>
              <a:off x="3325372" y="6288358"/>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4"/>
                  </a:lnTo>
                  <a:lnTo>
                    <a:pt x="0" y="179610"/>
                  </a:lnTo>
                  <a:lnTo>
                    <a:pt x="14749" y="225953"/>
                  </a:lnTo>
                  <a:lnTo>
                    <a:pt x="44248" y="266797"/>
                  </a:lnTo>
                  <a:lnTo>
                    <a:pt x="85093" y="296296"/>
                  </a:lnTo>
                  <a:lnTo>
                    <a:pt x="131435" y="311046"/>
                  </a:lnTo>
                  <a:lnTo>
                    <a:pt x="179611" y="311046"/>
                  </a:lnTo>
                  <a:lnTo>
                    <a:pt x="225954" y="296296"/>
                  </a:lnTo>
                  <a:lnTo>
                    <a:pt x="266798" y="266797"/>
                  </a:lnTo>
                  <a:lnTo>
                    <a:pt x="296297" y="225953"/>
                  </a:lnTo>
                  <a:lnTo>
                    <a:pt x="311047" y="179610"/>
                  </a:lnTo>
                  <a:lnTo>
                    <a:pt x="311047" y="131434"/>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48" name="object 48"/>
            <p:cNvSpPr/>
            <p:nvPr/>
          </p:nvSpPr>
          <p:spPr>
            <a:xfrm>
              <a:off x="3325372"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9" name="object 49"/>
            <p:cNvSpPr/>
            <p:nvPr/>
          </p:nvSpPr>
          <p:spPr>
            <a:xfrm>
              <a:off x="5426619" y="4870556"/>
              <a:ext cx="314960" cy="167640"/>
            </a:xfrm>
            <a:custGeom>
              <a:avLst/>
              <a:gdLst/>
              <a:ahLst/>
              <a:cxnLst/>
              <a:rect l="l" t="t" r="r" b="b"/>
              <a:pathLst>
                <a:path w="314960" h="167639">
                  <a:moveTo>
                    <a:pt x="314884" y="167412"/>
                  </a:moveTo>
                  <a:lnTo>
                    <a:pt x="306463" y="162936"/>
                  </a:lnTo>
                  <a:lnTo>
                    <a:pt x="0" y="0"/>
                  </a:lnTo>
                </a:path>
              </a:pathLst>
            </a:custGeom>
            <a:ln w="19074">
              <a:solidFill>
                <a:srgbClr val="8D3124"/>
              </a:solidFill>
            </a:ln>
          </p:spPr>
          <p:txBody>
            <a:bodyPr wrap="square" lIns="0" tIns="0" rIns="0" bIns="0" rtlCol="0"/>
            <a:lstStyle/>
            <a:p>
              <a:endParaRPr/>
            </a:p>
          </p:txBody>
        </p:sp>
        <p:sp>
          <p:nvSpPr>
            <p:cNvPr id="50" name="object 50"/>
            <p:cNvSpPr/>
            <p:nvPr/>
          </p:nvSpPr>
          <p:spPr>
            <a:xfrm>
              <a:off x="5691381" y="4982325"/>
              <a:ext cx="102870" cy="83820"/>
            </a:xfrm>
            <a:custGeom>
              <a:avLst/>
              <a:gdLst/>
              <a:ahLst/>
              <a:cxnLst/>
              <a:rect l="l" t="t" r="r" b="b"/>
              <a:pathLst>
                <a:path w="102870" h="83820">
                  <a:moveTo>
                    <a:pt x="42979" y="0"/>
                  </a:moveTo>
                  <a:lnTo>
                    <a:pt x="41701" y="51167"/>
                  </a:lnTo>
                  <a:lnTo>
                    <a:pt x="0" y="80844"/>
                  </a:lnTo>
                  <a:lnTo>
                    <a:pt x="102334" y="83400"/>
                  </a:lnTo>
                  <a:lnTo>
                    <a:pt x="42979" y="0"/>
                  </a:lnTo>
                  <a:close/>
                </a:path>
              </a:pathLst>
            </a:custGeom>
            <a:solidFill>
              <a:srgbClr val="8D3124"/>
            </a:solidFill>
          </p:spPr>
          <p:txBody>
            <a:bodyPr wrap="square" lIns="0" tIns="0" rIns="0" bIns="0" rtlCol="0"/>
            <a:lstStyle/>
            <a:p>
              <a:endParaRPr/>
            </a:p>
          </p:txBody>
        </p:sp>
      </p:grpSp>
      <p:sp>
        <p:nvSpPr>
          <p:cNvPr id="51" name="object 51"/>
          <p:cNvSpPr txBox="1"/>
          <p:nvPr/>
        </p:nvSpPr>
        <p:spPr>
          <a:xfrm>
            <a:off x="3857848" y="4366333"/>
            <a:ext cx="2228215" cy="399415"/>
          </a:xfrm>
          <a:prstGeom prst="rect">
            <a:avLst/>
          </a:prstGeom>
        </p:spPr>
        <p:txBody>
          <a:bodyPr vert="horz" wrap="square" lIns="0" tIns="5080" rIns="0" bIns="0" rtlCol="0">
            <a:spAutoFit/>
          </a:bodyPr>
          <a:lstStyle/>
          <a:p>
            <a:pPr marL="12700" marR="5080" indent="173355">
              <a:lnSpc>
                <a:spcPct val="104299"/>
              </a:lnSpc>
              <a:spcBef>
                <a:spcPts val="40"/>
              </a:spcBef>
            </a:pPr>
            <a:r>
              <a:rPr sz="1200" dirty="0">
                <a:solidFill>
                  <a:srgbClr val="8D3124"/>
                </a:solidFill>
                <a:latin typeface="Lucida Sans Unicode"/>
                <a:cs typeface="Lucida Sans Unicode"/>
              </a:rPr>
              <a:t>first</a:t>
            </a:r>
            <a:r>
              <a:rPr sz="1200" spc="-35" dirty="0">
                <a:solidFill>
                  <a:srgbClr val="8D3124"/>
                </a:solidFill>
                <a:latin typeface="Lucida Sans Unicode"/>
                <a:cs typeface="Lucida Sans Unicode"/>
              </a:rPr>
              <a:t> </a:t>
            </a:r>
            <a:r>
              <a:rPr sz="1200" dirty="0">
                <a:solidFill>
                  <a:srgbClr val="8D3124"/>
                </a:solidFill>
                <a:latin typeface="Lucida Sans Unicode"/>
                <a:cs typeface="Lucida Sans Unicode"/>
              </a:rPr>
              <a:t>partitioning</a:t>
            </a:r>
            <a:r>
              <a:rPr sz="1200" spc="-35" dirty="0">
                <a:solidFill>
                  <a:srgbClr val="8D3124"/>
                </a:solidFill>
                <a:latin typeface="Lucida Sans Unicode"/>
                <a:cs typeface="Lucida Sans Unicode"/>
              </a:rPr>
              <a:t> </a:t>
            </a:r>
            <a:r>
              <a:rPr sz="1200" spc="-10" dirty="0">
                <a:solidFill>
                  <a:srgbClr val="8D3124"/>
                </a:solidFill>
                <a:latin typeface="Lucida Sans Unicode"/>
                <a:cs typeface="Lucida Sans Unicode"/>
              </a:rPr>
              <a:t>element </a:t>
            </a:r>
            <a:r>
              <a:rPr sz="1200" dirty="0">
                <a:solidFill>
                  <a:srgbClr val="8D3124"/>
                </a:solidFill>
                <a:latin typeface="Lucida Sans Unicode"/>
                <a:cs typeface="Lucida Sans Unicode"/>
              </a:rPr>
              <a:t>(chosen uniformly at </a:t>
            </a:r>
            <a:r>
              <a:rPr sz="1200" spc="-10" dirty="0">
                <a:solidFill>
                  <a:srgbClr val="8D3124"/>
                </a:solidFill>
                <a:latin typeface="Lucida Sans Unicode"/>
                <a:cs typeface="Lucida Sans Unicode"/>
              </a:rPr>
              <a:t>random)</a:t>
            </a:r>
            <a:endParaRPr sz="1200">
              <a:latin typeface="Lucida Sans Unicode"/>
              <a:cs typeface="Lucida Sans Unicode"/>
            </a:endParaRPr>
          </a:p>
        </p:txBody>
      </p:sp>
      <p:sp>
        <p:nvSpPr>
          <p:cNvPr id="52" name="object 52"/>
          <p:cNvSpPr txBox="1"/>
          <p:nvPr/>
        </p:nvSpPr>
        <p:spPr>
          <a:xfrm>
            <a:off x="3062856" y="5973386"/>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1</a:t>
            </a:r>
            <a:endParaRPr sz="1350">
              <a:latin typeface="Times New Roman"/>
              <a:cs typeface="Times New Roman"/>
            </a:endParaRPr>
          </a:p>
        </p:txBody>
      </p:sp>
      <p:sp>
        <p:nvSpPr>
          <p:cNvPr id="53" name="object 53"/>
          <p:cNvSpPr txBox="1"/>
          <p:nvPr/>
        </p:nvSpPr>
        <p:spPr>
          <a:xfrm>
            <a:off x="5599804" y="5973386"/>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8</a:t>
            </a:r>
            <a:endParaRPr sz="1350">
              <a:latin typeface="Times New Roman"/>
              <a:cs typeface="Times New Roman"/>
            </a:endParaRPr>
          </a:p>
        </p:txBody>
      </p:sp>
      <p:sp>
        <p:nvSpPr>
          <p:cNvPr id="54" name="object 54"/>
          <p:cNvSpPr txBox="1"/>
          <p:nvPr/>
        </p:nvSpPr>
        <p:spPr>
          <a:xfrm>
            <a:off x="6281730" y="5973386"/>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10</a:t>
            </a:r>
            <a:endParaRPr sz="1350">
              <a:latin typeface="Times New Roman"/>
              <a:cs typeface="Times New Roman"/>
            </a:endParaRPr>
          </a:p>
        </p:txBody>
      </p:sp>
      <p:sp>
        <p:nvSpPr>
          <p:cNvPr id="55" name="object 55"/>
          <p:cNvSpPr txBox="1"/>
          <p:nvPr/>
        </p:nvSpPr>
        <p:spPr>
          <a:xfrm>
            <a:off x="7368993" y="5973386"/>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13</a:t>
            </a:r>
            <a:endParaRPr sz="1350">
              <a:latin typeface="Times New Roman"/>
              <a:cs typeface="Times New Roman"/>
            </a:endParaRPr>
          </a:p>
        </p:txBody>
      </p:sp>
      <p:sp>
        <p:nvSpPr>
          <p:cNvPr id="56" name="object 56"/>
          <p:cNvSpPr txBox="1"/>
          <p:nvPr/>
        </p:nvSpPr>
        <p:spPr>
          <a:xfrm>
            <a:off x="7006572" y="6307194"/>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12</a:t>
            </a:r>
            <a:endParaRPr sz="1350">
              <a:latin typeface="Times New Roman"/>
              <a:cs typeface="Times New Roman"/>
            </a:endParaRPr>
          </a:p>
        </p:txBody>
      </p:sp>
      <p:sp>
        <p:nvSpPr>
          <p:cNvPr id="57" name="object 57"/>
          <p:cNvSpPr txBox="1"/>
          <p:nvPr/>
        </p:nvSpPr>
        <p:spPr>
          <a:xfrm>
            <a:off x="3425277" y="636441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2</a:t>
            </a:r>
            <a:endParaRPr sz="1350">
              <a:latin typeface="Times New Roman"/>
              <a:cs typeface="Times New Roman"/>
            </a:endParaRPr>
          </a:p>
        </p:txBody>
      </p:sp>
      <p:sp>
        <p:nvSpPr>
          <p:cNvPr id="58" name="object 58"/>
          <p:cNvSpPr txBox="1"/>
          <p:nvPr/>
        </p:nvSpPr>
        <p:spPr>
          <a:xfrm>
            <a:off x="4150120" y="636441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4</a:t>
            </a:r>
            <a:endParaRPr sz="1350">
              <a:latin typeface="Times New Roman"/>
              <a:cs typeface="Times New Roman"/>
            </a:endParaRPr>
          </a:p>
        </p:txBody>
      </p:sp>
      <p:sp>
        <p:nvSpPr>
          <p:cNvPr id="59" name="object 59"/>
          <p:cNvSpPr txBox="1"/>
          <p:nvPr/>
        </p:nvSpPr>
        <p:spPr>
          <a:xfrm>
            <a:off x="4874962" y="6688690"/>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6</a:t>
            </a:r>
            <a:endParaRPr sz="1350">
              <a:latin typeface="Times New Roman"/>
              <a:cs typeface="Times New Roman"/>
            </a:endParaRPr>
          </a:p>
        </p:txBody>
      </p:sp>
      <p:sp>
        <p:nvSpPr>
          <p:cNvPr id="60" name="object 60"/>
          <p:cNvSpPr txBox="1"/>
          <p:nvPr/>
        </p:nvSpPr>
        <p:spPr>
          <a:xfrm>
            <a:off x="4512541" y="709879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5</a:t>
            </a:r>
            <a:endParaRPr sz="1350">
              <a:latin typeface="Times New Roman"/>
              <a:cs typeface="Times New Roman"/>
            </a:endParaRPr>
          </a:p>
        </p:txBody>
      </p:sp>
      <p:sp>
        <p:nvSpPr>
          <p:cNvPr id="61" name="object 61"/>
          <p:cNvSpPr txBox="1"/>
          <p:nvPr/>
        </p:nvSpPr>
        <p:spPr>
          <a:xfrm>
            <a:off x="5237383" y="709879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7</a:t>
            </a:r>
            <a:endParaRPr sz="1350">
              <a:latin typeface="Times New Roman"/>
              <a:cs typeface="Times New Roman"/>
            </a:endParaRPr>
          </a:p>
        </p:txBody>
      </p:sp>
      <p:sp>
        <p:nvSpPr>
          <p:cNvPr id="62" name="object 6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40</a:t>
            </a:fld>
            <a:endParaRPr spc="-2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32567" y="1131247"/>
            <a:ext cx="7842884" cy="1864995"/>
          </a:xfrm>
          <a:prstGeom prst="rect">
            <a:avLst/>
          </a:prstGeom>
        </p:spPr>
        <p:txBody>
          <a:bodyPr vert="horz" wrap="square" lIns="0" tIns="12700" rIns="0" bIns="0" rtlCol="0">
            <a:spAutoFit/>
          </a:bodyPr>
          <a:lstStyle/>
          <a:p>
            <a:pPr marL="25400" marR="55880">
              <a:lnSpc>
                <a:spcPct val="132100"/>
              </a:lnSpc>
              <a:spcBef>
                <a:spcPts val="100"/>
              </a:spcBef>
              <a:tabLst>
                <a:tab pos="14998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expected</a:t>
            </a:r>
            <a:r>
              <a:rPr sz="1800" spc="-5" dirty="0">
                <a:latin typeface="Lucida Sans Unicode"/>
                <a:cs typeface="Lucida Sans Unicode"/>
              </a:rPr>
              <a:t> </a:t>
            </a:r>
            <a:r>
              <a:rPr sz="1800" dirty="0">
                <a:latin typeface="Lucida Sans Unicode"/>
                <a:cs typeface="Lucida Sans Unicode"/>
              </a:rPr>
              <a:t>number</a:t>
            </a:r>
            <a:r>
              <a:rPr sz="1800" spc="-5" dirty="0">
                <a:latin typeface="Lucida Sans Unicode"/>
                <a:cs typeface="Lucida Sans Unicode"/>
              </a:rPr>
              <a:t> </a:t>
            </a:r>
            <a:r>
              <a:rPr sz="1800" dirty="0">
                <a:latin typeface="Lucida Sans Unicode"/>
                <a:cs typeface="Lucida Sans Unicode"/>
              </a:rPr>
              <a:t>of</a:t>
            </a:r>
            <a:r>
              <a:rPr sz="1800" spc="-5" dirty="0">
                <a:latin typeface="Lucida Sans Unicode"/>
                <a:cs typeface="Lucida Sans Unicode"/>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quicksort</a:t>
            </a:r>
            <a:r>
              <a:rPr sz="1800" spc="-5" dirty="0">
                <a:latin typeface="Lucida Sans Unicode"/>
                <a:cs typeface="Lucida Sans Unicode"/>
              </a:rPr>
              <a:t> </a:t>
            </a:r>
            <a:r>
              <a:rPr sz="1800" dirty="0">
                <a:latin typeface="Lucida Sans Unicode"/>
                <a:cs typeface="Lucida Sans Unicode"/>
              </a:rPr>
              <a:t>an</a:t>
            </a:r>
            <a:r>
              <a:rPr sz="1800" spc="-5" dirty="0">
                <a:latin typeface="Lucida Sans Unicode"/>
                <a:cs typeface="Lucida Sans Unicode"/>
              </a:rPr>
              <a:t> </a:t>
            </a:r>
            <a:r>
              <a:rPr sz="1800" spc="-10" dirty="0">
                <a:latin typeface="Lucida Sans Unicode"/>
                <a:cs typeface="Lucida Sans Unicode"/>
              </a:rPr>
              <a:t>array </a:t>
            </a:r>
            <a:r>
              <a:rPr sz="1800" dirty="0">
                <a:latin typeface="Lucida Sans Unicode"/>
                <a:cs typeface="Lucida Sans Unicode"/>
              </a:rPr>
              <a:t>of </a:t>
            </a:r>
            <a:r>
              <a:rPr sz="1800" i="1" dirty="0">
                <a:latin typeface="Times New Roman"/>
                <a:cs typeface="Times New Roman"/>
              </a:rPr>
              <a:t>n</a:t>
            </a:r>
            <a:r>
              <a:rPr sz="1800" i="1" spc="120" dirty="0">
                <a:latin typeface="Times New Roman"/>
                <a:cs typeface="Times New Roman"/>
              </a:rPr>
              <a:t> </a:t>
            </a:r>
            <a:r>
              <a:rPr sz="1800" dirty="0">
                <a:latin typeface="Lucida Sans Unicode"/>
                <a:cs typeface="Lucida Sans Unicode"/>
              </a:rPr>
              <a:t>distinct</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is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spc="-10" dirty="0">
                <a:latin typeface="Times New Roman"/>
                <a:cs typeface="Times New Roman"/>
              </a:rPr>
              <a:t>log</a:t>
            </a:r>
            <a:r>
              <a:rPr sz="1800" spc="-145" dirty="0">
                <a:latin typeface="Times New Roman"/>
                <a:cs typeface="Times New Roman"/>
              </a:rPr>
              <a:t>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25400">
              <a:lnSpc>
                <a:spcPts val="1980"/>
              </a:lnSpc>
              <a:tabLst>
                <a:tab pos="45275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latin typeface="Lucida Sans Unicode"/>
                <a:cs typeface="Lucida Sans Unicode"/>
              </a:rPr>
              <a:t>Consider</a:t>
            </a:r>
            <a:r>
              <a:rPr sz="1800" spc="-45" dirty="0">
                <a:latin typeface="Lucida Sans Unicode"/>
                <a:cs typeface="Lucida Sans Unicode"/>
              </a:rPr>
              <a:t> </a:t>
            </a:r>
            <a:r>
              <a:rPr sz="1800" dirty="0">
                <a:latin typeface="Lucida Sans Unicode"/>
                <a:cs typeface="Lucida Sans Unicode"/>
              </a:rPr>
              <a:t>BST</a:t>
            </a:r>
            <a:r>
              <a:rPr sz="1800" spc="-45" dirty="0">
                <a:latin typeface="Lucida Sans Unicode"/>
                <a:cs typeface="Lucida Sans Unicode"/>
              </a:rPr>
              <a:t> </a:t>
            </a:r>
            <a:r>
              <a:rPr sz="1800" dirty="0">
                <a:latin typeface="Lucida Sans Unicode"/>
                <a:cs typeface="Lucida Sans Unicode"/>
              </a:rPr>
              <a:t>representation</a:t>
            </a:r>
            <a:r>
              <a:rPr sz="1800" spc="-45" dirty="0">
                <a:latin typeface="Lucida Sans Unicode"/>
                <a:cs typeface="Lucida Sans Unicode"/>
              </a:rPr>
              <a:t> </a:t>
            </a:r>
            <a:r>
              <a:rPr sz="1800" dirty="0">
                <a:latin typeface="Lucida Sans Unicode"/>
                <a:cs typeface="Lucida Sans Unicode"/>
              </a:rPr>
              <a:t>of</a:t>
            </a:r>
            <a:r>
              <a:rPr sz="1800" spc="-45" dirty="0">
                <a:latin typeface="Lucida Sans Unicode"/>
                <a:cs typeface="Lucida Sans Unicode"/>
              </a:rPr>
              <a:t> </a:t>
            </a:r>
            <a:r>
              <a:rPr sz="1800" dirty="0">
                <a:latin typeface="Lucida Sans Unicode"/>
                <a:cs typeface="Lucida Sans Unicode"/>
              </a:rPr>
              <a:t>partitioning</a:t>
            </a:r>
            <a:r>
              <a:rPr sz="1800" spc="-45" dirty="0">
                <a:latin typeface="Lucida Sans Unicode"/>
                <a:cs typeface="Lucida Sans Unicode"/>
              </a:rPr>
              <a:t> </a:t>
            </a:r>
            <a:r>
              <a:rPr sz="1800" spc="-10" dirty="0">
                <a:latin typeface="Lucida Sans Unicode"/>
                <a:cs typeface="Lucida Sans Unicode"/>
              </a:rPr>
              <a:t>elements.</a:t>
            </a:r>
            <a:endParaRPr sz="1800">
              <a:latin typeface="Lucida Sans Unicode"/>
              <a:cs typeface="Lucida Sans Unicode"/>
            </a:endParaRPr>
          </a:p>
          <a:p>
            <a:pPr marL="120650">
              <a:lnSpc>
                <a:spcPts val="3240"/>
              </a:lnSpc>
            </a:pPr>
            <a:r>
              <a:rPr sz="4275" spc="2175" baseline="-8771" dirty="0">
                <a:latin typeface="Yu Gothic UI"/>
                <a:cs typeface="Yu Gothic UI"/>
              </a:rPr>
              <a:t>・</a:t>
            </a:r>
            <a:r>
              <a:rPr sz="1800" dirty="0">
                <a:latin typeface="Lucida Sans Unicode"/>
                <a:cs typeface="Lucida Sans Unicode"/>
              </a:rPr>
              <a:t>An</a:t>
            </a:r>
            <a:r>
              <a:rPr sz="1800" spc="10" dirty="0">
                <a:latin typeface="Lucida Sans Unicode"/>
                <a:cs typeface="Lucida Sans Unicode"/>
              </a:rPr>
              <a:t> </a:t>
            </a:r>
            <a:r>
              <a:rPr sz="1800" dirty="0">
                <a:latin typeface="Lucida Sans Unicode"/>
                <a:cs typeface="Lucida Sans Unicode"/>
              </a:rPr>
              <a:t>element</a:t>
            </a:r>
            <a:r>
              <a:rPr sz="1800" spc="15" dirty="0">
                <a:latin typeface="Lucida Sans Unicode"/>
                <a:cs typeface="Lucida Sans Unicode"/>
              </a:rPr>
              <a:t> </a:t>
            </a:r>
            <a:r>
              <a:rPr sz="1800" dirty="0">
                <a:latin typeface="Lucida Sans Unicode"/>
                <a:cs typeface="Lucida Sans Unicode"/>
              </a:rPr>
              <a:t>is</a:t>
            </a:r>
            <a:r>
              <a:rPr sz="1800" spc="10" dirty="0">
                <a:latin typeface="Lucida Sans Unicode"/>
                <a:cs typeface="Lucida Sans Unicode"/>
              </a:rPr>
              <a:t> </a:t>
            </a:r>
            <a:r>
              <a:rPr sz="1800" dirty="0">
                <a:latin typeface="Lucida Sans Unicode"/>
                <a:cs typeface="Lucida Sans Unicode"/>
              </a:rPr>
              <a:t>compared</a:t>
            </a:r>
            <a:r>
              <a:rPr sz="1800" spc="15" dirty="0">
                <a:latin typeface="Lucida Sans Unicode"/>
                <a:cs typeface="Lucida Sans Unicode"/>
              </a:rPr>
              <a:t> </a:t>
            </a:r>
            <a:r>
              <a:rPr sz="1800" dirty="0">
                <a:latin typeface="Lucida Sans Unicode"/>
                <a:cs typeface="Lucida Sans Unicode"/>
              </a:rPr>
              <a:t>with</a:t>
            </a:r>
            <a:r>
              <a:rPr sz="1800" spc="10" dirty="0">
                <a:latin typeface="Lucida Sans Unicode"/>
                <a:cs typeface="Lucida Sans Unicode"/>
              </a:rPr>
              <a:t> </a:t>
            </a:r>
            <a:r>
              <a:rPr sz="1800" dirty="0">
                <a:latin typeface="Lucida Sans Unicode"/>
                <a:cs typeface="Lucida Sans Unicode"/>
              </a:rPr>
              <a:t>only</a:t>
            </a:r>
            <a:r>
              <a:rPr sz="1800" spc="15" dirty="0">
                <a:latin typeface="Lucida Sans Unicode"/>
                <a:cs typeface="Lucida Sans Unicode"/>
              </a:rPr>
              <a:t> </a:t>
            </a:r>
            <a:r>
              <a:rPr sz="1800" dirty="0">
                <a:latin typeface="Lucida Sans Unicode"/>
                <a:cs typeface="Lucida Sans Unicode"/>
              </a:rPr>
              <a:t>its</a:t>
            </a:r>
            <a:r>
              <a:rPr sz="1800" spc="10" dirty="0">
                <a:latin typeface="Lucida Sans Unicode"/>
                <a:cs typeface="Lucida Sans Unicode"/>
              </a:rPr>
              <a:t> </a:t>
            </a:r>
            <a:r>
              <a:rPr sz="1800" dirty="0">
                <a:latin typeface="Lucida Sans Unicode"/>
                <a:cs typeface="Lucida Sans Unicode"/>
              </a:rPr>
              <a:t>ancestors</a:t>
            </a:r>
            <a:r>
              <a:rPr sz="1800" spc="15" dirty="0">
                <a:latin typeface="Lucida Sans Unicode"/>
                <a:cs typeface="Lucida Sans Unicode"/>
              </a:rPr>
              <a:t> </a:t>
            </a:r>
            <a:r>
              <a:rPr sz="1800" dirty="0">
                <a:latin typeface="Lucida Sans Unicode"/>
                <a:cs typeface="Lucida Sans Unicode"/>
              </a:rPr>
              <a:t>and</a:t>
            </a:r>
            <a:r>
              <a:rPr sz="1800" spc="15" dirty="0">
                <a:latin typeface="Lucida Sans Unicode"/>
                <a:cs typeface="Lucida Sans Unicode"/>
              </a:rPr>
              <a:t> </a:t>
            </a:r>
            <a:r>
              <a:rPr sz="1800" spc="-10" dirty="0">
                <a:latin typeface="Lucida Sans Unicode"/>
                <a:cs typeface="Lucida Sans Unicode"/>
              </a:rPr>
              <a:t>descendants.</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245" dirty="0"/>
              <a:t> </a:t>
            </a:r>
            <a:r>
              <a:rPr spc="60" dirty="0"/>
              <a:t>of</a:t>
            </a:r>
            <a:r>
              <a:rPr spc="245" dirty="0"/>
              <a:t> </a:t>
            </a:r>
            <a:r>
              <a:rPr dirty="0"/>
              <a:t>randomized</a:t>
            </a:r>
            <a:r>
              <a:rPr spc="245" dirty="0"/>
              <a:t> </a:t>
            </a:r>
            <a:r>
              <a:rPr spc="-10" dirty="0"/>
              <a:t>quicksort</a:t>
            </a:r>
          </a:p>
        </p:txBody>
      </p:sp>
      <p:sp>
        <p:nvSpPr>
          <p:cNvPr id="5" name="object 5"/>
          <p:cNvSpPr txBox="1"/>
          <p:nvPr/>
        </p:nvSpPr>
        <p:spPr>
          <a:xfrm>
            <a:off x="6583926" y="4181307"/>
            <a:ext cx="2464435" cy="502284"/>
          </a:xfrm>
          <a:prstGeom prst="rect">
            <a:avLst/>
          </a:prstGeom>
        </p:spPr>
        <p:txBody>
          <a:bodyPr vert="horz" wrap="square" lIns="0" tIns="12700" rIns="0" bIns="0" rtlCol="0">
            <a:spAutoFit/>
          </a:bodyPr>
          <a:lstStyle/>
          <a:p>
            <a:pPr marL="12700" marR="5080" indent="78105">
              <a:lnSpc>
                <a:spcPct val="115900"/>
              </a:lnSpc>
              <a:spcBef>
                <a:spcPts val="100"/>
              </a:spcBef>
            </a:pPr>
            <a:r>
              <a:rPr sz="1350" b="1" spc="100" dirty="0">
                <a:latin typeface="Trebuchet MS"/>
                <a:cs typeface="Trebuchet MS"/>
              </a:rPr>
              <a:t>2</a:t>
            </a:r>
            <a:r>
              <a:rPr sz="1350" b="1" spc="60" dirty="0">
                <a:latin typeface="Trebuchet MS"/>
                <a:cs typeface="Trebuchet MS"/>
              </a:rPr>
              <a:t> </a:t>
            </a:r>
            <a:r>
              <a:rPr sz="1350" b="1" spc="80" dirty="0">
                <a:latin typeface="Trebuchet MS"/>
                <a:cs typeface="Trebuchet MS"/>
              </a:rPr>
              <a:t>and</a:t>
            </a:r>
            <a:r>
              <a:rPr sz="1350" b="1" spc="65" dirty="0">
                <a:latin typeface="Trebuchet MS"/>
                <a:cs typeface="Trebuchet MS"/>
              </a:rPr>
              <a:t> </a:t>
            </a:r>
            <a:r>
              <a:rPr sz="1350" b="1" spc="100" dirty="0">
                <a:latin typeface="Trebuchet MS"/>
                <a:cs typeface="Trebuchet MS"/>
              </a:rPr>
              <a:t>8</a:t>
            </a:r>
            <a:r>
              <a:rPr sz="1350" b="1" spc="65" dirty="0">
                <a:latin typeface="Trebuchet MS"/>
                <a:cs typeface="Trebuchet MS"/>
              </a:rPr>
              <a:t> </a:t>
            </a:r>
            <a:r>
              <a:rPr sz="1350" b="1" dirty="0">
                <a:latin typeface="Trebuchet MS"/>
                <a:cs typeface="Trebuchet MS"/>
              </a:rPr>
              <a:t>are</a:t>
            </a:r>
            <a:r>
              <a:rPr sz="1350" b="1" spc="65" dirty="0">
                <a:latin typeface="Trebuchet MS"/>
                <a:cs typeface="Trebuchet MS"/>
              </a:rPr>
              <a:t> </a:t>
            </a:r>
            <a:r>
              <a:rPr sz="1350" b="1" spc="55" dirty="0">
                <a:latin typeface="Trebuchet MS"/>
                <a:cs typeface="Trebuchet MS"/>
              </a:rPr>
              <a:t>not</a:t>
            </a:r>
            <a:r>
              <a:rPr sz="1350" b="1" spc="65" dirty="0">
                <a:latin typeface="Trebuchet MS"/>
                <a:cs typeface="Trebuchet MS"/>
              </a:rPr>
              <a:t> </a:t>
            </a:r>
            <a:r>
              <a:rPr sz="1350" b="1" spc="60" dirty="0">
                <a:latin typeface="Trebuchet MS"/>
                <a:cs typeface="Trebuchet MS"/>
              </a:rPr>
              <a:t>compared </a:t>
            </a:r>
            <a:r>
              <a:rPr sz="1350" b="1" spc="55" dirty="0">
                <a:latin typeface="Trebuchet MS"/>
                <a:cs typeface="Trebuchet MS"/>
              </a:rPr>
              <a:t>(because</a:t>
            </a:r>
            <a:r>
              <a:rPr sz="1350" b="1" spc="35" dirty="0">
                <a:latin typeface="Trebuchet MS"/>
                <a:cs typeface="Trebuchet MS"/>
              </a:rPr>
              <a:t> </a:t>
            </a:r>
            <a:r>
              <a:rPr sz="1350" b="1" spc="100" dirty="0">
                <a:latin typeface="Trebuchet MS"/>
                <a:cs typeface="Trebuchet MS"/>
              </a:rPr>
              <a:t>3</a:t>
            </a:r>
            <a:r>
              <a:rPr sz="1350" b="1" spc="40" dirty="0">
                <a:latin typeface="Trebuchet MS"/>
                <a:cs typeface="Trebuchet MS"/>
              </a:rPr>
              <a:t> </a:t>
            </a:r>
            <a:r>
              <a:rPr sz="1350" b="1" spc="60" dirty="0">
                <a:latin typeface="Trebuchet MS"/>
                <a:cs typeface="Trebuchet MS"/>
              </a:rPr>
              <a:t>partitions</a:t>
            </a:r>
            <a:r>
              <a:rPr sz="1350" b="1" spc="40" dirty="0">
                <a:latin typeface="Trebuchet MS"/>
                <a:cs typeface="Trebuchet MS"/>
              </a:rPr>
              <a:t> </a:t>
            </a:r>
            <a:r>
              <a:rPr sz="1350" b="1" spc="-10" dirty="0">
                <a:latin typeface="Trebuchet MS"/>
                <a:cs typeface="Trebuchet MS"/>
              </a:rPr>
              <a:t>them)</a:t>
            </a:r>
            <a:endParaRPr sz="1350">
              <a:latin typeface="Trebuchet MS"/>
              <a:cs typeface="Trebuchet MS"/>
            </a:endParaRPr>
          </a:p>
        </p:txBody>
      </p:sp>
      <p:sp>
        <p:nvSpPr>
          <p:cNvPr id="6" name="object 6"/>
          <p:cNvSpPr txBox="1"/>
          <p:nvPr/>
        </p:nvSpPr>
        <p:spPr>
          <a:xfrm>
            <a:off x="1763968" y="4633380"/>
            <a:ext cx="1238250" cy="600075"/>
          </a:xfrm>
          <a:prstGeom prst="rect">
            <a:avLst/>
          </a:prstGeom>
        </p:spPr>
        <p:txBody>
          <a:bodyPr vert="horz" wrap="square" lIns="0" tIns="5080" rIns="0" bIns="0" rtlCol="0">
            <a:spAutoFit/>
          </a:bodyPr>
          <a:lstStyle/>
          <a:p>
            <a:pPr marL="12700" marR="5080" algn="ctr">
              <a:lnSpc>
                <a:spcPct val="104299"/>
              </a:lnSpc>
              <a:spcBef>
                <a:spcPts val="40"/>
              </a:spcBef>
            </a:pPr>
            <a:r>
              <a:rPr sz="1200" dirty="0">
                <a:solidFill>
                  <a:srgbClr val="8D3124"/>
                </a:solidFill>
                <a:latin typeface="Lucida Sans Unicode"/>
                <a:cs typeface="Lucida Sans Unicode"/>
              </a:rPr>
              <a:t>first </a:t>
            </a: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element </a:t>
            </a:r>
            <a:r>
              <a:rPr sz="1200" spc="-25" dirty="0">
                <a:solidFill>
                  <a:srgbClr val="8D3124"/>
                </a:solidFill>
                <a:latin typeface="Lucida Sans Unicode"/>
                <a:cs typeface="Lucida Sans Unicode"/>
              </a:rPr>
              <a:t>in</a:t>
            </a:r>
            <a:endParaRPr sz="1200">
              <a:latin typeface="Lucida Sans Unicode"/>
              <a:cs typeface="Lucida Sans Unicode"/>
            </a:endParaRPr>
          </a:p>
          <a:p>
            <a:pPr algn="ctr">
              <a:lnSpc>
                <a:spcPct val="100000"/>
              </a:lnSpc>
              <a:spcBef>
                <a:spcPts val="135"/>
              </a:spcBef>
            </a:pPr>
            <a:r>
              <a:rPr sz="1200" dirty="0">
                <a:solidFill>
                  <a:srgbClr val="8D3124"/>
                </a:solidFill>
                <a:latin typeface="Lucida Sans Unicode"/>
                <a:cs typeface="Lucida Sans Unicode"/>
              </a:rPr>
              <a:t>left </a:t>
            </a:r>
            <a:r>
              <a:rPr sz="1200" spc="-10" dirty="0">
                <a:solidFill>
                  <a:srgbClr val="8D3124"/>
                </a:solidFill>
                <a:latin typeface="Lucida Sans Unicode"/>
                <a:cs typeface="Lucida Sans Unicode"/>
              </a:rPr>
              <a:t>subarray</a:t>
            </a:r>
            <a:endParaRPr sz="1200">
              <a:latin typeface="Lucida Sans Unicode"/>
              <a:cs typeface="Lucida Sans Unicode"/>
            </a:endParaRPr>
          </a:p>
        </p:txBody>
      </p:sp>
      <p:grpSp>
        <p:nvGrpSpPr>
          <p:cNvPr id="7" name="object 7"/>
          <p:cNvGrpSpPr/>
          <p:nvPr/>
        </p:nvGrpSpPr>
        <p:grpSpPr>
          <a:xfrm>
            <a:off x="2989415" y="5033878"/>
            <a:ext cx="3625215" cy="560705"/>
            <a:chOff x="2989415" y="5033878"/>
            <a:chExt cx="3625215" cy="560705"/>
          </a:xfrm>
        </p:grpSpPr>
        <p:sp>
          <p:nvSpPr>
            <p:cNvPr id="8" name="object 8"/>
            <p:cNvSpPr/>
            <p:nvPr/>
          </p:nvSpPr>
          <p:spPr>
            <a:xfrm>
              <a:off x="2999257" y="5084801"/>
              <a:ext cx="632460" cy="345440"/>
            </a:xfrm>
            <a:custGeom>
              <a:avLst/>
              <a:gdLst/>
              <a:ahLst/>
              <a:cxnLst/>
              <a:rect l="l" t="t" r="r" b="b"/>
              <a:pathLst>
                <a:path w="632460" h="345439">
                  <a:moveTo>
                    <a:pt x="631998" y="345211"/>
                  </a:moveTo>
                  <a:lnTo>
                    <a:pt x="623628" y="340638"/>
                  </a:lnTo>
                  <a:lnTo>
                    <a:pt x="0" y="0"/>
                  </a:lnTo>
                </a:path>
              </a:pathLst>
            </a:custGeom>
            <a:ln w="19074">
              <a:solidFill>
                <a:srgbClr val="8D3124"/>
              </a:solidFill>
            </a:ln>
          </p:spPr>
          <p:txBody>
            <a:bodyPr wrap="square" lIns="0" tIns="0" rIns="0" bIns="0" rtlCol="0"/>
            <a:lstStyle/>
            <a:p>
              <a:endParaRPr/>
            </a:p>
          </p:txBody>
        </p:sp>
        <p:sp>
          <p:nvSpPr>
            <p:cNvPr id="9" name="object 9"/>
            <p:cNvSpPr/>
            <p:nvPr/>
          </p:nvSpPr>
          <p:spPr>
            <a:xfrm>
              <a:off x="3580852" y="5374290"/>
              <a:ext cx="102870" cy="84455"/>
            </a:xfrm>
            <a:custGeom>
              <a:avLst/>
              <a:gdLst/>
              <a:ahLst/>
              <a:cxnLst/>
              <a:rect l="l" t="t" r="r" b="b"/>
              <a:pathLst>
                <a:path w="102870" h="84454">
                  <a:moveTo>
                    <a:pt x="43889" y="0"/>
                  </a:moveTo>
                  <a:lnTo>
                    <a:pt x="42033" y="51149"/>
                  </a:lnTo>
                  <a:lnTo>
                    <a:pt x="0" y="80354"/>
                  </a:lnTo>
                  <a:lnTo>
                    <a:pt x="102298" y="84066"/>
                  </a:lnTo>
                  <a:lnTo>
                    <a:pt x="43889" y="0"/>
                  </a:lnTo>
                  <a:close/>
                </a:path>
              </a:pathLst>
            </a:custGeom>
            <a:solidFill>
              <a:srgbClr val="8D3124"/>
            </a:solidFill>
          </p:spPr>
          <p:txBody>
            <a:bodyPr wrap="square" lIns="0" tIns="0" rIns="0" bIns="0" rtlCol="0"/>
            <a:lstStyle/>
            <a:p>
              <a:endParaRPr/>
            </a:p>
          </p:txBody>
        </p:sp>
        <p:sp>
          <p:nvSpPr>
            <p:cNvPr id="10" name="object 10"/>
            <p:cNvSpPr/>
            <p:nvPr/>
          </p:nvSpPr>
          <p:spPr>
            <a:xfrm>
              <a:off x="3998717" y="5224695"/>
              <a:ext cx="2606040" cy="360045"/>
            </a:xfrm>
            <a:custGeom>
              <a:avLst/>
              <a:gdLst/>
              <a:ahLst/>
              <a:cxnLst/>
              <a:rect l="l" t="t" r="r" b="b"/>
              <a:pathLst>
                <a:path w="2606040" h="360045">
                  <a:moveTo>
                    <a:pt x="1862562" y="0"/>
                  </a:moveTo>
                  <a:lnTo>
                    <a:pt x="1812222" y="9714"/>
                  </a:lnTo>
                  <a:lnTo>
                    <a:pt x="1761883" y="19429"/>
                  </a:lnTo>
                  <a:lnTo>
                    <a:pt x="1711543" y="29143"/>
                  </a:lnTo>
                  <a:lnTo>
                    <a:pt x="1661204" y="38858"/>
                  </a:lnTo>
                  <a:lnTo>
                    <a:pt x="1610864" y="48573"/>
                  </a:lnTo>
                  <a:lnTo>
                    <a:pt x="1560525" y="58287"/>
                  </a:lnTo>
                  <a:lnTo>
                    <a:pt x="1510185" y="68002"/>
                  </a:lnTo>
                  <a:lnTo>
                    <a:pt x="1459845" y="77717"/>
                  </a:lnTo>
                  <a:lnTo>
                    <a:pt x="1409506" y="87431"/>
                  </a:lnTo>
                  <a:lnTo>
                    <a:pt x="1359166" y="97146"/>
                  </a:lnTo>
                  <a:lnTo>
                    <a:pt x="1308827" y="106861"/>
                  </a:lnTo>
                  <a:lnTo>
                    <a:pt x="1258487" y="116575"/>
                  </a:lnTo>
                  <a:lnTo>
                    <a:pt x="1208148" y="126290"/>
                  </a:lnTo>
                  <a:lnTo>
                    <a:pt x="1157808" y="136004"/>
                  </a:lnTo>
                  <a:lnTo>
                    <a:pt x="1107469" y="145719"/>
                  </a:lnTo>
                  <a:lnTo>
                    <a:pt x="1057129" y="155434"/>
                  </a:lnTo>
                  <a:lnTo>
                    <a:pt x="1006790" y="165148"/>
                  </a:lnTo>
                  <a:lnTo>
                    <a:pt x="956450" y="174863"/>
                  </a:lnTo>
                  <a:lnTo>
                    <a:pt x="906111" y="184578"/>
                  </a:lnTo>
                  <a:lnTo>
                    <a:pt x="855771" y="194292"/>
                  </a:lnTo>
                  <a:lnTo>
                    <a:pt x="805431" y="204007"/>
                  </a:lnTo>
                  <a:lnTo>
                    <a:pt x="755092" y="213722"/>
                  </a:lnTo>
                  <a:lnTo>
                    <a:pt x="704752" y="223436"/>
                  </a:lnTo>
                  <a:lnTo>
                    <a:pt x="654413" y="233151"/>
                  </a:lnTo>
                  <a:lnTo>
                    <a:pt x="604073" y="242866"/>
                  </a:lnTo>
                  <a:lnTo>
                    <a:pt x="553734" y="252580"/>
                  </a:lnTo>
                  <a:lnTo>
                    <a:pt x="503394" y="262295"/>
                  </a:lnTo>
                  <a:lnTo>
                    <a:pt x="453055" y="272010"/>
                  </a:lnTo>
                  <a:lnTo>
                    <a:pt x="402715" y="281724"/>
                  </a:lnTo>
                  <a:lnTo>
                    <a:pt x="352376" y="291439"/>
                  </a:lnTo>
                  <a:lnTo>
                    <a:pt x="302036" y="301154"/>
                  </a:lnTo>
                  <a:lnTo>
                    <a:pt x="251697" y="310868"/>
                  </a:lnTo>
                  <a:lnTo>
                    <a:pt x="201357" y="320583"/>
                  </a:lnTo>
                  <a:lnTo>
                    <a:pt x="151018" y="330297"/>
                  </a:lnTo>
                  <a:lnTo>
                    <a:pt x="100678" y="340012"/>
                  </a:lnTo>
                  <a:lnTo>
                    <a:pt x="50339" y="349727"/>
                  </a:lnTo>
                  <a:lnTo>
                    <a:pt x="0" y="359441"/>
                  </a:lnTo>
                </a:path>
                <a:path w="2606040" h="360045">
                  <a:moveTo>
                    <a:pt x="2156849" y="49519"/>
                  </a:moveTo>
                  <a:lnTo>
                    <a:pt x="2201763" y="75522"/>
                  </a:lnTo>
                  <a:lnTo>
                    <a:pt x="2246678" y="101525"/>
                  </a:lnTo>
                  <a:lnTo>
                    <a:pt x="2291592" y="127528"/>
                  </a:lnTo>
                  <a:lnTo>
                    <a:pt x="2336507" y="153531"/>
                  </a:lnTo>
                  <a:lnTo>
                    <a:pt x="2381421" y="179534"/>
                  </a:lnTo>
                  <a:lnTo>
                    <a:pt x="2426336" y="205537"/>
                  </a:lnTo>
                  <a:lnTo>
                    <a:pt x="2471250" y="231541"/>
                  </a:lnTo>
                  <a:lnTo>
                    <a:pt x="2516164" y="257544"/>
                  </a:lnTo>
                  <a:lnTo>
                    <a:pt x="2561079" y="283546"/>
                  </a:lnTo>
                  <a:lnTo>
                    <a:pt x="2605993" y="309549"/>
                  </a:lnTo>
                </a:path>
              </a:pathLst>
            </a:custGeom>
            <a:ln w="19074">
              <a:solidFill>
                <a:srgbClr val="000000"/>
              </a:solidFill>
            </a:ln>
          </p:spPr>
          <p:txBody>
            <a:bodyPr wrap="square" lIns="0" tIns="0" rIns="0" bIns="0" rtlCol="0"/>
            <a:lstStyle/>
            <a:p>
              <a:endParaRPr/>
            </a:p>
          </p:txBody>
        </p:sp>
        <p:sp>
          <p:nvSpPr>
            <p:cNvPr id="11" name="object 11"/>
            <p:cNvSpPr/>
            <p:nvPr/>
          </p:nvSpPr>
          <p:spPr>
            <a:xfrm>
              <a:off x="5862321" y="5038957"/>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6" y="225954"/>
                  </a:lnTo>
                  <a:lnTo>
                    <a:pt x="311046" y="179611"/>
                  </a:lnTo>
                  <a:lnTo>
                    <a:pt x="311046" y="131435"/>
                  </a:lnTo>
                  <a:lnTo>
                    <a:pt x="296296"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12" name="object 12"/>
            <p:cNvSpPr/>
            <p:nvPr/>
          </p:nvSpPr>
          <p:spPr>
            <a:xfrm>
              <a:off x="5862322" y="5038958"/>
              <a:ext cx="311150" cy="311150"/>
            </a:xfrm>
            <a:custGeom>
              <a:avLst/>
              <a:gdLst/>
              <a:ahLst/>
              <a:cxnLst/>
              <a:rect l="l" t="t" r="r" b="b"/>
              <a:pathLst>
                <a:path w="311150" h="311150">
                  <a:moveTo>
                    <a:pt x="266798" y="44247"/>
                  </a:moveTo>
                  <a:lnTo>
                    <a:pt x="296296" y="85092"/>
                  </a:lnTo>
                  <a:lnTo>
                    <a:pt x="311046" y="131435"/>
                  </a:lnTo>
                  <a:lnTo>
                    <a:pt x="311046" y="179611"/>
                  </a:lnTo>
                  <a:lnTo>
                    <a:pt x="296296" y="225954"/>
                  </a:lnTo>
                  <a:lnTo>
                    <a:pt x="266798" y="266798"/>
                  </a:lnTo>
                  <a:lnTo>
                    <a:pt x="225953" y="296297"/>
                  </a:lnTo>
                  <a:lnTo>
                    <a:pt x="179611" y="311046"/>
                  </a:lnTo>
                  <a:lnTo>
                    <a:pt x="131435" y="311046"/>
                  </a:lnTo>
                  <a:lnTo>
                    <a:pt x="85092" y="296297"/>
                  </a:lnTo>
                  <a:lnTo>
                    <a:pt x="44248" y="266798"/>
                  </a:lnTo>
                  <a:lnTo>
                    <a:pt x="14749" y="225954"/>
                  </a:lnTo>
                  <a:lnTo>
                    <a:pt x="0" y="179611"/>
                  </a:lnTo>
                  <a:lnTo>
                    <a:pt x="0" y="131435"/>
                  </a:lnTo>
                  <a:lnTo>
                    <a:pt x="14749" y="85092"/>
                  </a:lnTo>
                  <a:lnTo>
                    <a:pt x="44248" y="44247"/>
                  </a:lnTo>
                  <a:lnTo>
                    <a:pt x="85092" y="14749"/>
                  </a:lnTo>
                  <a:lnTo>
                    <a:pt x="131435" y="0"/>
                  </a:lnTo>
                  <a:lnTo>
                    <a:pt x="179611" y="0"/>
                  </a:lnTo>
                  <a:lnTo>
                    <a:pt x="225953" y="14749"/>
                  </a:lnTo>
                  <a:lnTo>
                    <a:pt x="266798" y="44247"/>
                  </a:lnTo>
                </a:path>
              </a:pathLst>
            </a:custGeom>
            <a:ln w="9537">
              <a:solidFill>
                <a:srgbClr val="000000"/>
              </a:solidFill>
            </a:ln>
          </p:spPr>
          <p:txBody>
            <a:bodyPr wrap="square" lIns="0" tIns="0" rIns="0" bIns="0" rtlCol="0"/>
            <a:lstStyle/>
            <a:p>
              <a:endParaRPr/>
            </a:p>
          </p:txBody>
        </p:sp>
      </p:grpSp>
      <p:sp>
        <p:nvSpPr>
          <p:cNvPr id="13" name="object 13"/>
          <p:cNvSpPr txBox="1"/>
          <p:nvPr/>
        </p:nvSpPr>
        <p:spPr>
          <a:xfrm>
            <a:off x="5962227" y="5072101"/>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9</a:t>
            </a:r>
            <a:endParaRPr sz="1350">
              <a:latin typeface="Times New Roman"/>
              <a:cs typeface="Times New Roman"/>
            </a:endParaRPr>
          </a:p>
        </p:txBody>
      </p:sp>
      <p:grpSp>
        <p:nvGrpSpPr>
          <p:cNvPr id="14" name="object 14"/>
          <p:cNvGrpSpPr/>
          <p:nvPr/>
        </p:nvGrpSpPr>
        <p:grpSpPr>
          <a:xfrm>
            <a:off x="6472052" y="5453524"/>
            <a:ext cx="869950" cy="527050"/>
            <a:chOff x="6472052" y="5453524"/>
            <a:chExt cx="869950" cy="527050"/>
          </a:xfrm>
        </p:grpSpPr>
        <p:sp>
          <p:nvSpPr>
            <p:cNvPr id="15" name="object 15"/>
            <p:cNvSpPr/>
            <p:nvPr/>
          </p:nvSpPr>
          <p:spPr>
            <a:xfrm>
              <a:off x="6481894" y="5696605"/>
              <a:ext cx="850265" cy="274320"/>
            </a:xfrm>
            <a:custGeom>
              <a:avLst/>
              <a:gdLst/>
              <a:ahLst/>
              <a:cxnLst/>
              <a:rect l="l" t="t" r="r" b="b"/>
              <a:pathLst>
                <a:path w="850265" h="274320">
                  <a:moveTo>
                    <a:pt x="397064" y="0"/>
                  </a:moveTo>
                  <a:lnTo>
                    <a:pt x="442325" y="27394"/>
                  </a:lnTo>
                  <a:lnTo>
                    <a:pt x="487586" y="54789"/>
                  </a:lnTo>
                  <a:lnTo>
                    <a:pt x="532846" y="82184"/>
                  </a:lnTo>
                  <a:lnTo>
                    <a:pt x="578107" y="109579"/>
                  </a:lnTo>
                  <a:lnTo>
                    <a:pt x="623368" y="136974"/>
                  </a:lnTo>
                  <a:lnTo>
                    <a:pt x="668628" y="164368"/>
                  </a:lnTo>
                  <a:lnTo>
                    <a:pt x="713889" y="191763"/>
                  </a:lnTo>
                  <a:lnTo>
                    <a:pt x="759150" y="219157"/>
                  </a:lnTo>
                  <a:lnTo>
                    <a:pt x="804411" y="246552"/>
                  </a:lnTo>
                  <a:lnTo>
                    <a:pt x="849671" y="273946"/>
                  </a:lnTo>
                </a:path>
                <a:path w="850265" h="274320">
                  <a:moveTo>
                    <a:pt x="158954" y="40802"/>
                  </a:moveTo>
                  <a:lnTo>
                    <a:pt x="127163" y="79286"/>
                  </a:lnTo>
                  <a:lnTo>
                    <a:pt x="95372" y="117769"/>
                  </a:lnTo>
                  <a:lnTo>
                    <a:pt x="63581" y="156252"/>
                  </a:lnTo>
                  <a:lnTo>
                    <a:pt x="31791" y="194736"/>
                  </a:lnTo>
                  <a:lnTo>
                    <a:pt x="0" y="233219"/>
                  </a:lnTo>
                </a:path>
              </a:pathLst>
            </a:custGeom>
            <a:ln w="19074">
              <a:solidFill>
                <a:srgbClr val="000000"/>
              </a:solidFill>
            </a:ln>
          </p:spPr>
          <p:txBody>
            <a:bodyPr wrap="square" lIns="0" tIns="0" rIns="0" bIns="0" rtlCol="0"/>
            <a:lstStyle/>
            <a:p>
              <a:endParaRPr/>
            </a:p>
          </p:txBody>
        </p:sp>
        <p:sp>
          <p:nvSpPr>
            <p:cNvPr id="16" name="object 16"/>
            <p:cNvSpPr/>
            <p:nvPr/>
          </p:nvSpPr>
          <p:spPr>
            <a:xfrm>
              <a:off x="6587163" y="545860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17" name="object 17"/>
            <p:cNvSpPr/>
            <p:nvPr/>
          </p:nvSpPr>
          <p:spPr>
            <a:xfrm>
              <a:off x="6587164" y="545860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18" name="object 18"/>
          <p:cNvSpPr txBox="1"/>
          <p:nvPr/>
        </p:nvSpPr>
        <p:spPr>
          <a:xfrm>
            <a:off x="6647295" y="5491746"/>
            <a:ext cx="1847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11</a:t>
            </a:r>
            <a:endParaRPr sz="1350">
              <a:latin typeface="Times New Roman"/>
              <a:cs typeface="Times New Roman"/>
            </a:endParaRPr>
          </a:p>
        </p:txBody>
      </p:sp>
      <p:grpSp>
        <p:nvGrpSpPr>
          <p:cNvPr id="19" name="object 19"/>
          <p:cNvGrpSpPr/>
          <p:nvPr/>
        </p:nvGrpSpPr>
        <p:grpSpPr>
          <a:xfrm>
            <a:off x="3244595" y="5453524"/>
            <a:ext cx="2266950" cy="572135"/>
            <a:chOff x="3244595" y="5453524"/>
            <a:chExt cx="2266950" cy="572135"/>
          </a:xfrm>
        </p:grpSpPr>
        <p:sp>
          <p:nvSpPr>
            <p:cNvPr id="20" name="object 20"/>
            <p:cNvSpPr/>
            <p:nvPr/>
          </p:nvSpPr>
          <p:spPr>
            <a:xfrm>
              <a:off x="3254438" y="5651418"/>
              <a:ext cx="2247265" cy="364490"/>
            </a:xfrm>
            <a:custGeom>
              <a:avLst/>
              <a:gdLst/>
              <a:ahLst/>
              <a:cxnLst/>
              <a:rect l="l" t="t" r="r" b="b"/>
              <a:pathLst>
                <a:path w="2247265" h="364489">
                  <a:moveTo>
                    <a:pt x="452608" y="45187"/>
                  </a:moveTo>
                  <a:lnTo>
                    <a:pt x="407348" y="72582"/>
                  </a:lnTo>
                  <a:lnTo>
                    <a:pt x="362087" y="99977"/>
                  </a:lnTo>
                  <a:lnTo>
                    <a:pt x="316826" y="127371"/>
                  </a:lnTo>
                  <a:lnTo>
                    <a:pt x="271565" y="154766"/>
                  </a:lnTo>
                  <a:lnTo>
                    <a:pt x="226304" y="182161"/>
                  </a:lnTo>
                  <a:lnTo>
                    <a:pt x="181043" y="209556"/>
                  </a:lnTo>
                  <a:lnTo>
                    <a:pt x="135783" y="236950"/>
                  </a:lnTo>
                  <a:lnTo>
                    <a:pt x="90522" y="264345"/>
                  </a:lnTo>
                  <a:lnTo>
                    <a:pt x="45261" y="291740"/>
                  </a:lnTo>
                  <a:lnTo>
                    <a:pt x="0" y="319134"/>
                  </a:lnTo>
                </a:path>
                <a:path w="2247265" h="364489">
                  <a:moveTo>
                    <a:pt x="742908" y="0"/>
                  </a:moveTo>
                  <a:lnTo>
                    <a:pt x="793037" y="12136"/>
                  </a:lnTo>
                  <a:lnTo>
                    <a:pt x="843165" y="24272"/>
                  </a:lnTo>
                  <a:lnTo>
                    <a:pt x="893294" y="36409"/>
                  </a:lnTo>
                  <a:lnTo>
                    <a:pt x="943423" y="48545"/>
                  </a:lnTo>
                  <a:lnTo>
                    <a:pt x="993552" y="60681"/>
                  </a:lnTo>
                  <a:lnTo>
                    <a:pt x="1043681" y="72818"/>
                  </a:lnTo>
                  <a:lnTo>
                    <a:pt x="1093809" y="84954"/>
                  </a:lnTo>
                  <a:lnTo>
                    <a:pt x="1143938" y="97091"/>
                  </a:lnTo>
                  <a:lnTo>
                    <a:pt x="1194067" y="109227"/>
                  </a:lnTo>
                  <a:lnTo>
                    <a:pt x="1244196" y="121363"/>
                  </a:lnTo>
                  <a:lnTo>
                    <a:pt x="1294324" y="133500"/>
                  </a:lnTo>
                  <a:lnTo>
                    <a:pt x="1344453" y="145636"/>
                  </a:lnTo>
                  <a:lnTo>
                    <a:pt x="1394582" y="157773"/>
                  </a:lnTo>
                  <a:lnTo>
                    <a:pt x="1444711" y="169909"/>
                  </a:lnTo>
                  <a:lnTo>
                    <a:pt x="1494840" y="182046"/>
                  </a:lnTo>
                  <a:lnTo>
                    <a:pt x="1544968" y="194182"/>
                  </a:lnTo>
                  <a:lnTo>
                    <a:pt x="1595097" y="206319"/>
                  </a:lnTo>
                  <a:lnTo>
                    <a:pt x="1645226" y="218455"/>
                  </a:lnTo>
                  <a:lnTo>
                    <a:pt x="1695355" y="230592"/>
                  </a:lnTo>
                  <a:lnTo>
                    <a:pt x="1745484" y="242728"/>
                  </a:lnTo>
                  <a:lnTo>
                    <a:pt x="1795612" y="254865"/>
                  </a:lnTo>
                  <a:lnTo>
                    <a:pt x="1845741" y="267001"/>
                  </a:lnTo>
                  <a:lnTo>
                    <a:pt x="1895870" y="279138"/>
                  </a:lnTo>
                  <a:lnTo>
                    <a:pt x="1945999" y="291274"/>
                  </a:lnTo>
                  <a:lnTo>
                    <a:pt x="1996127" y="303410"/>
                  </a:lnTo>
                  <a:lnTo>
                    <a:pt x="2046256" y="315547"/>
                  </a:lnTo>
                  <a:lnTo>
                    <a:pt x="2096385" y="327683"/>
                  </a:lnTo>
                  <a:lnTo>
                    <a:pt x="2146514" y="339820"/>
                  </a:lnTo>
                  <a:lnTo>
                    <a:pt x="2196643" y="351956"/>
                  </a:lnTo>
                  <a:lnTo>
                    <a:pt x="2246771" y="364093"/>
                  </a:lnTo>
                </a:path>
              </a:pathLst>
            </a:custGeom>
            <a:ln w="19074">
              <a:solidFill>
                <a:srgbClr val="000000"/>
              </a:solidFill>
            </a:ln>
          </p:spPr>
          <p:txBody>
            <a:bodyPr wrap="square" lIns="0" tIns="0" rIns="0" bIns="0" rtlCol="0"/>
            <a:lstStyle/>
            <a:p>
              <a:endParaRPr/>
            </a:p>
          </p:txBody>
        </p:sp>
        <p:sp>
          <p:nvSpPr>
            <p:cNvPr id="21" name="object 21"/>
            <p:cNvSpPr/>
            <p:nvPr/>
          </p:nvSpPr>
          <p:spPr>
            <a:xfrm>
              <a:off x="3687794" y="5458603"/>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7"/>
                  </a:lnTo>
                  <a:lnTo>
                    <a:pt x="225953" y="14749"/>
                  </a:lnTo>
                  <a:lnTo>
                    <a:pt x="179610" y="0"/>
                  </a:lnTo>
                  <a:close/>
                </a:path>
              </a:pathLst>
            </a:custGeom>
            <a:solidFill>
              <a:srgbClr val="8D3124">
                <a:alpha val="32998"/>
              </a:srgbClr>
            </a:solidFill>
          </p:spPr>
          <p:txBody>
            <a:bodyPr wrap="square" lIns="0" tIns="0" rIns="0" bIns="0" rtlCol="0"/>
            <a:lstStyle/>
            <a:p>
              <a:endParaRPr/>
            </a:p>
          </p:txBody>
        </p:sp>
        <p:sp>
          <p:nvSpPr>
            <p:cNvPr id="22" name="object 22"/>
            <p:cNvSpPr/>
            <p:nvPr/>
          </p:nvSpPr>
          <p:spPr>
            <a:xfrm>
              <a:off x="3687794" y="545860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23" name="object 23"/>
          <p:cNvSpPr txBox="1"/>
          <p:nvPr/>
        </p:nvSpPr>
        <p:spPr>
          <a:xfrm>
            <a:off x="3787699" y="5491746"/>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3</a:t>
            </a:r>
            <a:endParaRPr sz="1350">
              <a:latin typeface="Times New Roman"/>
              <a:cs typeface="Times New Roman"/>
            </a:endParaRPr>
          </a:p>
        </p:txBody>
      </p:sp>
      <p:grpSp>
        <p:nvGrpSpPr>
          <p:cNvPr id="24" name="object 24"/>
          <p:cNvGrpSpPr/>
          <p:nvPr/>
        </p:nvGrpSpPr>
        <p:grpSpPr>
          <a:xfrm>
            <a:off x="2958182" y="4861018"/>
            <a:ext cx="4669790" cy="2477770"/>
            <a:chOff x="2958182" y="4861018"/>
            <a:chExt cx="4669790" cy="2477770"/>
          </a:xfrm>
        </p:grpSpPr>
        <p:sp>
          <p:nvSpPr>
            <p:cNvPr id="25" name="object 25"/>
            <p:cNvSpPr/>
            <p:nvPr/>
          </p:nvSpPr>
          <p:spPr>
            <a:xfrm>
              <a:off x="4359974" y="6094298"/>
              <a:ext cx="1142365" cy="307975"/>
            </a:xfrm>
            <a:custGeom>
              <a:avLst/>
              <a:gdLst/>
              <a:ahLst/>
              <a:cxnLst/>
              <a:rect l="l" t="t" r="r" b="b"/>
              <a:pathLst>
                <a:path w="1142364" h="307975">
                  <a:moveTo>
                    <a:pt x="1141782" y="0"/>
                  </a:moveTo>
                  <a:lnTo>
                    <a:pt x="1092139" y="13390"/>
                  </a:lnTo>
                  <a:lnTo>
                    <a:pt x="1042497" y="26780"/>
                  </a:lnTo>
                  <a:lnTo>
                    <a:pt x="992854" y="40170"/>
                  </a:lnTo>
                  <a:lnTo>
                    <a:pt x="943211" y="53561"/>
                  </a:lnTo>
                  <a:lnTo>
                    <a:pt x="893568" y="66951"/>
                  </a:lnTo>
                  <a:lnTo>
                    <a:pt x="843926" y="80341"/>
                  </a:lnTo>
                  <a:lnTo>
                    <a:pt x="794283" y="93732"/>
                  </a:lnTo>
                  <a:lnTo>
                    <a:pt x="744640" y="107122"/>
                  </a:lnTo>
                  <a:lnTo>
                    <a:pt x="694998" y="120513"/>
                  </a:lnTo>
                  <a:lnTo>
                    <a:pt x="645355" y="133903"/>
                  </a:lnTo>
                  <a:lnTo>
                    <a:pt x="595712" y="147294"/>
                  </a:lnTo>
                  <a:lnTo>
                    <a:pt x="546069" y="160684"/>
                  </a:lnTo>
                  <a:lnTo>
                    <a:pt x="496427" y="174074"/>
                  </a:lnTo>
                  <a:lnTo>
                    <a:pt x="446784" y="187465"/>
                  </a:lnTo>
                  <a:lnTo>
                    <a:pt x="397141" y="200855"/>
                  </a:lnTo>
                  <a:lnTo>
                    <a:pt x="347499" y="214246"/>
                  </a:lnTo>
                  <a:lnTo>
                    <a:pt x="297856" y="227636"/>
                  </a:lnTo>
                  <a:lnTo>
                    <a:pt x="248213" y="241027"/>
                  </a:lnTo>
                  <a:lnTo>
                    <a:pt x="198571" y="254417"/>
                  </a:lnTo>
                  <a:lnTo>
                    <a:pt x="148928" y="267808"/>
                  </a:lnTo>
                  <a:lnTo>
                    <a:pt x="99285" y="281198"/>
                  </a:lnTo>
                  <a:lnTo>
                    <a:pt x="49642" y="294589"/>
                  </a:lnTo>
                  <a:lnTo>
                    <a:pt x="0" y="307979"/>
                  </a:lnTo>
                </a:path>
              </a:pathLst>
            </a:custGeom>
            <a:ln w="19074">
              <a:solidFill>
                <a:srgbClr val="000000"/>
              </a:solidFill>
            </a:ln>
          </p:spPr>
          <p:txBody>
            <a:bodyPr wrap="square" lIns="0" tIns="0" rIns="0" bIns="0" rtlCol="0"/>
            <a:lstStyle/>
            <a:p>
              <a:endParaRPr/>
            </a:p>
          </p:txBody>
        </p:sp>
        <p:sp>
          <p:nvSpPr>
            <p:cNvPr id="26" name="object 26"/>
            <p:cNvSpPr/>
            <p:nvPr/>
          </p:nvSpPr>
          <p:spPr>
            <a:xfrm>
              <a:off x="5499900" y="589732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7"/>
                  </a:lnTo>
                  <a:lnTo>
                    <a:pt x="225954" y="14749"/>
                  </a:lnTo>
                  <a:lnTo>
                    <a:pt x="179611" y="0"/>
                  </a:lnTo>
                  <a:close/>
                </a:path>
              </a:pathLst>
            </a:custGeom>
            <a:solidFill>
              <a:srgbClr val="0048AA">
                <a:alpha val="32998"/>
              </a:srgbClr>
            </a:solidFill>
          </p:spPr>
          <p:txBody>
            <a:bodyPr wrap="square" lIns="0" tIns="0" rIns="0" bIns="0" rtlCol="0"/>
            <a:lstStyle/>
            <a:p>
              <a:endParaRPr/>
            </a:p>
          </p:txBody>
        </p:sp>
        <p:sp>
          <p:nvSpPr>
            <p:cNvPr id="27" name="object 27"/>
            <p:cNvSpPr/>
            <p:nvPr/>
          </p:nvSpPr>
          <p:spPr>
            <a:xfrm>
              <a:off x="5499900" y="5897324"/>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28" name="object 28"/>
            <p:cNvSpPr/>
            <p:nvPr/>
          </p:nvSpPr>
          <p:spPr>
            <a:xfrm>
              <a:off x="6224743" y="5897323"/>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29" name="object 29"/>
            <p:cNvSpPr/>
            <p:nvPr/>
          </p:nvSpPr>
          <p:spPr>
            <a:xfrm>
              <a:off x="6224743" y="5897324"/>
              <a:ext cx="311150" cy="311150"/>
            </a:xfrm>
            <a:custGeom>
              <a:avLst/>
              <a:gdLst/>
              <a:ahLst/>
              <a:cxnLst/>
              <a:rect l="l" t="t" r="r" b="b"/>
              <a:pathLst>
                <a:path w="311150" h="311150">
                  <a:moveTo>
                    <a:pt x="266798" y="44248"/>
                  </a:moveTo>
                  <a:lnTo>
                    <a:pt x="296297" y="85092"/>
                  </a:lnTo>
                  <a:lnTo>
                    <a:pt x="311047" y="131435"/>
                  </a:lnTo>
                  <a:lnTo>
                    <a:pt x="311047" y="179611"/>
                  </a:lnTo>
                  <a:lnTo>
                    <a:pt x="296297"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30" name="object 30"/>
            <p:cNvSpPr/>
            <p:nvPr/>
          </p:nvSpPr>
          <p:spPr>
            <a:xfrm>
              <a:off x="7223649" y="6162003"/>
              <a:ext cx="125730" cy="115570"/>
            </a:xfrm>
            <a:custGeom>
              <a:avLst/>
              <a:gdLst/>
              <a:ahLst/>
              <a:cxnLst/>
              <a:rect l="l" t="t" r="r" b="b"/>
              <a:pathLst>
                <a:path w="125729" h="115570">
                  <a:moveTo>
                    <a:pt x="125370" y="0"/>
                  </a:moveTo>
                  <a:lnTo>
                    <a:pt x="94027" y="28867"/>
                  </a:lnTo>
                  <a:lnTo>
                    <a:pt x="62685" y="57735"/>
                  </a:lnTo>
                  <a:lnTo>
                    <a:pt x="31342" y="86603"/>
                  </a:lnTo>
                  <a:lnTo>
                    <a:pt x="0" y="115471"/>
                  </a:lnTo>
                </a:path>
              </a:pathLst>
            </a:custGeom>
            <a:ln w="19074">
              <a:solidFill>
                <a:srgbClr val="000000"/>
              </a:solidFill>
            </a:ln>
          </p:spPr>
          <p:txBody>
            <a:bodyPr wrap="square" lIns="0" tIns="0" rIns="0" bIns="0" rtlCol="0"/>
            <a:lstStyle/>
            <a:p>
              <a:endParaRPr/>
            </a:p>
          </p:txBody>
        </p:sp>
        <p:sp>
          <p:nvSpPr>
            <p:cNvPr id="31" name="object 31"/>
            <p:cNvSpPr/>
            <p:nvPr/>
          </p:nvSpPr>
          <p:spPr>
            <a:xfrm>
              <a:off x="7312006" y="5897323"/>
              <a:ext cx="311150" cy="311150"/>
            </a:xfrm>
            <a:custGeom>
              <a:avLst/>
              <a:gdLst/>
              <a:ahLst/>
              <a:cxnLst/>
              <a:rect l="l" t="t" r="r" b="b"/>
              <a:pathLst>
                <a:path w="311150" h="311150">
                  <a:moveTo>
                    <a:pt x="179611" y="0"/>
                  </a:moveTo>
                  <a:lnTo>
                    <a:pt x="131436" y="0"/>
                  </a:lnTo>
                  <a:lnTo>
                    <a:pt x="85093" y="14749"/>
                  </a:lnTo>
                  <a:lnTo>
                    <a:pt x="44248" y="44247"/>
                  </a:lnTo>
                  <a:lnTo>
                    <a:pt x="14749" y="85092"/>
                  </a:lnTo>
                  <a:lnTo>
                    <a:pt x="0" y="131435"/>
                  </a:lnTo>
                  <a:lnTo>
                    <a:pt x="0" y="179611"/>
                  </a:lnTo>
                  <a:lnTo>
                    <a:pt x="14749" y="225954"/>
                  </a:lnTo>
                  <a:lnTo>
                    <a:pt x="44248" y="266798"/>
                  </a:lnTo>
                  <a:lnTo>
                    <a:pt x="85093" y="296297"/>
                  </a:lnTo>
                  <a:lnTo>
                    <a:pt x="131436"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32" name="object 32"/>
            <p:cNvSpPr/>
            <p:nvPr/>
          </p:nvSpPr>
          <p:spPr>
            <a:xfrm>
              <a:off x="7312006" y="589732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3" name="object 33"/>
            <p:cNvSpPr/>
            <p:nvPr/>
          </p:nvSpPr>
          <p:spPr>
            <a:xfrm>
              <a:off x="6949585" y="6231133"/>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34" name="object 34"/>
            <p:cNvSpPr/>
            <p:nvPr/>
          </p:nvSpPr>
          <p:spPr>
            <a:xfrm>
              <a:off x="6949585" y="6231133"/>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5" name="object 35"/>
            <p:cNvSpPr/>
            <p:nvPr/>
          </p:nvSpPr>
          <p:spPr>
            <a:xfrm>
              <a:off x="4352881" y="6509709"/>
              <a:ext cx="834390" cy="548640"/>
            </a:xfrm>
            <a:custGeom>
              <a:avLst/>
              <a:gdLst/>
              <a:ahLst/>
              <a:cxnLst/>
              <a:rect l="l" t="t" r="r" b="b"/>
              <a:pathLst>
                <a:path w="834389" h="548640">
                  <a:moveTo>
                    <a:pt x="471511" y="378605"/>
                  </a:moveTo>
                  <a:lnTo>
                    <a:pt x="433973" y="421082"/>
                  </a:lnTo>
                  <a:lnTo>
                    <a:pt x="396435" y="463559"/>
                  </a:lnTo>
                  <a:lnTo>
                    <a:pt x="358897" y="506036"/>
                  </a:lnTo>
                  <a:lnTo>
                    <a:pt x="321359" y="548513"/>
                  </a:lnTo>
                </a:path>
                <a:path w="834389" h="548640">
                  <a:moveTo>
                    <a:pt x="683890" y="378605"/>
                  </a:moveTo>
                  <a:lnTo>
                    <a:pt x="721364" y="421009"/>
                  </a:lnTo>
                  <a:lnTo>
                    <a:pt x="758837" y="463414"/>
                  </a:lnTo>
                  <a:lnTo>
                    <a:pt x="796311" y="505818"/>
                  </a:lnTo>
                  <a:lnTo>
                    <a:pt x="833785" y="548222"/>
                  </a:lnTo>
                </a:path>
                <a:path w="834389" h="548640">
                  <a:moveTo>
                    <a:pt x="0" y="0"/>
                  </a:moveTo>
                  <a:lnTo>
                    <a:pt x="47820" y="21393"/>
                  </a:lnTo>
                  <a:lnTo>
                    <a:pt x="95640" y="42786"/>
                  </a:lnTo>
                  <a:lnTo>
                    <a:pt x="143460" y="64179"/>
                  </a:lnTo>
                  <a:lnTo>
                    <a:pt x="191281" y="85572"/>
                  </a:lnTo>
                  <a:lnTo>
                    <a:pt x="239101" y="106966"/>
                  </a:lnTo>
                  <a:lnTo>
                    <a:pt x="286922" y="128359"/>
                  </a:lnTo>
                  <a:lnTo>
                    <a:pt x="334742" y="149752"/>
                  </a:lnTo>
                  <a:lnTo>
                    <a:pt x="382562" y="171146"/>
                  </a:lnTo>
                  <a:lnTo>
                    <a:pt x="430382" y="192539"/>
                  </a:lnTo>
                </a:path>
              </a:pathLst>
            </a:custGeom>
            <a:ln w="19074">
              <a:solidFill>
                <a:srgbClr val="000000"/>
              </a:solidFill>
            </a:ln>
          </p:spPr>
          <p:txBody>
            <a:bodyPr wrap="square" lIns="0" tIns="0" rIns="0" bIns="0" rtlCol="0"/>
            <a:lstStyle/>
            <a:p>
              <a:endParaRPr/>
            </a:p>
          </p:txBody>
        </p:sp>
        <p:sp>
          <p:nvSpPr>
            <p:cNvPr id="36" name="object 36"/>
            <p:cNvSpPr/>
            <p:nvPr/>
          </p:nvSpPr>
          <p:spPr>
            <a:xfrm>
              <a:off x="4775057" y="6612629"/>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37" name="object 37"/>
            <p:cNvSpPr/>
            <p:nvPr/>
          </p:nvSpPr>
          <p:spPr>
            <a:xfrm>
              <a:off x="4775058" y="6612629"/>
              <a:ext cx="311150" cy="311150"/>
            </a:xfrm>
            <a:custGeom>
              <a:avLst/>
              <a:gdLst/>
              <a:ahLst/>
              <a:cxnLst/>
              <a:rect l="l" t="t" r="r" b="b"/>
              <a:pathLst>
                <a:path w="311150" h="311150">
                  <a:moveTo>
                    <a:pt x="266798" y="44248"/>
                  </a:moveTo>
                  <a:lnTo>
                    <a:pt x="296297" y="85092"/>
                  </a:lnTo>
                  <a:lnTo>
                    <a:pt x="311046" y="131435"/>
                  </a:lnTo>
                  <a:lnTo>
                    <a:pt x="311046" y="179611"/>
                  </a:lnTo>
                  <a:lnTo>
                    <a:pt x="296297" y="225953"/>
                  </a:lnTo>
                  <a:lnTo>
                    <a:pt x="266798"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8" name="object 38"/>
            <p:cNvSpPr/>
            <p:nvPr/>
          </p:nvSpPr>
          <p:spPr>
            <a:xfrm>
              <a:off x="5137479" y="7022737"/>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39" name="object 39"/>
            <p:cNvSpPr/>
            <p:nvPr/>
          </p:nvSpPr>
          <p:spPr>
            <a:xfrm>
              <a:off x="5137479" y="7022738"/>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40" name="object 40"/>
            <p:cNvSpPr/>
            <p:nvPr/>
          </p:nvSpPr>
          <p:spPr>
            <a:xfrm>
              <a:off x="4412636" y="7022737"/>
              <a:ext cx="311150" cy="311150"/>
            </a:xfrm>
            <a:custGeom>
              <a:avLst/>
              <a:gdLst/>
              <a:ahLst/>
              <a:cxnLst/>
              <a:rect l="l" t="t" r="r" b="b"/>
              <a:pathLst>
                <a:path w="311150" h="311150">
                  <a:moveTo>
                    <a:pt x="179610" y="0"/>
                  </a:moveTo>
                  <a:lnTo>
                    <a:pt x="131434" y="0"/>
                  </a:lnTo>
                  <a:lnTo>
                    <a:pt x="85092" y="14749"/>
                  </a:lnTo>
                  <a:lnTo>
                    <a:pt x="44247" y="44248"/>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8"/>
                  </a:lnTo>
                  <a:lnTo>
                    <a:pt x="225953" y="14749"/>
                  </a:lnTo>
                  <a:lnTo>
                    <a:pt x="179610" y="0"/>
                  </a:lnTo>
                  <a:close/>
                </a:path>
              </a:pathLst>
            </a:custGeom>
            <a:solidFill>
              <a:srgbClr val="FFFFFF"/>
            </a:solidFill>
          </p:spPr>
          <p:txBody>
            <a:bodyPr wrap="square" lIns="0" tIns="0" rIns="0" bIns="0" rtlCol="0"/>
            <a:lstStyle/>
            <a:p>
              <a:endParaRPr/>
            </a:p>
          </p:txBody>
        </p:sp>
        <p:sp>
          <p:nvSpPr>
            <p:cNvPr id="41" name="object 41"/>
            <p:cNvSpPr/>
            <p:nvPr/>
          </p:nvSpPr>
          <p:spPr>
            <a:xfrm>
              <a:off x="4412636" y="702273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2" name="object 42"/>
            <p:cNvSpPr/>
            <p:nvPr/>
          </p:nvSpPr>
          <p:spPr>
            <a:xfrm>
              <a:off x="4050215" y="6288358"/>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4"/>
                  </a:lnTo>
                  <a:lnTo>
                    <a:pt x="0" y="179610"/>
                  </a:lnTo>
                  <a:lnTo>
                    <a:pt x="14749" y="225953"/>
                  </a:lnTo>
                  <a:lnTo>
                    <a:pt x="44247" y="266797"/>
                  </a:lnTo>
                  <a:lnTo>
                    <a:pt x="85092" y="296296"/>
                  </a:lnTo>
                  <a:lnTo>
                    <a:pt x="131434" y="311046"/>
                  </a:lnTo>
                  <a:lnTo>
                    <a:pt x="179610" y="311046"/>
                  </a:lnTo>
                  <a:lnTo>
                    <a:pt x="225953" y="296296"/>
                  </a:lnTo>
                  <a:lnTo>
                    <a:pt x="266798" y="266797"/>
                  </a:lnTo>
                  <a:lnTo>
                    <a:pt x="296297" y="225953"/>
                  </a:lnTo>
                  <a:lnTo>
                    <a:pt x="311046" y="179610"/>
                  </a:lnTo>
                  <a:lnTo>
                    <a:pt x="311046" y="131434"/>
                  </a:lnTo>
                  <a:lnTo>
                    <a:pt x="296297" y="85092"/>
                  </a:lnTo>
                  <a:lnTo>
                    <a:pt x="266798" y="44247"/>
                  </a:lnTo>
                  <a:lnTo>
                    <a:pt x="225953" y="14749"/>
                  </a:lnTo>
                  <a:lnTo>
                    <a:pt x="179610" y="0"/>
                  </a:lnTo>
                  <a:close/>
                </a:path>
              </a:pathLst>
            </a:custGeom>
            <a:solidFill>
              <a:srgbClr val="FFFFFF"/>
            </a:solidFill>
          </p:spPr>
          <p:txBody>
            <a:bodyPr wrap="square" lIns="0" tIns="0" rIns="0" bIns="0" rtlCol="0"/>
            <a:lstStyle/>
            <a:p>
              <a:endParaRPr/>
            </a:p>
          </p:txBody>
        </p:sp>
        <p:sp>
          <p:nvSpPr>
            <p:cNvPr id="43" name="object 43"/>
            <p:cNvSpPr/>
            <p:nvPr/>
          </p:nvSpPr>
          <p:spPr>
            <a:xfrm>
              <a:off x="4050215"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4" name="object 44"/>
            <p:cNvSpPr/>
            <p:nvPr/>
          </p:nvSpPr>
          <p:spPr>
            <a:xfrm>
              <a:off x="3227925" y="6170939"/>
              <a:ext cx="143510" cy="154940"/>
            </a:xfrm>
            <a:custGeom>
              <a:avLst/>
              <a:gdLst/>
              <a:ahLst/>
              <a:cxnLst/>
              <a:rect l="l" t="t" r="r" b="b"/>
              <a:pathLst>
                <a:path w="143510" h="154939">
                  <a:moveTo>
                    <a:pt x="0" y="0"/>
                  </a:moveTo>
                  <a:lnTo>
                    <a:pt x="35858" y="38688"/>
                  </a:lnTo>
                  <a:lnTo>
                    <a:pt x="71716" y="77378"/>
                  </a:lnTo>
                  <a:lnTo>
                    <a:pt x="107575" y="116067"/>
                  </a:lnTo>
                  <a:lnTo>
                    <a:pt x="143433" y="154756"/>
                  </a:lnTo>
                </a:path>
              </a:pathLst>
            </a:custGeom>
            <a:ln w="19074">
              <a:solidFill>
                <a:srgbClr val="000000"/>
              </a:solidFill>
            </a:ln>
          </p:spPr>
          <p:txBody>
            <a:bodyPr wrap="square" lIns="0" tIns="0" rIns="0" bIns="0" rtlCol="0"/>
            <a:lstStyle/>
            <a:p>
              <a:endParaRPr/>
            </a:p>
          </p:txBody>
        </p:sp>
        <p:sp>
          <p:nvSpPr>
            <p:cNvPr id="45" name="object 45"/>
            <p:cNvSpPr/>
            <p:nvPr/>
          </p:nvSpPr>
          <p:spPr>
            <a:xfrm>
              <a:off x="2962951" y="5897323"/>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46" name="object 46"/>
            <p:cNvSpPr/>
            <p:nvPr/>
          </p:nvSpPr>
          <p:spPr>
            <a:xfrm>
              <a:off x="2962951" y="589732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7" name="object 47"/>
            <p:cNvSpPr/>
            <p:nvPr/>
          </p:nvSpPr>
          <p:spPr>
            <a:xfrm>
              <a:off x="3325372" y="6288358"/>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4"/>
                  </a:lnTo>
                  <a:lnTo>
                    <a:pt x="0" y="179610"/>
                  </a:lnTo>
                  <a:lnTo>
                    <a:pt x="14749" y="225953"/>
                  </a:lnTo>
                  <a:lnTo>
                    <a:pt x="44248" y="266797"/>
                  </a:lnTo>
                  <a:lnTo>
                    <a:pt x="85093" y="296296"/>
                  </a:lnTo>
                  <a:lnTo>
                    <a:pt x="131435" y="311046"/>
                  </a:lnTo>
                  <a:lnTo>
                    <a:pt x="179611" y="311046"/>
                  </a:lnTo>
                  <a:lnTo>
                    <a:pt x="225954" y="296296"/>
                  </a:lnTo>
                  <a:lnTo>
                    <a:pt x="266798" y="266797"/>
                  </a:lnTo>
                  <a:lnTo>
                    <a:pt x="296297" y="225953"/>
                  </a:lnTo>
                  <a:lnTo>
                    <a:pt x="311047" y="179610"/>
                  </a:lnTo>
                  <a:lnTo>
                    <a:pt x="311047" y="131434"/>
                  </a:lnTo>
                  <a:lnTo>
                    <a:pt x="296297" y="85092"/>
                  </a:lnTo>
                  <a:lnTo>
                    <a:pt x="266798" y="44247"/>
                  </a:lnTo>
                  <a:lnTo>
                    <a:pt x="225954" y="14749"/>
                  </a:lnTo>
                  <a:lnTo>
                    <a:pt x="179611" y="0"/>
                  </a:lnTo>
                  <a:close/>
                </a:path>
              </a:pathLst>
            </a:custGeom>
            <a:solidFill>
              <a:srgbClr val="0048AA">
                <a:alpha val="32998"/>
              </a:srgbClr>
            </a:solidFill>
          </p:spPr>
          <p:txBody>
            <a:bodyPr wrap="square" lIns="0" tIns="0" rIns="0" bIns="0" rtlCol="0"/>
            <a:lstStyle/>
            <a:p>
              <a:endParaRPr/>
            </a:p>
          </p:txBody>
        </p:sp>
        <p:sp>
          <p:nvSpPr>
            <p:cNvPr id="48" name="object 48"/>
            <p:cNvSpPr/>
            <p:nvPr/>
          </p:nvSpPr>
          <p:spPr>
            <a:xfrm>
              <a:off x="3325372"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9" name="object 49"/>
            <p:cNvSpPr/>
            <p:nvPr/>
          </p:nvSpPr>
          <p:spPr>
            <a:xfrm>
              <a:off x="5426619" y="4870556"/>
              <a:ext cx="314960" cy="167640"/>
            </a:xfrm>
            <a:custGeom>
              <a:avLst/>
              <a:gdLst/>
              <a:ahLst/>
              <a:cxnLst/>
              <a:rect l="l" t="t" r="r" b="b"/>
              <a:pathLst>
                <a:path w="314960" h="167639">
                  <a:moveTo>
                    <a:pt x="314884" y="167412"/>
                  </a:moveTo>
                  <a:lnTo>
                    <a:pt x="306463" y="162936"/>
                  </a:lnTo>
                  <a:lnTo>
                    <a:pt x="0" y="0"/>
                  </a:lnTo>
                </a:path>
              </a:pathLst>
            </a:custGeom>
            <a:ln w="19074">
              <a:solidFill>
                <a:srgbClr val="8D3124"/>
              </a:solidFill>
            </a:ln>
          </p:spPr>
          <p:txBody>
            <a:bodyPr wrap="square" lIns="0" tIns="0" rIns="0" bIns="0" rtlCol="0"/>
            <a:lstStyle/>
            <a:p>
              <a:endParaRPr/>
            </a:p>
          </p:txBody>
        </p:sp>
        <p:sp>
          <p:nvSpPr>
            <p:cNvPr id="50" name="object 50"/>
            <p:cNvSpPr/>
            <p:nvPr/>
          </p:nvSpPr>
          <p:spPr>
            <a:xfrm>
              <a:off x="5691381" y="4982325"/>
              <a:ext cx="102870" cy="83820"/>
            </a:xfrm>
            <a:custGeom>
              <a:avLst/>
              <a:gdLst/>
              <a:ahLst/>
              <a:cxnLst/>
              <a:rect l="l" t="t" r="r" b="b"/>
              <a:pathLst>
                <a:path w="102870" h="83820">
                  <a:moveTo>
                    <a:pt x="42979" y="0"/>
                  </a:moveTo>
                  <a:lnTo>
                    <a:pt x="41701" y="51167"/>
                  </a:lnTo>
                  <a:lnTo>
                    <a:pt x="0" y="80844"/>
                  </a:lnTo>
                  <a:lnTo>
                    <a:pt x="102334" y="83400"/>
                  </a:lnTo>
                  <a:lnTo>
                    <a:pt x="42979" y="0"/>
                  </a:lnTo>
                  <a:close/>
                </a:path>
              </a:pathLst>
            </a:custGeom>
            <a:solidFill>
              <a:srgbClr val="8D3124"/>
            </a:solidFill>
          </p:spPr>
          <p:txBody>
            <a:bodyPr wrap="square" lIns="0" tIns="0" rIns="0" bIns="0" rtlCol="0"/>
            <a:lstStyle/>
            <a:p>
              <a:endParaRPr/>
            </a:p>
          </p:txBody>
        </p:sp>
      </p:grpSp>
      <p:sp>
        <p:nvSpPr>
          <p:cNvPr id="51" name="object 51"/>
          <p:cNvSpPr txBox="1"/>
          <p:nvPr/>
        </p:nvSpPr>
        <p:spPr>
          <a:xfrm>
            <a:off x="3857848" y="4366333"/>
            <a:ext cx="2228215" cy="399415"/>
          </a:xfrm>
          <a:prstGeom prst="rect">
            <a:avLst/>
          </a:prstGeom>
        </p:spPr>
        <p:txBody>
          <a:bodyPr vert="horz" wrap="square" lIns="0" tIns="5080" rIns="0" bIns="0" rtlCol="0">
            <a:spAutoFit/>
          </a:bodyPr>
          <a:lstStyle/>
          <a:p>
            <a:pPr marL="12700" marR="5080" indent="173355">
              <a:lnSpc>
                <a:spcPct val="104299"/>
              </a:lnSpc>
              <a:spcBef>
                <a:spcPts val="40"/>
              </a:spcBef>
            </a:pPr>
            <a:r>
              <a:rPr sz="1200" dirty="0">
                <a:solidFill>
                  <a:srgbClr val="8D3124"/>
                </a:solidFill>
                <a:latin typeface="Lucida Sans Unicode"/>
                <a:cs typeface="Lucida Sans Unicode"/>
              </a:rPr>
              <a:t>first</a:t>
            </a:r>
            <a:r>
              <a:rPr sz="1200" spc="-35" dirty="0">
                <a:solidFill>
                  <a:srgbClr val="8D3124"/>
                </a:solidFill>
                <a:latin typeface="Lucida Sans Unicode"/>
                <a:cs typeface="Lucida Sans Unicode"/>
              </a:rPr>
              <a:t> </a:t>
            </a:r>
            <a:r>
              <a:rPr sz="1200" dirty="0">
                <a:solidFill>
                  <a:srgbClr val="8D3124"/>
                </a:solidFill>
                <a:latin typeface="Lucida Sans Unicode"/>
                <a:cs typeface="Lucida Sans Unicode"/>
              </a:rPr>
              <a:t>partitioning</a:t>
            </a:r>
            <a:r>
              <a:rPr sz="1200" spc="-35" dirty="0">
                <a:solidFill>
                  <a:srgbClr val="8D3124"/>
                </a:solidFill>
                <a:latin typeface="Lucida Sans Unicode"/>
                <a:cs typeface="Lucida Sans Unicode"/>
              </a:rPr>
              <a:t> </a:t>
            </a:r>
            <a:r>
              <a:rPr sz="1200" spc="-10" dirty="0">
                <a:solidFill>
                  <a:srgbClr val="8D3124"/>
                </a:solidFill>
                <a:latin typeface="Lucida Sans Unicode"/>
                <a:cs typeface="Lucida Sans Unicode"/>
              </a:rPr>
              <a:t>element </a:t>
            </a:r>
            <a:r>
              <a:rPr sz="1200" dirty="0">
                <a:solidFill>
                  <a:srgbClr val="8D3124"/>
                </a:solidFill>
                <a:latin typeface="Lucida Sans Unicode"/>
                <a:cs typeface="Lucida Sans Unicode"/>
              </a:rPr>
              <a:t>(chosen uniformly at </a:t>
            </a:r>
            <a:r>
              <a:rPr sz="1200" spc="-10" dirty="0">
                <a:solidFill>
                  <a:srgbClr val="8D3124"/>
                </a:solidFill>
                <a:latin typeface="Lucida Sans Unicode"/>
                <a:cs typeface="Lucida Sans Unicode"/>
              </a:rPr>
              <a:t>random)</a:t>
            </a:r>
            <a:endParaRPr sz="1200">
              <a:latin typeface="Lucida Sans Unicode"/>
              <a:cs typeface="Lucida Sans Unicode"/>
            </a:endParaRPr>
          </a:p>
        </p:txBody>
      </p:sp>
      <p:sp>
        <p:nvSpPr>
          <p:cNvPr id="52" name="object 52"/>
          <p:cNvSpPr txBox="1"/>
          <p:nvPr/>
        </p:nvSpPr>
        <p:spPr>
          <a:xfrm>
            <a:off x="3062856" y="5973386"/>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1</a:t>
            </a:r>
            <a:endParaRPr sz="1350">
              <a:latin typeface="Times New Roman"/>
              <a:cs typeface="Times New Roman"/>
            </a:endParaRPr>
          </a:p>
        </p:txBody>
      </p:sp>
      <p:sp>
        <p:nvSpPr>
          <p:cNvPr id="53" name="object 53"/>
          <p:cNvSpPr txBox="1"/>
          <p:nvPr/>
        </p:nvSpPr>
        <p:spPr>
          <a:xfrm>
            <a:off x="5599804" y="5973386"/>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8</a:t>
            </a:r>
            <a:endParaRPr sz="1350">
              <a:latin typeface="Times New Roman"/>
              <a:cs typeface="Times New Roman"/>
            </a:endParaRPr>
          </a:p>
        </p:txBody>
      </p:sp>
      <p:sp>
        <p:nvSpPr>
          <p:cNvPr id="54" name="object 54"/>
          <p:cNvSpPr txBox="1"/>
          <p:nvPr/>
        </p:nvSpPr>
        <p:spPr>
          <a:xfrm>
            <a:off x="6281730" y="5973386"/>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10</a:t>
            </a:r>
            <a:endParaRPr sz="1350">
              <a:latin typeface="Times New Roman"/>
              <a:cs typeface="Times New Roman"/>
            </a:endParaRPr>
          </a:p>
        </p:txBody>
      </p:sp>
      <p:sp>
        <p:nvSpPr>
          <p:cNvPr id="55" name="object 55"/>
          <p:cNvSpPr txBox="1"/>
          <p:nvPr/>
        </p:nvSpPr>
        <p:spPr>
          <a:xfrm>
            <a:off x="7368993" y="5973386"/>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13</a:t>
            </a:r>
            <a:endParaRPr sz="1350">
              <a:latin typeface="Times New Roman"/>
              <a:cs typeface="Times New Roman"/>
            </a:endParaRPr>
          </a:p>
        </p:txBody>
      </p:sp>
      <p:sp>
        <p:nvSpPr>
          <p:cNvPr id="56" name="object 56"/>
          <p:cNvSpPr txBox="1"/>
          <p:nvPr/>
        </p:nvSpPr>
        <p:spPr>
          <a:xfrm>
            <a:off x="7006572" y="6307194"/>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12</a:t>
            </a:r>
            <a:endParaRPr sz="1350">
              <a:latin typeface="Times New Roman"/>
              <a:cs typeface="Times New Roman"/>
            </a:endParaRPr>
          </a:p>
        </p:txBody>
      </p:sp>
      <p:sp>
        <p:nvSpPr>
          <p:cNvPr id="57" name="object 57"/>
          <p:cNvSpPr txBox="1"/>
          <p:nvPr/>
        </p:nvSpPr>
        <p:spPr>
          <a:xfrm>
            <a:off x="3425277" y="636441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2</a:t>
            </a:r>
            <a:endParaRPr sz="1350">
              <a:latin typeface="Times New Roman"/>
              <a:cs typeface="Times New Roman"/>
            </a:endParaRPr>
          </a:p>
        </p:txBody>
      </p:sp>
      <p:sp>
        <p:nvSpPr>
          <p:cNvPr id="58" name="object 58"/>
          <p:cNvSpPr txBox="1"/>
          <p:nvPr/>
        </p:nvSpPr>
        <p:spPr>
          <a:xfrm>
            <a:off x="4150120" y="636441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4</a:t>
            </a:r>
            <a:endParaRPr sz="1350">
              <a:latin typeface="Times New Roman"/>
              <a:cs typeface="Times New Roman"/>
            </a:endParaRPr>
          </a:p>
        </p:txBody>
      </p:sp>
      <p:sp>
        <p:nvSpPr>
          <p:cNvPr id="59" name="object 59"/>
          <p:cNvSpPr txBox="1"/>
          <p:nvPr/>
        </p:nvSpPr>
        <p:spPr>
          <a:xfrm>
            <a:off x="4874962" y="6688690"/>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6</a:t>
            </a:r>
            <a:endParaRPr sz="1350">
              <a:latin typeface="Times New Roman"/>
              <a:cs typeface="Times New Roman"/>
            </a:endParaRPr>
          </a:p>
        </p:txBody>
      </p:sp>
      <p:sp>
        <p:nvSpPr>
          <p:cNvPr id="60" name="object 60"/>
          <p:cNvSpPr txBox="1"/>
          <p:nvPr/>
        </p:nvSpPr>
        <p:spPr>
          <a:xfrm>
            <a:off x="4512541" y="709879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5</a:t>
            </a:r>
            <a:endParaRPr sz="1350">
              <a:latin typeface="Times New Roman"/>
              <a:cs typeface="Times New Roman"/>
            </a:endParaRPr>
          </a:p>
        </p:txBody>
      </p:sp>
      <p:sp>
        <p:nvSpPr>
          <p:cNvPr id="61" name="object 61"/>
          <p:cNvSpPr txBox="1"/>
          <p:nvPr/>
        </p:nvSpPr>
        <p:spPr>
          <a:xfrm>
            <a:off x="5237383" y="709879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7</a:t>
            </a:r>
            <a:endParaRPr sz="1350">
              <a:latin typeface="Times New Roman"/>
              <a:cs typeface="Times New Roman"/>
            </a:endParaRPr>
          </a:p>
        </p:txBody>
      </p:sp>
      <p:sp>
        <p:nvSpPr>
          <p:cNvPr id="62" name="object 6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41</a:t>
            </a:fld>
            <a:endParaRPr spc="-25"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19867" y="1131247"/>
            <a:ext cx="7868284" cy="2227580"/>
          </a:xfrm>
          <a:prstGeom prst="rect">
            <a:avLst/>
          </a:prstGeom>
        </p:spPr>
        <p:txBody>
          <a:bodyPr vert="horz" wrap="square" lIns="0" tIns="12700" rIns="0" bIns="0" rtlCol="0">
            <a:spAutoFit/>
          </a:bodyPr>
          <a:lstStyle/>
          <a:p>
            <a:pPr marL="38100" marR="68580">
              <a:lnSpc>
                <a:spcPct val="132100"/>
              </a:lnSpc>
              <a:spcBef>
                <a:spcPts val="100"/>
              </a:spcBef>
              <a:tabLst>
                <a:tab pos="15125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expected</a:t>
            </a:r>
            <a:r>
              <a:rPr sz="1800" spc="-5" dirty="0">
                <a:latin typeface="Lucida Sans Unicode"/>
                <a:cs typeface="Lucida Sans Unicode"/>
              </a:rPr>
              <a:t> </a:t>
            </a:r>
            <a:r>
              <a:rPr sz="1800" dirty="0">
                <a:latin typeface="Lucida Sans Unicode"/>
                <a:cs typeface="Lucida Sans Unicode"/>
              </a:rPr>
              <a:t>number</a:t>
            </a:r>
            <a:r>
              <a:rPr sz="1800" spc="-5" dirty="0">
                <a:latin typeface="Lucida Sans Unicode"/>
                <a:cs typeface="Lucida Sans Unicode"/>
              </a:rPr>
              <a:t> </a:t>
            </a:r>
            <a:r>
              <a:rPr sz="1800" dirty="0">
                <a:latin typeface="Lucida Sans Unicode"/>
                <a:cs typeface="Lucida Sans Unicode"/>
              </a:rPr>
              <a:t>of</a:t>
            </a:r>
            <a:r>
              <a:rPr sz="1800" spc="-5" dirty="0">
                <a:latin typeface="Lucida Sans Unicode"/>
                <a:cs typeface="Lucida Sans Unicode"/>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quicksort</a:t>
            </a:r>
            <a:r>
              <a:rPr sz="1800" spc="-5" dirty="0">
                <a:latin typeface="Lucida Sans Unicode"/>
                <a:cs typeface="Lucida Sans Unicode"/>
              </a:rPr>
              <a:t> </a:t>
            </a:r>
            <a:r>
              <a:rPr sz="1800" dirty="0">
                <a:latin typeface="Lucida Sans Unicode"/>
                <a:cs typeface="Lucida Sans Unicode"/>
              </a:rPr>
              <a:t>an</a:t>
            </a:r>
            <a:r>
              <a:rPr sz="1800" spc="-5" dirty="0">
                <a:latin typeface="Lucida Sans Unicode"/>
                <a:cs typeface="Lucida Sans Unicode"/>
              </a:rPr>
              <a:t> </a:t>
            </a:r>
            <a:r>
              <a:rPr sz="1800" spc="-10" dirty="0">
                <a:latin typeface="Lucida Sans Unicode"/>
                <a:cs typeface="Lucida Sans Unicode"/>
              </a:rPr>
              <a:t>array </a:t>
            </a:r>
            <a:r>
              <a:rPr sz="1800" dirty="0">
                <a:latin typeface="Lucida Sans Unicode"/>
                <a:cs typeface="Lucida Sans Unicode"/>
              </a:rPr>
              <a:t>of </a:t>
            </a:r>
            <a:r>
              <a:rPr sz="1800" i="1" dirty="0">
                <a:latin typeface="Times New Roman"/>
                <a:cs typeface="Times New Roman"/>
              </a:rPr>
              <a:t>n</a:t>
            </a:r>
            <a:r>
              <a:rPr sz="1800" i="1" spc="120" dirty="0">
                <a:latin typeface="Times New Roman"/>
                <a:cs typeface="Times New Roman"/>
              </a:rPr>
              <a:t> </a:t>
            </a:r>
            <a:r>
              <a:rPr sz="1800" dirty="0">
                <a:latin typeface="Lucida Sans Unicode"/>
                <a:cs typeface="Lucida Sans Unicode"/>
              </a:rPr>
              <a:t>distinct</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is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spc="-10" dirty="0">
                <a:latin typeface="Times New Roman"/>
                <a:cs typeface="Times New Roman"/>
              </a:rPr>
              <a:t>log</a:t>
            </a:r>
            <a:r>
              <a:rPr sz="1800" spc="-145" dirty="0">
                <a:latin typeface="Times New Roman"/>
                <a:cs typeface="Times New Roman"/>
              </a:rPr>
              <a:t>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38100">
              <a:lnSpc>
                <a:spcPts val="1980"/>
              </a:lnSpc>
              <a:tabLst>
                <a:tab pos="46545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latin typeface="Lucida Sans Unicode"/>
                <a:cs typeface="Lucida Sans Unicode"/>
              </a:rPr>
              <a:t>Consider</a:t>
            </a:r>
            <a:r>
              <a:rPr sz="1800" spc="-45" dirty="0">
                <a:latin typeface="Lucida Sans Unicode"/>
                <a:cs typeface="Lucida Sans Unicode"/>
              </a:rPr>
              <a:t> </a:t>
            </a:r>
            <a:r>
              <a:rPr sz="1800" dirty="0">
                <a:latin typeface="Lucida Sans Unicode"/>
                <a:cs typeface="Lucida Sans Unicode"/>
              </a:rPr>
              <a:t>BST</a:t>
            </a:r>
            <a:r>
              <a:rPr sz="1800" spc="-45" dirty="0">
                <a:latin typeface="Lucida Sans Unicode"/>
                <a:cs typeface="Lucida Sans Unicode"/>
              </a:rPr>
              <a:t> </a:t>
            </a:r>
            <a:r>
              <a:rPr sz="1800" dirty="0">
                <a:latin typeface="Lucida Sans Unicode"/>
                <a:cs typeface="Lucida Sans Unicode"/>
              </a:rPr>
              <a:t>representation</a:t>
            </a:r>
            <a:r>
              <a:rPr sz="1800" spc="-45" dirty="0">
                <a:latin typeface="Lucida Sans Unicode"/>
                <a:cs typeface="Lucida Sans Unicode"/>
              </a:rPr>
              <a:t> </a:t>
            </a:r>
            <a:r>
              <a:rPr sz="1800" dirty="0">
                <a:latin typeface="Lucida Sans Unicode"/>
                <a:cs typeface="Lucida Sans Unicode"/>
              </a:rPr>
              <a:t>of</a:t>
            </a:r>
            <a:r>
              <a:rPr sz="1800" spc="-45" dirty="0">
                <a:latin typeface="Lucida Sans Unicode"/>
                <a:cs typeface="Lucida Sans Unicode"/>
              </a:rPr>
              <a:t> </a:t>
            </a:r>
            <a:r>
              <a:rPr sz="1800" dirty="0">
                <a:latin typeface="Lucida Sans Unicode"/>
                <a:cs typeface="Lucida Sans Unicode"/>
              </a:rPr>
              <a:t>partitioning</a:t>
            </a:r>
            <a:r>
              <a:rPr sz="1800" spc="-45" dirty="0">
                <a:latin typeface="Lucida Sans Unicode"/>
                <a:cs typeface="Lucida Sans Unicode"/>
              </a:rPr>
              <a:t> </a:t>
            </a:r>
            <a:r>
              <a:rPr sz="1800" spc="-10" dirty="0">
                <a:latin typeface="Lucida Sans Unicode"/>
                <a:cs typeface="Lucida Sans Unicode"/>
              </a:rPr>
              <a:t>elements.</a:t>
            </a:r>
            <a:endParaRPr sz="1800">
              <a:latin typeface="Lucida Sans Unicode"/>
              <a:cs typeface="Lucida Sans Unicode"/>
            </a:endParaRPr>
          </a:p>
          <a:p>
            <a:pPr marL="133350">
              <a:lnSpc>
                <a:spcPts val="2960"/>
              </a:lnSpc>
            </a:pPr>
            <a:r>
              <a:rPr sz="4275" spc="2175" baseline="-8771" dirty="0">
                <a:latin typeface="Yu Gothic UI"/>
                <a:cs typeface="Yu Gothic UI"/>
              </a:rPr>
              <a:t>・</a:t>
            </a:r>
            <a:r>
              <a:rPr sz="1800" dirty="0">
                <a:latin typeface="Lucida Sans Unicode"/>
                <a:cs typeface="Lucida Sans Unicode"/>
              </a:rPr>
              <a:t>An</a:t>
            </a:r>
            <a:r>
              <a:rPr sz="1800" spc="10" dirty="0">
                <a:latin typeface="Lucida Sans Unicode"/>
                <a:cs typeface="Lucida Sans Unicode"/>
              </a:rPr>
              <a:t> </a:t>
            </a:r>
            <a:r>
              <a:rPr sz="1800" dirty="0">
                <a:latin typeface="Lucida Sans Unicode"/>
                <a:cs typeface="Lucida Sans Unicode"/>
              </a:rPr>
              <a:t>element</a:t>
            </a:r>
            <a:r>
              <a:rPr sz="1800" spc="15" dirty="0">
                <a:latin typeface="Lucida Sans Unicode"/>
                <a:cs typeface="Lucida Sans Unicode"/>
              </a:rPr>
              <a:t> </a:t>
            </a:r>
            <a:r>
              <a:rPr sz="1800" dirty="0">
                <a:latin typeface="Lucida Sans Unicode"/>
                <a:cs typeface="Lucida Sans Unicode"/>
              </a:rPr>
              <a:t>is</a:t>
            </a:r>
            <a:r>
              <a:rPr sz="1800" spc="10" dirty="0">
                <a:latin typeface="Lucida Sans Unicode"/>
                <a:cs typeface="Lucida Sans Unicode"/>
              </a:rPr>
              <a:t> </a:t>
            </a:r>
            <a:r>
              <a:rPr sz="1800" dirty="0">
                <a:latin typeface="Lucida Sans Unicode"/>
                <a:cs typeface="Lucida Sans Unicode"/>
              </a:rPr>
              <a:t>compared</a:t>
            </a:r>
            <a:r>
              <a:rPr sz="1800" spc="15" dirty="0">
                <a:latin typeface="Lucida Sans Unicode"/>
                <a:cs typeface="Lucida Sans Unicode"/>
              </a:rPr>
              <a:t> </a:t>
            </a:r>
            <a:r>
              <a:rPr sz="1800" dirty="0">
                <a:latin typeface="Lucida Sans Unicode"/>
                <a:cs typeface="Lucida Sans Unicode"/>
              </a:rPr>
              <a:t>with</a:t>
            </a:r>
            <a:r>
              <a:rPr sz="1800" spc="10" dirty="0">
                <a:latin typeface="Lucida Sans Unicode"/>
                <a:cs typeface="Lucida Sans Unicode"/>
              </a:rPr>
              <a:t> </a:t>
            </a:r>
            <a:r>
              <a:rPr sz="1800" dirty="0">
                <a:latin typeface="Lucida Sans Unicode"/>
                <a:cs typeface="Lucida Sans Unicode"/>
              </a:rPr>
              <a:t>only</a:t>
            </a:r>
            <a:r>
              <a:rPr sz="1800" spc="15" dirty="0">
                <a:latin typeface="Lucida Sans Unicode"/>
                <a:cs typeface="Lucida Sans Unicode"/>
              </a:rPr>
              <a:t> </a:t>
            </a:r>
            <a:r>
              <a:rPr sz="1800" dirty="0">
                <a:latin typeface="Lucida Sans Unicode"/>
                <a:cs typeface="Lucida Sans Unicode"/>
              </a:rPr>
              <a:t>its</a:t>
            </a:r>
            <a:r>
              <a:rPr sz="1800" spc="10" dirty="0">
                <a:latin typeface="Lucida Sans Unicode"/>
                <a:cs typeface="Lucida Sans Unicode"/>
              </a:rPr>
              <a:t> </a:t>
            </a:r>
            <a:r>
              <a:rPr sz="1800" dirty="0">
                <a:latin typeface="Lucida Sans Unicode"/>
                <a:cs typeface="Lucida Sans Unicode"/>
              </a:rPr>
              <a:t>ancestors</a:t>
            </a:r>
            <a:r>
              <a:rPr sz="1800" spc="15" dirty="0">
                <a:latin typeface="Lucida Sans Unicode"/>
                <a:cs typeface="Lucida Sans Unicode"/>
              </a:rPr>
              <a:t> </a:t>
            </a:r>
            <a:r>
              <a:rPr sz="1800" dirty="0">
                <a:latin typeface="Lucida Sans Unicode"/>
                <a:cs typeface="Lucida Sans Unicode"/>
              </a:rPr>
              <a:t>and</a:t>
            </a:r>
            <a:r>
              <a:rPr sz="1800" spc="15" dirty="0">
                <a:latin typeface="Lucida Sans Unicode"/>
                <a:cs typeface="Lucida Sans Unicode"/>
              </a:rPr>
              <a:t> </a:t>
            </a:r>
            <a:r>
              <a:rPr sz="1800" spc="-10" dirty="0">
                <a:latin typeface="Lucida Sans Unicode"/>
                <a:cs typeface="Lucida Sans Unicode"/>
              </a:rPr>
              <a:t>descendants.</a:t>
            </a:r>
            <a:endParaRPr sz="1800">
              <a:latin typeface="Lucida Sans Unicode"/>
              <a:cs typeface="Lucida Sans Unicode"/>
            </a:endParaRPr>
          </a:p>
          <a:p>
            <a:pPr marL="133350">
              <a:lnSpc>
                <a:spcPts val="3135"/>
              </a:lnSpc>
            </a:pPr>
            <a:r>
              <a:rPr sz="4275" spc="2175" baseline="-6822" dirty="0">
                <a:latin typeface="Yu Gothic UI"/>
                <a:cs typeface="Yu Gothic UI"/>
              </a:rPr>
              <a:t>・</a:t>
            </a:r>
            <a:r>
              <a:rPr sz="1800" b="1" dirty="0">
                <a:latin typeface="Trebuchet MS"/>
                <a:cs typeface="Trebuchet MS"/>
              </a:rPr>
              <a:t>Pr</a:t>
            </a:r>
            <a:r>
              <a:rPr sz="1800" b="1" spc="20" dirty="0">
                <a:latin typeface="Trebuchet MS"/>
                <a:cs typeface="Trebuchet MS"/>
              </a:rPr>
              <a:t> </a:t>
            </a:r>
            <a:r>
              <a:rPr sz="1800" spc="55" dirty="0">
                <a:latin typeface="Times New Roman"/>
                <a:cs typeface="Times New Roman"/>
              </a:rPr>
              <a:t>[ </a:t>
            </a:r>
            <a:r>
              <a:rPr sz="1800" i="1" dirty="0">
                <a:latin typeface="Times New Roman"/>
                <a:cs typeface="Times New Roman"/>
              </a:rPr>
              <a:t>a</a:t>
            </a:r>
            <a:r>
              <a:rPr sz="1800" i="1" baseline="-6944" dirty="0">
                <a:latin typeface="Times New Roman"/>
                <a:cs typeface="Times New Roman"/>
              </a:rPr>
              <a:t>i</a:t>
            </a:r>
            <a:r>
              <a:rPr sz="1800" i="1" spc="390" baseline="-6944" dirty="0">
                <a:latin typeface="Times New Roman"/>
                <a:cs typeface="Times New Roman"/>
              </a:rPr>
              <a:t> </a:t>
            </a:r>
            <a:r>
              <a:rPr sz="1800" dirty="0">
                <a:latin typeface="Lucida Sans Unicode"/>
                <a:cs typeface="Lucida Sans Unicode"/>
              </a:rPr>
              <a:t>and</a:t>
            </a:r>
            <a:r>
              <a:rPr sz="1800" spc="-5" dirty="0">
                <a:latin typeface="Lucida Sans Unicode"/>
                <a:cs typeface="Lucida Sans Unicode"/>
              </a:rPr>
              <a:t> </a:t>
            </a:r>
            <a:r>
              <a:rPr sz="1800" i="1" dirty="0">
                <a:latin typeface="Times New Roman"/>
                <a:cs typeface="Times New Roman"/>
              </a:rPr>
              <a:t>a</a:t>
            </a:r>
            <a:r>
              <a:rPr sz="1800" i="1" baseline="-6944" dirty="0">
                <a:latin typeface="Times New Roman"/>
                <a:cs typeface="Times New Roman"/>
              </a:rPr>
              <a:t>j</a:t>
            </a:r>
            <a:r>
              <a:rPr sz="1800" i="1" spc="390" baseline="-6944" dirty="0">
                <a:latin typeface="Times New Roman"/>
                <a:cs typeface="Times New Roman"/>
              </a:rPr>
              <a:t> </a:t>
            </a:r>
            <a:r>
              <a:rPr sz="1800" dirty="0">
                <a:latin typeface="Lucida Sans Unicode"/>
                <a:cs typeface="Lucida Sans Unicode"/>
              </a:rPr>
              <a:t>are</a:t>
            </a:r>
            <a:r>
              <a:rPr sz="1800" spc="-5" dirty="0">
                <a:latin typeface="Lucida Sans Unicode"/>
                <a:cs typeface="Lucida Sans Unicode"/>
              </a:rPr>
              <a:t> </a:t>
            </a:r>
            <a:r>
              <a:rPr sz="1800" dirty="0">
                <a:latin typeface="Lucida Sans Unicode"/>
                <a:cs typeface="Lucida Sans Unicode"/>
              </a:rPr>
              <a:t>compared</a:t>
            </a:r>
            <a:r>
              <a:rPr sz="1800" spc="-5" dirty="0">
                <a:latin typeface="Lucida Sans Unicode"/>
                <a:cs typeface="Lucida Sans Unicode"/>
              </a:rPr>
              <a:t> </a:t>
            </a:r>
            <a:r>
              <a:rPr sz="1800" spc="-5" dirty="0">
                <a:latin typeface="Times New Roman"/>
                <a:cs typeface="Times New Roman"/>
              </a:rPr>
              <a:t>] = </a:t>
            </a:r>
            <a:r>
              <a:rPr sz="1800" dirty="0">
                <a:latin typeface="Times New Roman"/>
                <a:cs typeface="Times New Roman"/>
              </a:rPr>
              <a:t>2</a:t>
            </a:r>
            <a:r>
              <a:rPr sz="1800" spc="295" dirty="0">
                <a:latin typeface="Times New Roman"/>
                <a:cs typeface="Times New Roman"/>
              </a:rPr>
              <a:t> / </a:t>
            </a:r>
            <a:r>
              <a:rPr sz="1800" dirty="0">
                <a:latin typeface="Times New Roman"/>
                <a:cs typeface="Times New Roman"/>
              </a:rPr>
              <a:t>|</a:t>
            </a:r>
            <a:r>
              <a:rPr sz="1800" spc="-5" dirty="0">
                <a:latin typeface="Times New Roman"/>
                <a:cs typeface="Times New Roman"/>
              </a:rPr>
              <a:t> </a:t>
            </a:r>
            <a:r>
              <a:rPr sz="1800" i="1" dirty="0">
                <a:latin typeface="Times New Roman"/>
                <a:cs typeface="Times New Roman"/>
              </a:rPr>
              <a:t>j </a:t>
            </a:r>
            <a:r>
              <a:rPr sz="1800" spc="-65" dirty="0">
                <a:latin typeface="Lucida Sans Unicode"/>
                <a:cs typeface="Lucida Sans Unicode"/>
              </a:rPr>
              <a:t>- </a:t>
            </a:r>
            <a:r>
              <a:rPr sz="1800" i="1" dirty="0">
                <a:latin typeface="Times New Roman"/>
                <a:cs typeface="Times New Roman"/>
              </a:rPr>
              <a:t>i</a:t>
            </a:r>
            <a:r>
              <a:rPr sz="1800" i="1" spc="-5" dirty="0">
                <a:latin typeface="Times New Roman"/>
                <a:cs typeface="Times New Roman"/>
              </a:rPr>
              <a:t> </a:t>
            </a:r>
            <a:r>
              <a:rPr sz="1800" dirty="0">
                <a:latin typeface="Times New Roman"/>
                <a:cs typeface="Times New Roman"/>
              </a:rPr>
              <a:t>+ </a:t>
            </a:r>
            <a:r>
              <a:rPr sz="1800" spc="-25" dirty="0">
                <a:latin typeface="Times New Roman"/>
                <a:cs typeface="Times New Roman"/>
              </a:rPr>
              <a:t>1|</a:t>
            </a:r>
            <a:r>
              <a:rPr sz="1800" spc="-25" dirty="0">
                <a:latin typeface="Lucida Sans Unicode"/>
                <a:cs typeface="Lucida Sans Unicode"/>
              </a:rPr>
              <a:t>.</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245" dirty="0"/>
              <a:t> </a:t>
            </a:r>
            <a:r>
              <a:rPr spc="60" dirty="0"/>
              <a:t>of</a:t>
            </a:r>
            <a:r>
              <a:rPr spc="245" dirty="0"/>
              <a:t> </a:t>
            </a:r>
            <a:r>
              <a:rPr dirty="0"/>
              <a:t>randomized</a:t>
            </a:r>
            <a:r>
              <a:rPr spc="245" dirty="0"/>
              <a:t> </a:t>
            </a:r>
            <a:r>
              <a:rPr spc="-10" dirty="0"/>
              <a:t>quicksort</a:t>
            </a:r>
          </a:p>
        </p:txBody>
      </p:sp>
      <p:grpSp>
        <p:nvGrpSpPr>
          <p:cNvPr id="5" name="object 5"/>
          <p:cNvGrpSpPr/>
          <p:nvPr/>
        </p:nvGrpSpPr>
        <p:grpSpPr>
          <a:xfrm>
            <a:off x="3988874" y="5033878"/>
            <a:ext cx="2625725" cy="560705"/>
            <a:chOff x="3988874" y="5033878"/>
            <a:chExt cx="2625725" cy="560705"/>
          </a:xfrm>
        </p:grpSpPr>
        <p:sp>
          <p:nvSpPr>
            <p:cNvPr id="6" name="object 6"/>
            <p:cNvSpPr/>
            <p:nvPr/>
          </p:nvSpPr>
          <p:spPr>
            <a:xfrm>
              <a:off x="3998717" y="5224695"/>
              <a:ext cx="2606040" cy="360045"/>
            </a:xfrm>
            <a:custGeom>
              <a:avLst/>
              <a:gdLst/>
              <a:ahLst/>
              <a:cxnLst/>
              <a:rect l="l" t="t" r="r" b="b"/>
              <a:pathLst>
                <a:path w="2606040" h="360045">
                  <a:moveTo>
                    <a:pt x="1862562" y="0"/>
                  </a:moveTo>
                  <a:lnTo>
                    <a:pt x="1812222" y="9714"/>
                  </a:lnTo>
                  <a:lnTo>
                    <a:pt x="1761883" y="19429"/>
                  </a:lnTo>
                  <a:lnTo>
                    <a:pt x="1711543" y="29143"/>
                  </a:lnTo>
                  <a:lnTo>
                    <a:pt x="1661204" y="38858"/>
                  </a:lnTo>
                  <a:lnTo>
                    <a:pt x="1610864" y="48573"/>
                  </a:lnTo>
                  <a:lnTo>
                    <a:pt x="1560525" y="58287"/>
                  </a:lnTo>
                  <a:lnTo>
                    <a:pt x="1510185" y="68002"/>
                  </a:lnTo>
                  <a:lnTo>
                    <a:pt x="1459845" y="77717"/>
                  </a:lnTo>
                  <a:lnTo>
                    <a:pt x="1409506" y="87431"/>
                  </a:lnTo>
                  <a:lnTo>
                    <a:pt x="1359166" y="97146"/>
                  </a:lnTo>
                  <a:lnTo>
                    <a:pt x="1308827" y="106861"/>
                  </a:lnTo>
                  <a:lnTo>
                    <a:pt x="1258487" y="116575"/>
                  </a:lnTo>
                  <a:lnTo>
                    <a:pt x="1208148" y="126290"/>
                  </a:lnTo>
                  <a:lnTo>
                    <a:pt x="1157808" y="136004"/>
                  </a:lnTo>
                  <a:lnTo>
                    <a:pt x="1107469" y="145719"/>
                  </a:lnTo>
                  <a:lnTo>
                    <a:pt x="1057129" y="155434"/>
                  </a:lnTo>
                  <a:lnTo>
                    <a:pt x="1006790" y="165148"/>
                  </a:lnTo>
                  <a:lnTo>
                    <a:pt x="956450" y="174863"/>
                  </a:lnTo>
                  <a:lnTo>
                    <a:pt x="906111" y="184578"/>
                  </a:lnTo>
                  <a:lnTo>
                    <a:pt x="855771" y="194292"/>
                  </a:lnTo>
                  <a:lnTo>
                    <a:pt x="805431" y="204007"/>
                  </a:lnTo>
                  <a:lnTo>
                    <a:pt x="755092" y="213722"/>
                  </a:lnTo>
                  <a:lnTo>
                    <a:pt x="704752" y="223436"/>
                  </a:lnTo>
                  <a:lnTo>
                    <a:pt x="654413" y="233151"/>
                  </a:lnTo>
                  <a:lnTo>
                    <a:pt x="604073" y="242866"/>
                  </a:lnTo>
                  <a:lnTo>
                    <a:pt x="553734" y="252580"/>
                  </a:lnTo>
                  <a:lnTo>
                    <a:pt x="503394" y="262295"/>
                  </a:lnTo>
                  <a:lnTo>
                    <a:pt x="453055" y="272010"/>
                  </a:lnTo>
                  <a:lnTo>
                    <a:pt x="402715" y="281724"/>
                  </a:lnTo>
                  <a:lnTo>
                    <a:pt x="352376" y="291439"/>
                  </a:lnTo>
                  <a:lnTo>
                    <a:pt x="302036" y="301154"/>
                  </a:lnTo>
                  <a:lnTo>
                    <a:pt x="251697" y="310868"/>
                  </a:lnTo>
                  <a:lnTo>
                    <a:pt x="201357" y="320583"/>
                  </a:lnTo>
                  <a:lnTo>
                    <a:pt x="151018" y="330297"/>
                  </a:lnTo>
                  <a:lnTo>
                    <a:pt x="100678" y="340012"/>
                  </a:lnTo>
                  <a:lnTo>
                    <a:pt x="50339" y="349727"/>
                  </a:lnTo>
                  <a:lnTo>
                    <a:pt x="0" y="359441"/>
                  </a:lnTo>
                </a:path>
                <a:path w="2606040" h="360045">
                  <a:moveTo>
                    <a:pt x="2156849" y="49519"/>
                  </a:moveTo>
                  <a:lnTo>
                    <a:pt x="2201763" y="75522"/>
                  </a:lnTo>
                  <a:lnTo>
                    <a:pt x="2246678" y="101525"/>
                  </a:lnTo>
                  <a:lnTo>
                    <a:pt x="2291592" y="127528"/>
                  </a:lnTo>
                  <a:lnTo>
                    <a:pt x="2336507" y="153531"/>
                  </a:lnTo>
                  <a:lnTo>
                    <a:pt x="2381421" y="179534"/>
                  </a:lnTo>
                  <a:lnTo>
                    <a:pt x="2426336" y="205537"/>
                  </a:lnTo>
                  <a:lnTo>
                    <a:pt x="2471250" y="231541"/>
                  </a:lnTo>
                  <a:lnTo>
                    <a:pt x="2516164" y="257544"/>
                  </a:lnTo>
                  <a:lnTo>
                    <a:pt x="2561079" y="283546"/>
                  </a:lnTo>
                  <a:lnTo>
                    <a:pt x="2605993" y="309549"/>
                  </a:lnTo>
                </a:path>
              </a:pathLst>
            </a:custGeom>
            <a:ln w="19074">
              <a:solidFill>
                <a:srgbClr val="000000"/>
              </a:solidFill>
            </a:ln>
          </p:spPr>
          <p:txBody>
            <a:bodyPr wrap="square" lIns="0" tIns="0" rIns="0" bIns="0" rtlCol="0"/>
            <a:lstStyle/>
            <a:p>
              <a:endParaRPr/>
            </a:p>
          </p:txBody>
        </p:sp>
        <p:sp>
          <p:nvSpPr>
            <p:cNvPr id="7" name="object 7"/>
            <p:cNvSpPr/>
            <p:nvPr/>
          </p:nvSpPr>
          <p:spPr>
            <a:xfrm>
              <a:off x="5862321" y="5038957"/>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6" y="225954"/>
                  </a:lnTo>
                  <a:lnTo>
                    <a:pt x="311046" y="179611"/>
                  </a:lnTo>
                  <a:lnTo>
                    <a:pt x="311046" y="131435"/>
                  </a:lnTo>
                  <a:lnTo>
                    <a:pt x="296296"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8" name="object 8"/>
            <p:cNvSpPr/>
            <p:nvPr/>
          </p:nvSpPr>
          <p:spPr>
            <a:xfrm>
              <a:off x="5862322" y="5038958"/>
              <a:ext cx="311150" cy="311150"/>
            </a:xfrm>
            <a:custGeom>
              <a:avLst/>
              <a:gdLst/>
              <a:ahLst/>
              <a:cxnLst/>
              <a:rect l="l" t="t" r="r" b="b"/>
              <a:pathLst>
                <a:path w="311150" h="311150">
                  <a:moveTo>
                    <a:pt x="266798" y="44247"/>
                  </a:moveTo>
                  <a:lnTo>
                    <a:pt x="296296" y="85092"/>
                  </a:lnTo>
                  <a:lnTo>
                    <a:pt x="311046" y="131435"/>
                  </a:lnTo>
                  <a:lnTo>
                    <a:pt x="311046" y="179611"/>
                  </a:lnTo>
                  <a:lnTo>
                    <a:pt x="296296" y="225954"/>
                  </a:lnTo>
                  <a:lnTo>
                    <a:pt x="266798" y="266798"/>
                  </a:lnTo>
                  <a:lnTo>
                    <a:pt x="225953" y="296297"/>
                  </a:lnTo>
                  <a:lnTo>
                    <a:pt x="179611" y="311046"/>
                  </a:lnTo>
                  <a:lnTo>
                    <a:pt x="131435" y="311046"/>
                  </a:lnTo>
                  <a:lnTo>
                    <a:pt x="85092" y="296297"/>
                  </a:lnTo>
                  <a:lnTo>
                    <a:pt x="44248" y="266798"/>
                  </a:lnTo>
                  <a:lnTo>
                    <a:pt x="14749" y="225954"/>
                  </a:lnTo>
                  <a:lnTo>
                    <a:pt x="0" y="179611"/>
                  </a:lnTo>
                  <a:lnTo>
                    <a:pt x="0" y="131435"/>
                  </a:lnTo>
                  <a:lnTo>
                    <a:pt x="14749" y="85092"/>
                  </a:lnTo>
                  <a:lnTo>
                    <a:pt x="44248" y="44247"/>
                  </a:lnTo>
                  <a:lnTo>
                    <a:pt x="85092" y="14749"/>
                  </a:lnTo>
                  <a:lnTo>
                    <a:pt x="131435" y="0"/>
                  </a:lnTo>
                  <a:lnTo>
                    <a:pt x="179611" y="0"/>
                  </a:lnTo>
                  <a:lnTo>
                    <a:pt x="225953" y="14749"/>
                  </a:lnTo>
                  <a:lnTo>
                    <a:pt x="266798" y="44247"/>
                  </a:lnTo>
                </a:path>
              </a:pathLst>
            </a:custGeom>
            <a:ln w="9537">
              <a:solidFill>
                <a:srgbClr val="000000"/>
              </a:solidFill>
            </a:ln>
          </p:spPr>
          <p:txBody>
            <a:bodyPr wrap="square" lIns="0" tIns="0" rIns="0" bIns="0" rtlCol="0"/>
            <a:lstStyle/>
            <a:p>
              <a:endParaRPr/>
            </a:p>
          </p:txBody>
        </p:sp>
      </p:grpSp>
      <p:sp>
        <p:nvSpPr>
          <p:cNvPr id="9" name="object 9"/>
          <p:cNvSpPr txBox="1"/>
          <p:nvPr/>
        </p:nvSpPr>
        <p:spPr>
          <a:xfrm>
            <a:off x="5962227" y="5072101"/>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9</a:t>
            </a:r>
            <a:endParaRPr sz="1350">
              <a:latin typeface="Times New Roman"/>
              <a:cs typeface="Times New Roman"/>
            </a:endParaRPr>
          </a:p>
        </p:txBody>
      </p:sp>
      <p:grpSp>
        <p:nvGrpSpPr>
          <p:cNvPr id="10" name="object 10"/>
          <p:cNvGrpSpPr/>
          <p:nvPr/>
        </p:nvGrpSpPr>
        <p:grpSpPr>
          <a:xfrm>
            <a:off x="6472052" y="5453524"/>
            <a:ext cx="869950" cy="527050"/>
            <a:chOff x="6472052" y="5453524"/>
            <a:chExt cx="869950" cy="527050"/>
          </a:xfrm>
        </p:grpSpPr>
        <p:sp>
          <p:nvSpPr>
            <p:cNvPr id="11" name="object 11"/>
            <p:cNvSpPr/>
            <p:nvPr/>
          </p:nvSpPr>
          <p:spPr>
            <a:xfrm>
              <a:off x="6481894" y="5696605"/>
              <a:ext cx="850265" cy="274320"/>
            </a:xfrm>
            <a:custGeom>
              <a:avLst/>
              <a:gdLst/>
              <a:ahLst/>
              <a:cxnLst/>
              <a:rect l="l" t="t" r="r" b="b"/>
              <a:pathLst>
                <a:path w="850265" h="274320">
                  <a:moveTo>
                    <a:pt x="397064" y="0"/>
                  </a:moveTo>
                  <a:lnTo>
                    <a:pt x="442325" y="27394"/>
                  </a:lnTo>
                  <a:lnTo>
                    <a:pt x="487586" y="54789"/>
                  </a:lnTo>
                  <a:lnTo>
                    <a:pt x="532846" y="82184"/>
                  </a:lnTo>
                  <a:lnTo>
                    <a:pt x="578107" y="109579"/>
                  </a:lnTo>
                  <a:lnTo>
                    <a:pt x="623368" y="136974"/>
                  </a:lnTo>
                  <a:lnTo>
                    <a:pt x="668628" y="164368"/>
                  </a:lnTo>
                  <a:lnTo>
                    <a:pt x="713889" y="191763"/>
                  </a:lnTo>
                  <a:lnTo>
                    <a:pt x="759150" y="219157"/>
                  </a:lnTo>
                  <a:lnTo>
                    <a:pt x="804411" y="246552"/>
                  </a:lnTo>
                  <a:lnTo>
                    <a:pt x="849671" y="273946"/>
                  </a:lnTo>
                </a:path>
                <a:path w="850265" h="274320">
                  <a:moveTo>
                    <a:pt x="158954" y="40802"/>
                  </a:moveTo>
                  <a:lnTo>
                    <a:pt x="127163" y="79286"/>
                  </a:lnTo>
                  <a:lnTo>
                    <a:pt x="95372" y="117769"/>
                  </a:lnTo>
                  <a:lnTo>
                    <a:pt x="63581" y="156252"/>
                  </a:lnTo>
                  <a:lnTo>
                    <a:pt x="31791" y="194736"/>
                  </a:lnTo>
                  <a:lnTo>
                    <a:pt x="0" y="233219"/>
                  </a:lnTo>
                </a:path>
              </a:pathLst>
            </a:custGeom>
            <a:ln w="19074">
              <a:solidFill>
                <a:srgbClr val="000000"/>
              </a:solidFill>
            </a:ln>
          </p:spPr>
          <p:txBody>
            <a:bodyPr wrap="square" lIns="0" tIns="0" rIns="0" bIns="0" rtlCol="0"/>
            <a:lstStyle/>
            <a:p>
              <a:endParaRPr/>
            </a:p>
          </p:txBody>
        </p:sp>
        <p:sp>
          <p:nvSpPr>
            <p:cNvPr id="12" name="object 12"/>
            <p:cNvSpPr/>
            <p:nvPr/>
          </p:nvSpPr>
          <p:spPr>
            <a:xfrm>
              <a:off x="6587163" y="5458603"/>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13" name="object 13"/>
            <p:cNvSpPr/>
            <p:nvPr/>
          </p:nvSpPr>
          <p:spPr>
            <a:xfrm>
              <a:off x="6587164" y="545860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grpSp>
      <p:sp>
        <p:nvSpPr>
          <p:cNvPr id="14" name="object 14"/>
          <p:cNvSpPr txBox="1"/>
          <p:nvPr/>
        </p:nvSpPr>
        <p:spPr>
          <a:xfrm>
            <a:off x="6647295" y="5491746"/>
            <a:ext cx="184785" cy="231775"/>
          </a:xfrm>
          <a:prstGeom prst="rect">
            <a:avLst/>
          </a:prstGeom>
        </p:spPr>
        <p:txBody>
          <a:bodyPr vert="horz" wrap="square" lIns="0" tIns="12700" rIns="0" bIns="0" rtlCol="0">
            <a:spAutoFit/>
          </a:bodyPr>
          <a:lstStyle/>
          <a:p>
            <a:pPr marL="12700">
              <a:lnSpc>
                <a:spcPct val="100000"/>
              </a:lnSpc>
              <a:spcBef>
                <a:spcPts val="100"/>
              </a:spcBef>
            </a:pPr>
            <a:r>
              <a:rPr sz="1350" spc="-25" dirty="0">
                <a:latin typeface="Times New Roman"/>
                <a:cs typeface="Times New Roman"/>
              </a:rPr>
              <a:t>11</a:t>
            </a:r>
            <a:endParaRPr sz="1350">
              <a:latin typeface="Times New Roman"/>
              <a:cs typeface="Times New Roman"/>
            </a:endParaRPr>
          </a:p>
        </p:txBody>
      </p:sp>
      <p:grpSp>
        <p:nvGrpSpPr>
          <p:cNvPr id="15" name="object 15"/>
          <p:cNvGrpSpPr/>
          <p:nvPr/>
        </p:nvGrpSpPr>
        <p:grpSpPr>
          <a:xfrm>
            <a:off x="3244595" y="5453524"/>
            <a:ext cx="2266950" cy="572135"/>
            <a:chOff x="3244595" y="5453524"/>
            <a:chExt cx="2266950" cy="572135"/>
          </a:xfrm>
        </p:grpSpPr>
        <p:sp>
          <p:nvSpPr>
            <p:cNvPr id="16" name="object 16"/>
            <p:cNvSpPr/>
            <p:nvPr/>
          </p:nvSpPr>
          <p:spPr>
            <a:xfrm>
              <a:off x="3254438" y="5651418"/>
              <a:ext cx="2247265" cy="364490"/>
            </a:xfrm>
            <a:custGeom>
              <a:avLst/>
              <a:gdLst/>
              <a:ahLst/>
              <a:cxnLst/>
              <a:rect l="l" t="t" r="r" b="b"/>
              <a:pathLst>
                <a:path w="2247265" h="364489">
                  <a:moveTo>
                    <a:pt x="452608" y="45187"/>
                  </a:moveTo>
                  <a:lnTo>
                    <a:pt x="407348" y="72582"/>
                  </a:lnTo>
                  <a:lnTo>
                    <a:pt x="362087" y="99977"/>
                  </a:lnTo>
                  <a:lnTo>
                    <a:pt x="316826" y="127371"/>
                  </a:lnTo>
                  <a:lnTo>
                    <a:pt x="271565" y="154766"/>
                  </a:lnTo>
                  <a:lnTo>
                    <a:pt x="226304" y="182161"/>
                  </a:lnTo>
                  <a:lnTo>
                    <a:pt x="181043" y="209556"/>
                  </a:lnTo>
                  <a:lnTo>
                    <a:pt x="135783" y="236950"/>
                  </a:lnTo>
                  <a:lnTo>
                    <a:pt x="90522" y="264345"/>
                  </a:lnTo>
                  <a:lnTo>
                    <a:pt x="45261" y="291740"/>
                  </a:lnTo>
                  <a:lnTo>
                    <a:pt x="0" y="319134"/>
                  </a:lnTo>
                </a:path>
                <a:path w="2247265" h="364489">
                  <a:moveTo>
                    <a:pt x="742908" y="0"/>
                  </a:moveTo>
                  <a:lnTo>
                    <a:pt x="793037" y="12136"/>
                  </a:lnTo>
                  <a:lnTo>
                    <a:pt x="843165" y="24272"/>
                  </a:lnTo>
                  <a:lnTo>
                    <a:pt x="893294" y="36409"/>
                  </a:lnTo>
                  <a:lnTo>
                    <a:pt x="943423" y="48545"/>
                  </a:lnTo>
                  <a:lnTo>
                    <a:pt x="993552" y="60681"/>
                  </a:lnTo>
                  <a:lnTo>
                    <a:pt x="1043681" y="72818"/>
                  </a:lnTo>
                  <a:lnTo>
                    <a:pt x="1093809" y="84954"/>
                  </a:lnTo>
                  <a:lnTo>
                    <a:pt x="1143938" y="97091"/>
                  </a:lnTo>
                  <a:lnTo>
                    <a:pt x="1194067" y="109227"/>
                  </a:lnTo>
                  <a:lnTo>
                    <a:pt x="1244196" y="121363"/>
                  </a:lnTo>
                  <a:lnTo>
                    <a:pt x="1294324" y="133500"/>
                  </a:lnTo>
                  <a:lnTo>
                    <a:pt x="1344453" y="145636"/>
                  </a:lnTo>
                  <a:lnTo>
                    <a:pt x="1394582" y="157773"/>
                  </a:lnTo>
                  <a:lnTo>
                    <a:pt x="1444711" y="169909"/>
                  </a:lnTo>
                  <a:lnTo>
                    <a:pt x="1494840" y="182046"/>
                  </a:lnTo>
                  <a:lnTo>
                    <a:pt x="1544968" y="194182"/>
                  </a:lnTo>
                  <a:lnTo>
                    <a:pt x="1595097" y="206319"/>
                  </a:lnTo>
                  <a:lnTo>
                    <a:pt x="1645226" y="218455"/>
                  </a:lnTo>
                  <a:lnTo>
                    <a:pt x="1695355" y="230592"/>
                  </a:lnTo>
                  <a:lnTo>
                    <a:pt x="1745484" y="242728"/>
                  </a:lnTo>
                  <a:lnTo>
                    <a:pt x="1795612" y="254865"/>
                  </a:lnTo>
                  <a:lnTo>
                    <a:pt x="1845741" y="267001"/>
                  </a:lnTo>
                  <a:lnTo>
                    <a:pt x="1895870" y="279138"/>
                  </a:lnTo>
                  <a:lnTo>
                    <a:pt x="1945999" y="291274"/>
                  </a:lnTo>
                  <a:lnTo>
                    <a:pt x="1996127" y="303410"/>
                  </a:lnTo>
                  <a:lnTo>
                    <a:pt x="2046256" y="315547"/>
                  </a:lnTo>
                  <a:lnTo>
                    <a:pt x="2096385" y="327683"/>
                  </a:lnTo>
                  <a:lnTo>
                    <a:pt x="2146514" y="339820"/>
                  </a:lnTo>
                  <a:lnTo>
                    <a:pt x="2196643" y="351956"/>
                  </a:lnTo>
                  <a:lnTo>
                    <a:pt x="2246771" y="364093"/>
                  </a:lnTo>
                </a:path>
              </a:pathLst>
            </a:custGeom>
            <a:ln w="19074">
              <a:solidFill>
                <a:srgbClr val="000000"/>
              </a:solidFill>
            </a:ln>
          </p:spPr>
          <p:txBody>
            <a:bodyPr wrap="square" lIns="0" tIns="0" rIns="0" bIns="0" rtlCol="0"/>
            <a:lstStyle/>
            <a:p>
              <a:endParaRPr/>
            </a:p>
          </p:txBody>
        </p:sp>
        <p:sp>
          <p:nvSpPr>
            <p:cNvPr id="17" name="object 17"/>
            <p:cNvSpPr/>
            <p:nvPr/>
          </p:nvSpPr>
          <p:spPr>
            <a:xfrm>
              <a:off x="3687794" y="5458603"/>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7"/>
                  </a:lnTo>
                  <a:lnTo>
                    <a:pt x="225953" y="14749"/>
                  </a:lnTo>
                  <a:lnTo>
                    <a:pt x="179610" y="0"/>
                  </a:lnTo>
                  <a:close/>
                </a:path>
              </a:pathLst>
            </a:custGeom>
            <a:solidFill>
              <a:srgbClr val="FFFFFF"/>
            </a:solidFill>
          </p:spPr>
          <p:txBody>
            <a:bodyPr wrap="square" lIns="0" tIns="0" rIns="0" bIns="0" rtlCol="0"/>
            <a:lstStyle/>
            <a:p>
              <a:endParaRPr/>
            </a:p>
          </p:txBody>
        </p:sp>
        <p:sp>
          <p:nvSpPr>
            <p:cNvPr id="18" name="object 18"/>
            <p:cNvSpPr/>
            <p:nvPr/>
          </p:nvSpPr>
          <p:spPr>
            <a:xfrm>
              <a:off x="3687794" y="545860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grpSp>
      <p:sp>
        <p:nvSpPr>
          <p:cNvPr id="19" name="object 19"/>
          <p:cNvSpPr txBox="1"/>
          <p:nvPr/>
        </p:nvSpPr>
        <p:spPr>
          <a:xfrm>
            <a:off x="3787699" y="5491746"/>
            <a:ext cx="111760" cy="231775"/>
          </a:xfrm>
          <a:prstGeom prst="rect">
            <a:avLst/>
          </a:prstGeom>
        </p:spPr>
        <p:txBody>
          <a:bodyPr vert="horz" wrap="square" lIns="0" tIns="12700" rIns="0" bIns="0" rtlCol="0">
            <a:spAutoFit/>
          </a:bodyPr>
          <a:lstStyle/>
          <a:p>
            <a:pPr marL="12700">
              <a:lnSpc>
                <a:spcPct val="100000"/>
              </a:lnSpc>
              <a:spcBef>
                <a:spcPts val="100"/>
              </a:spcBef>
            </a:pPr>
            <a:r>
              <a:rPr sz="1350" spc="-50" dirty="0">
                <a:latin typeface="Times New Roman"/>
                <a:cs typeface="Times New Roman"/>
              </a:rPr>
              <a:t>3</a:t>
            </a:r>
            <a:endParaRPr sz="1350">
              <a:latin typeface="Times New Roman"/>
              <a:cs typeface="Times New Roman"/>
            </a:endParaRPr>
          </a:p>
        </p:txBody>
      </p:sp>
      <p:grpSp>
        <p:nvGrpSpPr>
          <p:cNvPr id="20" name="object 20"/>
          <p:cNvGrpSpPr/>
          <p:nvPr/>
        </p:nvGrpSpPr>
        <p:grpSpPr>
          <a:xfrm>
            <a:off x="2957871" y="4860713"/>
            <a:ext cx="4670425" cy="2478405"/>
            <a:chOff x="2957871" y="4860713"/>
            <a:chExt cx="4670425" cy="2478405"/>
          </a:xfrm>
        </p:grpSpPr>
        <p:sp>
          <p:nvSpPr>
            <p:cNvPr id="21" name="object 21"/>
            <p:cNvSpPr/>
            <p:nvPr/>
          </p:nvSpPr>
          <p:spPr>
            <a:xfrm>
              <a:off x="4359975" y="6094298"/>
              <a:ext cx="1142365" cy="307975"/>
            </a:xfrm>
            <a:custGeom>
              <a:avLst/>
              <a:gdLst/>
              <a:ahLst/>
              <a:cxnLst/>
              <a:rect l="l" t="t" r="r" b="b"/>
              <a:pathLst>
                <a:path w="1142364" h="307975">
                  <a:moveTo>
                    <a:pt x="1141782" y="0"/>
                  </a:moveTo>
                  <a:lnTo>
                    <a:pt x="1092139" y="13390"/>
                  </a:lnTo>
                  <a:lnTo>
                    <a:pt x="1042497" y="26780"/>
                  </a:lnTo>
                  <a:lnTo>
                    <a:pt x="992854" y="40170"/>
                  </a:lnTo>
                  <a:lnTo>
                    <a:pt x="943211" y="53561"/>
                  </a:lnTo>
                  <a:lnTo>
                    <a:pt x="893568" y="66951"/>
                  </a:lnTo>
                  <a:lnTo>
                    <a:pt x="843926" y="80341"/>
                  </a:lnTo>
                  <a:lnTo>
                    <a:pt x="794283" y="93732"/>
                  </a:lnTo>
                  <a:lnTo>
                    <a:pt x="744640" y="107122"/>
                  </a:lnTo>
                  <a:lnTo>
                    <a:pt x="694998" y="120513"/>
                  </a:lnTo>
                  <a:lnTo>
                    <a:pt x="645355" y="133903"/>
                  </a:lnTo>
                  <a:lnTo>
                    <a:pt x="595712" y="147294"/>
                  </a:lnTo>
                  <a:lnTo>
                    <a:pt x="546069" y="160684"/>
                  </a:lnTo>
                  <a:lnTo>
                    <a:pt x="496427" y="174074"/>
                  </a:lnTo>
                  <a:lnTo>
                    <a:pt x="446784" y="187465"/>
                  </a:lnTo>
                  <a:lnTo>
                    <a:pt x="397141" y="200855"/>
                  </a:lnTo>
                  <a:lnTo>
                    <a:pt x="347499" y="214246"/>
                  </a:lnTo>
                  <a:lnTo>
                    <a:pt x="297856" y="227636"/>
                  </a:lnTo>
                  <a:lnTo>
                    <a:pt x="248213" y="241027"/>
                  </a:lnTo>
                  <a:lnTo>
                    <a:pt x="198571" y="254417"/>
                  </a:lnTo>
                  <a:lnTo>
                    <a:pt x="148928" y="267808"/>
                  </a:lnTo>
                  <a:lnTo>
                    <a:pt x="99285" y="281198"/>
                  </a:lnTo>
                  <a:lnTo>
                    <a:pt x="49642" y="294589"/>
                  </a:lnTo>
                  <a:lnTo>
                    <a:pt x="0" y="307979"/>
                  </a:lnTo>
                </a:path>
              </a:pathLst>
            </a:custGeom>
            <a:ln w="19074">
              <a:solidFill>
                <a:srgbClr val="000000"/>
              </a:solidFill>
            </a:ln>
          </p:spPr>
          <p:txBody>
            <a:bodyPr wrap="square" lIns="0" tIns="0" rIns="0" bIns="0" rtlCol="0"/>
            <a:lstStyle/>
            <a:p>
              <a:endParaRPr/>
            </a:p>
          </p:txBody>
        </p:sp>
        <p:sp>
          <p:nvSpPr>
            <p:cNvPr id="22" name="object 22"/>
            <p:cNvSpPr/>
            <p:nvPr/>
          </p:nvSpPr>
          <p:spPr>
            <a:xfrm>
              <a:off x="5499900" y="5897324"/>
              <a:ext cx="311150" cy="311150"/>
            </a:xfrm>
            <a:custGeom>
              <a:avLst/>
              <a:gdLst/>
              <a:ahLst/>
              <a:cxnLst/>
              <a:rect l="l" t="t" r="r" b="b"/>
              <a:pathLst>
                <a:path w="311150" h="311150">
                  <a:moveTo>
                    <a:pt x="179611" y="0"/>
                  </a:moveTo>
                  <a:lnTo>
                    <a:pt x="131435" y="0"/>
                  </a:lnTo>
                  <a:lnTo>
                    <a:pt x="85092" y="14749"/>
                  </a:lnTo>
                  <a:lnTo>
                    <a:pt x="44247" y="44247"/>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7"/>
                  </a:lnTo>
                  <a:lnTo>
                    <a:pt x="225954" y="14749"/>
                  </a:lnTo>
                  <a:lnTo>
                    <a:pt x="179611" y="0"/>
                  </a:lnTo>
                  <a:close/>
                </a:path>
              </a:pathLst>
            </a:custGeom>
            <a:solidFill>
              <a:srgbClr val="0048AA">
                <a:alpha val="32998"/>
              </a:srgbClr>
            </a:solidFill>
          </p:spPr>
          <p:txBody>
            <a:bodyPr wrap="square" lIns="0" tIns="0" rIns="0" bIns="0" rtlCol="0"/>
            <a:lstStyle/>
            <a:p>
              <a:endParaRPr/>
            </a:p>
          </p:txBody>
        </p:sp>
        <p:sp>
          <p:nvSpPr>
            <p:cNvPr id="23" name="object 23"/>
            <p:cNvSpPr/>
            <p:nvPr/>
          </p:nvSpPr>
          <p:spPr>
            <a:xfrm>
              <a:off x="5499901" y="5897324"/>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24" name="object 24"/>
            <p:cNvSpPr/>
            <p:nvPr/>
          </p:nvSpPr>
          <p:spPr>
            <a:xfrm>
              <a:off x="6224743" y="5897324"/>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25" name="object 25"/>
            <p:cNvSpPr/>
            <p:nvPr/>
          </p:nvSpPr>
          <p:spPr>
            <a:xfrm>
              <a:off x="6224743" y="5897324"/>
              <a:ext cx="311150" cy="311150"/>
            </a:xfrm>
            <a:custGeom>
              <a:avLst/>
              <a:gdLst/>
              <a:ahLst/>
              <a:cxnLst/>
              <a:rect l="l" t="t" r="r" b="b"/>
              <a:pathLst>
                <a:path w="311150" h="311150">
                  <a:moveTo>
                    <a:pt x="266798" y="44248"/>
                  </a:moveTo>
                  <a:lnTo>
                    <a:pt x="296297" y="85092"/>
                  </a:lnTo>
                  <a:lnTo>
                    <a:pt x="311047" y="131435"/>
                  </a:lnTo>
                  <a:lnTo>
                    <a:pt x="311047" y="179611"/>
                  </a:lnTo>
                  <a:lnTo>
                    <a:pt x="296297"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26" name="object 26"/>
            <p:cNvSpPr/>
            <p:nvPr/>
          </p:nvSpPr>
          <p:spPr>
            <a:xfrm>
              <a:off x="7223649" y="6162003"/>
              <a:ext cx="125730" cy="115570"/>
            </a:xfrm>
            <a:custGeom>
              <a:avLst/>
              <a:gdLst/>
              <a:ahLst/>
              <a:cxnLst/>
              <a:rect l="l" t="t" r="r" b="b"/>
              <a:pathLst>
                <a:path w="125729" h="115570">
                  <a:moveTo>
                    <a:pt x="125370" y="0"/>
                  </a:moveTo>
                  <a:lnTo>
                    <a:pt x="94027" y="28867"/>
                  </a:lnTo>
                  <a:lnTo>
                    <a:pt x="62685" y="57735"/>
                  </a:lnTo>
                  <a:lnTo>
                    <a:pt x="31342" y="86603"/>
                  </a:lnTo>
                  <a:lnTo>
                    <a:pt x="0" y="115471"/>
                  </a:lnTo>
                </a:path>
              </a:pathLst>
            </a:custGeom>
            <a:ln w="19074">
              <a:solidFill>
                <a:srgbClr val="000000"/>
              </a:solidFill>
            </a:ln>
          </p:spPr>
          <p:txBody>
            <a:bodyPr wrap="square" lIns="0" tIns="0" rIns="0" bIns="0" rtlCol="0"/>
            <a:lstStyle/>
            <a:p>
              <a:endParaRPr/>
            </a:p>
          </p:txBody>
        </p:sp>
        <p:sp>
          <p:nvSpPr>
            <p:cNvPr id="27" name="object 27"/>
            <p:cNvSpPr/>
            <p:nvPr/>
          </p:nvSpPr>
          <p:spPr>
            <a:xfrm>
              <a:off x="7312006" y="5897324"/>
              <a:ext cx="311150" cy="311150"/>
            </a:xfrm>
            <a:custGeom>
              <a:avLst/>
              <a:gdLst/>
              <a:ahLst/>
              <a:cxnLst/>
              <a:rect l="l" t="t" r="r" b="b"/>
              <a:pathLst>
                <a:path w="311150" h="311150">
                  <a:moveTo>
                    <a:pt x="179611" y="0"/>
                  </a:moveTo>
                  <a:lnTo>
                    <a:pt x="131436" y="0"/>
                  </a:lnTo>
                  <a:lnTo>
                    <a:pt x="85093" y="14749"/>
                  </a:lnTo>
                  <a:lnTo>
                    <a:pt x="44248" y="44247"/>
                  </a:lnTo>
                  <a:lnTo>
                    <a:pt x="14749" y="85092"/>
                  </a:lnTo>
                  <a:lnTo>
                    <a:pt x="0" y="131435"/>
                  </a:lnTo>
                  <a:lnTo>
                    <a:pt x="0" y="179611"/>
                  </a:lnTo>
                  <a:lnTo>
                    <a:pt x="14749" y="225954"/>
                  </a:lnTo>
                  <a:lnTo>
                    <a:pt x="44248" y="266798"/>
                  </a:lnTo>
                  <a:lnTo>
                    <a:pt x="85093" y="296297"/>
                  </a:lnTo>
                  <a:lnTo>
                    <a:pt x="131436"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28" name="object 28"/>
            <p:cNvSpPr/>
            <p:nvPr/>
          </p:nvSpPr>
          <p:spPr>
            <a:xfrm>
              <a:off x="7312006" y="5897324"/>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29" name="object 29"/>
            <p:cNvSpPr/>
            <p:nvPr/>
          </p:nvSpPr>
          <p:spPr>
            <a:xfrm>
              <a:off x="6949585" y="6231133"/>
              <a:ext cx="311150" cy="311150"/>
            </a:xfrm>
            <a:custGeom>
              <a:avLst/>
              <a:gdLst/>
              <a:ahLst/>
              <a:cxnLst/>
              <a:rect l="l" t="t" r="r" b="b"/>
              <a:pathLst>
                <a:path w="311150" h="311150">
                  <a:moveTo>
                    <a:pt x="179611" y="0"/>
                  </a:moveTo>
                  <a:lnTo>
                    <a:pt x="131435" y="0"/>
                  </a:lnTo>
                  <a:lnTo>
                    <a:pt x="85092" y="14749"/>
                  </a:lnTo>
                  <a:lnTo>
                    <a:pt x="44248" y="44247"/>
                  </a:lnTo>
                  <a:lnTo>
                    <a:pt x="14749" y="85092"/>
                  </a:lnTo>
                  <a:lnTo>
                    <a:pt x="0" y="131435"/>
                  </a:lnTo>
                  <a:lnTo>
                    <a:pt x="0" y="179611"/>
                  </a:lnTo>
                  <a:lnTo>
                    <a:pt x="14749" y="225954"/>
                  </a:lnTo>
                  <a:lnTo>
                    <a:pt x="44248" y="266798"/>
                  </a:lnTo>
                  <a:lnTo>
                    <a:pt x="85092"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30" name="object 30"/>
            <p:cNvSpPr/>
            <p:nvPr/>
          </p:nvSpPr>
          <p:spPr>
            <a:xfrm>
              <a:off x="6949585" y="6231133"/>
              <a:ext cx="311150" cy="311150"/>
            </a:xfrm>
            <a:custGeom>
              <a:avLst/>
              <a:gdLst/>
              <a:ahLst/>
              <a:cxnLst/>
              <a:rect l="l" t="t" r="r" b="b"/>
              <a:pathLst>
                <a:path w="311150" h="311150">
                  <a:moveTo>
                    <a:pt x="266798" y="44248"/>
                  </a:moveTo>
                  <a:lnTo>
                    <a:pt x="296298" y="85092"/>
                  </a:lnTo>
                  <a:lnTo>
                    <a:pt x="311047" y="131435"/>
                  </a:lnTo>
                  <a:lnTo>
                    <a:pt x="311047" y="179611"/>
                  </a:lnTo>
                  <a:lnTo>
                    <a:pt x="296298" y="225953"/>
                  </a:lnTo>
                  <a:lnTo>
                    <a:pt x="266798" y="266798"/>
                  </a:lnTo>
                  <a:lnTo>
                    <a:pt x="225954" y="296296"/>
                  </a:lnTo>
                  <a:lnTo>
                    <a:pt x="179611" y="311046"/>
                  </a:lnTo>
                  <a:lnTo>
                    <a:pt x="131435" y="311046"/>
                  </a:lnTo>
                  <a:lnTo>
                    <a:pt x="85093" y="296296"/>
                  </a:lnTo>
                  <a:lnTo>
                    <a:pt x="44249" y="266798"/>
                  </a:lnTo>
                  <a:lnTo>
                    <a:pt x="14749" y="225953"/>
                  </a:lnTo>
                  <a:lnTo>
                    <a:pt x="0" y="179611"/>
                  </a:lnTo>
                  <a:lnTo>
                    <a:pt x="0" y="131435"/>
                  </a:lnTo>
                  <a:lnTo>
                    <a:pt x="14749" y="85092"/>
                  </a:lnTo>
                  <a:lnTo>
                    <a:pt x="44249" y="44248"/>
                  </a:lnTo>
                  <a:lnTo>
                    <a:pt x="85093"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1" name="object 31"/>
            <p:cNvSpPr/>
            <p:nvPr/>
          </p:nvSpPr>
          <p:spPr>
            <a:xfrm>
              <a:off x="4352881" y="6509709"/>
              <a:ext cx="834390" cy="548640"/>
            </a:xfrm>
            <a:custGeom>
              <a:avLst/>
              <a:gdLst/>
              <a:ahLst/>
              <a:cxnLst/>
              <a:rect l="l" t="t" r="r" b="b"/>
              <a:pathLst>
                <a:path w="834389" h="548640">
                  <a:moveTo>
                    <a:pt x="471511" y="378605"/>
                  </a:moveTo>
                  <a:lnTo>
                    <a:pt x="433973" y="421082"/>
                  </a:lnTo>
                  <a:lnTo>
                    <a:pt x="396435" y="463559"/>
                  </a:lnTo>
                  <a:lnTo>
                    <a:pt x="358897" y="506036"/>
                  </a:lnTo>
                  <a:lnTo>
                    <a:pt x="321359" y="548513"/>
                  </a:lnTo>
                </a:path>
                <a:path w="834389" h="548640">
                  <a:moveTo>
                    <a:pt x="683890" y="378605"/>
                  </a:moveTo>
                  <a:lnTo>
                    <a:pt x="721364" y="421009"/>
                  </a:lnTo>
                  <a:lnTo>
                    <a:pt x="758837" y="463414"/>
                  </a:lnTo>
                  <a:lnTo>
                    <a:pt x="796311" y="505818"/>
                  </a:lnTo>
                  <a:lnTo>
                    <a:pt x="833785" y="548222"/>
                  </a:lnTo>
                </a:path>
                <a:path w="834389" h="548640">
                  <a:moveTo>
                    <a:pt x="0" y="0"/>
                  </a:moveTo>
                  <a:lnTo>
                    <a:pt x="47820" y="21393"/>
                  </a:lnTo>
                  <a:lnTo>
                    <a:pt x="95640" y="42786"/>
                  </a:lnTo>
                  <a:lnTo>
                    <a:pt x="143460" y="64179"/>
                  </a:lnTo>
                  <a:lnTo>
                    <a:pt x="191281" y="85572"/>
                  </a:lnTo>
                  <a:lnTo>
                    <a:pt x="239101" y="106966"/>
                  </a:lnTo>
                  <a:lnTo>
                    <a:pt x="286922" y="128359"/>
                  </a:lnTo>
                  <a:lnTo>
                    <a:pt x="334742" y="149752"/>
                  </a:lnTo>
                  <a:lnTo>
                    <a:pt x="382562" y="171146"/>
                  </a:lnTo>
                  <a:lnTo>
                    <a:pt x="430382" y="192539"/>
                  </a:lnTo>
                </a:path>
              </a:pathLst>
            </a:custGeom>
            <a:ln w="19074">
              <a:solidFill>
                <a:srgbClr val="000000"/>
              </a:solidFill>
            </a:ln>
          </p:spPr>
          <p:txBody>
            <a:bodyPr wrap="square" lIns="0" tIns="0" rIns="0" bIns="0" rtlCol="0"/>
            <a:lstStyle/>
            <a:p>
              <a:endParaRPr/>
            </a:p>
          </p:txBody>
        </p:sp>
        <p:sp>
          <p:nvSpPr>
            <p:cNvPr id="32" name="object 32"/>
            <p:cNvSpPr/>
            <p:nvPr/>
          </p:nvSpPr>
          <p:spPr>
            <a:xfrm>
              <a:off x="4775057" y="6612629"/>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33" name="object 33"/>
            <p:cNvSpPr/>
            <p:nvPr/>
          </p:nvSpPr>
          <p:spPr>
            <a:xfrm>
              <a:off x="4775058" y="6612630"/>
              <a:ext cx="311150" cy="311150"/>
            </a:xfrm>
            <a:custGeom>
              <a:avLst/>
              <a:gdLst/>
              <a:ahLst/>
              <a:cxnLst/>
              <a:rect l="l" t="t" r="r" b="b"/>
              <a:pathLst>
                <a:path w="311150" h="311150">
                  <a:moveTo>
                    <a:pt x="266798" y="44248"/>
                  </a:moveTo>
                  <a:lnTo>
                    <a:pt x="296297" y="85092"/>
                  </a:lnTo>
                  <a:lnTo>
                    <a:pt x="311046" y="131435"/>
                  </a:lnTo>
                  <a:lnTo>
                    <a:pt x="311046" y="179611"/>
                  </a:lnTo>
                  <a:lnTo>
                    <a:pt x="296297" y="225953"/>
                  </a:lnTo>
                  <a:lnTo>
                    <a:pt x="266798"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8" y="44248"/>
                  </a:lnTo>
                </a:path>
              </a:pathLst>
            </a:custGeom>
            <a:ln w="9537">
              <a:solidFill>
                <a:srgbClr val="000000"/>
              </a:solidFill>
            </a:ln>
          </p:spPr>
          <p:txBody>
            <a:bodyPr wrap="square" lIns="0" tIns="0" rIns="0" bIns="0" rtlCol="0"/>
            <a:lstStyle/>
            <a:p>
              <a:endParaRPr/>
            </a:p>
          </p:txBody>
        </p:sp>
        <p:sp>
          <p:nvSpPr>
            <p:cNvPr id="34" name="object 34"/>
            <p:cNvSpPr/>
            <p:nvPr/>
          </p:nvSpPr>
          <p:spPr>
            <a:xfrm>
              <a:off x="5137479" y="7022737"/>
              <a:ext cx="311150" cy="311150"/>
            </a:xfrm>
            <a:custGeom>
              <a:avLst/>
              <a:gdLst/>
              <a:ahLst/>
              <a:cxnLst/>
              <a:rect l="l" t="t" r="r" b="b"/>
              <a:pathLst>
                <a:path w="311150" h="311150">
                  <a:moveTo>
                    <a:pt x="179611" y="0"/>
                  </a:moveTo>
                  <a:lnTo>
                    <a:pt x="131435" y="0"/>
                  </a:lnTo>
                  <a:lnTo>
                    <a:pt x="85092" y="14749"/>
                  </a:lnTo>
                  <a:lnTo>
                    <a:pt x="44247" y="44248"/>
                  </a:lnTo>
                  <a:lnTo>
                    <a:pt x="14749" y="85092"/>
                  </a:lnTo>
                  <a:lnTo>
                    <a:pt x="0" y="131435"/>
                  </a:lnTo>
                  <a:lnTo>
                    <a:pt x="0" y="179611"/>
                  </a:lnTo>
                  <a:lnTo>
                    <a:pt x="14749" y="225954"/>
                  </a:lnTo>
                  <a:lnTo>
                    <a:pt x="44247" y="266798"/>
                  </a:lnTo>
                  <a:lnTo>
                    <a:pt x="85092" y="296297"/>
                  </a:lnTo>
                  <a:lnTo>
                    <a:pt x="131435" y="311046"/>
                  </a:lnTo>
                  <a:lnTo>
                    <a:pt x="179611" y="311046"/>
                  </a:lnTo>
                  <a:lnTo>
                    <a:pt x="225954" y="296297"/>
                  </a:lnTo>
                  <a:lnTo>
                    <a:pt x="266798" y="266798"/>
                  </a:lnTo>
                  <a:lnTo>
                    <a:pt x="296297" y="225954"/>
                  </a:lnTo>
                  <a:lnTo>
                    <a:pt x="311046" y="179611"/>
                  </a:lnTo>
                  <a:lnTo>
                    <a:pt x="311046" y="131435"/>
                  </a:lnTo>
                  <a:lnTo>
                    <a:pt x="296297" y="85092"/>
                  </a:lnTo>
                  <a:lnTo>
                    <a:pt x="266798" y="44248"/>
                  </a:lnTo>
                  <a:lnTo>
                    <a:pt x="225954" y="14749"/>
                  </a:lnTo>
                  <a:lnTo>
                    <a:pt x="179611" y="0"/>
                  </a:lnTo>
                  <a:close/>
                </a:path>
              </a:pathLst>
            </a:custGeom>
            <a:solidFill>
              <a:srgbClr val="FFFFFF"/>
            </a:solidFill>
          </p:spPr>
          <p:txBody>
            <a:bodyPr wrap="square" lIns="0" tIns="0" rIns="0" bIns="0" rtlCol="0"/>
            <a:lstStyle/>
            <a:p>
              <a:endParaRPr/>
            </a:p>
          </p:txBody>
        </p:sp>
        <p:sp>
          <p:nvSpPr>
            <p:cNvPr id="35" name="object 35"/>
            <p:cNvSpPr/>
            <p:nvPr/>
          </p:nvSpPr>
          <p:spPr>
            <a:xfrm>
              <a:off x="5137479" y="7022738"/>
              <a:ext cx="311150" cy="311150"/>
            </a:xfrm>
            <a:custGeom>
              <a:avLst/>
              <a:gdLst/>
              <a:ahLst/>
              <a:cxnLst/>
              <a:rect l="l" t="t" r="r" b="b"/>
              <a:pathLst>
                <a:path w="311150" h="311150">
                  <a:moveTo>
                    <a:pt x="266798" y="44248"/>
                  </a:moveTo>
                  <a:lnTo>
                    <a:pt x="296296" y="85092"/>
                  </a:lnTo>
                  <a:lnTo>
                    <a:pt x="311046" y="131435"/>
                  </a:lnTo>
                  <a:lnTo>
                    <a:pt x="311046" y="179611"/>
                  </a:lnTo>
                  <a:lnTo>
                    <a:pt x="296296" y="225953"/>
                  </a:lnTo>
                  <a:lnTo>
                    <a:pt x="266798" y="266798"/>
                  </a:lnTo>
                  <a:lnTo>
                    <a:pt x="225953" y="296296"/>
                  </a:lnTo>
                  <a:lnTo>
                    <a:pt x="179611" y="311046"/>
                  </a:lnTo>
                  <a:lnTo>
                    <a:pt x="131435" y="311046"/>
                  </a:lnTo>
                  <a:lnTo>
                    <a:pt x="85092" y="296296"/>
                  </a:lnTo>
                  <a:lnTo>
                    <a:pt x="44248" y="266798"/>
                  </a:lnTo>
                  <a:lnTo>
                    <a:pt x="14749" y="225953"/>
                  </a:lnTo>
                  <a:lnTo>
                    <a:pt x="0" y="179611"/>
                  </a:lnTo>
                  <a:lnTo>
                    <a:pt x="0" y="131435"/>
                  </a:lnTo>
                  <a:lnTo>
                    <a:pt x="14749" y="85092"/>
                  </a:lnTo>
                  <a:lnTo>
                    <a:pt x="44248" y="44248"/>
                  </a:lnTo>
                  <a:lnTo>
                    <a:pt x="85092" y="14749"/>
                  </a:lnTo>
                  <a:lnTo>
                    <a:pt x="131435" y="0"/>
                  </a:lnTo>
                  <a:lnTo>
                    <a:pt x="179611" y="0"/>
                  </a:lnTo>
                  <a:lnTo>
                    <a:pt x="225953" y="14749"/>
                  </a:lnTo>
                  <a:lnTo>
                    <a:pt x="266798" y="44248"/>
                  </a:lnTo>
                </a:path>
              </a:pathLst>
            </a:custGeom>
            <a:ln w="9537">
              <a:solidFill>
                <a:srgbClr val="000000"/>
              </a:solidFill>
            </a:ln>
          </p:spPr>
          <p:txBody>
            <a:bodyPr wrap="square" lIns="0" tIns="0" rIns="0" bIns="0" rtlCol="0"/>
            <a:lstStyle/>
            <a:p>
              <a:endParaRPr/>
            </a:p>
          </p:txBody>
        </p:sp>
        <p:sp>
          <p:nvSpPr>
            <p:cNvPr id="36" name="object 36"/>
            <p:cNvSpPr/>
            <p:nvPr/>
          </p:nvSpPr>
          <p:spPr>
            <a:xfrm>
              <a:off x="4412636" y="7022737"/>
              <a:ext cx="311150" cy="311150"/>
            </a:xfrm>
            <a:custGeom>
              <a:avLst/>
              <a:gdLst/>
              <a:ahLst/>
              <a:cxnLst/>
              <a:rect l="l" t="t" r="r" b="b"/>
              <a:pathLst>
                <a:path w="311150" h="311150">
                  <a:moveTo>
                    <a:pt x="179610" y="0"/>
                  </a:moveTo>
                  <a:lnTo>
                    <a:pt x="131434" y="0"/>
                  </a:lnTo>
                  <a:lnTo>
                    <a:pt x="85092" y="14749"/>
                  </a:lnTo>
                  <a:lnTo>
                    <a:pt x="44247" y="44248"/>
                  </a:lnTo>
                  <a:lnTo>
                    <a:pt x="14749" y="85092"/>
                  </a:lnTo>
                  <a:lnTo>
                    <a:pt x="0" y="131435"/>
                  </a:lnTo>
                  <a:lnTo>
                    <a:pt x="0" y="179611"/>
                  </a:lnTo>
                  <a:lnTo>
                    <a:pt x="14749" y="225954"/>
                  </a:lnTo>
                  <a:lnTo>
                    <a:pt x="44247" y="266798"/>
                  </a:lnTo>
                  <a:lnTo>
                    <a:pt x="85092" y="296297"/>
                  </a:lnTo>
                  <a:lnTo>
                    <a:pt x="131434" y="311046"/>
                  </a:lnTo>
                  <a:lnTo>
                    <a:pt x="179610" y="311046"/>
                  </a:lnTo>
                  <a:lnTo>
                    <a:pt x="225953" y="296297"/>
                  </a:lnTo>
                  <a:lnTo>
                    <a:pt x="266798" y="266798"/>
                  </a:lnTo>
                  <a:lnTo>
                    <a:pt x="296297" y="225954"/>
                  </a:lnTo>
                  <a:lnTo>
                    <a:pt x="311046" y="179611"/>
                  </a:lnTo>
                  <a:lnTo>
                    <a:pt x="311046" y="131435"/>
                  </a:lnTo>
                  <a:lnTo>
                    <a:pt x="296297" y="85092"/>
                  </a:lnTo>
                  <a:lnTo>
                    <a:pt x="266798" y="44248"/>
                  </a:lnTo>
                  <a:lnTo>
                    <a:pt x="225953" y="14749"/>
                  </a:lnTo>
                  <a:lnTo>
                    <a:pt x="179610" y="0"/>
                  </a:lnTo>
                  <a:close/>
                </a:path>
              </a:pathLst>
            </a:custGeom>
            <a:solidFill>
              <a:srgbClr val="FFFFFF"/>
            </a:solidFill>
          </p:spPr>
          <p:txBody>
            <a:bodyPr wrap="square" lIns="0" tIns="0" rIns="0" bIns="0" rtlCol="0"/>
            <a:lstStyle/>
            <a:p>
              <a:endParaRPr/>
            </a:p>
          </p:txBody>
        </p:sp>
        <p:sp>
          <p:nvSpPr>
            <p:cNvPr id="37" name="object 37"/>
            <p:cNvSpPr/>
            <p:nvPr/>
          </p:nvSpPr>
          <p:spPr>
            <a:xfrm>
              <a:off x="4412636" y="702273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38" name="object 38"/>
            <p:cNvSpPr/>
            <p:nvPr/>
          </p:nvSpPr>
          <p:spPr>
            <a:xfrm>
              <a:off x="4050215" y="6288358"/>
              <a:ext cx="311150" cy="311150"/>
            </a:xfrm>
            <a:custGeom>
              <a:avLst/>
              <a:gdLst/>
              <a:ahLst/>
              <a:cxnLst/>
              <a:rect l="l" t="t" r="r" b="b"/>
              <a:pathLst>
                <a:path w="311150" h="311150">
                  <a:moveTo>
                    <a:pt x="179610" y="0"/>
                  </a:moveTo>
                  <a:lnTo>
                    <a:pt x="131434" y="0"/>
                  </a:lnTo>
                  <a:lnTo>
                    <a:pt x="85092" y="14749"/>
                  </a:lnTo>
                  <a:lnTo>
                    <a:pt x="44247" y="44247"/>
                  </a:lnTo>
                  <a:lnTo>
                    <a:pt x="14749" y="85092"/>
                  </a:lnTo>
                  <a:lnTo>
                    <a:pt x="0" y="131434"/>
                  </a:lnTo>
                  <a:lnTo>
                    <a:pt x="0" y="179610"/>
                  </a:lnTo>
                  <a:lnTo>
                    <a:pt x="14749" y="225953"/>
                  </a:lnTo>
                  <a:lnTo>
                    <a:pt x="44247" y="266797"/>
                  </a:lnTo>
                  <a:lnTo>
                    <a:pt x="85092" y="296296"/>
                  </a:lnTo>
                  <a:lnTo>
                    <a:pt x="131434" y="311046"/>
                  </a:lnTo>
                  <a:lnTo>
                    <a:pt x="179610" y="311046"/>
                  </a:lnTo>
                  <a:lnTo>
                    <a:pt x="225953" y="296296"/>
                  </a:lnTo>
                  <a:lnTo>
                    <a:pt x="266798" y="266797"/>
                  </a:lnTo>
                  <a:lnTo>
                    <a:pt x="296297" y="225953"/>
                  </a:lnTo>
                  <a:lnTo>
                    <a:pt x="311046" y="179610"/>
                  </a:lnTo>
                  <a:lnTo>
                    <a:pt x="311046" y="131434"/>
                  </a:lnTo>
                  <a:lnTo>
                    <a:pt x="296297" y="85092"/>
                  </a:lnTo>
                  <a:lnTo>
                    <a:pt x="266798" y="44247"/>
                  </a:lnTo>
                  <a:lnTo>
                    <a:pt x="225953" y="14749"/>
                  </a:lnTo>
                  <a:lnTo>
                    <a:pt x="179610" y="0"/>
                  </a:lnTo>
                  <a:close/>
                </a:path>
              </a:pathLst>
            </a:custGeom>
            <a:solidFill>
              <a:srgbClr val="FFFFFF"/>
            </a:solidFill>
          </p:spPr>
          <p:txBody>
            <a:bodyPr wrap="square" lIns="0" tIns="0" rIns="0" bIns="0" rtlCol="0"/>
            <a:lstStyle/>
            <a:p>
              <a:endParaRPr/>
            </a:p>
          </p:txBody>
        </p:sp>
        <p:sp>
          <p:nvSpPr>
            <p:cNvPr id="39" name="object 39"/>
            <p:cNvSpPr/>
            <p:nvPr/>
          </p:nvSpPr>
          <p:spPr>
            <a:xfrm>
              <a:off x="4050215"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0" name="object 40"/>
            <p:cNvSpPr/>
            <p:nvPr/>
          </p:nvSpPr>
          <p:spPr>
            <a:xfrm>
              <a:off x="3227925" y="6170939"/>
              <a:ext cx="143510" cy="154940"/>
            </a:xfrm>
            <a:custGeom>
              <a:avLst/>
              <a:gdLst/>
              <a:ahLst/>
              <a:cxnLst/>
              <a:rect l="l" t="t" r="r" b="b"/>
              <a:pathLst>
                <a:path w="143510" h="154939">
                  <a:moveTo>
                    <a:pt x="0" y="0"/>
                  </a:moveTo>
                  <a:lnTo>
                    <a:pt x="35858" y="38688"/>
                  </a:lnTo>
                  <a:lnTo>
                    <a:pt x="71716" y="77378"/>
                  </a:lnTo>
                  <a:lnTo>
                    <a:pt x="107575" y="116067"/>
                  </a:lnTo>
                  <a:lnTo>
                    <a:pt x="143433" y="154756"/>
                  </a:lnTo>
                </a:path>
              </a:pathLst>
            </a:custGeom>
            <a:ln w="19074">
              <a:solidFill>
                <a:srgbClr val="000000"/>
              </a:solidFill>
            </a:ln>
          </p:spPr>
          <p:txBody>
            <a:bodyPr wrap="square" lIns="0" tIns="0" rIns="0" bIns="0" rtlCol="0"/>
            <a:lstStyle/>
            <a:p>
              <a:endParaRPr/>
            </a:p>
          </p:txBody>
        </p:sp>
        <p:sp>
          <p:nvSpPr>
            <p:cNvPr id="41" name="object 41"/>
            <p:cNvSpPr/>
            <p:nvPr/>
          </p:nvSpPr>
          <p:spPr>
            <a:xfrm>
              <a:off x="2962951" y="5897324"/>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5"/>
                  </a:lnTo>
                  <a:lnTo>
                    <a:pt x="0" y="179611"/>
                  </a:lnTo>
                  <a:lnTo>
                    <a:pt x="14749" y="225954"/>
                  </a:lnTo>
                  <a:lnTo>
                    <a:pt x="44248" y="266798"/>
                  </a:lnTo>
                  <a:lnTo>
                    <a:pt x="85093" y="296297"/>
                  </a:lnTo>
                  <a:lnTo>
                    <a:pt x="131435" y="311046"/>
                  </a:lnTo>
                  <a:lnTo>
                    <a:pt x="179611" y="311046"/>
                  </a:lnTo>
                  <a:lnTo>
                    <a:pt x="225954" y="296297"/>
                  </a:lnTo>
                  <a:lnTo>
                    <a:pt x="266798" y="266798"/>
                  </a:lnTo>
                  <a:lnTo>
                    <a:pt x="296297" y="225954"/>
                  </a:lnTo>
                  <a:lnTo>
                    <a:pt x="311047" y="179611"/>
                  </a:lnTo>
                  <a:lnTo>
                    <a:pt x="311047" y="131435"/>
                  </a:lnTo>
                  <a:lnTo>
                    <a:pt x="296297" y="85092"/>
                  </a:lnTo>
                  <a:lnTo>
                    <a:pt x="266798" y="44247"/>
                  </a:lnTo>
                  <a:lnTo>
                    <a:pt x="225954" y="14749"/>
                  </a:lnTo>
                  <a:lnTo>
                    <a:pt x="179611" y="0"/>
                  </a:lnTo>
                  <a:close/>
                </a:path>
              </a:pathLst>
            </a:custGeom>
            <a:solidFill>
              <a:srgbClr val="FFFFFF"/>
            </a:solidFill>
          </p:spPr>
          <p:txBody>
            <a:bodyPr wrap="square" lIns="0" tIns="0" rIns="0" bIns="0" rtlCol="0"/>
            <a:lstStyle/>
            <a:p>
              <a:endParaRPr/>
            </a:p>
          </p:txBody>
        </p:sp>
        <p:sp>
          <p:nvSpPr>
            <p:cNvPr id="42" name="object 42"/>
            <p:cNvSpPr/>
            <p:nvPr/>
          </p:nvSpPr>
          <p:spPr>
            <a:xfrm>
              <a:off x="2962951" y="5897324"/>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3" name="object 43"/>
            <p:cNvSpPr/>
            <p:nvPr/>
          </p:nvSpPr>
          <p:spPr>
            <a:xfrm>
              <a:off x="3325372" y="6288358"/>
              <a:ext cx="311150" cy="311150"/>
            </a:xfrm>
            <a:custGeom>
              <a:avLst/>
              <a:gdLst/>
              <a:ahLst/>
              <a:cxnLst/>
              <a:rect l="l" t="t" r="r" b="b"/>
              <a:pathLst>
                <a:path w="311150" h="311150">
                  <a:moveTo>
                    <a:pt x="179611" y="0"/>
                  </a:moveTo>
                  <a:lnTo>
                    <a:pt x="131435" y="0"/>
                  </a:lnTo>
                  <a:lnTo>
                    <a:pt x="85093" y="14749"/>
                  </a:lnTo>
                  <a:lnTo>
                    <a:pt x="44248" y="44247"/>
                  </a:lnTo>
                  <a:lnTo>
                    <a:pt x="14749" y="85092"/>
                  </a:lnTo>
                  <a:lnTo>
                    <a:pt x="0" y="131434"/>
                  </a:lnTo>
                  <a:lnTo>
                    <a:pt x="0" y="179610"/>
                  </a:lnTo>
                  <a:lnTo>
                    <a:pt x="14749" y="225953"/>
                  </a:lnTo>
                  <a:lnTo>
                    <a:pt x="44248" y="266797"/>
                  </a:lnTo>
                  <a:lnTo>
                    <a:pt x="85093" y="296296"/>
                  </a:lnTo>
                  <a:lnTo>
                    <a:pt x="131435" y="311046"/>
                  </a:lnTo>
                  <a:lnTo>
                    <a:pt x="179611" y="311046"/>
                  </a:lnTo>
                  <a:lnTo>
                    <a:pt x="225954" y="296296"/>
                  </a:lnTo>
                  <a:lnTo>
                    <a:pt x="266798" y="266797"/>
                  </a:lnTo>
                  <a:lnTo>
                    <a:pt x="296297" y="225953"/>
                  </a:lnTo>
                  <a:lnTo>
                    <a:pt x="311047" y="179610"/>
                  </a:lnTo>
                  <a:lnTo>
                    <a:pt x="311047" y="131434"/>
                  </a:lnTo>
                  <a:lnTo>
                    <a:pt x="296297" y="85092"/>
                  </a:lnTo>
                  <a:lnTo>
                    <a:pt x="266798" y="44247"/>
                  </a:lnTo>
                  <a:lnTo>
                    <a:pt x="225954" y="14749"/>
                  </a:lnTo>
                  <a:lnTo>
                    <a:pt x="179611" y="0"/>
                  </a:lnTo>
                  <a:close/>
                </a:path>
              </a:pathLst>
            </a:custGeom>
            <a:solidFill>
              <a:srgbClr val="0048AA">
                <a:alpha val="32998"/>
              </a:srgbClr>
            </a:solidFill>
          </p:spPr>
          <p:txBody>
            <a:bodyPr wrap="square" lIns="0" tIns="0" rIns="0" bIns="0" rtlCol="0"/>
            <a:lstStyle/>
            <a:p>
              <a:endParaRPr/>
            </a:p>
          </p:txBody>
        </p:sp>
        <p:sp>
          <p:nvSpPr>
            <p:cNvPr id="44" name="object 44"/>
            <p:cNvSpPr/>
            <p:nvPr/>
          </p:nvSpPr>
          <p:spPr>
            <a:xfrm>
              <a:off x="3325372" y="6288358"/>
              <a:ext cx="311150" cy="311150"/>
            </a:xfrm>
            <a:custGeom>
              <a:avLst/>
              <a:gdLst/>
              <a:ahLst/>
              <a:cxnLst/>
              <a:rect l="l" t="t" r="r" b="b"/>
              <a:pathLst>
                <a:path w="311150" h="311150">
                  <a:moveTo>
                    <a:pt x="266799" y="44248"/>
                  </a:moveTo>
                  <a:lnTo>
                    <a:pt x="296297" y="85092"/>
                  </a:lnTo>
                  <a:lnTo>
                    <a:pt x="311046" y="131435"/>
                  </a:lnTo>
                  <a:lnTo>
                    <a:pt x="311046" y="179611"/>
                  </a:lnTo>
                  <a:lnTo>
                    <a:pt x="296297" y="225953"/>
                  </a:lnTo>
                  <a:lnTo>
                    <a:pt x="266799" y="266798"/>
                  </a:lnTo>
                  <a:lnTo>
                    <a:pt x="225954" y="296296"/>
                  </a:lnTo>
                  <a:lnTo>
                    <a:pt x="179611" y="311046"/>
                  </a:lnTo>
                  <a:lnTo>
                    <a:pt x="131435" y="311046"/>
                  </a:lnTo>
                  <a:lnTo>
                    <a:pt x="85092" y="296296"/>
                  </a:lnTo>
                  <a:lnTo>
                    <a:pt x="44247" y="266798"/>
                  </a:lnTo>
                  <a:lnTo>
                    <a:pt x="14749" y="225953"/>
                  </a:lnTo>
                  <a:lnTo>
                    <a:pt x="0" y="179611"/>
                  </a:lnTo>
                  <a:lnTo>
                    <a:pt x="0" y="131435"/>
                  </a:lnTo>
                  <a:lnTo>
                    <a:pt x="14749" y="85092"/>
                  </a:lnTo>
                  <a:lnTo>
                    <a:pt x="44247" y="44248"/>
                  </a:lnTo>
                  <a:lnTo>
                    <a:pt x="85092" y="14749"/>
                  </a:lnTo>
                  <a:lnTo>
                    <a:pt x="131435" y="0"/>
                  </a:lnTo>
                  <a:lnTo>
                    <a:pt x="179611" y="0"/>
                  </a:lnTo>
                  <a:lnTo>
                    <a:pt x="225954" y="14749"/>
                  </a:lnTo>
                  <a:lnTo>
                    <a:pt x="266799" y="44248"/>
                  </a:lnTo>
                </a:path>
              </a:pathLst>
            </a:custGeom>
            <a:ln w="9537">
              <a:solidFill>
                <a:srgbClr val="000000"/>
              </a:solidFill>
            </a:ln>
          </p:spPr>
          <p:txBody>
            <a:bodyPr wrap="square" lIns="0" tIns="0" rIns="0" bIns="0" rtlCol="0"/>
            <a:lstStyle/>
            <a:p>
              <a:endParaRPr/>
            </a:p>
          </p:txBody>
        </p:sp>
        <p:sp>
          <p:nvSpPr>
            <p:cNvPr id="45" name="object 45"/>
            <p:cNvSpPr/>
            <p:nvPr/>
          </p:nvSpPr>
          <p:spPr>
            <a:xfrm>
              <a:off x="5426620" y="4870556"/>
              <a:ext cx="314960" cy="167640"/>
            </a:xfrm>
            <a:custGeom>
              <a:avLst/>
              <a:gdLst/>
              <a:ahLst/>
              <a:cxnLst/>
              <a:rect l="l" t="t" r="r" b="b"/>
              <a:pathLst>
                <a:path w="314960" h="167639">
                  <a:moveTo>
                    <a:pt x="314884" y="167412"/>
                  </a:moveTo>
                  <a:lnTo>
                    <a:pt x="306463" y="162936"/>
                  </a:lnTo>
                  <a:lnTo>
                    <a:pt x="0" y="0"/>
                  </a:lnTo>
                </a:path>
              </a:pathLst>
            </a:custGeom>
            <a:ln w="19074">
              <a:solidFill>
                <a:srgbClr val="8D3124"/>
              </a:solidFill>
            </a:ln>
          </p:spPr>
          <p:txBody>
            <a:bodyPr wrap="square" lIns="0" tIns="0" rIns="0" bIns="0" rtlCol="0"/>
            <a:lstStyle/>
            <a:p>
              <a:endParaRPr/>
            </a:p>
          </p:txBody>
        </p:sp>
        <p:sp>
          <p:nvSpPr>
            <p:cNvPr id="46" name="object 46"/>
            <p:cNvSpPr/>
            <p:nvPr/>
          </p:nvSpPr>
          <p:spPr>
            <a:xfrm>
              <a:off x="5691381" y="4982325"/>
              <a:ext cx="102870" cy="83820"/>
            </a:xfrm>
            <a:custGeom>
              <a:avLst/>
              <a:gdLst/>
              <a:ahLst/>
              <a:cxnLst/>
              <a:rect l="l" t="t" r="r" b="b"/>
              <a:pathLst>
                <a:path w="102870" h="83820">
                  <a:moveTo>
                    <a:pt x="42979" y="0"/>
                  </a:moveTo>
                  <a:lnTo>
                    <a:pt x="41701" y="51167"/>
                  </a:lnTo>
                  <a:lnTo>
                    <a:pt x="0" y="80844"/>
                  </a:lnTo>
                  <a:lnTo>
                    <a:pt x="102334" y="83400"/>
                  </a:lnTo>
                  <a:lnTo>
                    <a:pt x="42979" y="0"/>
                  </a:lnTo>
                  <a:close/>
                </a:path>
              </a:pathLst>
            </a:custGeom>
            <a:solidFill>
              <a:srgbClr val="8D3124"/>
            </a:solidFill>
          </p:spPr>
          <p:txBody>
            <a:bodyPr wrap="square" lIns="0" tIns="0" rIns="0" bIns="0" rtlCol="0"/>
            <a:lstStyle/>
            <a:p>
              <a:endParaRPr/>
            </a:p>
          </p:txBody>
        </p:sp>
      </p:grpSp>
      <p:sp>
        <p:nvSpPr>
          <p:cNvPr id="47" name="object 47"/>
          <p:cNvSpPr txBox="1"/>
          <p:nvPr/>
        </p:nvSpPr>
        <p:spPr>
          <a:xfrm>
            <a:off x="3857848" y="4366333"/>
            <a:ext cx="2228215" cy="399415"/>
          </a:xfrm>
          <a:prstGeom prst="rect">
            <a:avLst/>
          </a:prstGeom>
        </p:spPr>
        <p:txBody>
          <a:bodyPr vert="horz" wrap="square" lIns="0" tIns="5080" rIns="0" bIns="0" rtlCol="0">
            <a:spAutoFit/>
          </a:bodyPr>
          <a:lstStyle/>
          <a:p>
            <a:pPr marL="12700" marR="5080" indent="173355">
              <a:lnSpc>
                <a:spcPct val="104299"/>
              </a:lnSpc>
              <a:spcBef>
                <a:spcPts val="40"/>
              </a:spcBef>
            </a:pPr>
            <a:r>
              <a:rPr sz="1200" dirty="0">
                <a:solidFill>
                  <a:srgbClr val="8D3124"/>
                </a:solidFill>
                <a:latin typeface="Lucida Sans Unicode"/>
                <a:cs typeface="Lucida Sans Unicode"/>
              </a:rPr>
              <a:t>first</a:t>
            </a:r>
            <a:r>
              <a:rPr sz="1200" spc="-35" dirty="0">
                <a:solidFill>
                  <a:srgbClr val="8D3124"/>
                </a:solidFill>
                <a:latin typeface="Lucida Sans Unicode"/>
                <a:cs typeface="Lucida Sans Unicode"/>
              </a:rPr>
              <a:t> </a:t>
            </a:r>
            <a:r>
              <a:rPr sz="1200" dirty="0">
                <a:solidFill>
                  <a:srgbClr val="8D3124"/>
                </a:solidFill>
                <a:latin typeface="Lucida Sans Unicode"/>
                <a:cs typeface="Lucida Sans Unicode"/>
              </a:rPr>
              <a:t>partitioning</a:t>
            </a:r>
            <a:r>
              <a:rPr sz="1200" spc="-35" dirty="0">
                <a:solidFill>
                  <a:srgbClr val="8D3124"/>
                </a:solidFill>
                <a:latin typeface="Lucida Sans Unicode"/>
                <a:cs typeface="Lucida Sans Unicode"/>
              </a:rPr>
              <a:t> </a:t>
            </a:r>
            <a:r>
              <a:rPr sz="1200" spc="-10" dirty="0">
                <a:solidFill>
                  <a:srgbClr val="8D3124"/>
                </a:solidFill>
                <a:latin typeface="Lucida Sans Unicode"/>
                <a:cs typeface="Lucida Sans Unicode"/>
              </a:rPr>
              <a:t>element </a:t>
            </a:r>
            <a:r>
              <a:rPr sz="1200" dirty="0">
                <a:solidFill>
                  <a:srgbClr val="8D3124"/>
                </a:solidFill>
                <a:latin typeface="Lucida Sans Unicode"/>
                <a:cs typeface="Lucida Sans Unicode"/>
              </a:rPr>
              <a:t>(chosen uniformly at </a:t>
            </a:r>
            <a:r>
              <a:rPr sz="1200" spc="-10" dirty="0">
                <a:solidFill>
                  <a:srgbClr val="8D3124"/>
                </a:solidFill>
                <a:latin typeface="Lucida Sans Unicode"/>
                <a:cs typeface="Lucida Sans Unicode"/>
              </a:rPr>
              <a:t>random)</a:t>
            </a:r>
            <a:endParaRPr sz="1200">
              <a:latin typeface="Lucida Sans Unicode"/>
              <a:cs typeface="Lucida Sans Unicode"/>
            </a:endParaRPr>
          </a:p>
        </p:txBody>
      </p:sp>
      <p:sp>
        <p:nvSpPr>
          <p:cNvPr id="48" name="object 48"/>
          <p:cNvSpPr txBox="1"/>
          <p:nvPr/>
        </p:nvSpPr>
        <p:spPr>
          <a:xfrm>
            <a:off x="1763968" y="4633380"/>
            <a:ext cx="1238250" cy="600075"/>
          </a:xfrm>
          <a:prstGeom prst="rect">
            <a:avLst/>
          </a:prstGeom>
        </p:spPr>
        <p:txBody>
          <a:bodyPr vert="horz" wrap="square" lIns="0" tIns="5080" rIns="0" bIns="0" rtlCol="0">
            <a:spAutoFit/>
          </a:bodyPr>
          <a:lstStyle/>
          <a:p>
            <a:pPr marL="12700" marR="5080" algn="ctr">
              <a:lnSpc>
                <a:spcPct val="104299"/>
              </a:lnSpc>
              <a:spcBef>
                <a:spcPts val="40"/>
              </a:spcBef>
            </a:pPr>
            <a:r>
              <a:rPr sz="1200" dirty="0">
                <a:solidFill>
                  <a:srgbClr val="8D3124"/>
                </a:solidFill>
                <a:latin typeface="Lucida Sans Unicode"/>
                <a:cs typeface="Lucida Sans Unicode"/>
              </a:rPr>
              <a:t>first </a:t>
            </a: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element </a:t>
            </a:r>
            <a:r>
              <a:rPr sz="1200" spc="-25" dirty="0">
                <a:solidFill>
                  <a:srgbClr val="8D3124"/>
                </a:solidFill>
                <a:latin typeface="Lucida Sans Unicode"/>
                <a:cs typeface="Lucida Sans Unicode"/>
              </a:rPr>
              <a:t>in</a:t>
            </a:r>
            <a:endParaRPr sz="1200">
              <a:latin typeface="Lucida Sans Unicode"/>
              <a:cs typeface="Lucida Sans Unicode"/>
            </a:endParaRPr>
          </a:p>
          <a:p>
            <a:pPr algn="ctr">
              <a:lnSpc>
                <a:spcPct val="100000"/>
              </a:lnSpc>
              <a:spcBef>
                <a:spcPts val="135"/>
              </a:spcBef>
            </a:pPr>
            <a:r>
              <a:rPr sz="1200" dirty="0">
                <a:solidFill>
                  <a:srgbClr val="8D3124"/>
                </a:solidFill>
                <a:latin typeface="Lucida Sans Unicode"/>
                <a:cs typeface="Lucida Sans Unicode"/>
              </a:rPr>
              <a:t>left </a:t>
            </a:r>
            <a:r>
              <a:rPr sz="1200" spc="-10" dirty="0">
                <a:solidFill>
                  <a:srgbClr val="8D3124"/>
                </a:solidFill>
                <a:latin typeface="Lucida Sans Unicode"/>
                <a:cs typeface="Lucida Sans Unicode"/>
              </a:rPr>
              <a:t>subarray</a:t>
            </a:r>
            <a:endParaRPr sz="1200">
              <a:latin typeface="Lucida Sans Unicode"/>
              <a:cs typeface="Lucida Sans Unicode"/>
            </a:endParaRPr>
          </a:p>
        </p:txBody>
      </p:sp>
      <p:grpSp>
        <p:nvGrpSpPr>
          <p:cNvPr id="49" name="object 49"/>
          <p:cNvGrpSpPr/>
          <p:nvPr/>
        </p:nvGrpSpPr>
        <p:grpSpPr>
          <a:xfrm>
            <a:off x="2989720" y="5075264"/>
            <a:ext cx="694055" cy="383540"/>
            <a:chOff x="2989720" y="5075264"/>
            <a:chExt cx="694055" cy="383540"/>
          </a:xfrm>
        </p:grpSpPr>
        <p:sp>
          <p:nvSpPr>
            <p:cNvPr id="50" name="object 50"/>
            <p:cNvSpPr/>
            <p:nvPr/>
          </p:nvSpPr>
          <p:spPr>
            <a:xfrm>
              <a:off x="2999257" y="5084801"/>
              <a:ext cx="632460" cy="345440"/>
            </a:xfrm>
            <a:custGeom>
              <a:avLst/>
              <a:gdLst/>
              <a:ahLst/>
              <a:cxnLst/>
              <a:rect l="l" t="t" r="r" b="b"/>
              <a:pathLst>
                <a:path w="632460" h="345439">
                  <a:moveTo>
                    <a:pt x="631998" y="345211"/>
                  </a:moveTo>
                  <a:lnTo>
                    <a:pt x="623628" y="340638"/>
                  </a:lnTo>
                  <a:lnTo>
                    <a:pt x="0" y="0"/>
                  </a:lnTo>
                </a:path>
              </a:pathLst>
            </a:custGeom>
            <a:ln w="19074">
              <a:solidFill>
                <a:srgbClr val="8D3124"/>
              </a:solidFill>
            </a:ln>
          </p:spPr>
          <p:txBody>
            <a:bodyPr wrap="square" lIns="0" tIns="0" rIns="0" bIns="0" rtlCol="0"/>
            <a:lstStyle/>
            <a:p>
              <a:endParaRPr/>
            </a:p>
          </p:txBody>
        </p:sp>
        <p:sp>
          <p:nvSpPr>
            <p:cNvPr id="51" name="object 51"/>
            <p:cNvSpPr/>
            <p:nvPr/>
          </p:nvSpPr>
          <p:spPr>
            <a:xfrm>
              <a:off x="3580852" y="5374290"/>
              <a:ext cx="102870" cy="84455"/>
            </a:xfrm>
            <a:custGeom>
              <a:avLst/>
              <a:gdLst/>
              <a:ahLst/>
              <a:cxnLst/>
              <a:rect l="l" t="t" r="r" b="b"/>
              <a:pathLst>
                <a:path w="102870" h="84454">
                  <a:moveTo>
                    <a:pt x="43889" y="0"/>
                  </a:moveTo>
                  <a:lnTo>
                    <a:pt x="42033" y="51149"/>
                  </a:lnTo>
                  <a:lnTo>
                    <a:pt x="0" y="80354"/>
                  </a:lnTo>
                  <a:lnTo>
                    <a:pt x="102298" y="84066"/>
                  </a:lnTo>
                  <a:lnTo>
                    <a:pt x="43889" y="0"/>
                  </a:lnTo>
                  <a:close/>
                </a:path>
              </a:pathLst>
            </a:custGeom>
            <a:solidFill>
              <a:srgbClr val="8D3124"/>
            </a:solidFill>
          </p:spPr>
          <p:txBody>
            <a:bodyPr wrap="square" lIns="0" tIns="0" rIns="0" bIns="0" rtlCol="0"/>
            <a:lstStyle/>
            <a:p>
              <a:endParaRPr/>
            </a:p>
          </p:txBody>
        </p:sp>
      </p:grpSp>
      <p:sp>
        <p:nvSpPr>
          <p:cNvPr id="52" name="object 52"/>
          <p:cNvSpPr txBox="1"/>
          <p:nvPr/>
        </p:nvSpPr>
        <p:spPr>
          <a:xfrm>
            <a:off x="6253917" y="4181307"/>
            <a:ext cx="3321685" cy="750570"/>
          </a:xfrm>
          <a:prstGeom prst="rect">
            <a:avLst/>
          </a:prstGeom>
        </p:spPr>
        <p:txBody>
          <a:bodyPr vert="horz" wrap="square" lIns="0" tIns="7620" rIns="0" bIns="0" rtlCol="0">
            <a:spAutoFit/>
          </a:bodyPr>
          <a:lstStyle/>
          <a:p>
            <a:pPr marL="12700" marR="5080" indent="3175" algn="ctr">
              <a:lnSpc>
                <a:spcPct val="118200"/>
              </a:lnSpc>
              <a:spcBef>
                <a:spcPts val="60"/>
              </a:spcBef>
            </a:pPr>
            <a:r>
              <a:rPr sz="1350" b="1" dirty="0">
                <a:latin typeface="Trebuchet MS"/>
                <a:cs typeface="Trebuchet MS"/>
              </a:rPr>
              <a:t>Pr[2</a:t>
            </a:r>
            <a:r>
              <a:rPr sz="1350" b="1" spc="70" dirty="0">
                <a:latin typeface="Trebuchet MS"/>
                <a:cs typeface="Trebuchet MS"/>
              </a:rPr>
              <a:t> </a:t>
            </a:r>
            <a:r>
              <a:rPr sz="1350" b="1" spc="80" dirty="0">
                <a:latin typeface="Trebuchet MS"/>
                <a:cs typeface="Trebuchet MS"/>
              </a:rPr>
              <a:t>and</a:t>
            </a:r>
            <a:r>
              <a:rPr sz="1350" b="1" spc="70" dirty="0">
                <a:latin typeface="Trebuchet MS"/>
                <a:cs typeface="Trebuchet MS"/>
              </a:rPr>
              <a:t> </a:t>
            </a:r>
            <a:r>
              <a:rPr sz="1350" b="1" spc="100" dirty="0">
                <a:latin typeface="Trebuchet MS"/>
                <a:cs typeface="Trebuchet MS"/>
              </a:rPr>
              <a:t>8</a:t>
            </a:r>
            <a:r>
              <a:rPr sz="1350" b="1" spc="70" dirty="0">
                <a:latin typeface="Trebuchet MS"/>
                <a:cs typeface="Trebuchet MS"/>
              </a:rPr>
              <a:t> </a:t>
            </a:r>
            <a:r>
              <a:rPr sz="1350" b="1" spc="55" dirty="0">
                <a:latin typeface="Trebuchet MS"/>
                <a:cs typeface="Trebuchet MS"/>
              </a:rPr>
              <a:t>compared]</a:t>
            </a:r>
            <a:r>
              <a:rPr sz="1350" b="1" spc="75" dirty="0">
                <a:latin typeface="Trebuchet MS"/>
                <a:cs typeface="Trebuchet MS"/>
              </a:rPr>
              <a:t> </a:t>
            </a:r>
            <a:r>
              <a:rPr sz="1350" b="1" spc="280" dirty="0">
                <a:latin typeface="Trebuchet MS"/>
                <a:cs typeface="Trebuchet MS"/>
              </a:rPr>
              <a:t>=</a:t>
            </a:r>
            <a:r>
              <a:rPr sz="1350" b="1" spc="70" dirty="0">
                <a:latin typeface="Trebuchet MS"/>
                <a:cs typeface="Trebuchet MS"/>
              </a:rPr>
              <a:t> </a:t>
            </a:r>
            <a:r>
              <a:rPr sz="1350" b="1" spc="120" dirty="0">
                <a:latin typeface="Trebuchet MS"/>
                <a:cs typeface="Trebuchet MS"/>
              </a:rPr>
              <a:t>2/7 </a:t>
            </a:r>
            <a:r>
              <a:rPr sz="1350" b="1" spc="60" dirty="0">
                <a:latin typeface="Trebuchet MS"/>
                <a:cs typeface="Trebuchet MS"/>
              </a:rPr>
              <a:t>(compared</a:t>
            </a:r>
            <a:r>
              <a:rPr sz="1350" b="1" spc="95" dirty="0">
                <a:latin typeface="Trebuchet MS"/>
                <a:cs typeface="Trebuchet MS"/>
              </a:rPr>
              <a:t> </a:t>
            </a:r>
            <a:r>
              <a:rPr sz="1350" b="1" dirty="0">
                <a:latin typeface="Trebuchet MS"/>
                <a:cs typeface="Trebuchet MS"/>
              </a:rPr>
              <a:t>if</a:t>
            </a:r>
            <a:r>
              <a:rPr sz="1350" b="1" spc="95" dirty="0">
                <a:latin typeface="Trebuchet MS"/>
                <a:cs typeface="Trebuchet MS"/>
              </a:rPr>
              <a:t> </a:t>
            </a:r>
            <a:r>
              <a:rPr sz="1350" b="1" dirty="0">
                <a:latin typeface="Trebuchet MS"/>
                <a:cs typeface="Trebuchet MS"/>
              </a:rPr>
              <a:t>either</a:t>
            </a:r>
            <a:r>
              <a:rPr sz="1350" b="1" spc="100" dirty="0">
                <a:latin typeface="Trebuchet MS"/>
                <a:cs typeface="Trebuchet MS"/>
              </a:rPr>
              <a:t> 2</a:t>
            </a:r>
            <a:r>
              <a:rPr sz="1350" b="1" spc="95" dirty="0">
                <a:latin typeface="Trebuchet MS"/>
                <a:cs typeface="Trebuchet MS"/>
              </a:rPr>
              <a:t> </a:t>
            </a:r>
            <a:r>
              <a:rPr sz="1350" b="1" spc="65" dirty="0">
                <a:latin typeface="Trebuchet MS"/>
                <a:cs typeface="Trebuchet MS"/>
              </a:rPr>
              <a:t>or</a:t>
            </a:r>
            <a:r>
              <a:rPr sz="1350" b="1" spc="95" dirty="0">
                <a:latin typeface="Trebuchet MS"/>
                <a:cs typeface="Trebuchet MS"/>
              </a:rPr>
              <a:t> </a:t>
            </a:r>
            <a:r>
              <a:rPr sz="1350" b="1" spc="100" dirty="0">
                <a:latin typeface="Trebuchet MS"/>
                <a:cs typeface="Trebuchet MS"/>
              </a:rPr>
              <a:t>8 </a:t>
            </a:r>
            <a:r>
              <a:rPr sz="1350" b="1" dirty="0">
                <a:latin typeface="Trebuchet MS"/>
                <a:cs typeface="Trebuchet MS"/>
              </a:rPr>
              <a:t>are</a:t>
            </a:r>
            <a:r>
              <a:rPr sz="1350" b="1" spc="95" dirty="0">
                <a:latin typeface="Trebuchet MS"/>
                <a:cs typeface="Trebuchet MS"/>
              </a:rPr>
              <a:t> </a:t>
            </a:r>
            <a:r>
              <a:rPr sz="1350" b="1" spc="60" dirty="0">
                <a:latin typeface="Trebuchet MS"/>
                <a:cs typeface="Trebuchet MS"/>
              </a:rPr>
              <a:t>chosen </a:t>
            </a:r>
            <a:r>
              <a:rPr sz="1350" b="1" spc="114" dirty="0">
                <a:latin typeface="Trebuchet MS"/>
                <a:cs typeface="Trebuchet MS"/>
              </a:rPr>
              <a:t>as</a:t>
            </a:r>
            <a:r>
              <a:rPr sz="1350" b="1" spc="10" dirty="0">
                <a:latin typeface="Trebuchet MS"/>
                <a:cs typeface="Trebuchet MS"/>
              </a:rPr>
              <a:t> </a:t>
            </a:r>
            <a:r>
              <a:rPr sz="1350" b="1" spc="55" dirty="0">
                <a:latin typeface="Trebuchet MS"/>
                <a:cs typeface="Trebuchet MS"/>
              </a:rPr>
              <a:t>partition</a:t>
            </a:r>
            <a:r>
              <a:rPr sz="1350" b="1" spc="10" dirty="0">
                <a:latin typeface="Trebuchet MS"/>
                <a:cs typeface="Trebuchet MS"/>
              </a:rPr>
              <a:t> </a:t>
            </a:r>
            <a:r>
              <a:rPr sz="1350" b="1" spc="50" dirty="0">
                <a:latin typeface="Trebuchet MS"/>
                <a:cs typeface="Trebuchet MS"/>
              </a:rPr>
              <a:t>before</a:t>
            </a:r>
            <a:r>
              <a:rPr sz="1350" b="1" spc="10" dirty="0">
                <a:latin typeface="Trebuchet MS"/>
                <a:cs typeface="Trebuchet MS"/>
              </a:rPr>
              <a:t> </a:t>
            </a:r>
            <a:r>
              <a:rPr sz="1350" b="1" dirty="0">
                <a:latin typeface="Trebuchet MS"/>
                <a:cs typeface="Trebuchet MS"/>
              </a:rPr>
              <a:t>3,</a:t>
            </a:r>
            <a:r>
              <a:rPr sz="1350" b="1" spc="15" dirty="0">
                <a:latin typeface="Trebuchet MS"/>
                <a:cs typeface="Trebuchet MS"/>
              </a:rPr>
              <a:t> </a:t>
            </a:r>
            <a:r>
              <a:rPr sz="1350" b="1" dirty="0">
                <a:latin typeface="Trebuchet MS"/>
                <a:cs typeface="Trebuchet MS"/>
              </a:rPr>
              <a:t>4,</a:t>
            </a:r>
            <a:r>
              <a:rPr sz="1350" b="1" spc="10" dirty="0">
                <a:latin typeface="Trebuchet MS"/>
                <a:cs typeface="Trebuchet MS"/>
              </a:rPr>
              <a:t> </a:t>
            </a:r>
            <a:r>
              <a:rPr sz="1350" b="1" dirty="0">
                <a:latin typeface="Trebuchet MS"/>
                <a:cs typeface="Trebuchet MS"/>
              </a:rPr>
              <a:t>5,</a:t>
            </a:r>
            <a:r>
              <a:rPr sz="1350" b="1" spc="10" dirty="0">
                <a:latin typeface="Trebuchet MS"/>
                <a:cs typeface="Trebuchet MS"/>
              </a:rPr>
              <a:t> </a:t>
            </a:r>
            <a:r>
              <a:rPr sz="1350" b="1" spc="100" dirty="0">
                <a:latin typeface="Trebuchet MS"/>
                <a:cs typeface="Trebuchet MS"/>
              </a:rPr>
              <a:t>6</a:t>
            </a:r>
            <a:r>
              <a:rPr sz="1350" b="1" spc="10" dirty="0">
                <a:latin typeface="Trebuchet MS"/>
                <a:cs typeface="Trebuchet MS"/>
              </a:rPr>
              <a:t> </a:t>
            </a:r>
            <a:r>
              <a:rPr sz="1350" b="1" spc="65" dirty="0">
                <a:latin typeface="Trebuchet MS"/>
                <a:cs typeface="Trebuchet MS"/>
              </a:rPr>
              <a:t>or</a:t>
            </a:r>
            <a:r>
              <a:rPr sz="1350" b="1" spc="15" dirty="0">
                <a:latin typeface="Trebuchet MS"/>
                <a:cs typeface="Trebuchet MS"/>
              </a:rPr>
              <a:t> </a:t>
            </a:r>
            <a:r>
              <a:rPr sz="1350" b="1" spc="25" dirty="0">
                <a:latin typeface="Trebuchet MS"/>
                <a:cs typeface="Trebuchet MS"/>
              </a:rPr>
              <a:t>7)</a:t>
            </a:r>
            <a:endParaRPr sz="1350">
              <a:latin typeface="Trebuchet MS"/>
              <a:cs typeface="Trebuchet MS"/>
            </a:endParaRPr>
          </a:p>
        </p:txBody>
      </p:sp>
      <p:sp>
        <p:nvSpPr>
          <p:cNvPr id="53" name="object 53"/>
          <p:cNvSpPr txBox="1"/>
          <p:nvPr/>
        </p:nvSpPr>
        <p:spPr>
          <a:xfrm>
            <a:off x="3062856" y="5973386"/>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1</a:t>
            </a:r>
            <a:endParaRPr sz="1350">
              <a:latin typeface="Times New Roman"/>
              <a:cs typeface="Times New Roman"/>
            </a:endParaRPr>
          </a:p>
        </p:txBody>
      </p:sp>
      <p:sp>
        <p:nvSpPr>
          <p:cNvPr id="54" name="object 54"/>
          <p:cNvSpPr txBox="1"/>
          <p:nvPr/>
        </p:nvSpPr>
        <p:spPr>
          <a:xfrm>
            <a:off x="5599804" y="5973386"/>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8</a:t>
            </a:r>
            <a:endParaRPr sz="1350">
              <a:latin typeface="Times New Roman"/>
              <a:cs typeface="Times New Roman"/>
            </a:endParaRPr>
          </a:p>
        </p:txBody>
      </p:sp>
      <p:sp>
        <p:nvSpPr>
          <p:cNvPr id="55" name="object 55"/>
          <p:cNvSpPr txBox="1"/>
          <p:nvPr/>
        </p:nvSpPr>
        <p:spPr>
          <a:xfrm>
            <a:off x="6281730" y="5973386"/>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10</a:t>
            </a:r>
            <a:endParaRPr sz="1350">
              <a:latin typeface="Times New Roman"/>
              <a:cs typeface="Times New Roman"/>
            </a:endParaRPr>
          </a:p>
        </p:txBody>
      </p:sp>
      <p:sp>
        <p:nvSpPr>
          <p:cNvPr id="56" name="object 56"/>
          <p:cNvSpPr txBox="1"/>
          <p:nvPr/>
        </p:nvSpPr>
        <p:spPr>
          <a:xfrm>
            <a:off x="7368993" y="5973386"/>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13</a:t>
            </a:r>
            <a:endParaRPr sz="1350">
              <a:latin typeface="Times New Roman"/>
              <a:cs typeface="Times New Roman"/>
            </a:endParaRPr>
          </a:p>
        </p:txBody>
      </p:sp>
      <p:sp>
        <p:nvSpPr>
          <p:cNvPr id="57" name="object 57"/>
          <p:cNvSpPr txBox="1"/>
          <p:nvPr/>
        </p:nvSpPr>
        <p:spPr>
          <a:xfrm>
            <a:off x="7006572" y="6307194"/>
            <a:ext cx="197485" cy="197485"/>
          </a:xfrm>
          <a:prstGeom prst="rect">
            <a:avLst/>
          </a:prstGeom>
        </p:spPr>
        <p:txBody>
          <a:bodyPr vert="horz" wrap="square" lIns="0" tIns="0" rIns="0" bIns="0" rtlCol="0">
            <a:spAutoFit/>
          </a:bodyPr>
          <a:lstStyle/>
          <a:p>
            <a:pPr marL="12700">
              <a:lnSpc>
                <a:spcPts val="1385"/>
              </a:lnSpc>
            </a:pPr>
            <a:r>
              <a:rPr sz="1350" spc="-25" dirty="0">
                <a:latin typeface="Times New Roman"/>
                <a:cs typeface="Times New Roman"/>
              </a:rPr>
              <a:t>12</a:t>
            </a:r>
            <a:endParaRPr sz="1350">
              <a:latin typeface="Times New Roman"/>
              <a:cs typeface="Times New Roman"/>
            </a:endParaRPr>
          </a:p>
        </p:txBody>
      </p:sp>
      <p:sp>
        <p:nvSpPr>
          <p:cNvPr id="58" name="object 58"/>
          <p:cNvSpPr txBox="1"/>
          <p:nvPr/>
        </p:nvSpPr>
        <p:spPr>
          <a:xfrm>
            <a:off x="3425277" y="636441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2</a:t>
            </a:r>
            <a:endParaRPr sz="1350">
              <a:latin typeface="Times New Roman"/>
              <a:cs typeface="Times New Roman"/>
            </a:endParaRPr>
          </a:p>
        </p:txBody>
      </p:sp>
      <p:sp>
        <p:nvSpPr>
          <p:cNvPr id="59" name="object 59"/>
          <p:cNvSpPr txBox="1"/>
          <p:nvPr/>
        </p:nvSpPr>
        <p:spPr>
          <a:xfrm>
            <a:off x="4150120" y="636441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4</a:t>
            </a:r>
            <a:endParaRPr sz="1350">
              <a:latin typeface="Times New Roman"/>
              <a:cs typeface="Times New Roman"/>
            </a:endParaRPr>
          </a:p>
        </p:txBody>
      </p:sp>
      <p:sp>
        <p:nvSpPr>
          <p:cNvPr id="60" name="object 60"/>
          <p:cNvSpPr txBox="1"/>
          <p:nvPr/>
        </p:nvSpPr>
        <p:spPr>
          <a:xfrm>
            <a:off x="4874962" y="6688690"/>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6</a:t>
            </a:r>
            <a:endParaRPr sz="1350">
              <a:latin typeface="Times New Roman"/>
              <a:cs typeface="Times New Roman"/>
            </a:endParaRPr>
          </a:p>
        </p:txBody>
      </p:sp>
      <p:sp>
        <p:nvSpPr>
          <p:cNvPr id="61" name="object 61"/>
          <p:cNvSpPr txBox="1"/>
          <p:nvPr/>
        </p:nvSpPr>
        <p:spPr>
          <a:xfrm>
            <a:off x="4512541" y="709879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5</a:t>
            </a:r>
            <a:endParaRPr sz="1350">
              <a:latin typeface="Times New Roman"/>
              <a:cs typeface="Times New Roman"/>
            </a:endParaRPr>
          </a:p>
        </p:txBody>
      </p:sp>
      <p:sp>
        <p:nvSpPr>
          <p:cNvPr id="62" name="object 62"/>
          <p:cNvSpPr txBox="1"/>
          <p:nvPr/>
        </p:nvSpPr>
        <p:spPr>
          <a:xfrm>
            <a:off x="5237383" y="7098799"/>
            <a:ext cx="111760" cy="197485"/>
          </a:xfrm>
          <a:prstGeom prst="rect">
            <a:avLst/>
          </a:prstGeom>
        </p:spPr>
        <p:txBody>
          <a:bodyPr vert="horz" wrap="square" lIns="0" tIns="0" rIns="0" bIns="0" rtlCol="0">
            <a:spAutoFit/>
          </a:bodyPr>
          <a:lstStyle/>
          <a:p>
            <a:pPr marL="12700">
              <a:lnSpc>
                <a:spcPts val="1385"/>
              </a:lnSpc>
            </a:pPr>
            <a:r>
              <a:rPr sz="1350" spc="-50" dirty="0">
                <a:latin typeface="Times New Roman"/>
                <a:cs typeface="Times New Roman"/>
              </a:rPr>
              <a:t>7</a:t>
            </a:r>
            <a:endParaRPr sz="1350">
              <a:latin typeface="Times New Roman"/>
              <a:cs typeface="Times New Roman"/>
            </a:endParaRPr>
          </a:p>
        </p:txBody>
      </p:sp>
      <p:sp>
        <p:nvSpPr>
          <p:cNvPr id="63" name="object 63"/>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42</a:t>
            </a:fld>
            <a:endParaRPr spc="-2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19867" y="1131247"/>
            <a:ext cx="7868284" cy="1123641"/>
          </a:xfrm>
          <a:prstGeom prst="rect">
            <a:avLst/>
          </a:prstGeom>
        </p:spPr>
        <p:txBody>
          <a:bodyPr vert="horz" wrap="square" lIns="0" tIns="12700" rIns="0" bIns="0" rtlCol="0">
            <a:spAutoFit/>
          </a:bodyPr>
          <a:lstStyle/>
          <a:p>
            <a:pPr marL="38100" marR="68580">
              <a:lnSpc>
                <a:spcPct val="132100"/>
              </a:lnSpc>
              <a:spcBef>
                <a:spcPts val="100"/>
              </a:spcBef>
              <a:tabLst>
                <a:tab pos="15125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dirty="0">
                <a:latin typeface="Lucida Sans Unicode"/>
                <a:cs typeface="Lucida Sans Unicode"/>
              </a:rPr>
              <a:t>The</a:t>
            </a:r>
            <a:r>
              <a:rPr sz="1800" spc="-5" dirty="0">
                <a:latin typeface="Lucida Sans Unicode"/>
                <a:cs typeface="Lucida Sans Unicode"/>
              </a:rPr>
              <a:t> </a:t>
            </a:r>
            <a:r>
              <a:rPr sz="1800" dirty="0">
                <a:latin typeface="Lucida Sans Unicode"/>
                <a:cs typeface="Lucida Sans Unicode"/>
              </a:rPr>
              <a:t>expected</a:t>
            </a:r>
            <a:r>
              <a:rPr sz="1800" spc="-5" dirty="0">
                <a:latin typeface="Lucida Sans Unicode"/>
                <a:cs typeface="Lucida Sans Unicode"/>
              </a:rPr>
              <a:t> </a:t>
            </a:r>
            <a:r>
              <a:rPr sz="1800" dirty="0">
                <a:latin typeface="Lucida Sans Unicode"/>
                <a:cs typeface="Lucida Sans Unicode"/>
              </a:rPr>
              <a:t>number</a:t>
            </a:r>
            <a:r>
              <a:rPr sz="1800" spc="-5" dirty="0">
                <a:latin typeface="Lucida Sans Unicode"/>
                <a:cs typeface="Lucida Sans Unicode"/>
              </a:rPr>
              <a:t> </a:t>
            </a:r>
            <a:r>
              <a:rPr sz="1800" dirty="0">
                <a:latin typeface="Lucida Sans Unicode"/>
                <a:cs typeface="Lucida Sans Unicode"/>
              </a:rPr>
              <a:t>of</a:t>
            </a:r>
            <a:r>
              <a:rPr sz="1800" spc="-5" dirty="0">
                <a:latin typeface="Lucida Sans Unicode"/>
                <a:cs typeface="Lucida Sans Unicode"/>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quicksort</a:t>
            </a:r>
            <a:r>
              <a:rPr sz="1800" spc="-5" dirty="0">
                <a:latin typeface="Lucida Sans Unicode"/>
                <a:cs typeface="Lucida Sans Unicode"/>
              </a:rPr>
              <a:t> </a:t>
            </a:r>
            <a:r>
              <a:rPr sz="1800" dirty="0">
                <a:latin typeface="Lucida Sans Unicode"/>
                <a:cs typeface="Lucida Sans Unicode"/>
              </a:rPr>
              <a:t>an</a:t>
            </a:r>
            <a:r>
              <a:rPr sz="1800" spc="-5" dirty="0">
                <a:latin typeface="Lucida Sans Unicode"/>
                <a:cs typeface="Lucida Sans Unicode"/>
              </a:rPr>
              <a:t> </a:t>
            </a:r>
            <a:r>
              <a:rPr sz="1800" spc="-10" dirty="0">
                <a:latin typeface="Lucida Sans Unicode"/>
                <a:cs typeface="Lucida Sans Unicode"/>
              </a:rPr>
              <a:t>array </a:t>
            </a:r>
            <a:r>
              <a:rPr sz="1800" dirty="0">
                <a:latin typeface="Lucida Sans Unicode"/>
                <a:cs typeface="Lucida Sans Unicode"/>
              </a:rPr>
              <a:t>of </a:t>
            </a:r>
            <a:r>
              <a:rPr sz="1800" i="1" dirty="0">
                <a:latin typeface="Times New Roman"/>
                <a:cs typeface="Times New Roman"/>
              </a:rPr>
              <a:t>n</a:t>
            </a:r>
            <a:r>
              <a:rPr sz="1800" i="1" spc="120" dirty="0">
                <a:latin typeface="Times New Roman"/>
                <a:cs typeface="Times New Roman"/>
              </a:rPr>
              <a:t> </a:t>
            </a:r>
            <a:r>
              <a:rPr sz="1800" dirty="0">
                <a:latin typeface="Lucida Sans Unicode"/>
                <a:cs typeface="Lucida Sans Unicode"/>
              </a:rPr>
              <a:t>distinct</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is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spc="-10" dirty="0">
                <a:latin typeface="Times New Roman"/>
                <a:cs typeface="Times New Roman"/>
              </a:rPr>
              <a:t>log</a:t>
            </a:r>
            <a:r>
              <a:rPr sz="1800" spc="-145" dirty="0">
                <a:latin typeface="Times New Roman"/>
                <a:cs typeface="Times New Roman"/>
              </a:rPr>
              <a:t> </a:t>
            </a:r>
            <a:r>
              <a:rPr sz="1800" i="1" spc="-25" dirty="0">
                <a:latin typeface="Times New Roman"/>
                <a:cs typeface="Times New Roman"/>
              </a:rPr>
              <a:t>n</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245" dirty="0"/>
              <a:t> </a:t>
            </a:r>
            <a:r>
              <a:rPr spc="60" dirty="0"/>
              <a:t>of</a:t>
            </a:r>
            <a:r>
              <a:rPr spc="245" dirty="0"/>
              <a:t> </a:t>
            </a:r>
            <a:r>
              <a:rPr dirty="0"/>
              <a:t>randomized</a:t>
            </a:r>
            <a:r>
              <a:rPr spc="245" dirty="0"/>
              <a:t> </a:t>
            </a:r>
            <a:r>
              <a:rPr spc="-10" dirty="0"/>
              <a:t>quicksort</a:t>
            </a:r>
          </a:p>
        </p:txBody>
      </p:sp>
      <p:sp>
        <p:nvSpPr>
          <p:cNvPr id="31" name="object 3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43</a:t>
            </a:fld>
            <a:endParaRPr spc="-25" dirty="0"/>
          </a:p>
        </p:txBody>
      </p:sp>
      <p:sp>
        <p:nvSpPr>
          <p:cNvPr id="24" name="object 24"/>
          <p:cNvSpPr txBox="1"/>
          <p:nvPr/>
        </p:nvSpPr>
        <p:spPr>
          <a:xfrm>
            <a:off x="745267" y="5914804"/>
            <a:ext cx="7259955" cy="536685"/>
          </a:xfrm>
          <a:prstGeom prst="rect">
            <a:avLst/>
          </a:prstGeom>
        </p:spPr>
        <p:txBody>
          <a:bodyPr vert="horz" wrap="square" lIns="0" tIns="13335" rIns="0" bIns="0" rtlCol="0">
            <a:spAutoFit/>
          </a:bodyPr>
          <a:lstStyle/>
          <a:p>
            <a:pPr>
              <a:lnSpc>
                <a:spcPct val="100000"/>
              </a:lnSpc>
            </a:pPr>
            <a:endParaRPr lang="zh-CN" altLang="en-US" sz="1600">
              <a:latin typeface="Calibri"/>
              <a:cs typeface="Calibri"/>
            </a:endParaRPr>
          </a:p>
          <a:p>
            <a:pPr marL="12700">
              <a:lnSpc>
                <a:spcPct val="100000"/>
              </a:lnSpc>
              <a:tabLst>
                <a:tab pos="1069340" algn="l"/>
              </a:tabLst>
            </a:pPr>
            <a:r>
              <a:rPr sz="1800" spc="-10" dirty="0">
                <a:solidFill>
                  <a:srgbClr val="0048AA"/>
                </a:solidFill>
                <a:latin typeface="Lucida Sans Unicode"/>
                <a:cs typeface="Lucida Sans Unicode"/>
              </a:rPr>
              <a:t>Remark.</a:t>
            </a:r>
            <a:r>
              <a:rPr sz="1800" dirty="0">
                <a:solidFill>
                  <a:srgbClr val="0048AA"/>
                </a:solidFill>
                <a:latin typeface="Lucida Sans Unicode"/>
                <a:cs typeface="Lucida Sans Unicode"/>
              </a:rPr>
              <a:t>	</a:t>
            </a:r>
            <a:r>
              <a:rPr sz="1800" dirty="0">
                <a:latin typeface="Lucida Sans Unicode"/>
                <a:cs typeface="Lucida Sans Unicode"/>
              </a:rPr>
              <a:t>Number</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compares</a:t>
            </a:r>
            <a:r>
              <a:rPr sz="1800" spc="-10" dirty="0">
                <a:latin typeface="Lucida Sans Unicode"/>
                <a:cs typeface="Lucida Sans Unicode"/>
              </a:rPr>
              <a:t> </a:t>
            </a:r>
            <a:r>
              <a:rPr sz="1800" dirty="0">
                <a:latin typeface="Lucida Sans Unicode"/>
                <a:cs typeface="Lucida Sans Unicode"/>
              </a:rPr>
              <a:t>only</a:t>
            </a:r>
            <a:r>
              <a:rPr sz="1800" spc="-10" dirty="0">
                <a:latin typeface="Lucida Sans Unicode"/>
                <a:cs typeface="Lucida Sans Unicode"/>
              </a:rPr>
              <a:t> </a:t>
            </a:r>
            <a:r>
              <a:rPr sz="1800" dirty="0">
                <a:latin typeface="Lucida Sans Unicode"/>
                <a:cs typeface="Lucida Sans Unicode"/>
              </a:rPr>
              <a:t>decreases</a:t>
            </a:r>
            <a:r>
              <a:rPr sz="1800" spc="-10" dirty="0">
                <a:latin typeface="Lucida Sans Unicode"/>
                <a:cs typeface="Lucida Sans Unicode"/>
              </a:rPr>
              <a:t> </a:t>
            </a:r>
            <a:r>
              <a:rPr sz="1800" dirty="0">
                <a:latin typeface="Lucida Sans Unicode"/>
                <a:cs typeface="Lucida Sans Unicode"/>
              </a:rPr>
              <a:t>if</a:t>
            </a:r>
            <a:r>
              <a:rPr sz="1800" spc="-10" dirty="0">
                <a:latin typeface="Lucida Sans Unicode"/>
                <a:cs typeface="Lucida Sans Unicode"/>
              </a:rPr>
              <a:t> </a:t>
            </a:r>
            <a:r>
              <a:rPr sz="1800" dirty="0">
                <a:latin typeface="Lucida Sans Unicode"/>
                <a:cs typeface="Lucida Sans Unicode"/>
              </a:rPr>
              <a:t>equal</a:t>
            </a:r>
            <a:r>
              <a:rPr sz="1800" spc="-10" dirty="0">
                <a:latin typeface="Lucida Sans Unicode"/>
                <a:cs typeface="Lucida Sans Unicode"/>
              </a:rPr>
              <a:t> elements.</a:t>
            </a:r>
            <a:endParaRPr sz="1800">
              <a:latin typeface="Lucida Sans Unicode"/>
              <a:cs typeface="Lucida Sans Unicode"/>
            </a:endParaRPr>
          </a:p>
        </p:txBody>
      </p:sp>
      <p:pic>
        <p:nvPicPr>
          <p:cNvPr id="33" name="图片 32" descr="文本, 信件&#10;&#10;AI 生成的内容可能不正确。">
            <a:extLst>
              <a:ext uri="{FF2B5EF4-FFF2-40B4-BE49-F238E27FC236}">
                <a16:creationId xmlns:a16="http://schemas.microsoft.com/office/drawing/2014/main" id="{7946F667-3C4C-D840-3826-6F3F0AE809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044" y="2254888"/>
            <a:ext cx="7772400" cy="382679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1E562-642F-2EA4-B4F4-B48DCAAE3D9F}"/>
              </a:ext>
            </a:extLst>
          </p:cNvPr>
          <p:cNvSpPr>
            <a:spLocks noGrp="1"/>
          </p:cNvSpPr>
          <p:nvPr>
            <p:ph type="title"/>
          </p:nvPr>
        </p:nvSpPr>
        <p:spPr>
          <a:xfrm>
            <a:off x="745267" y="475073"/>
            <a:ext cx="6357620" cy="323165"/>
          </a:xfrm>
        </p:spPr>
        <p:txBody>
          <a:bodyPr/>
          <a:lstStyle/>
          <a:p>
            <a:r>
              <a:rPr kumimoji="1" lang="en-GB" altLang="zh-CN"/>
              <a:t>https://www.youtube.com/watch?v=Hoixgm4-P4M</a:t>
            </a:r>
            <a:endParaRPr kumimoji="1" lang="zh-CN" altLang="en-US"/>
          </a:p>
        </p:txBody>
      </p:sp>
      <p:pic>
        <p:nvPicPr>
          <p:cNvPr id="1026" name="Picture 2" descr="Quick Sort in C++ ( Code with Example) | FavTutor">
            <a:extLst>
              <a:ext uri="{FF2B5EF4-FFF2-40B4-BE49-F238E27FC236}">
                <a16:creationId xmlns:a16="http://schemas.microsoft.com/office/drawing/2014/main" id="{F8331D89-620C-7259-27DC-BE3026A7E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 y="1346200"/>
            <a:ext cx="99695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4346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8197" y="1527350"/>
            <a:ext cx="3347628" cy="3781249"/>
          </a:xfrm>
          <a:prstGeom prst="rect">
            <a:avLst/>
          </a:prstGeom>
        </p:spPr>
      </p:pic>
      <p:sp>
        <p:nvSpPr>
          <p:cNvPr id="3" name="object 3"/>
          <p:cNvSpPr/>
          <p:nvPr/>
        </p:nvSpPr>
        <p:spPr>
          <a:xfrm>
            <a:off x="4487092" y="1985145"/>
            <a:ext cx="4893310" cy="0"/>
          </a:xfrm>
          <a:custGeom>
            <a:avLst/>
            <a:gdLst/>
            <a:ahLst/>
            <a:cxnLst/>
            <a:rect l="l" t="t" r="r" b="b"/>
            <a:pathLst>
              <a:path w="4893309">
                <a:moveTo>
                  <a:pt x="0" y="0"/>
                </a:moveTo>
                <a:lnTo>
                  <a:pt x="4892688" y="0"/>
                </a:lnTo>
              </a:path>
            </a:pathLst>
          </a:custGeom>
          <a:ln w="19074">
            <a:solidFill>
              <a:srgbClr val="000000"/>
            </a:solidFill>
          </a:ln>
        </p:spPr>
        <p:txBody>
          <a:bodyPr wrap="square" lIns="0" tIns="0" rIns="0" bIns="0" rtlCol="0"/>
          <a:lstStyle/>
          <a:p>
            <a:endParaRPr/>
          </a:p>
        </p:txBody>
      </p:sp>
      <p:sp>
        <p:nvSpPr>
          <p:cNvPr id="4" name="object 4"/>
          <p:cNvSpPr txBox="1"/>
          <p:nvPr/>
        </p:nvSpPr>
        <p:spPr>
          <a:xfrm>
            <a:off x="1832682" y="5444059"/>
            <a:ext cx="965200" cy="254635"/>
          </a:xfrm>
          <a:prstGeom prst="rect">
            <a:avLst/>
          </a:prstGeom>
        </p:spPr>
        <p:txBody>
          <a:bodyPr vert="horz" wrap="square" lIns="0" tIns="12700" rIns="0" bIns="0" rtlCol="0">
            <a:spAutoFit/>
          </a:bodyPr>
          <a:lstStyle/>
          <a:p>
            <a:pPr marL="12700">
              <a:lnSpc>
                <a:spcPct val="100000"/>
              </a:lnSpc>
              <a:spcBef>
                <a:spcPts val="100"/>
              </a:spcBef>
            </a:pPr>
            <a:r>
              <a:rPr sz="1500" b="1" cap="small" spc="85" dirty="0">
                <a:latin typeface="Trebuchet MS"/>
                <a:cs typeface="Trebuchet MS"/>
              </a:rPr>
              <a:t>Chapter</a:t>
            </a:r>
            <a:r>
              <a:rPr sz="1500" b="1" cap="small" spc="40" dirty="0">
                <a:latin typeface="Trebuchet MS"/>
                <a:cs typeface="Trebuchet MS"/>
              </a:rPr>
              <a:t> </a:t>
            </a:r>
            <a:r>
              <a:rPr sz="1500" b="1" cap="small" spc="-20" dirty="0">
                <a:latin typeface="Trebuchet MS"/>
                <a:cs typeface="Trebuchet MS"/>
              </a:rPr>
              <a:t>9</a:t>
            </a:r>
            <a:endParaRPr sz="1500">
              <a:latin typeface="Trebuchet MS"/>
              <a:cs typeface="Trebuchet MS"/>
            </a:endParaRPr>
          </a:p>
        </p:txBody>
      </p:sp>
      <p:sp>
        <p:nvSpPr>
          <p:cNvPr id="5" name="object 5"/>
          <p:cNvSpPr txBox="1">
            <a:spLocks noGrp="1"/>
          </p:cNvSpPr>
          <p:nvPr>
            <p:ph type="title"/>
          </p:nvPr>
        </p:nvSpPr>
        <p:spPr>
          <a:xfrm>
            <a:off x="4512541" y="1428813"/>
            <a:ext cx="4707659" cy="437515"/>
          </a:xfrm>
          <a:prstGeom prst="rect">
            <a:avLst/>
          </a:prstGeom>
        </p:spPr>
        <p:txBody>
          <a:bodyPr vert="horz" wrap="square" lIns="0" tIns="12700" rIns="0" bIns="0" rtlCol="0">
            <a:spAutoFit/>
          </a:bodyPr>
          <a:lstStyle/>
          <a:p>
            <a:pPr marL="12700">
              <a:lnSpc>
                <a:spcPct val="100000"/>
              </a:lnSpc>
              <a:spcBef>
                <a:spcPts val="100"/>
              </a:spcBef>
              <a:tabLst>
                <a:tab pos="523875" algn="l"/>
              </a:tabLst>
            </a:pPr>
            <a:r>
              <a:rPr sz="2700" b="1" cap="small" spc="-25" dirty="0">
                <a:latin typeface="Tahoma"/>
                <a:cs typeface="Tahoma"/>
              </a:rPr>
              <a:t>5.</a:t>
            </a:r>
            <a:r>
              <a:rPr sz="2700" b="1" cap="small" dirty="0">
                <a:latin typeface="Tahoma"/>
                <a:cs typeface="Tahoma"/>
              </a:rPr>
              <a:t>	</a:t>
            </a:r>
            <a:r>
              <a:rPr sz="2700" b="1" cap="small" spc="-200" dirty="0">
                <a:latin typeface="Tahoma"/>
                <a:cs typeface="Tahoma"/>
              </a:rPr>
              <a:t>Divide</a:t>
            </a:r>
            <a:r>
              <a:rPr sz="2700" b="1" cap="small" spc="100" dirty="0">
                <a:latin typeface="Tahoma"/>
                <a:cs typeface="Tahoma"/>
              </a:rPr>
              <a:t> </a:t>
            </a:r>
            <a:r>
              <a:rPr sz="2700" b="1" cap="small" dirty="0">
                <a:latin typeface="Tahoma"/>
                <a:cs typeface="Tahoma"/>
              </a:rPr>
              <a:t>and</a:t>
            </a:r>
            <a:r>
              <a:rPr sz="2700" b="1" cap="small" spc="105" dirty="0">
                <a:latin typeface="Tahoma"/>
                <a:cs typeface="Tahoma"/>
              </a:rPr>
              <a:t> </a:t>
            </a:r>
            <a:r>
              <a:rPr sz="2700" b="1" cap="small" spc="-80" dirty="0">
                <a:latin typeface="Tahoma"/>
                <a:cs typeface="Tahoma"/>
              </a:rPr>
              <a:t>Conquer</a:t>
            </a:r>
            <a:endParaRPr sz="2700">
              <a:latin typeface="Tahoma"/>
              <a:cs typeface="Tahoma"/>
            </a:endParaRPr>
          </a:p>
        </p:txBody>
      </p:sp>
      <p:sp>
        <p:nvSpPr>
          <p:cNvPr id="6" name="object 6"/>
          <p:cNvSpPr txBox="1"/>
          <p:nvPr/>
        </p:nvSpPr>
        <p:spPr>
          <a:xfrm>
            <a:off x="4512541" y="2115505"/>
            <a:ext cx="2877820" cy="2409825"/>
          </a:xfrm>
          <a:prstGeom prst="rect">
            <a:avLst/>
          </a:prstGeom>
        </p:spPr>
        <p:txBody>
          <a:bodyPr vert="horz" wrap="square" lIns="0" tIns="146685" rIns="0" bIns="0" rtlCol="0">
            <a:spAutoFit/>
          </a:bodyPr>
          <a:lstStyle/>
          <a:p>
            <a:pPr marL="250825" indent="-238125">
              <a:lnSpc>
                <a:spcPct val="100000"/>
              </a:lnSpc>
              <a:spcBef>
                <a:spcPts val="1155"/>
              </a:spcBef>
              <a:buFont typeface="Lucida Sans Unicode"/>
              <a:buChar char="‣"/>
              <a:tabLst>
                <a:tab pos="250825" algn="l"/>
              </a:tabLst>
            </a:pPr>
            <a:r>
              <a:rPr sz="2250" i="1" spc="-145" dirty="0">
                <a:solidFill>
                  <a:srgbClr val="D5D5D5"/>
                </a:solidFill>
                <a:latin typeface="Verdana"/>
                <a:cs typeface="Verdana"/>
              </a:rPr>
              <a:t>mergesort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solidFill>
                  <a:srgbClr val="D5D5D5"/>
                </a:solidFill>
                <a:latin typeface="Verdana"/>
                <a:cs typeface="Verdana"/>
              </a:rPr>
              <a:t>counting</a:t>
            </a:r>
            <a:r>
              <a:rPr sz="2250" i="1" spc="-80" dirty="0">
                <a:solidFill>
                  <a:srgbClr val="D5D5D5"/>
                </a:solidFill>
                <a:latin typeface="Verdana"/>
                <a:cs typeface="Verdana"/>
              </a:rPr>
              <a:t> </a:t>
            </a:r>
            <a:r>
              <a:rPr sz="2250" i="1" spc="-110" dirty="0">
                <a:solidFill>
                  <a:srgbClr val="D5D5D5"/>
                </a:solidFill>
                <a:latin typeface="Verdana"/>
                <a:cs typeface="Verdana"/>
              </a:rPr>
              <a:t>inversions</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50" dirty="0">
                <a:solidFill>
                  <a:srgbClr val="D5D5D5"/>
                </a:solidFill>
                <a:latin typeface="Verdana"/>
                <a:cs typeface="Verdana"/>
              </a:rPr>
              <a:t>closest</a:t>
            </a:r>
            <a:r>
              <a:rPr sz="2250" i="1" spc="-110" dirty="0">
                <a:solidFill>
                  <a:srgbClr val="D5D5D5"/>
                </a:solidFill>
                <a:latin typeface="Verdana"/>
                <a:cs typeface="Verdana"/>
              </a:rPr>
              <a:t> </a:t>
            </a:r>
            <a:r>
              <a:rPr sz="2250" i="1" spc="-125" dirty="0">
                <a:solidFill>
                  <a:srgbClr val="D5D5D5"/>
                </a:solidFill>
                <a:latin typeface="Verdana"/>
                <a:cs typeface="Verdana"/>
              </a:rPr>
              <a:t>pair</a:t>
            </a:r>
            <a:r>
              <a:rPr sz="2250" i="1" spc="-110" dirty="0">
                <a:solidFill>
                  <a:srgbClr val="D5D5D5"/>
                </a:solidFill>
                <a:latin typeface="Verdana"/>
                <a:cs typeface="Verdana"/>
              </a:rPr>
              <a:t> </a:t>
            </a:r>
            <a:r>
              <a:rPr sz="2250" i="1" spc="-170" dirty="0">
                <a:solidFill>
                  <a:srgbClr val="D5D5D5"/>
                </a:solidFill>
                <a:latin typeface="Verdana"/>
                <a:cs typeface="Verdana"/>
              </a:rPr>
              <a:t>of</a:t>
            </a:r>
            <a:r>
              <a:rPr sz="2250" i="1" spc="-110" dirty="0">
                <a:solidFill>
                  <a:srgbClr val="D5D5D5"/>
                </a:solidFill>
                <a:latin typeface="Verdana"/>
                <a:cs typeface="Verdana"/>
              </a:rPr>
              <a:t> </a:t>
            </a:r>
            <a:r>
              <a:rPr sz="2250" i="1" spc="-40" dirty="0">
                <a:solidFill>
                  <a:srgbClr val="D5D5D5"/>
                </a:solidFill>
                <a:latin typeface="Verdana"/>
                <a:cs typeface="Verdana"/>
              </a:rPr>
              <a:t>points</a:t>
            </a:r>
            <a:endParaRPr sz="2250">
              <a:latin typeface="Verdana"/>
              <a:cs typeface="Verdana"/>
            </a:endParaRPr>
          </a:p>
          <a:p>
            <a:pPr marL="250825" indent="-238125">
              <a:lnSpc>
                <a:spcPct val="100000"/>
              </a:lnSpc>
              <a:spcBef>
                <a:spcPts val="1050"/>
              </a:spcBef>
              <a:buFont typeface="Lucida Sans Unicode"/>
              <a:buChar char="‣"/>
              <a:tabLst>
                <a:tab pos="250825" algn="l"/>
              </a:tabLst>
            </a:pPr>
            <a:r>
              <a:rPr sz="2250" i="1" spc="-195" dirty="0">
                <a:solidFill>
                  <a:srgbClr val="D5D5D5"/>
                </a:solidFill>
                <a:latin typeface="Verdana"/>
                <a:cs typeface="Verdana"/>
              </a:rPr>
              <a:t>randomized</a:t>
            </a:r>
            <a:r>
              <a:rPr sz="2250" i="1" spc="-50" dirty="0">
                <a:solidFill>
                  <a:srgbClr val="D5D5D5"/>
                </a:solidFill>
                <a:latin typeface="Verdana"/>
                <a:cs typeface="Verdana"/>
              </a:rPr>
              <a:t> </a:t>
            </a:r>
            <a:r>
              <a:rPr sz="2250" i="1" spc="-200" dirty="0">
                <a:solidFill>
                  <a:srgbClr val="D5D5D5"/>
                </a:solidFill>
                <a:latin typeface="Verdana"/>
                <a:cs typeface="Verdana"/>
              </a:rPr>
              <a:t>quicksort</a:t>
            </a:r>
            <a:endParaRPr sz="2250">
              <a:latin typeface="Verdana"/>
              <a:cs typeface="Verdana"/>
            </a:endParaRPr>
          </a:p>
          <a:p>
            <a:pPr marL="250825" indent="-238125">
              <a:lnSpc>
                <a:spcPct val="100000"/>
              </a:lnSpc>
              <a:spcBef>
                <a:spcPts val="1055"/>
              </a:spcBef>
              <a:buFont typeface="Lucida Sans Unicode"/>
              <a:buChar char="‣"/>
              <a:tabLst>
                <a:tab pos="250825" algn="l"/>
              </a:tabLst>
            </a:pPr>
            <a:r>
              <a:rPr sz="2250" i="1" spc="-215" dirty="0">
                <a:latin typeface="Verdana"/>
                <a:cs typeface="Verdana"/>
              </a:rPr>
              <a:t>median</a:t>
            </a:r>
            <a:r>
              <a:rPr sz="2250" i="1" spc="-105" dirty="0">
                <a:latin typeface="Verdana"/>
                <a:cs typeface="Verdana"/>
              </a:rPr>
              <a:t> </a:t>
            </a:r>
            <a:r>
              <a:rPr sz="2250" i="1" spc="-175" dirty="0">
                <a:latin typeface="Verdana"/>
                <a:cs typeface="Verdana"/>
              </a:rPr>
              <a:t>and</a:t>
            </a:r>
            <a:r>
              <a:rPr sz="2250" i="1" spc="-110" dirty="0">
                <a:latin typeface="Verdana"/>
                <a:cs typeface="Verdana"/>
              </a:rPr>
              <a:t> </a:t>
            </a:r>
            <a:r>
              <a:rPr sz="2250" i="1" spc="-155" dirty="0">
                <a:latin typeface="Verdana"/>
                <a:cs typeface="Verdana"/>
              </a:rPr>
              <a:t>selection</a:t>
            </a:r>
            <a:endParaRPr sz="2250">
              <a:latin typeface="Verdana"/>
              <a:cs typeface="Verdan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80" dirty="0"/>
              <a:t>Median</a:t>
            </a:r>
            <a:r>
              <a:rPr spc="35" dirty="0"/>
              <a:t> </a:t>
            </a:r>
            <a:r>
              <a:rPr spc="55" dirty="0"/>
              <a:t>and</a:t>
            </a:r>
            <a:r>
              <a:rPr spc="40" dirty="0"/>
              <a:t> </a:t>
            </a:r>
            <a:r>
              <a:rPr dirty="0"/>
              <a:t>selection</a:t>
            </a:r>
            <a:r>
              <a:rPr spc="40" dirty="0"/>
              <a:t> </a:t>
            </a:r>
            <a:r>
              <a:rPr spc="-10" dirty="0"/>
              <a:t>problems</a:t>
            </a:r>
          </a:p>
        </p:txBody>
      </p:sp>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46</a:t>
            </a:fld>
            <a:endParaRPr spc="-25" dirty="0"/>
          </a:p>
        </p:txBody>
      </p:sp>
      <p:sp>
        <p:nvSpPr>
          <p:cNvPr id="4" name="object 4"/>
          <p:cNvSpPr txBox="1"/>
          <p:nvPr/>
        </p:nvSpPr>
        <p:spPr>
          <a:xfrm>
            <a:off x="630967" y="1218991"/>
            <a:ext cx="8827770" cy="3943985"/>
          </a:xfrm>
          <a:prstGeom prst="rect">
            <a:avLst/>
          </a:prstGeom>
        </p:spPr>
        <p:txBody>
          <a:bodyPr vert="horz" wrap="square" lIns="0" tIns="12700" rIns="0" bIns="0" rtlCol="0">
            <a:spAutoFit/>
          </a:bodyPr>
          <a:lstStyle/>
          <a:p>
            <a:pPr marL="127000">
              <a:lnSpc>
                <a:spcPts val="1980"/>
              </a:lnSpc>
              <a:spcBef>
                <a:spcPts val="100"/>
              </a:spcBef>
              <a:tabLst>
                <a:tab pos="1341120" algn="l"/>
              </a:tabLst>
            </a:pPr>
            <a:r>
              <a:rPr sz="1800" spc="-10" dirty="0">
                <a:solidFill>
                  <a:srgbClr val="0048AA"/>
                </a:solidFill>
                <a:latin typeface="Lucida Sans Unicode"/>
                <a:cs typeface="Lucida Sans Unicode"/>
              </a:rPr>
              <a:t>Selection.</a:t>
            </a:r>
            <a:r>
              <a:rPr sz="1800" dirty="0">
                <a:solidFill>
                  <a:srgbClr val="0048AA"/>
                </a:solidFill>
                <a:latin typeface="Lucida Sans Unicode"/>
                <a:cs typeface="Lucida Sans Unicode"/>
              </a:rPr>
              <a:t>	</a:t>
            </a:r>
            <a:r>
              <a:rPr sz="1800" dirty="0">
                <a:latin typeface="Lucida Sans Unicode"/>
                <a:cs typeface="Lucida Sans Unicode"/>
              </a:rPr>
              <a:t>Given </a:t>
            </a:r>
            <a:r>
              <a:rPr sz="1800" i="1" dirty="0">
                <a:latin typeface="Times New Roman"/>
                <a:cs typeface="Times New Roman"/>
              </a:rPr>
              <a:t>n</a:t>
            </a:r>
            <a:r>
              <a:rPr sz="1800" i="1" spc="120" dirty="0">
                <a:latin typeface="Times New Roman"/>
                <a:cs typeface="Times New Roman"/>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from</a:t>
            </a:r>
            <a:r>
              <a:rPr sz="1800" spc="5" dirty="0">
                <a:latin typeface="Lucida Sans Unicode"/>
                <a:cs typeface="Lucida Sans Unicode"/>
              </a:rPr>
              <a:t> </a:t>
            </a:r>
            <a:r>
              <a:rPr sz="1800" dirty="0">
                <a:latin typeface="Lucida Sans Unicode"/>
                <a:cs typeface="Lucida Sans Unicode"/>
              </a:rPr>
              <a:t>a totally</a:t>
            </a:r>
            <a:r>
              <a:rPr sz="1800" spc="5" dirty="0">
                <a:latin typeface="Lucida Sans Unicode"/>
                <a:cs typeface="Lucida Sans Unicode"/>
              </a:rPr>
              <a:t> </a:t>
            </a:r>
            <a:r>
              <a:rPr sz="1800" dirty="0">
                <a:latin typeface="Lucida Sans Unicode"/>
                <a:cs typeface="Lucida Sans Unicode"/>
              </a:rPr>
              <a:t>ordered</a:t>
            </a:r>
            <a:r>
              <a:rPr sz="1800" spc="5" dirty="0">
                <a:latin typeface="Lucida Sans Unicode"/>
                <a:cs typeface="Lucida Sans Unicode"/>
              </a:rPr>
              <a:t> </a:t>
            </a:r>
            <a:r>
              <a:rPr sz="1800" dirty="0">
                <a:latin typeface="Lucida Sans Unicode"/>
                <a:cs typeface="Lucida Sans Unicode"/>
              </a:rPr>
              <a:t>universe,</a:t>
            </a:r>
            <a:r>
              <a:rPr sz="1800" spc="5" dirty="0">
                <a:latin typeface="Lucida Sans Unicode"/>
                <a:cs typeface="Lucida Sans Unicode"/>
              </a:rPr>
              <a:t> </a:t>
            </a:r>
            <a:r>
              <a:rPr sz="1800" dirty="0">
                <a:latin typeface="Lucida Sans Unicode"/>
                <a:cs typeface="Lucida Sans Unicode"/>
              </a:rPr>
              <a:t>find </a:t>
            </a:r>
            <a:r>
              <a:rPr sz="1800" i="1" dirty="0">
                <a:latin typeface="Times New Roman"/>
                <a:cs typeface="Times New Roman"/>
              </a:rPr>
              <a:t>k</a:t>
            </a:r>
            <a:r>
              <a:rPr sz="1800" baseline="25462" dirty="0">
                <a:latin typeface="Times New Roman"/>
                <a:cs typeface="Times New Roman"/>
              </a:rPr>
              <a:t>th</a:t>
            </a:r>
            <a:r>
              <a:rPr sz="1800" spc="405" baseline="25462" dirty="0">
                <a:latin typeface="Times New Roman"/>
                <a:cs typeface="Times New Roman"/>
              </a:rPr>
              <a:t> </a:t>
            </a:r>
            <a:r>
              <a:rPr sz="1800" spc="-10" dirty="0">
                <a:latin typeface="Lucida Sans Unicode"/>
                <a:cs typeface="Lucida Sans Unicode"/>
              </a:rPr>
              <a:t>smallest.</a:t>
            </a:r>
            <a:endParaRPr sz="1800">
              <a:latin typeface="Lucida Sans Unicode"/>
              <a:cs typeface="Lucida Sans Unicode"/>
            </a:endParaRPr>
          </a:p>
          <a:p>
            <a:pPr marL="222250">
              <a:lnSpc>
                <a:spcPts val="2960"/>
              </a:lnSpc>
              <a:tabLst>
                <a:tab pos="2450465" algn="l"/>
              </a:tabLst>
            </a:pPr>
            <a:r>
              <a:rPr sz="4275" spc="2175" baseline="-6822" dirty="0">
                <a:latin typeface="Yu Gothic UI"/>
                <a:cs typeface="Yu Gothic UI"/>
              </a:rPr>
              <a:t>・</a:t>
            </a:r>
            <a:r>
              <a:rPr sz="1800" dirty="0">
                <a:latin typeface="Lucida Sans Unicode"/>
                <a:cs typeface="Lucida Sans Unicode"/>
              </a:rPr>
              <a:t>Minimum: </a:t>
            </a:r>
            <a:r>
              <a:rPr sz="1800" i="1" dirty="0">
                <a:latin typeface="Times New Roman"/>
                <a:cs typeface="Times New Roman"/>
              </a:rPr>
              <a:t>k </a:t>
            </a:r>
            <a:r>
              <a:rPr sz="1800" dirty="0">
                <a:latin typeface="Times New Roman"/>
                <a:cs typeface="Times New Roman"/>
              </a:rPr>
              <a:t>= </a:t>
            </a:r>
            <a:r>
              <a:rPr sz="1800" spc="-25" dirty="0">
                <a:latin typeface="Times New Roman"/>
                <a:cs typeface="Times New Roman"/>
              </a:rPr>
              <a:t>1</a:t>
            </a:r>
            <a:r>
              <a:rPr sz="1800" spc="-25" dirty="0">
                <a:latin typeface="Lucida Sans Unicode"/>
                <a:cs typeface="Lucida Sans Unicode"/>
              </a:rPr>
              <a:t>;</a:t>
            </a:r>
            <a:r>
              <a:rPr sz="1800" dirty="0">
                <a:latin typeface="Lucida Sans Unicode"/>
                <a:cs typeface="Lucida Sans Unicode"/>
              </a:rPr>
              <a:t>	maximum: </a:t>
            </a:r>
            <a:r>
              <a:rPr sz="1800" i="1" dirty="0">
                <a:latin typeface="Times New Roman"/>
                <a:cs typeface="Times New Roman"/>
              </a:rPr>
              <a:t>k </a:t>
            </a:r>
            <a:r>
              <a:rPr sz="1800"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a:p>
            <a:pPr marL="222250">
              <a:lnSpc>
                <a:spcPts val="2855"/>
              </a:lnSpc>
              <a:tabLst>
                <a:tab pos="1608455" algn="l"/>
              </a:tabLst>
            </a:pPr>
            <a:r>
              <a:rPr sz="4275" spc="2175" baseline="-8771" dirty="0">
                <a:latin typeface="Yu Gothic UI"/>
                <a:cs typeface="Yu Gothic UI"/>
              </a:rPr>
              <a:t>・</a:t>
            </a:r>
            <a:r>
              <a:rPr sz="1800" spc="-10" dirty="0">
                <a:latin typeface="Lucida Sans Unicode"/>
                <a:cs typeface="Lucida Sans Unicode"/>
              </a:rPr>
              <a:t>Median:</a:t>
            </a:r>
            <a:r>
              <a:rPr sz="1800" dirty="0">
                <a:latin typeface="Lucida Sans Unicode"/>
                <a:cs typeface="Lucida Sans Unicode"/>
              </a:rPr>
              <a:t>	</a:t>
            </a:r>
            <a:r>
              <a:rPr sz="1800" i="1" dirty="0">
                <a:latin typeface="Times New Roman"/>
                <a:cs typeface="Times New Roman"/>
              </a:rPr>
              <a:t>k </a:t>
            </a:r>
            <a:r>
              <a:rPr sz="1800" dirty="0">
                <a:latin typeface="Times New Roman"/>
                <a:cs typeface="Times New Roman"/>
              </a:rPr>
              <a:t>= </a:t>
            </a:r>
            <a:r>
              <a:rPr sz="1800" dirty="0">
                <a:latin typeface="Symbol"/>
                <a:cs typeface="Symbol"/>
              </a:rPr>
              <a:t></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+ 1) / </a:t>
            </a:r>
            <a:r>
              <a:rPr sz="1800" spc="-25" dirty="0">
                <a:latin typeface="Times New Roman"/>
                <a:cs typeface="Times New Roman"/>
              </a:rPr>
              <a:t>2</a:t>
            </a:r>
            <a:r>
              <a:rPr sz="1800" spc="-25" dirty="0">
                <a:latin typeface="Symbol"/>
                <a:cs typeface="Symbol"/>
              </a:rPr>
              <a:t></a:t>
            </a:r>
            <a:r>
              <a:rPr sz="1800" spc="-25" dirty="0">
                <a:latin typeface="Lucida Sans Unicode"/>
                <a:cs typeface="Lucida Sans Unicode"/>
              </a:rPr>
              <a:t>.</a:t>
            </a:r>
            <a:endParaRPr sz="1800">
              <a:latin typeface="Lucida Sans Unicode"/>
              <a:cs typeface="Lucida Sans Unicode"/>
            </a:endParaRPr>
          </a:p>
          <a:p>
            <a:pPr marL="222250">
              <a:lnSpc>
                <a:spcPts val="2855"/>
              </a:lnSpc>
            </a:pPr>
            <a:r>
              <a:rPr sz="4275" spc="2175" baseline="-6822" dirty="0">
                <a:latin typeface="Yu Gothic UI"/>
                <a:cs typeface="Yu Gothic UI"/>
              </a:rPr>
              <a:t>・</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spc="50" dirty="0">
                <a:latin typeface="Times New Roman"/>
                <a:cs typeface="Times New Roman"/>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for</a:t>
            </a:r>
            <a:r>
              <a:rPr sz="1800" spc="-10" dirty="0">
                <a:latin typeface="Lucida Sans Unicode"/>
                <a:cs typeface="Lucida Sans Unicode"/>
              </a:rPr>
              <a:t> </a:t>
            </a:r>
            <a:r>
              <a:rPr sz="1800" dirty="0">
                <a:latin typeface="Lucida Sans Unicode"/>
                <a:cs typeface="Lucida Sans Unicode"/>
              </a:rPr>
              <a:t>min</a:t>
            </a:r>
            <a:r>
              <a:rPr sz="1800" spc="-5" dirty="0">
                <a:latin typeface="Lucida Sans Unicode"/>
                <a:cs typeface="Lucida Sans Unicode"/>
              </a:rPr>
              <a:t> </a:t>
            </a:r>
            <a:r>
              <a:rPr sz="1800" dirty="0">
                <a:latin typeface="Lucida Sans Unicode"/>
                <a:cs typeface="Lucida Sans Unicode"/>
              </a:rPr>
              <a:t>or</a:t>
            </a:r>
            <a:r>
              <a:rPr sz="1800" spc="-10" dirty="0">
                <a:latin typeface="Lucida Sans Unicode"/>
                <a:cs typeface="Lucida Sans Unicode"/>
              </a:rPr>
              <a:t> </a:t>
            </a:r>
            <a:r>
              <a:rPr sz="1800" spc="-20" dirty="0">
                <a:latin typeface="Lucida Sans Unicode"/>
                <a:cs typeface="Lucida Sans Unicode"/>
              </a:rPr>
              <a:t>max.</a:t>
            </a:r>
            <a:endParaRPr sz="1800">
              <a:latin typeface="Lucida Sans Unicode"/>
              <a:cs typeface="Lucida Sans Unicode"/>
            </a:endParaRPr>
          </a:p>
          <a:p>
            <a:pPr marL="222250">
              <a:lnSpc>
                <a:spcPts val="2855"/>
              </a:lnSpc>
            </a:pPr>
            <a:r>
              <a:rPr sz="4275" spc="2175" baseline="-6822" dirty="0">
                <a:latin typeface="Yu Gothic UI"/>
                <a:cs typeface="Yu Gothic UI"/>
              </a:rPr>
              <a:t>・</a:t>
            </a:r>
            <a:r>
              <a:rPr sz="1800" dirty="0">
                <a:latin typeface="Times New Roman"/>
                <a:cs typeface="Times New Roman"/>
              </a:rPr>
              <a:t>O(</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log</a:t>
            </a:r>
            <a:r>
              <a:rPr sz="1800" spc="5" dirty="0">
                <a:latin typeface="Times New Roman"/>
                <a:cs typeface="Times New Roman"/>
              </a:rPr>
              <a:t> </a:t>
            </a:r>
            <a:r>
              <a:rPr sz="1800" i="1" dirty="0">
                <a:latin typeface="Times New Roman"/>
                <a:cs typeface="Times New Roman"/>
              </a:rPr>
              <a:t>n</a:t>
            </a:r>
            <a:r>
              <a:rPr sz="1800" spc="60" dirty="0">
                <a:latin typeface="Times New Roman"/>
                <a:cs typeface="Times New Roman"/>
              </a:rPr>
              <a:t>) </a:t>
            </a:r>
            <a:r>
              <a:rPr sz="1800" dirty="0">
                <a:latin typeface="Lucida Sans Unicode"/>
                <a:cs typeface="Lucida Sans Unicode"/>
              </a:rPr>
              <a:t>compares</a:t>
            </a:r>
            <a:r>
              <a:rPr sz="1800" spc="5" dirty="0">
                <a:latin typeface="Lucida Sans Unicode"/>
                <a:cs typeface="Lucida Sans Unicode"/>
              </a:rPr>
              <a:t> </a:t>
            </a:r>
            <a:r>
              <a:rPr sz="1800" dirty="0">
                <a:latin typeface="Lucida Sans Unicode"/>
                <a:cs typeface="Lucida Sans Unicode"/>
              </a:rPr>
              <a:t>by</a:t>
            </a:r>
            <a:r>
              <a:rPr sz="1800" spc="10" dirty="0">
                <a:latin typeface="Lucida Sans Unicode"/>
                <a:cs typeface="Lucida Sans Unicode"/>
              </a:rPr>
              <a:t> </a:t>
            </a:r>
            <a:r>
              <a:rPr sz="1800" spc="-10" dirty="0">
                <a:latin typeface="Lucida Sans Unicode"/>
                <a:cs typeface="Lucida Sans Unicode"/>
              </a:rPr>
              <a:t>sorting.</a:t>
            </a:r>
            <a:endParaRPr sz="1800">
              <a:latin typeface="Lucida Sans Unicode"/>
              <a:cs typeface="Lucida Sans Unicode"/>
            </a:endParaRPr>
          </a:p>
          <a:p>
            <a:pPr marL="222250">
              <a:lnSpc>
                <a:spcPts val="3135"/>
              </a:lnSpc>
            </a:pPr>
            <a:r>
              <a:rPr sz="4275" spc="2175" baseline="-6822" dirty="0">
                <a:latin typeface="Yu Gothic UI"/>
                <a:cs typeface="Yu Gothic UI"/>
              </a:rPr>
              <a:t>・</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i="1" spc="10" dirty="0">
                <a:latin typeface="Times New Roman"/>
                <a:cs typeface="Times New Roman"/>
              </a:rPr>
              <a:t> </a:t>
            </a:r>
            <a:r>
              <a:rPr sz="1800" dirty="0">
                <a:latin typeface="Times New Roman"/>
                <a:cs typeface="Times New Roman"/>
              </a:rPr>
              <a:t>log</a:t>
            </a:r>
            <a:r>
              <a:rPr sz="1800" spc="15" dirty="0">
                <a:latin typeface="Times New Roman"/>
                <a:cs typeface="Times New Roman"/>
              </a:rPr>
              <a:t> </a:t>
            </a:r>
            <a:r>
              <a:rPr sz="1800" i="1" dirty="0">
                <a:latin typeface="Times New Roman"/>
                <a:cs typeface="Times New Roman"/>
              </a:rPr>
              <a:t>k</a:t>
            </a:r>
            <a:r>
              <a:rPr sz="1800" spc="65" dirty="0">
                <a:latin typeface="Times New Roman"/>
                <a:cs typeface="Times New Roman"/>
              </a:rPr>
              <a:t>) </a:t>
            </a:r>
            <a:r>
              <a:rPr sz="1800" dirty="0">
                <a:latin typeface="Lucida Sans Unicode"/>
                <a:cs typeface="Lucida Sans Unicode"/>
              </a:rPr>
              <a:t>compares</a:t>
            </a:r>
            <a:r>
              <a:rPr sz="1800" spc="20" dirty="0">
                <a:latin typeface="Lucida Sans Unicode"/>
                <a:cs typeface="Lucida Sans Unicode"/>
              </a:rPr>
              <a:t> </a:t>
            </a:r>
            <a:r>
              <a:rPr sz="1800" dirty="0">
                <a:latin typeface="Lucida Sans Unicode"/>
                <a:cs typeface="Lucida Sans Unicode"/>
              </a:rPr>
              <a:t>with</a:t>
            </a:r>
            <a:r>
              <a:rPr sz="1800" spc="15" dirty="0">
                <a:latin typeface="Lucida Sans Unicode"/>
                <a:cs typeface="Lucida Sans Unicode"/>
              </a:rPr>
              <a:t> </a:t>
            </a:r>
            <a:r>
              <a:rPr sz="1800" dirty="0">
                <a:latin typeface="Lucida Sans Unicode"/>
                <a:cs typeface="Lucida Sans Unicode"/>
              </a:rPr>
              <a:t>a</a:t>
            </a:r>
            <a:r>
              <a:rPr sz="1800" spc="20" dirty="0">
                <a:latin typeface="Lucida Sans Unicode"/>
                <a:cs typeface="Lucida Sans Unicode"/>
              </a:rPr>
              <a:t> </a:t>
            </a:r>
            <a:r>
              <a:rPr sz="1800" dirty="0">
                <a:latin typeface="Lucida Sans Unicode"/>
                <a:cs typeface="Lucida Sans Unicode"/>
              </a:rPr>
              <a:t>binary</a:t>
            </a:r>
            <a:r>
              <a:rPr sz="1800" spc="15" dirty="0">
                <a:latin typeface="Lucida Sans Unicode"/>
                <a:cs typeface="Lucida Sans Unicode"/>
              </a:rPr>
              <a:t> </a:t>
            </a:r>
            <a:r>
              <a:rPr sz="1800" spc="-10" dirty="0">
                <a:latin typeface="Lucida Sans Unicode"/>
                <a:cs typeface="Lucida Sans Unicode"/>
              </a:rPr>
              <a:t>heap.</a:t>
            </a:r>
            <a:endParaRPr sz="1800">
              <a:latin typeface="Lucida Sans Unicode"/>
              <a:cs typeface="Lucida Sans Unicode"/>
            </a:endParaRPr>
          </a:p>
          <a:p>
            <a:pPr>
              <a:lnSpc>
                <a:spcPct val="100000"/>
              </a:lnSpc>
              <a:spcBef>
                <a:spcPts val="645"/>
              </a:spcBef>
            </a:pPr>
            <a:endParaRPr sz="1800">
              <a:latin typeface="Lucida Sans Unicode"/>
              <a:cs typeface="Lucida Sans Unicode"/>
            </a:endParaRPr>
          </a:p>
          <a:p>
            <a:pPr marL="170815">
              <a:lnSpc>
                <a:spcPct val="100000"/>
              </a:lnSpc>
              <a:tabLst>
                <a:tab pos="1762125" algn="l"/>
              </a:tabLst>
            </a:pPr>
            <a:r>
              <a:rPr sz="1800" spc="-10" dirty="0">
                <a:solidFill>
                  <a:srgbClr val="005493"/>
                </a:solidFill>
                <a:latin typeface="Lucida Sans Unicode"/>
                <a:cs typeface="Lucida Sans Unicode"/>
              </a:rPr>
              <a:t>Applications.</a:t>
            </a:r>
            <a:r>
              <a:rPr sz="1800" dirty="0">
                <a:solidFill>
                  <a:srgbClr val="005493"/>
                </a:solidFill>
                <a:latin typeface="Lucida Sans Unicode"/>
                <a:cs typeface="Lucida Sans Unicode"/>
              </a:rPr>
              <a:t>	</a:t>
            </a:r>
            <a:r>
              <a:rPr sz="1800" dirty="0">
                <a:latin typeface="Lucida Sans Unicode"/>
                <a:cs typeface="Lucida Sans Unicode"/>
              </a:rPr>
              <a:t>Order</a:t>
            </a:r>
            <a:r>
              <a:rPr sz="1800" spc="-20" dirty="0">
                <a:latin typeface="Lucida Sans Unicode"/>
                <a:cs typeface="Lucida Sans Unicode"/>
              </a:rPr>
              <a:t> </a:t>
            </a:r>
            <a:r>
              <a:rPr sz="1800" dirty="0">
                <a:latin typeface="Lucida Sans Unicode"/>
                <a:cs typeface="Lucida Sans Unicode"/>
              </a:rPr>
              <a:t>statistics;</a:t>
            </a:r>
            <a:r>
              <a:rPr sz="1800" spc="-20" dirty="0">
                <a:latin typeface="Lucida Sans Unicode"/>
                <a:cs typeface="Lucida Sans Unicode"/>
              </a:rPr>
              <a:t> </a:t>
            </a:r>
            <a:r>
              <a:rPr sz="1800" dirty="0">
                <a:latin typeface="Lucida Sans Unicode"/>
                <a:cs typeface="Lucida Sans Unicode"/>
              </a:rPr>
              <a:t>find</a:t>
            </a:r>
            <a:r>
              <a:rPr sz="1800" spc="-15" dirty="0">
                <a:latin typeface="Lucida Sans Unicode"/>
                <a:cs typeface="Lucida Sans Unicode"/>
              </a:rPr>
              <a:t> </a:t>
            </a:r>
            <a:r>
              <a:rPr sz="1800" dirty="0">
                <a:latin typeface="Lucida Sans Unicode"/>
                <a:cs typeface="Lucida Sans Unicode"/>
              </a:rPr>
              <a:t>the</a:t>
            </a:r>
            <a:r>
              <a:rPr sz="1800" spc="-20" dirty="0">
                <a:latin typeface="Lucida Sans Unicode"/>
                <a:cs typeface="Lucida Sans Unicode"/>
              </a:rPr>
              <a:t> </a:t>
            </a:r>
            <a:r>
              <a:rPr sz="1800" dirty="0">
                <a:latin typeface="Lucida Sans Unicode"/>
                <a:cs typeface="Lucida Sans Unicode"/>
              </a:rPr>
              <a:t>"top</a:t>
            </a:r>
            <a:r>
              <a:rPr sz="1800" spc="-15" dirty="0">
                <a:latin typeface="Lucida Sans Unicode"/>
                <a:cs typeface="Lucida Sans Unicode"/>
              </a:rPr>
              <a:t> </a:t>
            </a:r>
            <a:r>
              <a:rPr sz="1800" i="1" dirty="0">
                <a:latin typeface="Times New Roman"/>
                <a:cs typeface="Times New Roman"/>
              </a:rPr>
              <a:t>k</a:t>
            </a:r>
            <a:r>
              <a:rPr sz="1800" dirty="0">
                <a:latin typeface="Lucida Sans Unicode"/>
                <a:cs typeface="Lucida Sans Unicode"/>
              </a:rPr>
              <a:t>";</a:t>
            </a:r>
            <a:r>
              <a:rPr sz="1800" spc="-20" dirty="0">
                <a:latin typeface="Lucida Sans Unicode"/>
                <a:cs typeface="Lucida Sans Unicode"/>
              </a:rPr>
              <a:t> </a:t>
            </a:r>
            <a:r>
              <a:rPr sz="1800" dirty="0">
                <a:latin typeface="Lucida Sans Unicode"/>
                <a:cs typeface="Lucida Sans Unicode"/>
              </a:rPr>
              <a:t>bottleneck</a:t>
            </a:r>
            <a:r>
              <a:rPr sz="1800" spc="-15" dirty="0">
                <a:latin typeface="Lucida Sans Unicode"/>
                <a:cs typeface="Lucida Sans Unicode"/>
              </a:rPr>
              <a:t> </a:t>
            </a:r>
            <a:r>
              <a:rPr sz="1800" dirty="0">
                <a:latin typeface="Lucida Sans Unicode"/>
                <a:cs typeface="Lucida Sans Unicode"/>
              </a:rPr>
              <a:t>paths,</a:t>
            </a:r>
            <a:r>
              <a:rPr sz="1800" spc="-20" dirty="0">
                <a:latin typeface="Lucida Sans Unicode"/>
                <a:cs typeface="Lucida Sans Unicode"/>
              </a:rPr>
              <a:t> </a:t>
            </a:r>
            <a:r>
              <a:rPr sz="1800" spc="-50" dirty="0">
                <a:latin typeface="Lucida Sans Unicode"/>
                <a:cs typeface="Lucida Sans Unicode"/>
              </a:rPr>
              <a:t>…</a:t>
            </a:r>
            <a:endParaRPr sz="1800">
              <a:latin typeface="Lucida Sans Unicode"/>
              <a:cs typeface="Lucida Sans Unicode"/>
            </a:endParaRPr>
          </a:p>
          <a:p>
            <a:pPr>
              <a:lnSpc>
                <a:spcPct val="100000"/>
              </a:lnSpc>
              <a:spcBef>
                <a:spcPts val="860"/>
              </a:spcBef>
            </a:pPr>
            <a:endParaRPr sz="1800">
              <a:latin typeface="Lucida Sans Unicode"/>
              <a:cs typeface="Lucida Sans Unicode"/>
            </a:endParaRPr>
          </a:p>
          <a:p>
            <a:pPr marL="127000">
              <a:lnSpc>
                <a:spcPct val="100000"/>
              </a:lnSpc>
            </a:pPr>
            <a:r>
              <a:rPr sz="1800" dirty="0">
                <a:solidFill>
                  <a:srgbClr val="0048AA"/>
                </a:solidFill>
                <a:latin typeface="Lucida Sans Unicode"/>
                <a:cs typeface="Lucida Sans Unicode"/>
              </a:rPr>
              <a:t>Q.</a:t>
            </a:r>
            <a:r>
              <a:rPr sz="1800" spc="5" dirty="0">
                <a:solidFill>
                  <a:srgbClr val="0048AA"/>
                </a:solidFill>
                <a:latin typeface="Lucida Sans Unicode"/>
                <a:cs typeface="Lucida Sans Unicode"/>
              </a:rPr>
              <a:t> </a:t>
            </a:r>
            <a:r>
              <a:rPr sz="1800" dirty="0">
                <a:latin typeface="Lucida Sans Unicode"/>
                <a:cs typeface="Lucida Sans Unicode"/>
              </a:rPr>
              <a:t>Can</a:t>
            </a:r>
            <a:r>
              <a:rPr sz="1800" spc="10" dirty="0">
                <a:latin typeface="Lucida Sans Unicode"/>
                <a:cs typeface="Lucida Sans Unicode"/>
              </a:rPr>
              <a:t> </a:t>
            </a:r>
            <a:r>
              <a:rPr sz="1800" spc="55" dirty="0">
                <a:latin typeface="Lucida Sans Unicode"/>
                <a:cs typeface="Lucida Sans Unicode"/>
              </a:rPr>
              <a:t>we</a:t>
            </a:r>
            <a:r>
              <a:rPr sz="1800" spc="5" dirty="0">
                <a:latin typeface="Lucida Sans Unicode"/>
                <a:cs typeface="Lucida Sans Unicode"/>
              </a:rPr>
              <a:t> </a:t>
            </a:r>
            <a:r>
              <a:rPr sz="1800" dirty="0">
                <a:latin typeface="Lucida Sans Unicode"/>
                <a:cs typeface="Lucida Sans Unicode"/>
              </a:rPr>
              <a:t>do</a:t>
            </a:r>
            <a:r>
              <a:rPr sz="1800" spc="10" dirty="0">
                <a:latin typeface="Lucida Sans Unicode"/>
                <a:cs typeface="Lucida Sans Unicode"/>
              </a:rPr>
              <a:t> </a:t>
            </a:r>
            <a:r>
              <a:rPr sz="1800" dirty="0">
                <a:latin typeface="Lucida Sans Unicode"/>
                <a:cs typeface="Lucida Sans Unicode"/>
              </a:rPr>
              <a:t>it</a:t>
            </a:r>
            <a:r>
              <a:rPr sz="1800" spc="5" dirty="0">
                <a:latin typeface="Lucida Sans Unicode"/>
                <a:cs typeface="Lucida Sans Unicode"/>
              </a:rPr>
              <a:t> </a:t>
            </a:r>
            <a:r>
              <a:rPr sz="1800" dirty="0">
                <a:latin typeface="Lucida Sans Unicode"/>
                <a:cs typeface="Lucida Sans Unicode"/>
              </a:rPr>
              <a:t>with</a:t>
            </a:r>
            <a:r>
              <a:rPr sz="1800" spc="10" dirty="0">
                <a:latin typeface="Lucida Sans Unicode"/>
                <a:cs typeface="Lucida Sans Unicode"/>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25" dirty="0">
                <a:latin typeface="Times New Roman"/>
                <a:cs typeface="Times New Roman"/>
              </a:rPr>
              <a:t> </a:t>
            </a:r>
            <a:r>
              <a:rPr sz="1800" spc="-10" dirty="0">
                <a:latin typeface="Lucida Sans Unicode"/>
                <a:cs typeface="Lucida Sans Unicode"/>
              </a:rPr>
              <a:t>compares?</a:t>
            </a:r>
            <a:endParaRPr sz="1800">
              <a:latin typeface="Lucida Sans Unicode"/>
              <a:cs typeface="Lucida Sans Unicode"/>
            </a:endParaRPr>
          </a:p>
          <a:p>
            <a:pPr marL="127000">
              <a:lnSpc>
                <a:spcPct val="100000"/>
              </a:lnSpc>
              <a:spcBef>
                <a:spcPts val="695"/>
              </a:spcBef>
              <a:tabLst>
                <a:tab pos="501650" algn="l"/>
              </a:tabLst>
            </a:pPr>
            <a:r>
              <a:rPr sz="1800" spc="-25" dirty="0">
                <a:solidFill>
                  <a:srgbClr val="0048AA"/>
                </a:solidFill>
                <a:latin typeface="Lucida Sans Unicode"/>
                <a:cs typeface="Lucida Sans Unicode"/>
              </a:rPr>
              <a:t>A.</a:t>
            </a:r>
            <a:r>
              <a:rPr sz="1800" dirty="0">
                <a:solidFill>
                  <a:srgbClr val="0048AA"/>
                </a:solidFill>
                <a:latin typeface="Lucida Sans Unicode"/>
                <a:cs typeface="Lucida Sans Unicode"/>
              </a:rPr>
              <a:t>	</a:t>
            </a:r>
            <a:r>
              <a:rPr sz="1800" spc="-85" dirty="0">
                <a:latin typeface="Lucida Sans Unicode"/>
                <a:cs typeface="Lucida Sans Unicode"/>
              </a:rPr>
              <a:t>Yes!</a:t>
            </a:r>
            <a:r>
              <a:rPr sz="1800" spc="-10" dirty="0">
                <a:latin typeface="Lucida Sans Unicode"/>
                <a:cs typeface="Lucida Sans Unicode"/>
              </a:rPr>
              <a:t> </a:t>
            </a:r>
            <a:r>
              <a:rPr sz="1800" dirty="0">
                <a:latin typeface="Lucida Sans Unicode"/>
                <a:cs typeface="Lucida Sans Unicode"/>
              </a:rPr>
              <a:t>Selection</a:t>
            </a:r>
            <a:r>
              <a:rPr sz="1800" spc="-10" dirty="0">
                <a:latin typeface="Lucida Sans Unicode"/>
                <a:cs typeface="Lucida Sans Unicode"/>
              </a:rPr>
              <a:t> </a:t>
            </a:r>
            <a:r>
              <a:rPr sz="1800" dirty="0">
                <a:latin typeface="Lucida Sans Unicode"/>
                <a:cs typeface="Lucida Sans Unicode"/>
              </a:rPr>
              <a:t>is</a:t>
            </a:r>
            <a:r>
              <a:rPr sz="1800" spc="-10" dirty="0">
                <a:latin typeface="Lucida Sans Unicode"/>
                <a:cs typeface="Lucida Sans Unicode"/>
              </a:rPr>
              <a:t> </a:t>
            </a:r>
            <a:r>
              <a:rPr sz="1800" dirty="0">
                <a:latin typeface="Lucida Sans Unicode"/>
                <a:cs typeface="Lucida Sans Unicode"/>
              </a:rPr>
              <a:t>easier</a:t>
            </a:r>
            <a:r>
              <a:rPr sz="1800" spc="-10" dirty="0">
                <a:latin typeface="Lucida Sans Unicode"/>
                <a:cs typeface="Lucida Sans Unicode"/>
              </a:rPr>
              <a:t> </a:t>
            </a:r>
            <a:r>
              <a:rPr sz="1800" dirty="0">
                <a:latin typeface="Lucida Sans Unicode"/>
                <a:cs typeface="Lucida Sans Unicode"/>
              </a:rPr>
              <a:t>than</a:t>
            </a:r>
            <a:r>
              <a:rPr sz="1800" spc="-10" dirty="0">
                <a:latin typeface="Lucida Sans Unicode"/>
                <a:cs typeface="Lucida Sans Unicode"/>
              </a:rPr>
              <a:t> sorting.</a:t>
            </a:r>
            <a:endParaRPr sz="1800">
              <a:latin typeface="Lucida Sans Unicode"/>
              <a:cs typeface="Lucida Sans Unicode"/>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694467" y="1218991"/>
            <a:ext cx="7605395" cy="2475230"/>
          </a:xfrm>
          <a:prstGeom prst="rect">
            <a:avLst/>
          </a:prstGeom>
        </p:spPr>
        <p:txBody>
          <a:bodyPr vert="horz" wrap="square" lIns="0" tIns="12700" rIns="0" bIns="0" rtlCol="0">
            <a:spAutoFit/>
          </a:bodyPr>
          <a:lstStyle/>
          <a:p>
            <a:pPr marL="63500">
              <a:lnSpc>
                <a:spcPts val="1980"/>
              </a:lnSpc>
              <a:spcBef>
                <a:spcPts val="100"/>
              </a:spcBef>
            </a:pPr>
            <a:r>
              <a:rPr sz="1800" spc="-235" dirty="0">
                <a:solidFill>
                  <a:srgbClr val="0048AA"/>
                </a:solidFill>
                <a:latin typeface="Lucida Sans Unicode"/>
                <a:cs typeface="Lucida Sans Unicode"/>
              </a:rPr>
              <a:t>3-</a:t>
            </a:r>
            <a:r>
              <a:rPr sz="1800" spc="65" dirty="0">
                <a:solidFill>
                  <a:srgbClr val="0048AA"/>
                </a:solidFill>
                <a:latin typeface="Lucida Sans Unicode"/>
                <a:cs typeface="Lucida Sans Unicode"/>
              </a:rPr>
              <a:t>way</a:t>
            </a:r>
            <a:r>
              <a:rPr sz="1800" spc="-5" dirty="0">
                <a:solidFill>
                  <a:srgbClr val="0048AA"/>
                </a:solidFill>
                <a:latin typeface="Lucida Sans Unicode"/>
                <a:cs typeface="Lucida Sans Unicode"/>
              </a:rPr>
              <a:t> </a:t>
            </a:r>
            <a:r>
              <a:rPr sz="1800" dirty="0">
                <a:solidFill>
                  <a:srgbClr val="0048AA"/>
                </a:solidFill>
                <a:latin typeface="Lucida Sans Unicode"/>
                <a:cs typeface="Lucida Sans Unicode"/>
              </a:rPr>
              <a:t>partition</a:t>
            </a:r>
            <a:r>
              <a:rPr sz="1800" spc="-5" dirty="0">
                <a:solidFill>
                  <a:srgbClr val="0048AA"/>
                </a:solidFill>
                <a:latin typeface="Lucida Sans Unicode"/>
                <a:cs typeface="Lucida Sans Unicode"/>
              </a:rPr>
              <a:t> </a:t>
            </a:r>
            <a:r>
              <a:rPr sz="1800" dirty="0">
                <a:solidFill>
                  <a:srgbClr val="0048AA"/>
                </a:solidFill>
                <a:latin typeface="Lucida Sans Unicode"/>
                <a:cs typeface="Lucida Sans Unicode"/>
              </a:rPr>
              <a:t>array so</a:t>
            </a:r>
            <a:r>
              <a:rPr sz="1800" spc="-5" dirty="0">
                <a:solidFill>
                  <a:srgbClr val="0048AA"/>
                </a:solidFill>
                <a:latin typeface="Lucida Sans Unicode"/>
                <a:cs typeface="Lucida Sans Unicode"/>
              </a:rPr>
              <a:t> </a:t>
            </a:r>
            <a:r>
              <a:rPr sz="1800" spc="-10" dirty="0">
                <a:solidFill>
                  <a:srgbClr val="0048AA"/>
                </a:solidFill>
                <a:latin typeface="Lucida Sans Unicode"/>
                <a:cs typeface="Lucida Sans Unicode"/>
              </a:rPr>
              <a:t>that:</a:t>
            </a:r>
            <a:endParaRPr sz="1800">
              <a:latin typeface="Lucida Sans Unicode"/>
              <a:cs typeface="Lucida Sans Unicode"/>
            </a:endParaRPr>
          </a:p>
          <a:p>
            <a:pPr marL="158750">
              <a:lnSpc>
                <a:spcPts val="2960"/>
              </a:lnSpc>
            </a:pPr>
            <a:r>
              <a:rPr sz="4275" spc="2175" baseline="-7797" dirty="0">
                <a:latin typeface="Yu Gothic UI"/>
                <a:cs typeface="Yu Gothic UI"/>
              </a:rPr>
              <a:t>・</a:t>
            </a:r>
            <a:r>
              <a:rPr sz="1800" dirty="0">
                <a:latin typeface="Lucida Sans Unicode"/>
                <a:cs typeface="Lucida Sans Unicode"/>
              </a:rPr>
              <a:t>Pivot</a:t>
            </a:r>
            <a:r>
              <a:rPr sz="1800" spc="15" dirty="0">
                <a:latin typeface="Lucida Sans Unicode"/>
                <a:cs typeface="Lucida Sans Unicode"/>
              </a:rPr>
              <a:t> </a:t>
            </a:r>
            <a:r>
              <a:rPr sz="1800" dirty="0">
                <a:latin typeface="Lucida Sans Unicode"/>
                <a:cs typeface="Lucida Sans Unicode"/>
              </a:rPr>
              <a:t>element</a:t>
            </a:r>
            <a:r>
              <a:rPr sz="1800" spc="20" dirty="0">
                <a:latin typeface="Lucida Sans Unicode"/>
                <a:cs typeface="Lucida Sans Unicode"/>
              </a:rPr>
              <a:t> </a:t>
            </a:r>
            <a:r>
              <a:rPr sz="1800" i="1" dirty="0">
                <a:latin typeface="Times New Roman"/>
                <a:cs typeface="Times New Roman"/>
              </a:rPr>
              <a:t>p</a:t>
            </a:r>
            <a:r>
              <a:rPr sz="1800" i="1" spc="130" dirty="0">
                <a:latin typeface="Times New Roman"/>
                <a:cs typeface="Times New Roman"/>
              </a:rPr>
              <a:t> </a:t>
            </a:r>
            <a:r>
              <a:rPr sz="1800" dirty="0">
                <a:latin typeface="Lucida Sans Unicode"/>
                <a:cs typeface="Lucida Sans Unicode"/>
              </a:rPr>
              <a:t>is</a:t>
            </a:r>
            <a:r>
              <a:rPr sz="1800" spc="20" dirty="0">
                <a:latin typeface="Lucida Sans Unicode"/>
                <a:cs typeface="Lucida Sans Unicode"/>
              </a:rPr>
              <a:t> </a:t>
            </a:r>
            <a:r>
              <a:rPr sz="1800" dirty="0">
                <a:latin typeface="Lucida Sans Unicode"/>
                <a:cs typeface="Lucida Sans Unicode"/>
              </a:rPr>
              <a:t>in</a:t>
            </a:r>
            <a:r>
              <a:rPr sz="1800" spc="15" dirty="0">
                <a:latin typeface="Lucida Sans Unicode"/>
                <a:cs typeface="Lucida Sans Unicode"/>
              </a:rPr>
              <a:t> </a:t>
            </a:r>
            <a:r>
              <a:rPr sz="1800" spc="-10" dirty="0">
                <a:latin typeface="Lucida Sans Unicode"/>
                <a:cs typeface="Lucida Sans Unicode"/>
              </a:rPr>
              <a:t>place.</a:t>
            </a:r>
            <a:endParaRPr sz="1800">
              <a:latin typeface="Lucida Sans Unicode"/>
              <a:cs typeface="Lucida Sans Unicode"/>
            </a:endParaRPr>
          </a:p>
          <a:p>
            <a:pPr marL="158750">
              <a:lnSpc>
                <a:spcPts val="2855"/>
              </a:lnSpc>
            </a:pPr>
            <a:r>
              <a:rPr sz="4275" spc="2175" baseline="-7797" dirty="0">
                <a:latin typeface="Yu Gothic UI"/>
                <a:cs typeface="Yu Gothic UI"/>
              </a:rPr>
              <a:t>・</a:t>
            </a:r>
            <a:r>
              <a:rPr sz="1800" dirty="0">
                <a:latin typeface="Lucida Sans Unicode"/>
                <a:cs typeface="Lucida Sans Unicode"/>
              </a:rPr>
              <a:t>Smaller</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in left</a:t>
            </a:r>
            <a:r>
              <a:rPr sz="1800" spc="-5" dirty="0">
                <a:latin typeface="Lucida Sans Unicode"/>
                <a:cs typeface="Lucida Sans Unicode"/>
              </a:rPr>
              <a:t> </a:t>
            </a:r>
            <a:r>
              <a:rPr sz="1800" dirty="0">
                <a:latin typeface="Lucida Sans Unicode"/>
                <a:cs typeface="Lucida Sans Unicode"/>
              </a:rPr>
              <a:t>subarray </a:t>
            </a:r>
            <a:r>
              <a:rPr sz="1800" i="1" spc="-25" dirty="0">
                <a:latin typeface="Times New Roman"/>
                <a:cs typeface="Times New Roman"/>
              </a:rPr>
              <a:t>L</a:t>
            </a:r>
            <a:r>
              <a:rPr sz="1800" spc="-25" dirty="0">
                <a:latin typeface="Lucida Sans Unicode"/>
                <a:cs typeface="Lucida Sans Unicode"/>
              </a:rPr>
              <a:t>.</a:t>
            </a:r>
            <a:endParaRPr sz="1800">
              <a:latin typeface="Lucida Sans Unicode"/>
              <a:cs typeface="Lucida Sans Unicode"/>
            </a:endParaRPr>
          </a:p>
          <a:p>
            <a:pPr marL="158750">
              <a:lnSpc>
                <a:spcPts val="2855"/>
              </a:lnSpc>
            </a:pPr>
            <a:r>
              <a:rPr sz="4275" spc="2175" baseline="-7797" dirty="0">
                <a:latin typeface="Yu Gothic UI"/>
                <a:cs typeface="Yu Gothic UI"/>
              </a:rPr>
              <a:t>・</a:t>
            </a:r>
            <a:r>
              <a:rPr sz="1800" dirty="0">
                <a:latin typeface="Lucida Sans Unicode"/>
                <a:cs typeface="Lucida Sans Unicode"/>
              </a:rPr>
              <a:t>Equal</a:t>
            </a:r>
            <a:r>
              <a:rPr sz="1800" spc="5"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middle</a:t>
            </a:r>
            <a:r>
              <a:rPr sz="1800" spc="10" dirty="0">
                <a:latin typeface="Lucida Sans Unicode"/>
                <a:cs typeface="Lucida Sans Unicode"/>
              </a:rPr>
              <a:t> </a:t>
            </a:r>
            <a:r>
              <a:rPr sz="1800" dirty="0">
                <a:latin typeface="Lucida Sans Unicode"/>
                <a:cs typeface="Lucida Sans Unicode"/>
              </a:rPr>
              <a:t>subarray</a:t>
            </a:r>
            <a:r>
              <a:rPr sz="1800" spc="5" dirty="0">
                <a:latin typeface="Lucida Sans Unicode"/>
                <a:cs typeface="Lucida Sans Unicode"/>
              </a:rPr>
              <a:t> </a:t>
            </a:r>
            <a:r>
              <a:rPr sz="1800" i="1" spc="-25" dirty="0">
                <a:latin typeface="Times New Roman"/>
                <a:cs typeface="Times New Roman"/>
              </a:rPr>
              <a:t>M</a:t>
            </a:r>
            <a:r>
              <a:rPr sz="1800" spc="-25" dirty="0">
                <a:latin typeface="Lucida Sans Unicode"/>
                <a:cs typeface="Lucida Sans Unicode"/>
              </a:rPr>
              <a:t>.</a:t>
            </a:r>
            <a:endParaRPr sz="1800">
              <a:latin typeface="Lucida Sans Unicode"/>
              <a:cs typeface="Lucida Sans Unicode"/>
            </a:endParaRPr>
          </a:p>
          <a:p>
            <a:pPr marL="158750">
              <a:lnSpc>
                <a:spcPts val="3135"/>
              </a:lnSpc>
            </a:pPr>
            <a:r>
              <a:rPr sz="4275" spc="2175" baseline="-7797" dirty="0">
                <a:latin typeface="Yu Gothic UI"/>
                <a:cs typeface="Yu Gothic UI"/>
              </a:rPr>
              <a:t>・</a:t>
            </a:r>
            <a:r>
              <a:rPr sz="1800" dirty="0">
                <a:latin typeface="Lucida Sans Unicode"/>
                <a:cs typeface="Lucida Sans Unicode"/>
              </a:rPr>
              <a:t>Larger</a:t>
            </a:r>
            <a:r>
              <a:rPr sz="1800" spc="-10" dirty="0">
                <a:latin typeface="Lucida Sans Unicode"/>
                <a:cs typeface="Lucida Sans Unicode"/>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right</a:t>
            </a:r>
            <a:r>
              <a:rPr sz="1800" spc="-5" dirty="0">
                <a:latin typeface="Lucida Sans Unicode"/>
                <a:cs typeface="Lucida Sans Unicode"/>
              </a:rPr>
              <a:t> </a:t>
            </a:r>
            <a:r>
              <a:rPr sz="1800" dirty="0">
                <a:latin typeface="Lucida Sans Unicode"/>
                <a:cs typeface="Lucida Sans Unicode"/>
              </a:rPr>
              <a:t>subarray</a:t>
            </a:r>
            <a:r>
              <a:rPr sz="1800" spc="-5" dirty="0">
                <a:latin typeface="Lucida Sans Unicode"/>
                <a:cs typeface="Lucida Sans Unicode"/>
              </a:rPr>
              <a:t> </a:t>
            </a:r>
            <a:r>
              <a:rPr sz="1800" i="1" spc="-25" dirty="0">
                <a:latin typeface="Times New Roman"/>
                <a:cs typeface="Times New Roman"/>
              </a:rPr>
              <a:t>R</a:t>
            </a:r>
            <a:r>
              <a:rPr sz="1800" spc="-25" dirty="0">
                <a:latin typeface="Lucida Sans Unicode"/>
                <a:cs typeface="Lucida Sans Unicode"/>
              </a:rPr>
              <a:t>.</a:t>
            </a:r>
            <a:endParaRPr sz="1800">
              <a:latin typeface="Lucida Sans Unicode"/>
              <a:cs typeface="Lucida Sans Unicode"/>
            </a:endParaRPr>
          </a:p>
          <a:p>
            <a:pPr>
              <a:lnSpc>
                <a:spcPct val="100000"/>
              </a:lnSpc>
              <a:spcBef>
                <a:spcPts val="570"/>
              </a:spcBef>
            </a:pPr>
            <a:endParaRPr sz="1800">
              <a:latin typeface="Lucida Sans Unicode"/>
              <a:cs typeface="Lucida Sans Unicode"/>
            </a:endParaRPr>
          </a:p>
          <a:p>
            <a:pPr marL="63500">
              <a:lnSpc>
                <a:spcPct val="100000"/>
              </a:lnSpc>
            </a:pPr>
            <a:r>
              <a:rPr sz="1800" dirty="0">
                <a:latin typeface="Lucida Sans Unicode"/>
                <a:cs typeface="Lucida Sans Unicode"/>
              </a:rPr>
              <a:t>Recur</a:t>
            </a:r>
            <a:r>
              <a:rPr sz="1800" spc="-5" dirty="0">
                <a:latin typeface="Lucida Sans Unicode"/>
                <a:cs typeface="Lucida Sans Unicode"/>
              </a:rPr>
              <a:t> </a:t>
            </a:r>
            <a:r>
              <a:rPr sz="1800" dirty="0">
                <a:latin typeface="Lucida Sans Unicode"/>
                <a:cs typeface="Lucida Sans Unicode"/>
              </a:rPr>
              <a:t>in </a:t>
            </a:r>
            <a:r>
              <a:rPr sz="1800" dirty="0">
                <a:solidFill>
                  <a:srgbClr val="8D3124"/>
                </a:solidFill>
                <a:latin typeface="Lucida Sans Unicode"/>
                <a:cs typeface="Lucida Sans Unicode"/>
              </a:rPr>
              <a:t>one </a:t>
            </a:r>
            <a:r>
              <a:rPr sz="1800" dirty="0">
                <a:latin typeface="Lucida Sans Unicode"/>
                <a:cs typeface="Lucida Sans Unicode"/>
              </a:rPr>
              <a:t>subarray—the</a:t>
            </a:r>
            <a:r>
              <a:rPr sz="1800" spc="-5" dirty="0">
                <a:latin typeface="Lucida Sans Unicode"/>
                <a:cs typeface="Lucida Sans Unicode"/>
              </a:rPr>
              <a:t> </a:t>
            </a:r>
            <a:r>
              <a:rPr sz="1800" dirty="0">
                <a:latin typeface="Lucida Sans Unicode"/>
                <a:cs typeface="Lucida Sans Unicode"/>
              </a:rPr>
              <a:t>one containing the</a:t>
            </a:r>
            <a:r>
              <a:rPr sz="1800" spc="-5" dirty="0">
                <a:latin typeface="Lucida Sans Unicode"/>
                <a:cs typeface="Lucida Sans Unicode"/>
              </a:rPr>
              <a:t> </a:t>
            </a:r>
            <a:r>
              <a:rPr sz="1800" i="1" dirty="0">
                <a:latin typeface="Times New Roman"/>
                <a:cs typeface="Times New Roman"/>
              </a:rPr>
              <a:t>k</a:t>
            </a:r>
            <a:r>
              <a:rPr sz="1800" baseline="25462" dirty="0">
                <a:latin typeface="Times New Roman"/>
                <a:cs typeface="Times New Roman"/>
              </a:rPr>
              <a:t>th</a:t>
            </a:r>
            <a:r>
              <a:rPr sz="1800" spc="397" baseline="25462" dirty="0">
                <a:latin typeface="Times New Roman"/>
                <a:cs typeface="Times New Roman"/>
              </a:rPr>
              <a:t> </a:t>
            </a:r>
            <a:r>
              <a:rPr sz="1800" dirty="0">
                <a:latin typeface="Lucida Sans Unicode"/>
                <a:cs typeface="Lucida Sans Unicode"/>
              </a:rPr>
              <a:t>smallest </a:t>
            </a:r>
            <a:r>
              <a:rPr sz="1800" spc="-10" dirty="0">
                <a:latin typeface="Lucida Sans Unicode"/>
                <a:cs typeface="Lucida Sans Unicode"/>
              </a:rPr>
              <a:t>element.</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Quickselect</a:t>
            </a:r>
          </a:p>
        </p:txBody>
      </p:sp>
      <p:grpSp>
        <p:nvGrpSpPr>
          <p:cNvPr id="5" name="object 5"/>
          <p:cNvGrpSpPr/>
          <p:nvPr/>
        </p:nvGrpSpPr>
        <p:grpSpPr>
          <a:xfrm>
            <a:off x="1559109" y="4026150"/>
            <a:ext cx="6934200" cy="2870835"/>
            <a:chOff x="1559109" y="4026150"/>
            <a:chExt cx="6934200" cy="2870835"/>
          </a:xfrm>
        </p:grpSpPr>
        <p:sp>
          <p:nvSpPr>
            <p:cNvPr id="6" name="object 6"/>
            <p:cNvSpPr/>
            <p:nvPr/>
          </p:nvSpPr>
          <p:spPr>
            <a:xfrm>
              <a:off x="1559109" y="4026150"/>
              <a:ext cx="6934200" cy="2870835"/>
            </a:xfrm>
            <a:custGeom>
              <a:avLst/>
              <a:gdLst/>
              <a:ahLst/>
              <a:cxnLst/>
              <a:rect l="l" t="t" r="r" b="b"/>
              <a:pathLst>
                <a:path w="6934200" h="2870834">
                  <a:moveTo>
                    <a:pt x="0" y="0"/>
                  </a:moveTo>
                  <a:lnTo>
                    <a:pt x="6933692" y="0"/>
                  </a:lnTo>
                  <a:lnTo>
                    <a:pt x="6933692" y="2870757"/>
                  </a:lnTo>
                  <a:lnTo>
                    <a:pt x="0" y="2870757"/>
                  </a:lnTo>
                  <a:lnTo>
                    <a:pt x="0" y="0"/>
                  </a:lnTo>
                  <a:close/>
                </a:path>
              </a:pathLst>
            </a:custGeom>
            <a:solidFill>
              <a:srgbClr val="FFFFFF"/>
            </a:solidFill>
          </p:spPr>
          <p:txBody>
            <a:bodyPr wrap="square" lIns="0" tIns="0" rIns="0" bIns="0" rtlCol="0"/>
            <a:lstStyle/>
            <a:p>
              <a:endParaRPr/>
            </a:p>
          </p:txBody>
        </p:sp>
        <p:sp>
          <p:nvSpPr>
            <p:cNvPr id="7" name="object 7"/>
            <p:cNvSpPr/>
            <p:nvPr/>
          </p:nvSpPr>
          <p:spPr>
            <a:xfrm>
              <a:off x="1778469" y="4628876"/>
              <a:ext cx="6204585" cy="0"/>
            </a:xfrm>
            <a:custGeom>
              <a:avLst/>
              <a:gdLst/>
              <a:ahLst/>
              <a:cxnLst/>
              <a:rect l="l" t="t" r="r" b="b"/>
              <a:pathLst>
                <a:path w="6204584">
                  <a:moveTo>
                    <a:pt x="0" y="0"/>
                  </a:moveTo>
                  <a:lnTo>
                    <a:pt x="6204081" y="0"/>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778469" y="4204198"/>
            <a:ext cx="3542029" cy="1206500"/>
          </a:xfrm>
          <a:prstGeom prst="rect">
            <a:avLst/>
          </a:prstGeom>
        </p:spPr>
        <p:txBody>
          <a:bodyPr vert="horz" wrap="square" lIns="0" tIns="12700" rIns="0" bIns="0" rtlCol="0">
            <a:spAutoFit/>
          </a:bodyPr>
          <a:lstStyle/>
          <a:p>
            <a:pPr>
              <a:lnSpc>
                <a:spcPct val="100000"/>
              </a:lnSpc>
              <a:spcBef>
                <a:spcPts val="100"/>
              </a:spcBef>
            </a:pPr>
            <a:r>
              <a:rPr sz="1800" cap="small" spc="-10" dirty="0">
                <a:solidFill>
                  <a:srgbClr val="003F83"/>
                </a:solidFill>
                <a:latin typeface="Times New Roman"/>
                <a:cs typeface="Times New Roman"/>
              </a:rPr>
              <a:t>Quick-</a:t>
            </a:r>
            <a:r>
              <a:rPr sz="1800" cap="small" dirty="0">
                <a:solidFill>
                  <a:srgbClr val="003F83"/>
                </a:solidFill>
                <a:latin typeface="Times New Roman"/>
                <a:cs typeface="Times New Roman"/>
              </a:rPr>
              <a:t>Select</a:t>
            </a:r>
            <a:r>
              <a:rPr sz="1800" cap="small" spc="-55" dirty="0">
                <a:solidFill>
                  <a:srgbClr val="003F83"/>
                </a:solidFill>
                <a:latin typeface="Times New Roman"/>
                <a:cs typeface="Times New Roman"/>
              </a:rPr>
              <a:t> </a:t>
            </a:r>
            <a:r>
              <a:rPr sz="1800" cap="small" dirty="0">
                <a:latin typeface="Times New Roman"/>
                <a:cs typeface="Times New Roman"/>
              </a:rPr>
              <a:t>(</a:t>
            </a:r>
            <a:r>
              <a:rPr sz="1800" i="1" dirty="0">
                <a:latin typeface="Times New Roman"/>
                <a:cs typeface="Times New Roman"/>
              </a:rPr>
              <a:t>A,</a:t>
            </a:r>
            <a:r>
              <a:rPr sz="1800" i="1" spc="-35" dirty="0">
                <a:latin typeface="Times New Roman"/>
                <a:cs typeface="Times New Roman"/>
              </a:rPr>
              <a:t> </a:t>
            </a:r>
            <a:r>
              <a:rPr sz="1800" i="1" spc="-25" dirty="0">
                <a:latin typeface="Times New Roman"/>
                <a:cs typeface="Times New Roman"/>
              </a:rPr>
              <a:t>k</a:t>
            </a:r>
            <a:r>
              <a:rPr sz="1800" cap="small" spc="-25" dirty="0">
                <a:latin typeface="Times New Roman"/>
                <a:cs typeface="Times New Roman"/>
              </a:rPr>
              <a:t>)</a:t>
            </a:r>
            <a:endParaRPr sz="1800">
              <a:latin typeface="Times New Roman"/>
              <a:cs typeface="Times New Roman"/>
            </a:endParaRPr>
          </a:p>
          <a:p>
            <a:pPr marR="5080">
              <a:lnSpc>
                <a:spcPct val="149500"/>
              </a:lnSpc>
              <a:spcBef>
                <a:spcPts val="675"/>
              </a:spcBef>
            </a:pPr>
            <a:r>
              <a:rPr sz="1800" dirty="0">
                <a:latin typeface="Times New Roman"/>
                <a:cs typeface="Times New Roman"/>
              </a:rPr>
              <a:t>Pick</a:t>
            </a:r>
            <a:r>
              <a:rPr sz="1800" spc="-10" dirty="0">
                <a:latin typeface="Times New Roman"/>
                <a:cs typeface="Times New Roman"/>
              </a:rPr>
              <a:t> </a:t>
            </a:r>
            <a:r>
              <a:rPr sz="1800" dirty="0">
                <a:latin typeface="Times New Roman"/>
                <a:cs typeface="Times New Roman"/>
              </a:rPr>
              <a:t>pivot</a:t>
            </a:r>
            <a:r>
              <a:rPr sz="1800" spc="-15" dirty="0">
                <a:latin typeface="Times New Roman"/>
                <a:cs typeface="Times New Roman"/>
              </a:rPr>
              <a:t> </a:t>
            </a:r>
            <a:r>
              <a:rPr sz="1800" i="1" dirty="0">
                <a:latin typeface="Times New Roman"/>
                <a:cs typeface="Times New Roman"/>
              </a:rPr>
              <a:t>p</a:t>
            </a:r>
            <a:r>
              <a:rPr sz="1800" i="1" spc="-5" dirty="0">
                <a:latin typeface="Times New Roman"/>
                <a:cs typeface="Times New Roman"/>
              </a:rPr>
              <a:t> </a:t>
            </a:r>
            <a:r>
              <a:rPr sz="1800" dirty="0">
                <a:latin typeface="Symbol"/>
                <a:cs typeface="Symbol"/>
              </a:rPr>
              <a:t></a:t>
            </a:r>
            <a:r>
              <a:rPr sz="1800" spc="-10" dirty="0">
                <a:latin typeface="Times New Roman"/>
                <a:cs typeface="Times New Roman"/>
              </a:rPr>
              <a:t> </a:t>
            </a:r>
            <a:r>
              <a:rPr sz="1800" i="1" dirty="0">
                <a:latin typeface="Times New Roman"/>
                <a:cs typeface="Times New Roman"/>
              </a:rPr>
              <a:t>A</a:t>
            </a:r>
            <a:r>
              <a:rPr sz="1800" i="1" spc="-40" dirty="0">
                <a:latin typeface="Times New Roman"/>
                <a:cs typeface="Times New Roman"/>
              </a:rPr>
              <a:t> </a:t>
            </a:r>
            <a:r>
              <a:rPr sz="1800" dirty="0">
                <a:latin typeface="Times New Roman"/>
                <a:cs typeface="Times New Roman"/>
              </a:rPr>
              <a:t>uniformly</a:t>
            </a:r>
            <a:r>
              <a:rPr sz="1800" spc="-10" dirty="0">
                <a:latin typeface="Times New Roman"/>
                <a:cs typeface="Times New Roman"/>
              </a:rPr>
              <a:t> </a:t>
            </a:r>
            <a:r>
              <a:rPr sz="1800" dirty="0">
                <a:latin typeface="Times New Roman"/>
                <a:cs typeface="Times New Roman"/>
              </a:rPr>
              <a:t>at</a:t>
            </a:r>
            <a:r>
              <a:rPr sz="1800" spc="-10" dirty="0">
                <a:latin typeface="Times New Roman"/>
                <a:cs typeface="Times New Roman"/>
              </a:rPr>
              <a:t> random. </a:t>
            </a:r>
            <a:r>
              <a:rPr sz="1800" dirty="0">
                <a:latin typeface="Times New Roman"/>
                <a:cs typeface="Times New Roman"/>
              </a:rPr>
              <a:t>(</a:t>
            </a:r>
            <a:r>
              <a:rPr sz="1800" i="1" dirty="0">
                <a:latin typeface="Times New Roman"/>
                <a:cs typeface="Times New Roman"/>
              </a:rPr>
              <a:t>L</a:t>
            </a:r>
            <a:r>
              <a:rPr sz="1800" dirty="0">
                <a:latin typeface="Times New Roman"/>
                <a:cs typeface="Times New Roman"/>
              </a:rPr>
              <a:t>, </a:t>
            </a:r>
            <a:r>
              <a:rPr sz="1800" i="1" dirty="0">
                <a:latin typeface="Times New Roman"/>
                <a:cs typeface="Times New Roman"/>
              </a:rPr>
              <a:t>M</a:t>
            </a:r>
            <a:r>
              <a:rPr sz="1800" dirty="0">
                <a:latin typeface="Times New Roman"/>
                <a:cs typeface="Times New Roman"/>
              </a:rPr>
              <a:t>, </a:t>
            </a:r>
            <a:r>
              <a:rPr sz="1800" i="1" dirty="0">
                <a:latin typeface="Times New Roman"/>
                <a:cs typeface="Times New Roman"/>
              </a:rPr>
              <a:t>R</a:t>
            </a:r>
            <a:r>
              <a:rPr sz="1800" dirty="0">
                <a:latin typeface="Times New Roman"/>
                <a:cs typeface="Times New Roman"/>
              </a:rPr>
              <a:t>) </a:t>
            </a:r>
            <a:r>
              <a:rPr sz="1800" dirty="0">
                <a:latin typeface="Symbol"/>
                <a:cs typeface="Symbol"/>
              </a:rPr>
              <a:t></a:t>
            </a:r>
            <a:r>
              <a:rPr sz="1800" dirty="0">
                <a:latin typeface="Times New Roman"/>
                <a:cs typeface="Times New Roman"/>
              </a:rPr>
              <a:t> </a:t>
            </a:r>
            <a:r>
              <a:rPr sz="1800" spc="-30" dirty="0">
                <a:solidFill>
                  <a:srgbClr val="003F83"/>
                </a:solidFill>
                <a:latin typeface="Times New Roman"/>
                <a:cs typeface="Times New Roman"/>
              </a:rPr>
              <a:t>P</a:t>
            </a:r>
            <a:r>
              <a:rPr sz="1450" spc="-30" dirty="0">
                <a:solidFill>
                  <a:srgbClr val="003F83"/>
                </a:solidFill>
                <a:latin typeface="Times New Roman"/>
                <a:cs typeface="Times New Roman"/>
              </a:rPr>
              <a:t>ARTITION</a:t>
            </a:r>
            <a:r>
              <a:rPr sz="1800" spc="-30" dirty="0">
                <a:solidFill>
                  <a:srgbClr val="003F83"/>
                </a:solidFill>
                <a:latin typeface="Times New Roman"/>
                <a:cs typeface="Times New Roman"/>
              </a:rPr>
              <a:t>-</a:t>
            </a:r>
            <a:r>
              <a:rPr sz="1800" dirty="0">
                <a:solidFill>
                  <a:srgbClr val="003F83"/>
                </a:solidFill>
                <a:latin typeface="Times New Roman"/>
                <a:cs typeface="Times New Roman"/>
              </a:rPr>
              <a:t>3-</a:t>
            </a:r>
            <a:r>
              <a:rPr sz="1450" spc="-80" dirty="0">
                <a:solidFill>
                  <a:srgbClr val="003F83"/>
                </a:solidFill>
                <a:latin typeface="Times New Roman"/>
                <a:cs typeface="Times New Roman"/>
              </a:rPr>
              <a:t>WAY</a:t>
            </a:r>
            <a:r>
              <a:rPr sz="1450" spc="85" dirty="0">
                <a:solidFill>
                  <a:srgbClr val="003F83"/>
                </a:solidFill>
                <a:latin typeface="Times New Roman"/>
                <a:cs typeface="Times New Roman"/>
              </a:rPr>
              <a:t> </a:t>
            </a:r>
            <a:r>
              <a:rPr sz="1800" dirty="0">
                <a:latin typeface="Times New Roman"/>
                <a:cs typeface="Times New Roman"/>
              </a:rPr>
              <a:t>(</a:t>
            </a:r>
            <a:r>
              <a:rPr sz="1800" i="1" dirty="0">
                <a:latin typeface="Times New Roman"/>
                <a:cs typeface="Times New Roman"/>
              </a:rPr>
              <a:t>A</a:t>
            </a:r>
            <a:r>
              <a:rPr sz="1800" dirty="0">
                <a:latin typeface="Times New Roman"/>
                <a:cs typeface="Times New Roman"/>
              </a:rPr>
              <a:t>, </a:t>
            </a:r>
            <a:r>
              <a:rPr sz="1800" i="1" spc="-25" dirty="0">
                <a:latin typeface="Times New Roman"/>
                <a:cs typeface="Times New Roman"/>
              </a:rPr>
              <a:t>p</a:t>
            </a:r>
            <a:r>
              <a:rPr sz="1800" spc="-25" dirty="0">
                <a:latin typeface="Times New Roman"/>
                <a:cs typeface="Times New Roman"/>
              </a:rPr>
              <a:t>).</a:t>
            </a:r>
            <a:endParaRPr sz="1800">
              <a:latin typeface="Times New Roman"/>
              <a:cs typeface="Times New Roman"/>
            </a:endParaRPr>
          </a:p>
        </p:txBody>
      </p:sp>
      <p:sp>
        <p:nvSpPr>
          <p:cNvPr id="9" name="object 9"/>
          <p:cNvSpPr txBox="1"/>
          <p:nvPr/>
        </p:nvSpPr>
        <p:spPr>
          <a:xfrm>
            <a:off x="1778469" y="5404003"/>
            <a:ext cx="6270625" cy="769620"/>
          </a:xfrm>
          <a:prstGeom prst="rect">
            <a:avLst/>
          </a:prstGeom>
        </p:spPr>
        <p:txBody>
          <a:bodyPr vert="horz" wrap="square" lIns="0" tIns="109855" rIns="0" bIns="0" rtlCol="0">
            <a:spAutoFit/>
          </a:bodyPr>
          <a:lstStyle/>
          <a:p>
            <a:pPr>
              <a:lnSpc>
                <a:spcPct val="100000"/>
              </a:lnSpc>
              <a:spcBef>
                <a:spcPts val="865"/>
              </a:spcBef>
              <a:tabLst>
                <a:tab pos="772795" algn="l"/>
                <a:tab pos="2359660" algn="l"/>
              </a:tabLst>
            </a:pPr>
            <a:r>
              <a:rPr sz="1800" cap="small" spc="-25" dirty="0">
                <a:solidFill>
                  <a:srgbClr val="003F83"/>
                </a:solidFill>
                <a:latin typeface="Times New Roman"/>
                <a:cs typeface="Times New Roman"/>
              </a:rPr>
              <a:t>If</a:t>
            </a:r>
            <a:r>
              <a:rPr sz="1800" cap="small" dirty="0">
                <a:solidFill>
                  <a:srgbClr val="003F83"/>
                </a:solidFill>
                <a:latin typeface="Times New Roman"/>
                <a:cs typeface="Times New Roman"/>
              </a:rPr>
              <a:t>	</a:t>
            </a:r>
            <a:r>
              <a:rPr sz="1800" i="1" dirty="0">
                <a:latin typeface="Times New Roman"/>
                <a:cs typeface="Times New Roman"/>
              </a:rPr>
              <a:t>k</a:t>
            </a:r>
            <a:r>
              <a:rPr sz="1800" i="1" spc="450" dirty="0">
                <a:latin typeface="Times New Roman"/>
                <a:cs typeface="Times New Roman"/>
              </a:rPr>
              <a:t> </a:t>
            </a:r>
            <a:r>
              <a:rPr sz="1800" i="1" dirty="0">
                <a:latin typeface="Times New Roman"/>
                <a:cs typeface="Times New Roman"/>
              </a:rPr>
              <a:t>≤</a:t>
            </a:r>
            <a:r>
              <a:rPr sz="1800" i="1" spc="450" dirty="0">
                <a:latin typeface="Times New Roman"/>
                <a:cs typeface="Times New Roman"/>
              </a:rPr>
              <a:t> </a:t>
            </a:r>
            <a:r>
              <a:rPr sz="1800" i="1" spc="-10" dirty="0">
                <a:latin typeface="Times New Roman"/>
                <a:cs typeface="Times New Roman"/>
              </a:rPr>
              <a:t>|</a:t>
            </a:r>
            <a:r>
              <a:rPr sz="1800" i="1" spc="-150" dirty="0">
                <a:latin typeface="Times New Roman"/>
                <a:cs typeface="Times New Roman"/>
              </a:rPr>
              <a:t> </a:t>
            </a:r>
            <a:r>
              <a:rPr sz="1800" i="1" dirty="0">
                <a:latin typeface="Times New Roman"/>
                <a:cs typeface="Times New Roman"/>
              </a:rPr>
              <a:t>L</a:t>
            </a:r>
            <a:r>
              <a:rPr sz="1800" i="1" spc="-145" dirty="0">
                <a:latin typeface="Times New Roman"/>
                <a:cs typeface="Times New Roman"/>
              </a:rPr>
              <a:t> </a:t>
            </a:r>
            <a:r>
              <a:rPr sz="1800" i="1" spc="-50" dirty="0">
                <a:latin typeface="Times New Roman"/>
                <a:cs typeface="Times New Roman"/>
              </a:rPr>
              <a:t>|</a:t>
            </a:r>
            <a:r>
              <a:rPr sz="1800" i="1" dirty="0">
                <a:latin typeface="Times New Roman"/>
                <a:cs typeface="Times New Roman"/>
              </a:rPr>
              <a:t>	</a:t>
            </a:r>
            <a:r>
              <a:rPr sz="1800" cap="small" dirty="0">
                <a:solidFill>
                  <a:srgbClr val="003F83"/>
                </a:solidFill>
                <a:latin typeface="Times New Roman"/>
                <a:cs typeface="Times New Roman"/>
              </a:rPr>
              <a:t>return</a:t>
            </a:r>
            <a:r>
              <a:rPr sz="1800" cap="small" spc="-45" dirty="0">
                <a:solidFill>
                  <a:srgbClr val="003F83"/>
                </a:solidFill>
                <a:latin typeface="Times New Roman"/>
                <a:cs typeface="Times New Roman"/>
              </a:rPr>
              <a:t> </a:t>
            </a:r>
            <a:r>
              <a:rPr sz="1800" cap="small" spc="-10" dirty="0">
                <a:solidFill>
                  <a:srgbClr val="003F83"/>
                </a:solidFill>
                <a:latin typeface="Times New Roman"/>
                <a:cs typeface="Times New Roman"/>
              </a:rPr>
              <a:t>Quick-</a:t>
            </a:r>
            <a:r>
              <a:rPr sz="1800" cap="small" dirty="0">
                <a:solidFill>
                  <a:srgbClr val="003F83"/>
                </a:solidFill>
                <a:latin typeface="Times New Roman"/>
                <a:cs typeface="Times New Roman"/>
              </a:rPr>
              <a:t>Select</a:t>
            </a:r>
            <a:r>
              <a:rPr sz="1800" cap="small" spc="-65" dirty="0">
                <a:solidFill>
                  <a:srgbClr val="003F83"/>
                </a:solidFill>
                <a:latin typeface="Times New Roman"/>
                <a:cs typeface="Times New Roman"/>
              </a:rPr>
              <a:t> </a:t>
            </a:r>
            <a:r>
              <a:rPr sz="1800" cap="small" dirty="0">
                <a:latin typeface="Times New Roman"/>
                <a:cs typeface="Times New Roman"/>
              </a:rPr>
              <a:t>(</a:t>
            </a:r>
            <a:r>
              <a:rPr sz="1800" i="1" dirty="0">
                <a:latin typeface="Times New Roman"/>
                <a:cs typeface="Times New Roman"/>
              </a:rPr>
              <a:t>L,</a:t>
            </a:r>
            <a:r>
              <a:rPr sz="1800" i="1" spc="-50" dirty="0">
                <a:latin typeface="Times New Roman"/>
                <a:cs typeface="Times New Roman"/>
              </a:rPr>
              <a:t> </a:t>
            </a:r>
            <a:r>
              <a:rPr sz="1800" i="1" spc="-25" dirty="0">
                <a:latin typeface="Times New Roman"/>
                <a:cs typeface="Times New Roman"/>
              </a:rPr>
              <a:t>k</a:t>
            </a:r>
            <a:r>
              <a:rPr sz="1800" cap="small" spc="-25" dirty="0">
                <a:latin typeface="Times New Roman"/>
                <a:cs typeface="Times New Roman"/>
              </a:rPr>
              <a:t>).</a:t>
            </a:r>
            <a:endParaRPr sz="1800">
              <a:latin typeface="Times New Roman"/>
              <a:cs typeface="Times New Roman"/>
            </a:endParaRPr>
          </a:p>
          <a:p>
            <a:pPr>
              <a:lnSpc>
                <a:spcPct val="100000"/>
              </a:lnSpc>
              <a:spcBef>
                <a:spcPts val="770"/>
              </a:spcBef>
              <a:tabLst>
                <a:tab pos="828675" algn="l"/>
              </a:tabLst>
            </a:pPr>
            <a:r>
              <a:rPr sz="1800" cap="small" dirty="0">
                <a:solidFill>
                  <a:srgbClr val="003F83"/>
                </a:solidFill>
                <a:latin typeface="Times New Roman"/>
                <a:cs typeface="Times New Roman"/>
              </a:rPr>
              <a:t>else</a:t>
            </a:r>
            <a:r>
              <a:rPr sz="1800" cap="small" spc="-60" dirty="0">
                <a:solidFill>
                  <a:srgbClr val="003F83"/>
                </a:solidFill>
                <a:latin typeface="Times New Roman"/>
                <a:cs typeface="Times New Roman"/>
              </a:rPr>
              <a:t> </a:t>
            </a:r>
            <a:r>
              <a:rPr sz="1800" cap="small" spc="-25" dirty="0">
                <a:solidFill>
                  <a:srgbClr val="003F83"/>
                </a:solidFill>
                <a:latin typeface="Times New Roman"/>
                <a:cs typeface="Times New Roman"/>
              </a:rPr>
              <a:t>if</a:t>
            </a:r>
            <a:r>
              <a:rPr sz="1800" cap="small" dirty="0">
                <a:solidFill>
                  <a:srgbClr val="003F83"/>
                </a:solidFill>
                <a:latin typeface="Times New Roman"/>
                <a:cs typeface="Times New Roman"/>
              </a:rPr>
              <a:t>	</a:t>
            </a:r>
            <a:r>
              <a:rPr sz="1800" i="1" dirty="0">
                <a:latin typeface="Times New Roman"/>
                <a:cs typeface="Times New Roman"/>
              </a:rPr>
              <a:t>k</a:t>
            </a:r>
            <a:r>
              <a:rPr sz="1800" i="1" spc="400" dirty="0">
                <a:latin typeface="Times New Roman"/>
                <a:cs typeface="Times New Roman"/>
              </a:rPr>
              <a:t> </a:t>
            </a:r>
            <a:r>
              <a:rPr sz="1800" i="1" dirty="0">
                <a:latin typeface="Times New Roman"/>
                <a:cs typeface="Times New Roman"/>
              </a:rPr>
              <a:t>&gt;</a:t>
            </a:r>
            <a:r>
              <a:rPr sz="1800" i="1" spc="-10" dirty="0">
                <a:latin typeface="Times New Roman"/>
                <a:cs typeface="Times New Roman"/>
              </a:rPr>
              <a:t> |</a:t>
            </a:r>
            <a:r>
              <a:rPr sz="1800" i="1" spc="-150" dirty="0">
                <a:latin typeface="Times New Roman"/>
                <a:cs typeface="Times New Roman"/>
              </a:rPr>
              <a:t> </a:t>
            </a:r>
            <a:r>
              <a:rPr sz="1800" i="1" dirty="0">
                <a:latin typeface="Times New Roman"/>
                <a:cs typeface="Times New Roman"/>
              </a:rPr>
              <a:t>L</a:t>
            </a:r>
            <a:r>
              <a:rPr sz="1800" i="1" spc="-150" dirty="0">
                <a:latin typeface="Times New Roman"/>
                <a:cs typeface="Times New Roman"/>
              </a:rPr>
              <a:t> </a:t>
            </a:r>
            <a:r>
              <a:rPr sz="1800" i="1" dirty="0">
                <a:latin typeface="Times New Roman"/>
                <a:cs typeface="Times New Roman"/>
              </a:rPr>
              <a:t>|</a:t>
            </a:r>
            <a:r>
              <a:rPr sz="1800" i="1" spc="-5" dirty="0">
                <a:latin typeface="Times New Roman"/>
                <a:cs typeface="Times New Roman"/>
              </a:rPr>
              <a:t> </a:t>
            </a:r>
            <a:r>
              <a:rPr sz="1800" i="1" dirty="0">
                <a:latin typeface="Times New Roman"/>
                <a:cs typeface="Times New Roman"/>
              </a:rPr>
              <a:t>+</a:t>
            </a:r>
            <a:r>
              <a:rPr sz="1800" i="1" spc="-5" dirty="0">
                <a:latin typeface="Times New Roman"/>
                <a:cs typeface="Times New Roman"/>
              </a:rPr>
              <a:t> </a:t>
            </a:r>
            <a:r>
              <a:rPr sz="1800" i="1" spc="-10" dirty="0">
                <a:latin typeface="Times New Roman"/>
                <a:cs typeface="Times New Roman"/>
              </a:rPr>
              <a:t>|</a:t>
            </a:r>
            <a:r>
              <a:rPr sz="1800" i="1" spc="-150" dirty="0">
                <a:latin typeface="Times New Roman"/>
                <a:cs typeface="Times New Roman"/>
              </a:rPr>
              <a:t> </a:t>
            </a:r>
            <a:r>
              <a:rPr sz="1800" i="1" dirty="0">
                <a:latin typeface="Times New Roman"/>
                <a:cs typeface="Times New Roman"/>
              </a:rPr>
              <a:t>M</a:t>
            </a:r>
            <a:r>
              <a:rPr sz="1800" i="1" spc="-150" dirty="0">
                <a:latin typeface="Times New Roman"/>
                <a:cs typeface="Times New Roman"/>
              </a:rPr>
              <a:t> </a:t>
            </a:r>
            <a:r>
              <a:rPr sz="1800" i="1" dirty="0">
                <a:latin typeface="Times New Roman"/>
                <a:cs typeface="Times New Roman"/>
              </a:rPr>
              <a:t>|</a:t>
            </a:r>
            <a:r>
              <a:rPr sz="1800" i="1" spc="434" dirty="0">
                <a:latin typeface="Times New Roman"/>
                <a:cs typeface="Times New Roman"/>
              </a:rPr>
              <a:t> </a:t>
            </a:r>
            <a:r>
              <a:rPr sz="1800" cap="small" dirty="0">
                <a:solidFill>
                  <a:srgbClr val="003F83"/>
                </a:solidFill>
                <a:latin typeface="Times New Roman"/>
                <a:cs typeface="Times New Roman"/>
              </a:rPr>
              <a:t>return</a:t>
            </a:r>
            <a:r>
              <a:rPr sz="1800" cap="small" spc="-10" dirty="0">
                <a:solidFill>
                  <a:srgbClr val="003F83"/>
                </a:solidFill>
                <a:latin typeface="Times New Roman"/>
                <a:cs typeface="Times New Roman"/>
              </a:rPr>
              <a:t> Quick-</a:t>
            </a:r>
            <a:r>
              <a:rPr sz="1800" cap="small" dirty="0">
                <a:solidFill>
                  <a:srgbClr val="003F83"/>
                </a:solidFill>
                <a:latin typeface="Times New Roman"/>
                <a:cs typeface="Times New Roman"/>
              </a:rPr>
              <a:t>Select</a:t>
            </a:r>
            <a:r>
              <a:rPr sz="1800" cap="small" spc="-35" dirty="0">
                <a:solidFill>
                  <a:srgbClr val="003F83"/>
                </a:solidFill>
                <a:latin typeface="Times New Roman"/>
                <a:cs typeface="Times New Roman"/>
              </a:rPr>
              <a:t> </a:t>
            </a:r>
            <a:r>
              <a:rPr sz="1800" cap="small" dirty="0">
                <a:latin typeface="Times New Roman"/>
                <a:cs typeface="Times New Roman"/>
              </a:rPr>
              <a:t>(</a:t>
            </a:r>
            <a:r>
              <a:rPr sz="1800" i="1" dirty="0">
                <a:latin typeface="Times New Roman"/>
                <a:cs typeface="Times New Roman"/>
              </a:rPr>
              <a:t>R,</a:t>
            </a:r>
            <a:r>
              <a:rPr sz="1800" i="1" spc="-5" dirty="0">
                <a:latin typeface="Times New Roman"/>
                <a:cs typeface="Times New Roman"/>
              </a:rPr>
              <a:t> </a:t>
            </a:r>
            <a:r>
              <a:rPr sz="1800" i="1" dirty="0">
                <a:latin typeface="Times New Roman"/>
                <a:cs typeface="Times New Roman"/>
              </a:rPr>
              <a:t>k</a:t>
            </a:r>
            <a:r>
              <a:rPr sz="1800" i="1" spc="-10" dirty="0">
                <a:latin typeface="Times New Roman"/>
                <a:cs typeface="Times New Roman"/>
              </a:rPr>
              <a:t> </a:t>
            </a:r>
            <a:r>
              <a:rPr sz="1800" cap="small" dirty="0">
                <a:latin typeface="Times New Roman"/>
                <a:cs typeface="Times New Roman"/>
              </a:rPr>
              <a:t>–</a:t>
            </a:r>
            <a:r>
              <a:rPr sz="1800" cap="small" spc="-5" dirty="0">
                <a:latin typeface="Times New Roman"/>
                <a:cs typeface="Times New Roman"/>
              </a:rPr>
              <a:t> </a:t>
            </a:r>
            <a:r>
              <a:rPr sz="1800" i="1" spc="-10" dirty="0">
                <a:latin typeface="Times New Roman"/>
                <a:cs typeface="Times New Roman"/>
              </a:rPr>
              <a:t>|</a:t>
            </a:r>
            <a:r>
              <a:rPr sz="1800" i="1" spc="-150" dirty="0">
                <a:latin typeface="Times New Roman"/>
                <a:cs typeface="Times New Roman"/>
              </a:rPr>
              <a:t> </a:t>
            </a:r>
            <a:r>
              <a:rPr sz="1800" i="1" dirty="0">
                <a:latin typeface="Times New Roman"/>
                <a:cs typeface="Times New Roman"/>
              </a:rPr>
              <a:t>L</a:t>
            </a:r>
            <a:r>
              <a:rPr sz="1800" i="1" spc="-150" dirty="0">
                <a:latin typeface="Times New Roman"/>
                <a:cs typeface="Times New Roman"/>
              </a:rPr>
              <a:t> </a:t>
            </a:r>
            <a:r>
              <a:rPr sz="1800" i="1" dirty="0">
                <a:latin typeface="Times New Roman"/>
                <a:cs typeface="Times New Roman"/>
              </a:rPr>
              <a:t>|</a:t>
            </a:r>
            <a:r>
              <a:rPr sz="1800" i="1" spc="-5" dirty="0">
                <a:latin typeface="Times New Roman"/>
                <a:cs typeface="Times New Roman"/>
              </a:rPr>
              <a:t> </a:t>
            </a:r>
            <a:r>
              <a:rPr sz="1800" cap="small" dirty="0">
                <a:latin typeface="Times New Roman"/>
                <a:cs typeface="Times New Roman"/>
              </a:rPr>
              <a:t>–</a:t>
            </a:r>
            <a:r>
              <a:rPr sz="1800" cap="small" spc="-5" dirty="0">
                <a:latin typeface="Times New Roman"/>
                <a:cs typeface="Times New Roman"/>
              </a:rPr>
              <a:t> </a:t>
            </a:r>
            <a:r>
              <a:rPr sz="1800" i="1" spc="-10" dirty="0">
                <a:latin typeface="Times New Roman"/>
                <a:cs typeface="Times New Roman"/>
              </a:rPr>
              <a:t>|</a:t>
            </a:r>
            <a:r>
              <a:rPr sz="1800" i="1" spc="-150" dirty="0">
                <a:latin typeface="Times New Roman"/>
                <a:cs typeface="Times New Roman"/>
              </a:rPr>
              <a:t> </a:t>
            </a:r>
            <a:r>
              <a:rPr sz="1800" i="1" dirty="0">
                <a:latin typeface="Times New Roman"/>
                <a:cs typeface="Times New Roman"/>
              </a:rPr>
              <a:t>M</a:t>
            </a:r>
            <a:r>
              <a:rPr sz="1800" i="1" spc="-150" dirty="0">
                <a:latin typeface="Times New Roman"/>
                <a:cs typeface="Times New Roman"/>
              </a:rPr>
              <a:t> </a:t>
            </a:r>
            <a:r>
              <a:rPr sz="1800" i="1" spc="-70" dirty="0">
                <a:latin typeface="Times New Roman"/>
                <a:cs typeface="Times New Roman"/>
              </a:rPr>
              <a:t>|</a:t>
            </a:r>
            <a:r>
              <a:rPr sz="1800" cap="small" spc="-70" dirty="0">
                <a:latin typeface="Times New Roman"/>
                <a:cs typeface="Times New Roman"/>
              </a:rPr>
              <a:t>)</a:t>
            </a:r>
            <a:endParaRPr sz="1800">
              <a:latin typeface="Times New Roman"/>
              <a:cs typeface="Times New Roman"/>
            </a:endParaRPr>
          </a:p>
        </p:txBody>
      </p:sp>
      <p:sp>
        <p:nvSpPr>
          <p:cNvPr id="10" name="object 10"/>
          <p:cNvSpPr txBox="1"/>
          <p:nvPr/>
        </p:nvSpPr>
        <p:spPr>
          <a:xfrm>
            <a:off x="1778469" y="6290981"/>
            <a:ext cx="450215" cy="245745"/>
          </a:xfrm>
          <a:prstGeom prst="rect">
            <a:avLst/>
          </a:prstGeom>
        </p:spPr>
        <p:txBody>
          <a:bodyPr vert="horz" wrap="square" lIns="0" tIns="11430" rIns="0" bIns="0" rtlCol="0">
            <a:spAutoFit/>
          </a:bodyPr>
          <a:lstStyle/>
          <a:p>
            <a:pPr>
              <a:lnSpc>
                <a:spcPct val="100000"/>
              </a:lnSpc>
              <a:spcBef>
                <a:spcPts val="90"/>
              </a:spcBef>
            </a:pPr>
            <a:r>
              <a:rPr sz="1450" spc="-20" dirty="0">
                <a:solidFill>
                  <a:srgbClr val="003F83"/>
                </a:solidFill>
                <a:latin typeface="Times New Roman"/>
                <a:cs typeface="Times New Roman"/>
              </a:rPr>
              <a:t>ELSE</a:t>
            </a:r>
            <a:endParaRPr sz="1450">
              <a:latin typeface="Times New Roman"/>
              <a:cs typeface="Times New Roman"/>
            </a:endParaRPr>
          </a:p>
        </p:txBody>
      </p:sp>
      <p:sp>
        <p:nvSpPr>
          <p:cNvPr id="11" name="object 11"/>
          <p:cNvSpPr txBox="1"/>
          <p:nvPr/>
        </p:nvSpPr>
        <p:spPr>
          <a:xfrm>
            <a:off x="4138605" y="6245202"/>
            <a:ext cx="974090" cy="300355"/>
          </a:xfrm>
          <a:prstGeom prst="rect">
            <a:avLst/>
          </a:prstGeom>
        </p:spPr>
        <p:txBody>
          <a:bodyPr vert="horz" wrap="square" lIns="0" tIns="12700" rIns="0" bIns="0" rtlCol="0">
            <a:spAutoFit/>
          </a:bodyPr>
          <a:lstStyle/>
          <a:p>
            <a:pPr>
              <a:lnSpc>
                <a:spcPct val="100000"/>
              </a:lnSpc>
              <a:spcBef>
                <a:spcPts val="100"/>
              </a:spcBef>
            </a:pPr>
            <a:r>
              <a:rPr sz="1450" dirty="0">
                <a:solidFill>
                  <a:srgbClr val="003F83"/>
                </a:solidFill>
                <a:latin typeface="Times New Roman"/>
                <a:cs typeface="Times New Roman"/>
              </a:rPr>
              <a:t>RETURN</a:t>
            </a:r>
            <a:r>
              <a:rPr sz="1450" spc="10" dirty="0">
                <a:solidFill>
                  <a:srgbClr val="003F83"/>
                </a:solidFill>
                <a:latin typeface="Times New Roman"/>
                <a:cs typeface="Times New Roman"/>
              </a:rPr>
              <a:t> </a:t>
            </a:r>
            <a:r>
              <a:rPr sz="1800" i="1" spc="-25" dirty="0">
                <a:latin typeface="Times New Roman"/>
                <a:cs typeface="Times New Roman"/>
              </a:rPr>
              <a:t>p</a:t>
            </a:r>
            <a:r>
              <a:rPr sz="1800" spc="-25" dirty="0">
                <a:latin typeface="Times New Roman"/>
                <a:cs typeface="Times New Roman"/>
              </a:rPr>
              <a:t>.</a:t>
            </a:r>
            <a:endParaRPr sz="1800">
              <a:latin typeface="Times New Roman"/>
              <a:cs typeface="Times New Roman"/>
            </a:endParaRPr>
          </a:p>
        </p:txBody>
      </p:sp>
      <p:grpSp>
        <p:nvGrpSpPr>
          <p:cNvPr id="12" name="object 12"/>
          <p:cNvGrpSpPr/>
          <p:nvPr/>
        </p:nvGrpSpPr>
        <p:grpSpPr>
          <a:xfrm>
            <a:off x="1778469" y="5246265"/>
            <a:ext cx="6204585" cy="1424305"/>
            <a:chOff x="1778469" y="5246265"/>
            <a:chExt cx="6204585" cy="1424305"/>
          </a:xfrm>
        </p:grpSpPr>
        <p:sp>
          <p:nvSpPr>
            <p:cNvPr id="13" name="object 13"/>
            <p:cNvSpPr/>
            <p:nvPr/>
          </p:nvSpPr>
          <p:spPr>
            <a:xfrm>
              <a:off x="1778469" y="6669879"/>
              <a:ext cx="6204585" cy="0"/>
            </a:xfrm>
            <a:custGeom>
              <a:avLst/>
              <a:gdLst/>
              <a:ahLst/>
              <a:cxnLst/>
              <a:rect l="l" t="t" r="r" b="b"/>
              <a:pathLst>
                <a:path w="6204584">
                  <a:moveTo>
                    <a:pt x="0" y="0"/>
                  </a:moveTo>
                  <a:lnTo>
                    <a:pt x="6204081" y="0"/>
                  </a:lnTo>
                </a:path>
              </a:pathLst>
            </a:custGeom>
            <a:ln w="3175">
              <a:solidFill>
                <a:srgbClr val="000000"/>
              </a:solidFill>
            </a:ln>
          </p:spPr>
          <p:txBody>
            <a:bodyPr wrap="square" lIns="0" tIns="0" rIns="0" bIns="0" rtlCol="0"/>
            <a:lstStyle/>
            <a:p>
              <a:endParaRPr/>
            </a:p>
          </p:txBody>
        </p:sp>
        <p:sp>
          <p:nvSpPr>
            <p:cNvPr id="14" name="object 14"/>
            <p:cNvSpPr/>
            <p:nvPr/>
          </p:nvSpPr>
          <p:spPr>
            <a:xfrm>
              <a:off x="5452105" y="5292045"/>
              <a:ext cx="744220" cy="0"/>
            </a:xfrm>
            <a:custGeom>
              <a:avLst/>
              <a:gdLst/>
              <a:ahLst/>
              <a:cxnLst/>
              <a:rect l="l" t="t" r="r" b="b"/>
              <a:pathLst>
                <a:path w="744220">
                  <a:moveTo>
                    <a:pt x="0" y="0"/>
                  </a:moveTo>
                  <a:lnTo>
                    <a:pt x="9537" y="0"/>
                  </a:lnTo>
                  <a:lnTo>
                    <a:pt x="743890" y="0"/>
                  </a:lnTo>
                </a:path>
              </a:pathLst>
            </a:custGeom>
            <a:ln w="19074">
              <a:solidFill>
                <a:srgbClr val="8D3124"/>
              </a:solidFill>
            </a:ln>
          </p:spPr>
          <p:txBody>
            <a:bodyPr wrap="square" lIns="0" tIns="0" rIns="0" bIns="0" rtlCol="0"/>
            <a:lstStyle/>
            <a:p>
              <a:endParaRPr/>
            </a:p>
          </p:txBody>
        </p:sp>
        <p:sp>
          <p:nvSpPr>
            <p:cNvPr id="15" name="object 15"/>
            <p:cNvSpPr/>
            <p:nvPr/>
          </p:nvSpPr>
          <p:spPr>
            <a:xfrm>
              <a:off x="5392973" y="5246265"/>
              <a:ext cx="92075" cy="92075"/>
            </a:xfrm>
            <a:custGeom>
              <a:avLst/>
              <a:gdLst/>
              <a:ahLst/>
              <a:cxnLst/>
              <a:rect l="l" t="t" r="r" b="b"/>
              <a:pathLst>
                <a:path w="92075" h="92075">
                  <a:moveTo>
                    <a:pt x="91559" y="0"/>
                  </a:moveTo>
                  <a:lnTo>
                    <a:pt x="0" y="45778"/>
                  </a:lnTo>
                  <a:lnTo>
                    <a:pt x="91559" y="91558"/>
                  </a:lnTo>
                  <a:lnTo>
                    <a:pt x="68668" y="45778"/>
                  </a:lnTo>
                  <a:lnTo>
                    <a:pt x="91559" y="0"/>
                  </a:lnTo>
                  <a:close/>
                </a:path>
              </a:pathLst>
            </a:custGeom>
            <a:solidFill>
              <a:srgbClr val="8D3124"/>
            </a:solidFill>
          </p:spPr>
          <p:txBody>
            <a:bodyPr wrap="square" lIns="0" tIns="0" rIns="0" bIns="0" rtlCol="0"/>
            <a:lstStyle/>
            <a:p>
              <a:endParaRPr/>
            </a:p>
          </p:txBody>
        </p:sp>
      </p:grpSp>
      <p:sp>
        <p:nvSpPr>
          <p:cNvPr id="16" name="object 16"/>
          <p:cNvSpPr txBox="1"/>
          <p:nvPr/>
        </p:nvSpPr>
        <p:spPr>
          <a:xfrm>
            <a:off x="6411929" y="4795516"/>
            <a:ext cx="1600200" cy="600075"/>
          </a:xfrm>
          <a:prstGeom prst="rect">
            <a:avLst/>
          </a:prstGeom>
        </p:spPr>
        <p:txBody>
          <a:bodyPr vert="horz" wrap="square" lIns="0" tIns="0" rIns="0" bIns="0" rtlCol="0">
            <a:spAutoFit/>
          </a:bodyPr>
          <a:lstStyle/>
          <a:p>
            <a:pPr marR="5080" algn="ctr">
              <a:lnSpc>
                <a:spcPct val="106900"/>
              </a:lnSpc>
            </a:pPr>
            <a:r>
              <a:rPr sz="1200" spc="-170" dirty="0">
                <a:solidFill>
                  <a:srgbClr val="8D3124"/>
                </a:solidFill>
                <a:latin typeface="Lucida Sans Unicode"/>
                <a:cs typeface="Lucida Sans Unicode"/>
              </a:rPr>
              <a:t>3-</a:t>
            </a:r>
            <a:r>
              <a:rPr sz="1200" dirty="0">
                <a:solidFill>
                  <a:srgbClr val="8D3124"/>
                </a:solidFill>
                <a:latin typeface="Lucida Sans Unicode"/>
                <a:cs typeface="Lucida Sans Unicode"/>
              </a:rPr>
              <a:t>way</a:t>
            </a:r>
            <a:r>
              <a:rPr sz="1200" spc="150" dirty="0">
                <a:solidFill>
                  <a:srgbClr val="8D3124"/>
                </a:solidFill>
                <a:latin typeface="Lucida Sans Unicode"/>
                <a:cs typeface="Lucida Sans Unicode"/>
              </a:rPr>
              <a:t> </a:t>
            </a: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can</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be</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done</a:t>
            </a:r>
            <a:r>
              <a:rPr sz="1200" spc="5" dirty="0">
                <a:solidFill>
                  <a:srgbClr val="8D3124"/>
                </a:solidFill>
                <a:latin typeface="Lucida Sans Unicode"/>
                <a:cs typeface="Lucida Sans Unicode"/>
              </a:rPr>
              <a:t> </a:t>
            </a:r>
            <a:r>
              <a:rPr sz="1200" spc="-50" dirty="0">
                <a:solidFill>
                  <a:srgbClr val="8D3124"/>
                </a:solidFill>
                <a:latin typeface="Lucida Sans Unicode"/>
                <a:cs typeface="Lucida Sans Unicode"/>
              </a:rPr>
              <a:t>in-</a:t>
            </a:r>
            <a:r>
              <a:rPr sz="1200" spc="-10" dirty="0">
                <a:solidFill>
                  <a:srgbClr val="8D3124"/>
                </a:solidFill>
                <a:latin typeface="Lucida Sans Unicode"/>
                <a:cs typeface="Lucida Sans Unicode"/>
              </a:rPr>
              <a:t>place </a:t>
            </a:r>
            <a:r>
              <a:rPr sz="1200" dirty="0">
                <a:solidFill>
                  <a:srgbClr val="8D3124"/>
                </a:solidFill>
                <a:latin typeface="Lucida Sans Unicode"/>
                <a:cs typeface="Lucida Sans Unicode"/>
              </a:rPr>
              <a:t>(using</a:t>
            </a:r>
            <a:r>
              <a:rPr sz="1200" spc="-30" dirty="0">
                <a:solidFill>
                  <a:srgbClr val="8D3124"/>
                </a:solidFill>
                <a:latin typeface="Lucida Sans Unicode"/>
                <a:cs typeface="Lucida Sans Unicode"/>
              </a:rPr>
              <a:t> </a:t>
            </a:r>
            <a:r>
              <a:rPr sz="1200" dirty="0">
                <a:solidFill>
                  <a:srgbClr val="8D3124"/>
                </a:solidFill>
                <a:latin typeface="Lucida Sans Unicode"/>
                <a:cs typeface="Lucida Sans Unicode"/>
              </a:rPr>
              <a:t>n–1</a:t>
            </a:r>
            <a:r>
              <a:rPr sz="1200" spc="-30" dirty="0">
                <a:solidFill>
                  <a:srgbClr val="8D3124"/>
                </a:solidFill>
                <a:latin typeface="Lucida Sans Unicode"/>
                <a:cs typeface="Lucida Sans Unicode"/>
              </a:rPr>
              <a:t> </a:t>
            </a:r>
            <a:r>
              <a:rPr sz="1200" spc="-10" dirty="0">
                <a:solidFill>
                  <a:srgbClr val="8D3124"/>
                </a:solidFill>
                <a:latin typeface="Lucida Sans Unicode"/>
                <a:cs typeface="Lucida Sans Unicode"/>
              </a:rPr>
              <a:t>compares)</a:t>
            </a:r>
            <a:endParaRPr sz="1200">
              <a:latin typeface="Lucida Sans Unicode"/>
              <a:cs typeface="Lucida Sans Unicode"/>
            </a:endParaRPr>
          </a:p>
        </p:txBody>
      </p:sp>
      <p:pic>
        <p:nvPicPr>
          <p:cNvPr id="17" name="object 17"/>
          <p:cNvPicPr/>
          <p:nvPr/>
        </p:nvPicPr>
        <p:blipFill>
          <a:blip r:embed="rId2" cstate="print"/>
          <a:stretch>
            <a:fillRect/>
          </a:stretch>
        </p:blipFill>
        <p:spPr>
          <a:xfrm>
            <a:off x="8819385" y="1377704"/>
            <a:ext cx="553214" cy="515020"/>
          </a:xfrm>
          <a:prstGeom prst="rect">
            <a:avLst/>
          </a:prstGeom>
        </p:spPr>
      </p:pic>
      <p:sp>
        <p:nvSpPr>
          <p:cNvPr id="18" name="object 18"/>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47</a:t>
            </a:fld>
            <a:endParaRPr spc="-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F29F30-2A2E-F443-F3E5-3B56E7FF1D66}"/>
              </a:ext>
            </a:extLst>
          </p:cNvPr>
          <p:cNvSpPr>
            <a:spLocks noGrp="1"/>
          </p:cNvSpPr>
          <p:nvPr>
            <p:ph type="title"/>
          </p:nvPr>
        </p:nvSpPr>
        <p:spPr>
          <a:xfrm>
            <a:off x="745267" y="475073"/>
            <a:ext cx="6357620" cy="323165"/>
          </a:xfrm>
        </p:spPr>
        <p:txBody>
          <a:bodyPr/>
          <a:lstStyle/>
          <a:p>
            <a:r>
              <a:rPr kumimoji="1" lang="en-GB" altLang="zh-CN"/>
              <a:t>https://www.youtube.com/watch?v=sNtu2oGDRvU</a:t>
            </a:r>
            <a:endParaRPr kumimoji="1" lang="zh-CN" altLang="en-US"/>
          </a:p>
        </p:txBody>
      </p:sp>
      <p:pic>
        <p:nvPicPr>
          <p:cNvPr id="4" name="图片 3" descr="文本&#10;&#10;AI 生成的内容可能不正确。">
            <a:extLst>
              <a:ext uri="{FF2B5EF4-FFF2-40B4-BE49-F238E27FC236}">
                <a16:creationId xmlns:a16="http://schemas.microsoft.com/office/drawing/2014/main" id="{790C8C9F-A4DF-53A7-D557-23BC6E86F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52600"/>
            <a:ext cx="9638270" cy="3962400"/>
          </a:xfrm>
          <a:prstGeom prst="rect">
            <a:avLst/>
          </a:prstGeom>
        </p:spPr>
      </p:pic>
    </p:spTree>
    <p:extLst>
      <p:ext uri="{BB962C8B-B14F-4D97-AF65-F5344CB8AC3E}">
        <p14:creationId xmlns:p14="http://schemas.microsoft.com/office/powerpoint/2010/main" val="6202991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45267" y="4118361"/>
            <a:ext cx="3326129" cy="300355"/>
          </a:xfrm>
          <a:prstGeom prst="rect">
            <a:avLst/>
          </a:prstGeom>
        </p:spPr>
        <p:txBody>
          <a:bodyPr vert="horz" wrap="square" lIns="0" tIns="12700" rIns="0" bIns="0" rtlCol="0">
            <a:spAutoFit/>
          </a:bodyPr>
          <a:lstStyle/>
          <a:p>
            <a:pPr marL="12700">
              <a:lnSpc>
                <a:spcPct val="100000"/>
              </a:lnSpc>
              <a:spcBef>
                <a:spcPts val="100"/>
              </a:spcBef>
              <a:tabLst>
                <a:tab pos="440055" algn="l"/>
              </a:tabLst>
            </a:pPr>
            <a:r>
              <a:rPr sz="1800" spc="-25" dirty="0">
                <a:solidFill>
                  <a:srgbClr val="0048AA"/>
                </a:solidFill>
                <a:latin typeface="Lucida Sans Unicode"/>
                <a:cs typeface="Lucida Sans Unicode"/>
              </a:rPr>
              <a:t>Pf.</a:t>
            </a:r>
            <a:r>
              <a:rPr sz="1800" dirty="0">
                <a:solidFill>
                  <a:srgbClr val="0048AA"/>
                </a:solidFill>
                <a:latin typeface="Lucida Sans Unicode"/>
                <a:cs typeface="Lucida Sans Unicode"/>
              </a:rPr>
              <a:t>	</a:t>
            </a:r>
            <a:r>
              <a:rPr sz="1800" dirty="0">
                <a:solidFill>
                  <a:srgbClr val="606060"/>
                </a:solidFill>
                <a:latin typeface="Lucida Sans Unicode"/>
                <a:cs typeface="Lucida Sans Unicode"/>
              </a:rPr>
              <a:t>[by</a:t>
            </a:r>
            <a:r>
              <a:rPr sz="1800" spc="10" dirty="0">
                <a:solidFill>
                  <a:srgbClr val="606060"/>
                </a:solidFill>
                <a:latin typeface="Lucida Sans Unicode"/>
                <a:cs typeface="Lucida Sans Unicode"/>
              </a:rPr>
              <a:t> </a:t>
            </a:r>
            <a:r>
              <a:rPr sz="1800" dirty="0">
                <a:solidFill>
                  <a:srgbClr val="606060"/>
                </a:solidFill>
                <a:latin typeface="Lucida Sans Unicode"/>
                <a:cs typeface="Lucida Sans Unicode"/>
              </a:rPr>
              <a:t>strong</a:t>
            </a:r>
            <a:r>
              <a:rPr sz="1800" spc="5" dirty="0">
                <a:solidFill>
                  <a:srgbClr val="606060"/>
                </a:solidFill>
                <a:latin typeface="Lucida Sans Unicode"/>
                <a:cs typeface="Lucida Sans Unicode"/>
              </a:rPr>
              <a:t> </a:t>
            </a:r>
            <a:r>
              <a:rPr sz="1800" dirty="0">
                <a:solidFill>
                  <a:srgbClr val="606060"/>
                </a:solidFill>
                <a:latin typeface="Lucida Sans Unicode"/>
                <a:cs typeface="Lucida Sans Unicode"/>
              </a:rPr>
              <a:t>induction</a:t>
            </a:r>
            <a:r>
              <a:rPr sz="1800" spc="10" dirty="0">
                <a:solidFill>
                  <a:srgbClr val="606060"/>
                </a:solidFill>
                <a:latin typeface="Lucida Sans Unicode"/>
                <a:cs typeface="Lucida Sans Unicode"/>
              </a:rPr>
              <a:t> </a:t>
            </a:r>
            <a:r>
              <a:rPr sz="1800" dirty="0">
                <a:solidFill>
                  <a:srgbClr val="606060"/>
                </a:solidFill>
                <a:latin typeface="Lucida Sans Unicode"/>
                <a:cs typeface="Lucida Sans Unicode"/>
              </a:rPr>
              <a:t>on</a:t>
            </a:r>
            <a:r>
              <a:rPr sz="1800" spc="10" dirty="0">
                <a:solidFill>
                  <a:srgbClr val="606060"/>
                </a:solidFill>
                <a:latin typeface="Lucida Sans Unicode"/>
                <a:cs typeface="Lucida Sans Unicode"/>
              </a:rPr>
              <a:t> </a:t>
            </a:r>
            <a:r>
              <a:rPr sz="1800" i="1" spc="-25" dirty="0">
                <a:solidFill>
                  <a:srgbClr val="606060"/>
                </a:solidFill>
                <a:latin typeface="Times New Roman"/>
                <a:cs typeface="Times New Roman"/>
              </a:rPr>
              <a:t>n</a:t>
            </a:r>
            <a:r>
              <a:rPr sz="1800" spc="-25" dirty="0">
                <a:solidFill>
                  <a:srgbClr val="606060"/>
                </a:solidFill>
                <a:latin typeface="Lucida Sans Unicode"/>
                <a:cs typeface="Lucida Sans Unicode"/>
              </a:rPr>
              <a:t>]</a:t>
            </a:r>
            <a:endParaRPr sz="1800">
              <a:latin typeface="Lucida Sans Unicode"/>
              <a:cs typeface="Lucida Sans Unicode"/>
            </a:endParaRPr>
          </a:p>
        </p:txBody>
      </p:sp>
      <p:sp>
        <p:nvSpPr>
          <p:cNvPr id="4" name="object 4"/>
          <p:cNvSpPr txBox="1"/>
          <p:nvPr/>
        </p:nvSpPr>
        <p:spPr>
          <a:xfrm>
            <a:off x="815241" y="4343444"/>
            <a:ext cx="3632200" cy="465455"/>
          </a:xfrm>
          <a:prstGeom prst="rect">
            <a:avLst/>
          </a:prstGeom>
        </p:spPr>
        <p:txBody>
          <a:bodyPr vert="horz" wrap="square" lIns="0" tIns="16510" rIns="0" bIns="0" rtlCol="0">
            <a:spAutoFit/>
          </a:bodyPr>
          <a:lstStyle/>
          <a:p>
            <a:pPr marL="38100">
              <a:lnSpc>
                <a:spcPct val="100000"/>
              </a:lnSpc>
              <a:spcBef>
                <a:spcPts val="130"/>
              </a:spcBef>
            </a:pPr>
            <a:r>
              <a:rPr sz="4275" spc="2175" baseline="-6822" dirty="0">
                <a:latin typeface="Yu Gothic UI"/>
                <a:cs typeface="Yu Gothic UI"/>
              </a:rPr>
              <a:t>・</a:t>
            </a:r>
            <a:r>
              <a:rPr sz="1800" dirty="0">
                <a:latin typeface="Lucida Sans Unicode"/>
                <a:cs typeface="Lucida Sans Unicode"/>
              </a:rPr>
              <a:t>Assume true for </a:t>
            </a:r>
            <a:r>
              <a:rPr sz="1800" dirty="0">
                <a:latin typeface="Times New Roman"/>
                <a:cs typeface="Times New Roman"/>
              </a:rPr>
              <a:t>1, 2, …, </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1</a:t>
            </a:r>
            <a:r>
              <a:rPr sz="1800" spc="-25" dirty="0">
                <a:latin typeface="Lucida Sans Unicode"/>
                <a:cs typeface="Lucida Sans Unicode"/>
              </a:rPr>
              <a:t>.</a:t>
            </a:r>
            <a:endParaRPr sz="1800">
              <a:latin typeface="Lucida Sans Unicode"/>
              <a:cs typeface="Lucida Sans Unicode"/>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Quickselect</a:t>
            </a:r>
            <a:r>
              <a:rPr spc="80" dirty="0"/>
              <a:t> </a:t>
            </a:r>
            <a:r>
              <a:rPr spc="-10" dirty="0"/>
              <a:t>analysis</a:t>
            </a:r>
          </a:p>
        </p:txBody>
      </p:sp>
      <p:sp>
        <p:nvSpPr>
          <p:cNvPr id="6" name="object 6"/>
          <p:cNvSpPr txBox="1"/>
          <p:nvPr/>
        </p:nvSpPr>
        <p:spPr>
          <a:xfrm>
            <a:off x="694467" y="1218991"/>
            <a:ext cx="8836660" cy="2837180"/>
          </a:xfrm>
          <a:prstGeom prst="rect">
            <a:avLst/>
          </a:prstGeom>
        </p:spPr>
        <p:txBody>
          <a:bodyPr vert="horz" wrap="square" lIns="0" tIns="12700" rIns="0" bIns="0" rtlCol="0">
            <a:spAutoFit/>
          </a:bodyPr>
          <a:lstStyle/>
          <a:p>
            <a:pPr marL="63500">
              <a:lnSpc>
                <a:spcPct val="100000"/>
              </a:lnSpc>
              <a:spcBef>
                <a:spcPts val="100"/>
              </a:spcBef>
              <a:tabLst>
                <a:tab pos="1216025" algn="l"/>
                <a:tab pos="4166235" algn="l"/>
                <a:tab pos="4537075" algn="l"/>
              </a:tabLst>
            </a:pPr>
            <a:r>
              <a:rPr sz="1800" spc="-10" dirty="0">
                <a:solidFill>
                  <a:srgbClr val="0048AA"/>
                </a:solidFill>
                <a:latin typeface="Lucida Sans Unicode"/>
                <a:cs typeface="Lucida Sans Unicode"/>
              </a:rPr>
              <a:t>Intuition.</a:t>
            </a:r>
            <a:r>
              <a:rPr sz="1800" dirty="0">
                <a:solidFill>
                  <a:srgbClr val="0048AA"/>
                </a:solidFill>
                <a:latin typeface="Lucida Sans Unicode"/>
                <a:cs typeface="Lucida Sans Unicode"/>
              </a:rPr>
              <a:t>	</a:t>
            </a:r>
            <a:r>
              <a:rPr sz="1800" dirty="0">
                <a:latin typeface="Lucida Sans Unicode"/>
                <a:cs typeface="Lucida Sans Unicode"/>
              </a:rPr>
              <a:t>Split</a:t>
            </a:r>
            <a:r>
              <a:rPr sz="1800" spc="-10" dirty="0">
                <a:latin typeface="Lucida Sans Unicode"/>
                <a:cs typeface="Lucida Sans Unicode"/>
              </a:rPr>
              <a:t> </a:t>
            </a:r>
            <a:r>
              <a:rPr sz="1800" dirty="0">
                <a:latin typeface="Lucida Sans Unicode"/>
                <a:cs typeface="Lucida Sans Unicode"/>
              </a:rPr>
              <a:t>candy</a:t>
            </a:r>
            <a:r>
              <a:rPr sz="1800" spc="-5" dirty="0">
                <a:latin typeface="Lucida Sans Unicode"/>
                <a:cs typeface="Lucida Sans Unicode"/>
              </a:rPr>
              <a:t> </a:t>
            </a:r>
            <a:r>
              <a:rPr sz="1800" dirty="0">
                <a:latin typeface="Lucida Sans Unicode"/>
                <a:cs typeface="Lucida Sans Unicode"/>
              </a:rPr>
              <a:t>bar</a:t>
            </a:r>
            <a:r>
              <a:rPr sz="1800" spc="-5" dirty="0">
                <a:latin typeface="Lucida Sans Unicode"/>
                <a:cs typeface="Lucida Sans Unicode"/>
              </a:rPr>
              <a:t> </a:t>
            </a:r>
            <a:r>
              <a:rPr sz="1800" spc="-10" dirty="0">
                <a:latin typeface="Lucida Sans Unicode"/>
                <a:cs typeface="Lucida Sans Unicode"/>
              </a:rPr>
              <a:t>uniformly</a:t>
            </a:r>
            <a:r>
              <a:rPr sz="1800" dirty="0">
                <a:latin typeface="Lucida Sans Unicode"/>
                <a:cs typeface="Lucida Sans Unicode"/>
              </a:rPr>
              <a:t>	</a:t>
            </a:r>
            <a:r>
              <a:rPr sz="1800" spc="-50" dirty="0">
                <a:latin typeface="Symbol"/>
                <a:cs typeface="Symbol"/>
              </a:rPr>
              <a:t></a:t>
            </a:r>
            <a:r>
              <a:rPr sz="1800" dirty="0">
                <a:latin typeface="Times New Roman"/>
                <a:cs typeface="Times New Roman"/>
              </a:rPr>
              <a:t>	</a:t>
            </a:r>
            <a:r>
              <a:rPr sz="1800" dirty="0">
                <a:latin typeface="Lucida Sans Unicode"/>
                <a:cs typeface="Lucida Sans Unicode"/>
              </a:rPr>
              <a:t>expected</a:t>
            </a:r>
            <a:r>
              <a:rPr sz="1800" spc="-15" dirty="0">
                <a:latin typeface="Lucida Sans Unicode"/>
                <a:cs typeface="Lucida Sans Unicode"/>
              </a:rPr>
              <a:t> </a:t>
            </a:r>
            <a:r>
              <a:rPr sz="1800" dirty="0">
                <a:latin typeface="Lucida Sans Unicode"/>
                <a:cs typeface="Lucida Sans Unicode"/>
              </a:rPr>
              <a:t>size</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larger</a:t>
            </a:r>
            <a:r>
              <a:rPr sz="1800" spc="-10" dirty="0">
                <a:latin typeface="Lucida Sans Unicode"/>
                <a:cs typeface="Lucida Sans Unicode"/>
              </a:rPr>
              <a:t> </a:t>
            </a:r>
            <a:r>
              <a:rPr sz="1800" dirty="0">
                <a:latin typeface="Lucida Sans Unicode"/>
                <a:cs typeface="Lucida Sans Unicode"/>
              </a:rPr>
              <a:t>piece</a:t>
            </a:r>
            <a:r>
              <a:rPr sz="1800" spc="-10" dirty="0">
                <a:latin typeface="Lucida Sans Unicode"/>
                <a:cs typeface="Lucida Sans Unicode"/>
              </a:rPr>
              <a:t> </a:t>
            </a:r>
            <a:r>
              <a:rPr sz="1800" dirty="0">
                <a:latin typeface="Lucida Sans Unicode"/>
                <a:cs typeface="Lucida Sans Unicode"/>
              </a:rPr>
              <a:t>is</a:t>
            </a:r>
            <a:r>
              <a:rPr sz="1800" spc="-10" dirty="0">
                <a:latin typeface="Lucida Sans Unicode"/>
                <a:cs typeface="Lucida Sans Unicode"/>
              </a:rPr>
              <a:t> </a:t>
            </a:r>
            <a:r>
              <a:rPr sz="1800" spc="-25" dirty="0">
                <a:latin typeface="Times New Roman"/>
                <a:cs typeface="Times New Roman"/>
              </a:rPr>
              <a:t>¾</a:t>
            </a:r>
            <a:r>
              <a:rPr sz="1800" spc="-25" dirty="0">
                <a:latin typeface="Lucida Sans Unicode"/>
                <a:cs typeface="Lucida Sans Unicode"/>
              </a:rPr>
              <a:t>.</a:t>
            </a:r>
            <a:endParaRPr sz="1800">
              <a:latin typeface="Lucida Sans Unicode"/>
              <a:cs typeface="Lucida Sans Unicode"/>
            </a:endParaRPr>
          </a:p>
          <a:p>
            <a:pPr marL="2092325">
              <a:lnSpc>
                <a:spcPct val="100000"/>
              </a:lnSpc>
              <a:spcBef>
                <a:spcPts val="2270"/>
              </a:spcBef>
              <a:tabLst>
                <a:tab pos="4114165" algn="l"/>
                <a:tab pos="4568825" algn="l"/>
              </a:tabLst>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¾</a:t>
            </a:r>
            <a:r>
              <a:rPr sz="1800" i="1" spc="-150" dirty="0">
                <a:latin typeface="Times New Roman"/>
                <a:cs typeface="Times New Roman"/>
              </a:rPr>
              <a:t> </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 </a:t>
            </a:r>
            <a:r>
              <a:rPr sz="1800" i="1" spc="-50" dirty="0">
                <a:latin typeface="Times New Roman"/>
                <a:cs typeface="Times New Roman"/>
              </a:rPr>
              <a:t>n</a:t>
            </a:r>
            <a:r>
              <a:rPr sz="1800" i="1" dirty="0">
                <a:latin typeface="Times New Roman"/>
                <a:cs typeface="Times New Roman"/>
              </a:rPr>
              <a:t>	</a:t>
            </a:r>
            <a:r>
              <a:rPr sz="1800" spc="-50" dirty="0">
                <a:latin typeface="Symbol"/>
                <a:cs typeface="Symbol"/>
              </a:rPr>
              <a:t></a:t>
            </a:r>
            <a:r>
              <a:rPr sz="180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4</a:t>
            </a:r>
            <a:r>
              <a:rPr sz="1800" spc="-150" dirty="0">
                <a:latin typeface="Times New Roman"/>
                <a:cs typeface="Times New Roman"/>
              </a:rPr>
              <a:t> </a:t>
            </a:r>
            <a:r>
              <a:rPr sz="1800" i="1" spc="-50" dirty="0">
                <a:latin typeface="Times New Roman"/>
                <a:cs typeface="Times New Roman"/>
              </a:rPr>
              <a:t>n</a:t>
            </a:r>
            <a:endParaRPr sz="1800">
              <a:latin typeface="Times New Roman"/>
              <a:cs typeface="Times New Roman"/>
            </a:endParaRPr>
          </a:p>
          <a:p>
            <a:pPr>
              <a:lnSpc>
                <a:spcPct val="100000"/>
              </a:lnSpc>
              <a:spcBef>
                <a:spcPts val="2060"/>
              </a:spcBef>
            </a:pPr>
            <a:endParaRPr sz="1800">
              <a:latin typeface="Times New Roman"/>
              <a:cs typeface="Times New Roman"/>
            </a:endParaRPr>
          </a:p>
          <a:p>
            <a:pPr marL="63500" marR="55880">
              <a:lnSpc>
                <a:spcPct val="132100"/>
              </a:lnSpc>
              <a:spcBef>
                <a:spcPts val="5"/>
              </a:spcBef>
              <a:tabLst>
                <a:tab pos="662940" algn="l"/>
              </a:tabLst>
            </a:pPr>
            <a:r>
              <a:rPr sz="1800" spc="-20" dirty="0">
                <a:solidFill>
                  <a:srgbClr val="0048AA"/>
                </a:solidFill>
                <a:latin typeface="Lucida Sans Unicode"/>
                <a:cs typeface="Lucida Sans Unicode"/>
              </a:rPr>
              <a:t>Def.</a:t>
            </a:r>
            <a:r>
              <a:rPr sz="1800" dirty="0">
                <a:solidFill>
                  <a:srgbClr val="0048AA"/>
                </a:solidFill>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5" dirty="0">
                <a:latin typeface="Times New Roman"/>
                <a:cs typeface="Times New Roman"/>
              </a:rPr>
              <a:t> </a:t>
            </a:r>
            <a:r>
              <a:rPr sz="1800" i="1" dirty="0">
                <a:latin typeface="Times New Roman"/>
                <a:cs typeface="Times New Roman"/>
              </a:rPr>
              <a:t>k</a:t>
            </a:r>
            <a:r>
              <a:rPr sz="1800" dirty="0">
                <a:latin typeface="Times New Roman"/>
                <a:cs typeface="Times New Roman"/>
              </a:rPr>
              <a:t>)</a:t>
            </a:r>
            <a:r>
              <a:rPr sz="1800" spc="114" dirty="0">
                <a:latin typeface="Times New Roman"/>
                <a:cs typeface="Times New Roman"/>
              </a:rPr>
              <a:t> </a:t>
            </a:r>
            <a:r>
              <a:rPr sz="1800" spc="-285" dirty="0">
                <a:latin typeface="Lucida Sans Unicode"/>
                <a:cs typeface="Lucida Sans Unicode"/>
              </a:rPr>
              <a:t>=</a:t>
            </a:r>
            <a:r>
              <a:rPr sz="1800" dirty="0">
                <a:latin typeface="Lucida Sans Unicode"/>
                <a:cs typeface="Lucida Sans Unicode"/>
              </a:rPr>
              <a:t> expected # compares to select</a:t>
            </a:r>
            <a:r>
              <a:rPr sz="1800" spc="-5" dirty="0">
                <a:latin typeface="Lucida Sans Unicode"/>
                <a:cs typeface="Lucida Sans Unicode"/>
              </a:rPr>
              <a:t> </a:t>
            </a:r>
            <a:r>
              <a:rPr sz="1800" i="1" dirty="0">
                <a:latin typeface="Times New Roman"/>
                <a:cs typeface="Times New Roman"/>
              </a:rPr>
              <a:t>k</a:t>
            </a:r>
            <a:r>
              <a:rPr sz="1800" baseline="25462" dirty="0">
                <a:latin typeface="Times New Roman"/>
                <a:cs typeface="Times New Roman"/>
              </a:rPr>
              <a:t>th</a:t>
            </a:r>
            <a:r>
              <a:rPr sz="1800" spc="397" baseline="25462" dirty="0">
                <a:latin typeface="Times New Roman"/>
                <a:cs typeface="Times New Roman"/>
              </a:rPr>
              <a:t> </a:t>
            </a:r>
            <a:r>
              <a:rPr sz="1800" dirty="0">
                <a:latin typeface="Lucida Sans Unicode"/>
                <a:cs typeface="Lucida Sans Unicode"/>
              </a:rPr>
              <a:t>smallest in an array of size </a:t>
            </a:r>
            <a:r>
              <a:rPr sz="1800" dirty="0">
                <a:latin typeface="Times New Roman"/>
                <a:cs typeface="Times New Roman"/>
              </a:rPr>
              <a:t>≤</a:t>
            </a:r>
            <a:r>
              <a:rPr sz="1800" spc="110"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 </a:t>
            </a:r>
            <a:r>
              <a:rPr sz="1800" spc="-20" dirty="0">
                <a:solidFill>
                  <a:srgbClr val="0048AA"/>
                </a:solidFill>
                <a:latin typeface="Lucida Sans Unicode"/>
                <a:cs typeface="Lucida Sans Unicode"/>
              </a:rPr>
              <a:t>Def.</a:t>
            </a:r>
            <a:r>
              <a:rPr sz="1800" dirty="0">
                <a:solidFill>
                  <a:srgbClr val="0048AA"/>
                </a:solidFill>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05" dirty="0">
                <a:latin typeface="Times New Roman"/>
                <a:cs typeface="Times New Roman"/>
              </a:rPr>
              <a:t> </a:t>
            </a:r>
            <a:r>
              <a:rPr sz="1800" spc="-285" dirty="0">
                <a:latin typeface="Lucida Sans Unicode"/>
                <a:cs typeface="Lucida Sans Unicode"/>
              </a:rPr>
              <a:t>=</a:t>
            </a:r>
            <a:r>
              <a:rPr sz="1800" dirty="0">
                <a:latin typeface="Lucida Sans Unicode"/>
                <a:cs typeface="Lucida Sans Unicode"/>
              </a:rPr>
              <a:t> </a:t>
            </a:r>
            <a:r>
              <a:rPr sz="1800" dirty="0">
                <a:latin typeface="Times New Roman"/>
                <a:cs typeface="Times New Roman"/>
              </a:rPr>
              <a:t>max</a:t>
            </a:r>
            <a:r>
              <a:rPr sz="1800" i="1" baseline="-6944" dirty="0">
                <a:latin typeface="Times New Roman"/>
                <a:cs typeface="Times New Roman"/>
              </a:rPr>
              <a:t>k</a:t>
            </a:r>
            <a:r>
              <a:rPr sz="1800" i="1" spc="217" baseline="-6944"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5" dirty="0">
                <a:latin typeface="Times New Roman"/>
                <a:cs typeface="Times New Roman"/>
              </a:rPr>
              <a:t> </a:t>
            </a:r>
            <a:r>
              <a:rPr sz="1800" i="1" spc="-25" dirty="0">
                <a:latin typeface="Times New Roman"/>
                <a:cs typeface="Times New Roman"/>
              </a:rPr>
              <a:t>k</a:t>
            </a:r>
            <a:r>
              <a:rPr sz="1800" spc="-25" dirty="0">
                <a:latin typeface="Times New Roman"/>
                <a:cs typeface="Times New Roman"/>
              </a:rPr>
              <a:t>)</a:t>
            </a:r>
            <a:r>
              <a:rPr sz="1800" spc="-25" dirty="0">
                <a:latin typeface="Lucida Sans Unicode"/>
                <a:cs typeface="Lucida Sans Unicode"/>
              </a:rPr>
              <a:t>.</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63500">
              <a:lnSpc>
                <a:spcPct val="100000"/>
              </a:lnSpc>
              <a:tabLst>
                <a:tab pos="15379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4</a:t>
            </a:r>
            <a:r>
              <a:rPr sz="1800" spc="-150" dirty="0">
                <a:latin typeface="Times New Roman"/>
                <a:cs typeface="Times New Roman"/>
              </a:rPr>
              <a:t> </a:t>
            </a:r>
            <a:r>
              <a:rPr sz="1800" i="1" spc="-25" dirty="0">
                <a:latin typeface="Times New Roman"/>
                <a:cs typeface="Times New Roman"/>
              </a:rPr>
              <a:t>n.</a:t>
            </a:r>
            <a:endParaRPr sz="1800">
              <a:latin typeface="Times New Roman"/>
              <a:cs typeface="Times New Roman"/>
            </a:endParaRPr>
          </a:p>
        </p:txBody>
      </p:sp>
      <p:sp>
        <p:nvSpPr>
          <p:cNvPr id="7" name="object 7"/>
          <p:cNvSpPr txBox="1"/>
          <p:nvPr/>
        </p:nvSpPr>
        <p:spPr>
          <a:xfrm>
            <a:off x="777141" y="4705865"/>
            <a:ext cx="6857365" cy="1830070"/>
          </a:xfrm>
          <a:prstGeom prst="rect">
            <a:avLst/>
          </a:prstGeom>
        </p:spPr>
        <p:txBody>
          <a:bodyPr vert="horz" wrap="square" lIns="0" tIns="16510" rIns="0" bIns="0" rtlCol="0">
            <a:spAutoFit/>
          </a:bodyPr>
          <a:lstStyle/>
          <a:p>
            <a:pPr marL="76200">
              <a:lnSpc>
                <a:spcPct val="100000"/>
              </a:lnSpc>
              <a:spcBef>
                <a:spcPts val="130"/>
              </a:spcBef>
            </a:pPr>
            <a:r>
              <a:rPr sz="4275" spc="2175" baseline="-7797" dirty="0">
                <a:latin typeface="Yu Gothic UI"/>
                <a:cs typeface="Yu Gothic UI"/>
              </a:rPr>
              <a:t>・</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spc="65" dirty="0">
                <a:latin typeface="Times New Roman"/>
                <a:cs typeface="Times New Roman"/>
              </a:rPr>
              <a:t>) </a:t>
            </a:r>
            <a:r>
              <a:rPr sz="1800" dirty="0">
                <a:latin typeface="Lucida Sans Unicode"/>
                <a:cs typeface="Lucida Sans Unicode"/>
              </a:rPr>
              <a:t>satisfies</a:t>
            </a:r>
            <a:r>
              <a:rPr sz="1800" spc="20" dirty="0">
                <a:latin typeface="Lucida Sans Unicode"/>
                <a:cs typeface="Lucida Sans Unicode"/>
              </a:rPr>
              <a:t> </a:t>
            </a:r>
            <a:r>
              <a:rPr sz="1800" dirty="0">
                <a:latin typeface="Lucida Sans Unicode"/>
                <a:cs typeface="Lucida Sans Unicode"/>
              </a:rPr>
              <a:t>the</a:t>
            </a:r>
            <a:r>
              <a:rPr sz="1800" spc="20" dirty="0">
                <a:latin typeface="Lucida Sans Unicode"/>
                <a:cs typeface="Lucida Sans Unicode"/>
              </a:rPr>
              <a:t> </a:t>
            </a:r>
            <a:r>
              <a:rPr sz="1800" dirty="0">
                <a:latin typeface="Lucida Sans Unicode"/>
                <a:cs typeface="Lucida Sans Unicode"/>
              </a:rPr>
              <a:t>following</a:t>
            </a:r>
            <a:r>
              <a:rPr sz="1800" spc="20" dirty="0">
                <a:latin typeface="Lucida Sans Unicode"/>
                <a:cs typeface="Lucida Sans Unicode"/>
              </a:rPr>
              <a:t> </a:t>
            </a:r>
            <a:r>
              <a:rPr sz="1800" spc="-10" dirty="0">
                <a:latin typeface="Lucida Sans Unicode"/>
                <a:cs typeface="Lucida Sans Unicode"/>
              </a:rPr>
              <a:t>recurrence:</a:t>
            </a:r>
            <a:endParaRPr sz="1800">
              <a:latin typeface="Lucida Sans Unicode"/>
              <a:cs typeface="Lucida Sans Unicode"/>
            </a:endParaRPr>
          </a:p>
          <a:p>
            <a:pPr marL="763905">
              <a:lnSpc>
                <a:spcPct val="100000"/>
              </a:lnSpc>
              <a:spcBef>
                <a:spcPts val="1610"/>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n</a:t>
            </a:r>
            <a:r>
              <a:rPr sz="1800" i="1" spc="450" dirty="0">
                <a:latin typeface="Times New Roman"/>
                <a:cs typeface="Times New Roman"/>
              </a:rPr>
              <a:t> </a:t>
            </a:r>
            <a:r>
              <a:rPr sz="1800" i="1" dirty="0">
                <a:latin typeface="Times New Roman"/>
                <a:cs typeface="Times New Roman"/>
              </a:rPr>
              <a:t>+ </a:t>
            </a:r>
            <a:r>
              <a:rPr sz="1800" dirty="0">
                <a:latin typeface="Times New Roman"/>
                <a:cs typeface="Times New Roman"/>
              </a:rPr>
              <a:t>2 </a:t>
            </a:r>
            <a:r>
              <a:rPr sz="1800" i="1" dirty="0">
                <a:latin typeface="Times New Roman"/>
                <a:cs typeface="Times New Roman"/>
              </a:rPr>
              <a:t>/ n </a:t>
            </a:r>
            <a:r>
              <a:rPr sz="1800" dirty="0">
                <a:latin typeface="Times New Roman"/>
                <a:cs typeface="Times New Roman"/>
              </a:rPr>
              <a:t>[</a:t>
            </a:r>
            <a:r>
              <a:rPr sz="1800" spc="45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i="1" spc="-150"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Times New Roman"/>
                <a:cs typeface="Times New Roman"/>
              </a:rPr>
              <a:t>2) + … +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 3) +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 2) +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 </a:t>
            </a:r>
            <a:r>
              <a:rPr sz="1800" dirty="0">
                <a:latin typeface="Times New Roman"/>
                <a:cs typeface="Times New Roman"/>
              </a:rPr>
              <a:t>– 1) </a:t>
            </a:r>
            <a:r>
              <a:rPr sz="1800" spc="-50" dirty="0">
                <a:latin typeface="Times New Roman"/>
                <a:cs typeface="Times New Roman"/>
              </a:rPr>
              <a:t>]</a:t>
            </a:r>
            <a:endParaRPr sz="1800">
              <a:latin typeface="Times New Roman"/>
              <a:cs typeface="Times New Roman"/>
            </a:endParaRPr>
          </a:p>
          <a:p>
            <a:pPr marL="1255395">
              <a:lnSpc>
                <a:spcPct val="100000"/>
              </a:lnSpc>
              <a:spcBef>
                <a:spcPts val="1370"/>
              </a:spcBef>
            </a:pPr>
            <a:r>
              <a:rPr sz="1800" dirty="0">
                <a:latin typeface="Times New Roman"/>
                <a:cs typeface="Times New Roman"/>
              </a:rPr>
              <a:t>≤</a:t>
            </a:r>
            <a:r>
              <a:rPr sz="1800" spc="445" dirty="0">
                <a:latin typeface="Times New Roman"/>
                <a:cs typeface="Times New Roman"/>
              </a:rPr>
              <a:t> </a:t>
            </a:r>
            <a:r>
              <a:rPr sz="1800" i="1" dirty="0">
                <a:latin typeface="Times New Roman"/>
                <a:cs typeface="Times New Roman"/>
              </a:rPr>
              <a:t>n</a:t>
            </a:r>
            <a:r>
              <a:rPr sz="1800" i="1" spc="450" dirty="0">
                <a:latin typeface="Times New Roman"/>
                <a:cs typeface="Times New Roman"/>
              </a:rPr>
              <a:t> </a:t>
            </a:r>
            <a:r>
              <a:rPr sz="1800" i="1" dirty="0">
                <a:latin typeface="Times New Roman"/>
                <a:cs typeface="Times New Roman"/>
              </a:rPr>
              <a:t>+ </a:t>
            </a:r>
            <a:r>
              <a:rPr sz="1800" dirty="0">
                <a:latin typeface="Times New Roman"/>
                <a:cs typeface="Times New Roman"/>
              </a:rPr>
              <a:t>2 </a:t>
            </a:r>
            <a:r>
              <a:rPr sz="1800" i="1" dirty="0">
                <a:latin typeface="Times New Roman"/>
                <a:cs typeface="Times New Roman"/>
              </a:rPr>
              <a:t>/ n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4 </a:t>
            </a:r>
            <a:r>
              <a:rPr sz="1800" i="1" dirty="0">
                <a:latin typeface="Times New Roman"/>
                <a:cs typeface="Times New Roman"/>
              </a:rPr>
              <a:t>n</a:t>
            </a:r>
            <a:r>
              <a:rPr sz="1800" i="1" spc="-150" dirty="0">
                <a:latin typeface="Times New Roman"/>
                <a:cs typeface="Times New Roman"/>
              </a:rPr>
              <a:t> </a:t>
            </a:r>
            <a:r>
              <a:rPr sz="1800" dirty="0">
                <a:latin typeface="Times New Roman"/>
                <a:cs typeface="Times New Roman"/>
              </a:rPr>
              <a:t>/</a:t>
            </a:r>
            <a:r>
              <a:rPr sz="1800" spc="-150" dirty="0">
                <a:latin typeface="Times New Roman"/>
                <a:cs typeface="Times New Roman"/>
              </a:rPr>
              <a:t> </a:t>
            </a:r>
            <a:r>
              <a:rPr sz="1800" dirty="0">
                <a:latin typeface="Times New Roman"/>
                <a:cs typeface="Times New Roman"/>
              </a:rPr>
              <a:t>2 + … + 4(</a:t>
            </a:r>
            <a:r>
              <a:rPr sz="1800" i="1" dirty="0">
                <a:latin typeface="Times New Roman"/>
                <a:cs typeface="Times New Roman"/>
              </a:rPr>
              <a:t>n </a:t>
            </a:r>
            <a:r>
              <a:rPr sz="1800" dirty="0">
                <a:latin typeface="Times New Roman"/>
                <a:cs typeface="Times New Roman"/>
              </a:rPr>
              <a:t>– 3) + 4(</a:t>
            </a:r>
            <a:r>
              <a:rPr sz="1800" i="1" dirty="0">
                <a:latin typeface="Times New Roman"/>
                <a:cs typeface="Times New Roman"/>
              </a:rPr>
              <a:t>n </a:t>
            </a:r>
            <a:r>
              <a:rPr sz="1800" dirty="0">
                <a:latin typeface="Times New Roman"/>
                <a:cs typeface="Times New Roman"/>
              </a:rPr>
              <a:t>– 2) + 4(</a:t>
            </a:r>
            <a:r>
              <a:rPr sz="1800" i="1" dirty="0">
                <a:latin typeface="Times New Roman"/>
                <a:cs typeface="Times New Roman"/>
              </a:rPr>
              <a:t>n </a:t>
            </a:r>
            <a:r>
              <a:rPr sz="1800" dirty="0">
                <a:latin typeface="Times New Roman"/>
                <a:cs typeface="Times New Roman"/>
              </a:rPr>
              <a:t>– 1) </a:t>
            </a:r>
            <a:r>
              <a:rPr sz="1800" spc="-50" dirty="0">
                <a:latin typeface="Times New Roman"/>
                <a:cs typeface="Times New Roman"/>
              </a:rPr>
              <a:t>]</a:t>
            </a:r>
            <a:endParaRPr sz="1800">
              <a:latin typeface="Times New Roman"/>
              <a:cs typeface="Times New Roman"/>
            </a:endParaRPr>
          </a:p>
          <a:p>
            <a:pPr marL="1249045">
              <a:lnSpc>
                <a:spcPct val="100000"/>
              </a:lnSpc>
              <a:spcBef>
                <a:spcPts val="1295"/>
              </a:spcBef>
            </a:pPr>
            <a:r>
              <a:rPr sz="1800" dirty="0">
                <a:latin typeface="Times New Roman"/>
                <a:cs typeface="Times New Roman"/>
              </a:rPr>
              <a:t>=</a:t>
            </a:r>
            <a:r>
              <a:rPr sz="1800" spc="445" dirty="0">
                <a:latin typeface="Times New Roman"/>
                <a:cs typeface="Times New Roman"/>
              </a:rPr>
              <a:t> </a:t>
            </a:r>
            <a:r>
              <a:rPr sz="1800" i="1" dirty="0">
                <a:latin typeface="Times New Roman"/>
                <a:cs typeface="Times New Roman"/>
              </a:rPr>
              <a:t>n</a:t>
            </a:r>
            <a:r>
              <a:rPr sz="1800" i="1" spc="450" dirty="0">
                <a:latin typeface="Times New Roman"/>
                <a:cs typeface="Times New Roman"/>
              </a:rPr>
              <a:t> </a:t>
            </a:r>
            <a:r>
              <a:rPr sz="1800" i="1" dirty="0">
                <a:latin typeface="Times New Roman"/>
                <a:cs typeface="Times New Roman"/>
              </a:rPr>
              <a:t>+ </a:t>
            </a:r>
            <a:r>
              <a:rPr sz="1800" dirty="0">
                <a:latin typeface="Times New Roman"/>
                <a:cs typeface="Times New Roman"/>
              </a:rPr>
              <a:t>4 (3/4 </a:t>
            </a:r>
            <a:r>
              <a:rPr sz="1800" i="1" spc="-25" dirty="0">
                <a:latin typeface="Times New Roman"/>
                <a:cs typeface="Times New Roman"/>
              </a:rPr>
              <a:t>n</a:t>
            </a:r>
            <a:r>
              <a:rPr sz="1800" spc="-25" dirty="0">
                <a:latin typeface="Times New Roman"/>
                <a:cs typeface="Times New Roman"/>
              </a:rPr>
              <a:t>)</a:t>
            </a:r>
            <a:endParaRPr sz="1800">
              <a:latin typeface="Times New Roman"/>
              <a:cs typeface="Times New Roman"/>
            </a:endParaRPr>
          </a:p>
        </p:txBody>
      </p:sp>
      <p:sp>
        <p:nvSpPr>
          <p:cNvPr id="8" name="object 8"/>
          <p:cNvSpPr txBox="1"/>
          <p:nvPr/>
        </p:nvSpPr>
        <p:spPr>
          <a:xfrm>
            <a:off x="2015725" y="6645772"/>
            <a:ext cx="1014730" cy="300355"/>
          </a:xfrm>
          <a:prstGeom prst="rect">
            <a:avLst/>
          </a:prstGeom>
        </p:spPr>
        <p:txBody>
          <a:bodyPr vert="horz" wrap="square" lIns="0" tIns="12700" rIns="0" bIns="0" rtlCol="0">
            <a:spAutoFit/>
          </a:bodyPr>
          <a:lstStyle/>
          <a:p>
            <a:pPr marL="12700">
              <a:lnSpc>
                <a:spcPct val="100000"/>
              </a:lnSpc>
              <a:spcBef>
                <a:spcPts val="100"/>
              </a:spcBef>
              <a:tabLst>
                <a:tab pos="885190" algn="l"/>
              </a:tabLst>
            </a:pP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4 </a:t>
            </a:r>
            <a:r>
              <a:rPr sz="1800" i="1" spc="-25" dirty="0">
                <a:latin typeface="Times New Roman"/>
                <a:cs typeface="Times New Roman"/>
              </a:rPr>
              <a:t>n</a:t>
            </a:r>
            <a:r>
              <a:rPr sz="1800" spc="-25" dirty="0">
                <a:latin typeface="Times New Roman"/>
                <a:cs typeface="Times New Roman"/>
              </a:rPr>
              <a:t>.</a:t>
            </a:r>
            <a:r>
              <a:rPr sz="1800" dirty="0">
                <a:latin typeface="Times New Roman"/>
                <a:cs typeface="Times New Roman"/>
              </a:rPr>
              <a:t>	</a:t>
            </a:r>
            <a:r>
              <a:rPr sz="1800" spc="-50" dirty="0">
                <a:latin typeface="Lucida Sans Unicode"/>
                <a:cs typeface="Lucida Sans Unicode"/>
              </a:rPr>
              <a:t>▪</a:t>
            </a:r>
            <a:endParaRPr sz="1800">
              <a:latin typeface="Lucida Sans Unicode"/>
              <a:cs typeface="Lucida Sans Unicode"/>
            </a:endParaRPr>
          </a:p>
        </p:txBody>
      </p:sp>
      <p:sp>
        <p:nvSpPr>
          <p:cNvPr id="9" name="object 9"/>
          <p:cNvSpPr txBox="1"/>
          <p:nvPr/>
        </p:nvSpPr>
        <p:spPr>
          <a:xfrm>
            <a:off x="5828809" y="4110731"/>
            <a:ext cx="3621404" cy="655320"/>
          </a:xfrm>
          <a:prstGeom prst="rect">
            <a:avLst/>
          </a:prstGeom>
        </p:spPr>
        <p:txBody>
          <a:bodyPr vert="horz" wrap="square" lIns="0" tIns="12700" rIns="0" bIns="0" rtlCol="0">
            <a:spAutoFit/>
          </a:bodyPr>
          <a:lstStyle/>
          <a:p>
            <a:pPr marL="12065" marR="5080" algn="ctr">
              <a:lnSpc>
                <a:spcPct val="114700"/>
              </a:lnSpc>
              <a:spcBef>
                <a:spcPts val="100"/>
              </a:spcBef>
            </a:pPr>
            <a:r>
              <a:rPr sz="1200" dirty="0">
                <a:solidFill>
                  <a:srgbClr val="8D3124"/>
                </a:solidFill>
                <a:latin typeface="Lucida Sans Unicode"/>
                <a:cs typeface="Lucida Sans Unicode"/>
              </a:rPr>
              <a:t>can</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assume</a:t>
            </a:r>
            <a:r>
              <a:rPr sz="1200" spc="20" dirty="0">
                <a:solidFill>
                  <a:srgbClr val="8D3124"/>
                </a:solidFill>
                <a:latin typeface="Lucida Sans Unicode"/>
                <a:cs typeface="Lucida Sans Unicode"/>
              </a:rPr>
              <a:t> </a:t>
            </a:r>
            <a:r>
              <a:rPr sz="1200" dirty="0">
                <a:solidFill>
                  <a:srgbClr val="8D3124"/>
                </a:solidFill>
                <a:latin typeface="Lucida Sans Unicode"/>
                <a:cs typeface="Lucida Sans Unicode"/>
              </a:rPr>
              <a:t>we</a:t>
            </a:r>
            <a:r>
              <a:rPr sz="1200" spc="20" dirty="0">
                <a:solidFill>
                  <a:srgbClr val="8D3124"/>
                </a:solidFill>
                <a:latin typeface="Lucida Sans Unicode"/>
                <a:cs typeface="Lucida Sans Unicode"/>
              </a:rPr>
              <a:t> </a:t>
            </a:r>
            <a:r>
              <a:rPr sz="1200" dirty="0">
                <a:solidFill>
                  <a:srgbClr val="8D3124"/>
                </a:solidFill>
                <a:latin typeface="Lucida Sans Unicode"/>
                <a:cs typeface="Lucida Sans Unicode"/>
              </a:rPr>
              <a:t>always</a:t>
            </a:r>
            <a:r>
              <a:rPr sz="1200" spc="15" dirty="0">
                <a:solidFill>
                  <a:srgbClr val="8D3124"/>
                </a:solidFill>
                <a:latin typeface="Lucida Sans Unicode"/>
                <a:cs typeface="Lucida Sans Unicode"/>
              </a:rPr>
              <a:t> </a:t>
            </a:r>
            <a:r>
              <a:rPr sz="1200" dirty="0">
                <a:solidFill>
                  <a:srgbClr val="8D3124"/>
                </a:solidFill>
                <a:latin typeface="Lucida Sans Unicode"/>
                <a:cs typeface="Lucida Sans Unicode"/>
              </a:rPr>
              <a:t>recur</a:t>
            </a:r>
            <a:r>
              <a:rPr sz="1200" spc="20" dirty="0">
                <a:solidFill>
                  <a:srgbClr val="8D3124"/>
                </a:solidFill>
                <a:latin typeface="Lucida Sans Unicode"/>
                <a:cs typeface="Lucida Sans Unicode"/>
              </a:rPr>
              <a:t> </a:t>
            </a:r>
            <a:r>
              <a:rPr sz="1200" dirty="0">
                <a:solidFill>
                  <a:srgbClr val="8D3124"/>
                </a:solidFill>
                <a:latin typeface="Lucida Sans Unicode"/>
                <a:cs typeface="Lucida Sans Unicode"/>
              </a:rPr>
              <a:t>on</a:t>
            </a:r>
            <a:r>
              <a:rPr sz="1200" spc="20" dirty="0">
                <a:solidFill>
                  <a:srgbClr val="8D3124"/>
                </a:solidFill>
                <a:latin typeface="Lucida Sans Unicode"/>
                <a:cs typeface="Lucida Sans Unicode"/>
              </a:rPr>
              <a:t> </a:t>
            </a:r>
            <a:r>
              <a:rPr sz="1200" dirty="0">
                <a:solidFill>
                  <a:srgbClr val="8D3124"/>
                </a:solidFill>
                <a:latin typeface="Lucida Sans Unicode"/>
                <a:cs typeface="Lucida Sans Unicode"/>
              </a:rPr>
              <a:t>largest</a:t>
            </a:r>
            <a:r>
              <a:rPr sz="1200" spc="15" dirty="0">
                <a:solidFill>
                  <a:srgbClr val="8D3124"/>
                </a:solidFill>
                <a:latin typeface="Lucida Sans Unicode"/>
                <a:cs typeface="Lucida Sans Unicode"/>
              </a:rPr>
              <a:t> </a:t>
            </a:r>
            <a:r>
              <a:rPr sz="1200" spc="-10" dirty="0">
                <a:solidFill>
                  <a:srgbClr val="8D3124"/>
                </a:solidFill>
                <a:latin typeface="Lucida Sans Unicode"/>
                <a:cs typeface="Lucida Sans Unicode"/>
              </a:rPr>
              <a:t>subarray </a:t>
            </a:r>
            <a:r>
              <a:rPr sz="1200" dirty="0">
                <a:solidFill>
                  <a:srgbClr val="8D3124"/>
                </a:solidFill>
                <a:latin typeface="Lucida Sans Unicode"/>
                <a:cs typeface="Lucida Sans Unicode"/>
              </a:rPr>
              <a:t>since</a:t>
            </a:r>
            <a:r>
              <a:rPr sz="1200" spc="-25" dirty="0">
                <a:solidFill>
                  <a:srgbClr val="8D3124"/>
                </a:solidFill>
                <a:latin typeface="Lucida Sans Unicode"/>
                <a:cs typeface="Lucida Sans Unicode"/>
              </a:rPr>
              <a:t> </a:t>
            </a:r>
            <a:r>
              <a:rPr sz="1200" dirty="0">
                <a:solidFill>
                  <a:srgbClr val="8D3124"/>
                </a:solidFill>
                <a:latin typeface="Lucida Sans Unicode"/>
                <a:cs typeface="Lucida Sans Unicode"/>
              </a:rPr>
              <a:t>T(n)</a:t>
            </a:r>
            <a:r>
              <a:rPr sz="1200" spc="-25" dirty="0">
                <a:solidFill>
                  <a:srgbClr val="8D3124"/>
                </a:solidFill>
                <a:latin typeface="Lucida Sans Unicode"/>
                <a:cs typeface="Lucida Sans Unicode"/>
              </a:rPr>
              <a:t> </a:t>
            </a:r>
            <a:r>
              <a:rPr sz="1200" dirty="0">
                <a:solidFill>
                  <a:srgbClr val="8D3124"/>
                </a:solidFill>
                <a:latin typeface="Lucida Sans Unicode"/>
                <a:cs typeface="Lucida Sans Unicode"/>
              </a:rPr>
              <a:t>is</a:t>
            </a:r>
            <a:r>
              <a:rPr sz="1200" spc="-25" dirty="0">
                <a:solidFill>
                  <a:srgbClr val="8D3124"/>
                </a:solidFill>
                <a:latin typeface="Lucida Sans Unicode"/>
                <a:cs typeface="Lucida Sans Unicode"/>
              </a:rPr>
              <a:t> </a:t>
            </a:r>
            <a:r>
              <a:rPr sz="1200" dirty="0">
                <a:solidFill>
                  <a:srgbClr val="8D3124"/>
                </a:solidFill>
                <a:latin typeface="Lucida Sans Unicode"/>
                <a:cs typeface="Lucida Sans Unicode"/>
              </a:rPr>
              <a:t>monotonic</a:t>
            </a:r>
            <a:r>
              <a:rPr sz="1200" spc="-20" dirty="0">
                <a:solidFill>
                  <a:srgbClr val="8D3124"/>
                </a:solidFill>
                <a:latin typeface="Lucida Sans Unicode"/>
                <a:cs typeface="Lucida Sans Unicode"/>
              </a:rPr>
              <a:t> </a:t>
            </a:r>
            <a:r>
              <a:rPr sz="1200" spc="-25" dirty="0">
                <a:solidFill>
                  <a:srgbClr val="8D3124"/>
                </a:solidFill>
                <a:latin typeface="Lucida Sans Unicode"/>
                <a:cs typeface="Lucida Sans Unicode"/>
              </a:rPr>
              <a:t>and</a:t>
            </a:r>
            <a:endParaRPr sz="1200">
              <a:latin typeface="Lucida Sans Unicode"/>
              <a:cs typeface="Lucida Sans Unicode"/>
            </a:endParaRPr>
          </a:p>
          <a:p>
            <a:pPr algn="ctr">
              <a:lnSpc>
                <a:spcPct val="100000"/>
              </a:lnSpc>
              <a:spcBef>
                <a:spcPts val="210"/>
              </a:spcBef>
            </a:pPr>
            <a:r>
              <a:rPr sz="1200" dirty="0">
                <a:solidFill>
                  <a:srgbClr val="8D3124"/>
                </a:solidFill>
                <a:latin typeface="Lucida Sans Unicode"/>
                <a:cs typeface="Lucida Sans Unicode"/>
              </a:rPr>
              <a:t>we</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are</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trying</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to</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get</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an</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upper</a:t>
            </a:r>
            <a:r>
              <a:rPr sz="1200" spc="10" dirty="0">
                <a:solidFill>
                  <a:srgbClr val="8D3124"/>
                </a:solidFill>
                <a:latin typeface="Lucida Sans Unicode"/>
                <a:cs typeface="Lucida Sans Unicode"/>
              </a:rPr>
              <a:t> </a:t>
            </a:r>
            <a:r>
              <a:rPr sz="1200" spc="-10" dirty="0">
                <a:solidFill>
                  <a:srgbClr val="8D3124"/>
                </a:solidFill>
                <a:latin typeface="Lucida Sans Unicode"/>
                <a:cs typeface="Lucida Sans Unicode"/>
              </a:rPr>
              <a:t>bound</a:t>
            </a:r>
            <a:endParaRPr sz="1200">
              <a:latin typeface="Lucida Sans Unicode"/>
              <a:cs typeface="Lucida Sans Unicode"/>
            </a:endParaRPr>
          </a:p>
        </p:txBody>
      </p:sp>
      <p:grpSp>
        <p:nvGrpSpPr>
          <p:cNvPr id="10" name="object 10"/>
          <p:cNvGrpSpPr/>
          <p:nvPr/>
        </p:nvGrpSpPr>
        <p:grpSpPr>
          <a:xfrm>
            <a:off x="6308736" y="4888113"/>
            <a:ext cx="224790" cy="378460"/>
            <a:chOff x="6308736" y="4888113"/>
            <a:chExt cx="224790" cy="378460"/>
          </a:xfrm>
        </p:grpSpPr>
        <p:sp>
          <p:nvSpPr>
            <p:cNvPr id="11" name="object 11"/>
            <p:cNvSpPr/>
            <p:nvPr/>
          </p:nvSpPr>
          <p:spPr>
            <a:xfrm>
              <a:off x="6338539" y="4897651"/>
              <a:ext cx="185420" cy="317500"/>
            </a:xfrm>
            <a:custGeom>
              <a:avLst/>
              <a:gdLst/>
              <a:ahLst/>
              <a:cxnLst/>
              <a:rect l="l" t="t" r="r" b="b"/>
              <a:pathLst>
                <a:path w="185420" h="317500">
                  <a:moveTo>
                    <a:pt x="0" y="317289"/>
                  </a:moveTo>
                  <a:lnTo>
                    <a:pt x="4807" y="309051"/>
                  </a:lnTo>
                  <a:lnTo>
                    <a:pt x="185164" y="0"/>
                  </a:lnTo>
                </a:path>
              </a:pathLst>
            </a:custGeom>
            <a:ln w="19074">
              <a:solidFill>
                <a:srgbClr val="8D3124"/>
              </a:solidFill>
            </a:ln>
          </p:spPr>
          <p:txBody>
            <a:bodyPr wrap="square" lIns="0" tIns="0" rIns="0" bIns="0" rtlCol="0"/>
            <a:lstStyle/>
            <a:p>
              <a:endParaRPr/>
            </a:p>
          </p:txBody>
        </p:sp>
        <p:sp>
          <p:nvSpPr>
            <p:cNvPr id="12" name="object 12"/>
            <p:cNvSpPr/>
            <p:nvPr/>
          </p:nvSpPr>
          <p:spPr>
            <a:xfrm>
              <a:off x="6308736" y="5163859"/>
              <a:ext cx="85725" cy="102235"/>
            </a:xfrm>
            <a:custGeom>
              <a:avLst/>
              <a:gdLst/>
              <a:ahLst/>
              <a:cxnLst/>
              <a:rect l="l" t="t" r="r" b="b"/>
              <a:pathLst>
                <a:path w="85725" h="102235">
                  <a:moveTo>
                    <a:pt x="6607" y="0"/>
                  </a:moveTo>
                  <a:lnTo>
                    <a:pt x="0" y="102152"/>
                  </a:lnTo>
                  <a:lnTo>
                    <a:pt x="85686" y="46147"/>
                  </a:lnTo>
                  <a:lnTo>
                    <a:pt x="34610" y="42843"/>
                  </a:lnTo>
                  <a:lnTo>
                    <a:pt x="6607" y="0"/>
                  </a:lnTo>
                  <a:close/>
                </a:path>
              </a:pathLst>
            </a:custGeom>
            <a:solidFill>
              <a:srgbClr val="8D3124"/>
            </a:solidFill>
          </p:spPr>
          <p:txBody>
            <a:bodyPr wrap="square" lIns="0" tIns="0" rIns="0" bIns="0" rtlCol="0"/>
            <a:lstStyle/>
            <a:p>
              <a:endParaRPr/>
            </a:p>
          </p:txBody>
        </p:sp>
      </p:grpSp>
      <p:sp>
        <p:nvSpPr>
          <p:cNvPr id="13" name="object 13"/>
          <p:cNvSpPr txBox="1"/>
          <p:nvPr/>
        </p:nvSpPr>
        <p:spPr>
          <a:xfrm>
            <a:off x="4016597" y="6788833"/>
            <a:ext cx="2964815" cy="25463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D3124"/>
                </a:solidFill>
                <a:latin typeface="Lucida Sans Unicode"/>
                <a:cs typeface="Lucida Sans Unicode"/>
              </a:rPr>
              <a:t>tiny</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cheat:</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sum</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should start</a:t>
            </a:r>
            <a:r>
              <a:rPr sz="1200" spc="-5" dirty="0">
                <a:solidFill>
                  <a:srgbClr val="8D3124"/>
                </a:solidFill>
                <a:latin typeface="Lucida Sans Unicode"/>
                <a:cs typeface="Lucida Sans Unicode"/>
              </a:rPr>
              <a:t> </a:t>
            </a:r>
            <a:r>
              <a:rPr sz="1200" dirty="0">
                <a:solidFill>
                  <a:srgbClr val="8D3124"/>
                </a:solidFill>
                <a:latin typeface="Lucida Sans Unicode"/>
                <a:cs typeface="Lucida Sans Unicode"/>
              </a:rPr>
              <a:t>at</a:t>
            </a:r>
            <a:r>
              <a:rPr sz="1200" spc="-5" dirty="0">
                <a:solidFill>
                  <a:srgbClr val="8D3124"/>
                </a:solidFill>
                <a:latin typeface="Lucida Sans Unicode"/>
                <a:cs typeface="Lucida Sans Unicode"/>
              </a:rPr>
              <a:t> </a:t>
            </a:r>
            <a:r>
              <a:rPr sz="1500" i="1" spc="-10" dirty="0">
                <a:solidFill>
                  <a:srgbClr val="8D3124"/>
                </a:solidFill>
                <a:latin typeface="Times New Roman"/>
                <a:cs typeface="Times New Roman"/>
              </a:rPr>
              <a:t>T</a:t>
            </a:r>
            <a:r>
              <a:rPr sz="1500" spc="-10" dirty="0">
                <a:solidFill>
                  <a:srgbClr val="8D3124"/>
                </a:solidFill>
                <a:latin typeface="Times New Roman"/>
                <a:cs typeface="Times New Roman"/>
              </a:rPr>
              <a:t>(</a:t>
            </a:r>
            <a:r>
              <a:rPr sz="1500" spc="-10" dirty="0">
                <a:solidFill>
                  <a:srgbClr val="8D3124"/>
                </a:solidFill>
                <a:latin typeface="Symbol"/>
                <a:cs typeface="Symbol"/>
              </a:rPr>
              <a:t></a:t>
            </a:r>
            <a:r>
              <a:rPr sz="1500" i="1" spc="-10" dirty="0">
                <a:solidFill>
                  <a:srgbClr val="8D3124"/>
                </a:solidFill>
                <a:latin typeface="Times New Roman"/>
                <a:cs typeface="Times New Roman"/>
              </a:rPr>
              <a:t>n</a:t>
            </a:r>
            <a:r>
              <a:rPr sz="1500" spc="-10" dirty="0">
                <a:solidFill>
                  <a:srgbClr val="8D3124"/>
                </a:solidFill>
                <a:latin typeface="Times New Roman"/>
                <a:cs typeface="Times New Roman"/>
              </a:rPr>
              <a:t>/2</a:t>
            </a:r>
            <a:r>
              <a:rPr sz="1500" spc="-10" dirty="0">
                <a:solidFill>
                  <a:srgbClr val="8D3124"/>
                </a:solidFill>
                <a:latin typeface="Symbol"/>
                <a:cs typeface="Symbol"/>
              </a:rPr>
              <a:t></a:t>
            </a:r>
            <a:r>
              <a:rPr sz="1500" spc="-10" dirty="0">
                <a:solidFill>
                  <a:srgbClr val="8D3124"/>
                </a:solidFill>
                <a:latin typeface="Times New Roman"/>
                <a:cs typeface="Times New Roman"/>
              </a:rPr>
              <a:t>)</a:t>
            </a:r>
            <a:endParaRPr sz="1500">
              <a:latin typeface="Times New Roman"/>
              <a:cs typeface="Times New Roman"/>
            </a:endParaRPr>
          </a:p>
        </p:txBody>
      </p:sp>
      <p:grpSp>
        <p:nvGrpSpPr>
          <p:cNvPr id="14" name="object 14"/>
          <p:cNvGrpSpPr/>
          <p:nvPr/>
        </p:nvGrpSpPr>
        <p:grpSpPr>
          <a:xfrm>
            <a:off x="3832185" y="5647508"/>
            <a:ext cx="313055" cy="1170940"/>
            <a:chOff x="3832185" y="5647508"/>
            <a:chExt cx="313055" cy="1170940"/>
          </a:xfrm>
        </p:grpSpPr>
        <p:sp>
          <p:nvSpPr>
            <p:cNvPr id="15" name="object 15"/>
            <p:cNvSpPr/>
            <p:nvPr/>
          </p:nvSpPr>
          <p:spPr>
            <a:xfrm>
              <a:off x="3869075" y="5704989"/>
              <a:ext cx="266700" cy="1104265"/>
            </a:xfrm>
            <a:custGeom>
              <a:avLst/>
              <a:gdLst/>
              <a:ahLst/>
              <a:cxnLst/>
              <a:rect l="l" t="t" r="r" b="b"/>
              <a:pathLst>
                <a:path w="266700" h="1104265">
                  <a:moveTo>
                    <a:pt x="0" y="0"/>
                  </a:moveTo>
                  <a:lnTo>
                    <a:pt x="2237" y="9270"/>
                  </a:lnTo>
                  <a:lnTo>
                    <a:pt x="266563" y="1103843"/>
                  </a:lnTo>
                </a:path>
              </a:pathLst>
            </a:custGeom>
            <a:ln w="19074">
              <a:solidFill>
                <a:srgbClr val="8D3124"/>
              </a:solidFill>
            </a:ln>
          </p:spPr>
          <p:txBody>
            <a:bodyPr wrap="square" lIns="0" tIns="0" rIns="0" bIns="0" rtlCol="0"/>
            <a:lstStyle/>
            <a:p>
              <a:endParaRPr/>
            </a:p>
          </p:txBody>
        </p:sp>
        <p:pic>
          <p:nvPicPr>
            <p:cNvPr id="16" name="object 16"/>
            <p:cNvPicPr/>
            <p:nvPr/>
          </p:nvPicPr>
          <p:blipFill>
            <a:blip r:embed="rId2" cstate="print"/>
            <a:stretch>
              <a:fillRect/>
            </a:stretch>
          </p:blipFill>
          <p:spPr>
            <a:xfrm>
              <a:off x="3832185" y="5647508"/>
              <a:ext cx="89000" cy="99745"/>
            </a:xfrm>
            <a:prstGeom prst="rect">
              <a:avLst/>
            </a:prstGeom>
          </p:spPr>
        </p:pic>
      </p:grpSp>
      <p:sp>
        <p:nvSpPr>
          <p:cNvPr id="17" name="object 1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49</a:t>
            </a:fld>
            <a:endParaRPr spc="-25"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745267" y="1131247"/>
            <a:ext cx="8454390" cy="1837689"/>
          </a:xfrm>
          <a:prstGeom prst="rect">
            <a:avLst/>
          </a:prstGeom>
        </p:spPr>
        <p:txBody>
          <a:bodyPr vert="horz" wrap="square" lIns="0" tIns="12700" rIns="0" bIns="0" rtlCol="0">
            <a:spAutoFit/>
          </a:bodyPr>
          <a:lstStyle/>
          <a:p>
            <a:pPr marL="12700" marR="5080">
              <a:lnSpc>
                <a:spcPct val="132100"/>
              </a:lnSpc>
              <a:spcBef>
                <a:spcPts val="100"/>
              </a:spcBef>
              <a:tabLst>
                <a:tab pos="727710" algn="l"/>
                <a:tab pos="4321810" algn="l"/>
              </a:tabLst>
            </a:pPr>
            <a:r>
              <a:rPr sz="1800" spc="-10" dirty="0">
                <a:solidFill>
                  <a:srgbClr val="0048AA"/>
                </a:solidFill>
                <a:latin typeface="Lucida Sans Unicode"/>
                <a:cs typeface="Lucida Sans Unicode"/>
              </a:rPr>
              <a:t>Goal.</a:t>
            </a:r>
            <a:r>
              <a:rPr sz="1800" dirty="0">
                <a:solidFill>
                  <a:srgbClr val="0048AA"/>
                </a:solidFill>
                <a:latin typeface="Lucida Sans Unicode"/>
                <a:cs typeface="Lucida Sans Unicode"/>
              </a:rPr>
              <a:t>	</a:t>
            </a:r>
            <a:r>
              <a:rPr sz="1800" dirty="0">
                <a:latin typeface="Lucida Sans Unicode"/>
                <a:cs typeface="Lucida Sans Unicode"/>
              </a:rPr>
              <a:t>Find</a:t>
            </a:r>
            <a:r>
              <a:rPr sz="1800" spc="15" dirty="0">
                <a:latin typeface="Lucida Sans Unicode"/>
                <a:cs typeface="Lucida Sans Unicode"/>
              </a:rPr>
              <a:t> </a:t>
            </a:r>
            <a:r>
              <a:rPr sz="1800" dirty="0">
                <a:latin typeface="Lucida Sans Unicode"/>
                <a:cs typeface="Lucida Sans Unicode"/>
              </a:rPr>
              <a:t>pivot</a:t>
            </a:r>
            <a:r>
              <a:rPr sz="1800" spc="15" dirty="0">
                <a:latin typeface="Lucida Sans Unicode"/>
                <a:cs typeface="Lucida Sans Unicode"/>
              </a:rPr>
              <a:t> </a:t>
            </a:r>
            <a:r>
              <a:rPr sz="1800" dirty="0">
                <a:latin typeface="Lucida Sans Unicode"/>
                <a:cs typeface="Lucida Sans Unicode"/>
              </a:rPr>
              <a:t>element</a:t>
            </a:r>
            <a:r>
              <a:rPr sz="1800" spc="15" dirty="0">
                <a:latin typeface="Lucida Sans Unicode"/>
                <a:cs typeface="Lucida Sans Unicode"/>
              </a:rPr>
              <a:t> </a:t>
            </a:r>
            <a:r>
              <a:rPr sz="1800" i="1" dirty="0">
                <a:latin typeface="Times New Roman"/>
                <a:cs typeface="Times New Roman"/>
              </a:rPr>
              <a:t>p</a:t>
            </a:r>
            <a:r>
              <a:rPr sz="1800" i="1" spc="135" dirty="0">
                <a:latin typeface="Times New Roman"/>
                <a:cs typeface="Times New Roman"/>
              </a:rPr>
              <a:t> </a:t>
            </a:r>
            <a:r>
              <a:rPr sz="1800" dirty="0">
                <a:latin typeface="Lucida Sans Unicode"/>
                <a:cs typeface="Lucida Sans Unicode"/>
              </a:rPr>
              <a:t>that</a:t>
            </a:r>
            <a:r>
              <a:rPr sz="1800" spc="15" dirty="0">
                <a:latin typeface="Lucida Sans Unicode"/>
                <a:cs typeface="Lucida Sans Unicode"/>
              </a:rPr>
              <a:t> </a:t>
            </a:r>
            <a:r>
              <a:rPr sz="1800" dirty="0">
                <a:latin typeface="Lucida Sans Unicode"/>
                <a:cs typeface="Lucida Sans Unicode"/>
              </a:rPr>
              <a:t>divides</a:t>
            </a:r>
            <a:r>
              <a:rPr sz="1800" spc="15" dirty="0">
                <a:latin typeface="Lucida Sans Unicode"/>
                <a:cs typeface="Lucida Sans Unicode"/>
              </a:rPr>
              <a:t> </a:t>
            </a:r>
            <a:r>
              <a:rPr sz="1800" dirty="0">
                <a:latin typeface="Lucida Sans Unicode"/>
                <a:cs typeface="Lucida Sans Unicode"/>
              </a:rPr>
              <a:t>list</a:t>
            </a:r>
            <a:r>
              <a:rPr sz="1800" spc="20" dirty="0">
                <a:latin typeface="Lucida Sans Unicode"/>
                <a:cs typeface="Lucida Sans Unicode"/>
              </a:rPr>
              <a:t> </a:t>
            </a:r>
            <a:r>
              <a:rPr sz="1800" dirty="0">
                <a:latin typeface="Lucida Sans Unicode"/>
                <a:cs typeface="Lucida Sans Unicode"/>
              </a:rPr>
              <a:t>of</a:t>
            </a:r>
            <a:r>
              <a:rPr sz="1800" spc="15" dirty="0">
                <a:latin typeface="Lucida Sans Unicode"/>
                <a:cs typeface="Lucida Sans Unicode"/>
              </a:rPr>
              <a:t> </a:t>
            </a:r>
            <a:r>
              <a:rPr sz="1800" i="1" dirty="0">
                <a:latin typeface="Times New Roman"/>
                <a:cs typeface="Times New Roman"/>
              </a:rPr>
              <a:t>n</a:t>
            </a:r>
            <a:r>
              <a:rPr sz="1800" i="1" spc="130" dirty="0">
                <a:latin typeface="Times New Roman"/>
                <a:cs typeface="Times New Roman"/>
              </a:rPr>
              <a:t> </a:t>
            </a:r>
            <a:r>
              <a:rPr sz="1800" dirty="0">
                <a:latin typeface="Lucida Sans Unicode"/>
                <a:cs typeface="Lucida Sans Unicode"/>
              </a:rPr>
              <a:t>elements</a:t>
            </a:r>
            <a:r>
              <a:rPr sz="1800" spc="20" dirty="0">
                <a:latin typeface="Lucida Sans Unicode"/>
                <a:cs typeface="Lucida Sans Unicode"/>
              </a:rPr>
              <a:t> </a:t>
            </a:r>
            <a:r>
              <a:rPr sz="1800" dirty="0">
                <a:latin typeface="Lucida Sans Unicode"/>
                <a:cs typeface="Lucida Sans Unicode"/>
              </a:rPr>
              <a:t>into</a:t>
            </a:r>
            <a:r>
              <a:rPr sz="1800" spc="15" dirty="0">
                <a:latin typeface="Lucida Sans Unicode"/>
                <a:cs typeface="Lucida Sans Unicode"/>
              </a:rPr>
              <a:t> </a:t>
            </a:r>
            <a:r>
              <a:rPr sz="1800" dirty="0">
                <a:latin typeface="Lucida Sans Unicode"/>
                <a:cs typeface="Lucida Sans Unicode"/>
              </a:rPr>
              <a:t>two</a:t>
            </a:r>
            <a:r>
              <a:rPr sz="1800" spc="15" dirty="0">
                <a:latin typeface="Lucida Sans Unicode"/>
                <a:cs typeface="Lucida Sans Unicode"/>
              </a:rPr>
              <a:t> </a:t>
            </a:r>
            <a:r>
              <a:rPr sz="1800" dirty="0">
                <a:latin typeface="Lucida Sans Unicode"/>
                <a:cs typeface="Lucida Sans Unicode"/>
              </a:rPr>
              <a:t>pieces</a:t>
            </a:r>
            <a:r>
              <a:rPr sz="1800" spc="15" dirty="0">
                <a:latin typeface="Lucida Sans Unicode"/>
                <a:cs typeface="Lucida Sans Unicode"/>
              </a:rPr>
              <a:t> </a:t>
            </a:r>
            <a:r>
              <a:rPr sz="1800" spc="-25" dirty="0">
                <a:latin typeface="Lucida Sans Unicode"/>
                <a:cs typeface="Lucida Sans Unicode"/>
              </a:rPr>
              <a:t>so </a:t>
            </a:r>
            <a:r>
              <a:rPr sz="1800" dirty="0">
                <a:latin typeface="Lucida Sans Unicode"/>
                <a:cs typeface="Lucida Sans Unicode"/>
              </a:rPr>
              <a:t>that</a:t>
            </a:r>
            <a:r>
              <a:rPr sz="1800" spc="-10" dirty="0">
                <a:latin typeface="Lucida Sans Unicode"/>
                <a:cs typeface="Lucida Sans Unicode"/>
              </a:rPr>
              <a:t> </a:t>
            </a:r>
            <a:r>
              <a:rPr sz="1800" dirty="0">
                <a:latin typeface="Lucida Sans Unicode"/>
                <a:cs typeface="Lucida Sans Unicode"/>
              </a:rPr>
              <a:t>each</a:t>
            </a:r>
            <a:r>
              <a:rPr sz="1800" spc="-5" dirty="0">
                <a:latin typeface="Lucida Sans Unicode"/>
                <a:cs typeface="Lucida Sans Unicode"/>
              </a:rPr>
              <a:t> </a:t>
            </a:r>
            <a:r>
              <a:rPr sz="1800" dirty="0">
                <a:latin typeface="Lucida Sans Unicode"/>
                <a:cs typeface="Lucida Sans Unicode"/>
              </a:rPr>
              <a:t>piece</a:t>
            </a:r>
            <a:r>
              <a:rPr sz="1800" spc="-5" dirty="0">
                <a:latin typeface="Lucida Sans Unicode"/>
                <a:cs typeface="Lucida Sans Unicode"/>
              </a:rPr>
              <a:t> </a:t>
            </a:r>
            <a:r>
              <a:rPr sz="1800" dirty="0">
                <a:latin typeface="Lucida Sans Unicode"/>
                <a:cs typeface="Lucida Sans Unicode"/>
              </a:rPr>
              <a:t>is</a:t>
            </a:r>
            <a:r>
              <a:rPr sz="1800" spc="-5" dirty="0">
                <a:latin typeface="Lucida Sans Unicode"/>
                <a:cs typeface="Lucida Sans Unicode"/>
              </a:rPr>
              <a:t> </a:t>
            </a:r>
            <a:r>
              <a:rPr sz="1800" dirty="0">
                <a:solidFill>
                  <a:srgbClr val="8D3124"/>
                </a:solidFill>
                <a:latin typeface="Lucida Sans Unicode"/>
                <a:cs typeface="Lucida Sans Unicode"/>
              </a:rPr>
              <a:t>guaranteed</a:t>
            </a:r>
            <a:r>
              <a:rPr sz="1800" spc="-5" dirty="0">
                <a:solidFill>
                  <a:srgbClr val="8D3124"/>
                </a:solidFill>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spc="-20" dirty="0">
                <a:latin typeface="Lucida Sans Unicode"/>
                <a:cs typeface="Lucida Sans Unicode"/>
              </a:rPr>
              <a:t>have</a:t>
            </a:r>
            <a:r>
              <a:rPr sz="1800" dirty="0">
                <a:latin typeface="Lucida Sans Unicode"/>
                <a:cs typeface="Lucida Sans Unicode"/>
              </a:rPr>
              <a:t>	</a:t>
            </a:r>
            <a:r>
              <a:rPr sz="1800" dirty="0">
                <a:latin typeface="Times New Roman"/>
                <a:cs typeface="Times New Roman"/>
              </a:rPr>
              <a:t>≤</a:t>
            </a:r>
            <a:r>
              <a:rPr sz="1800" spc="434" dirty="0">
                <a:latin typeface="Times New Roman"/>
                <a:cs typeface="Times New Roman"/>
              </a:rPr>
              <a:t> </a:t>
            </a:r>
            <a:r>
              <a:rPr sz="1800" dirty="0">
                <a:latin typeface="Times New Roman"/>
                <a:cs typeface="Times New Roman"/>
              </a:rPr>
              <a:t>7/10 </a:t>
            </a:r>
            <a:r>
              <a:rPr sz="1800" i="1" dirty="0">
                <a:latin typeface="Times New Roman"/>
                <a:cs typeface="Times New Roman"/>
              </a:rPr>
              <a:t>n</a:t>
            </a:r>
            <a:r>
              <a:rPr sz="1800" i="1" spc="114" dirty="0">
                <a:latin typeface="Times New Roman"/>
                <a:cs typeface="Times New Roman"/>
              </a:rPr>
              <a:t> </a:t>
            </a:r>
            <a:r>
              <a:rPr sz="1800" spc="-10" dirty="0">
                <a:latin typeface="Lucida Sans Unicode"/>
                <a:cs typeface="Lucida Sans Unicode"/>
              </a:rPr>
              <a:t>elements.</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12700">
              <a:lnSpc>
                <a:spcPct val="100000"/>
              </a:lnSpc>
              <a:tabLst>
                <a:tab pos="407034" algn="l"/>
              </a:tabLst>
            </a:pPr>
            <a:r>
              <a:rPr sz="1800" spc="-25" dirty="0">
                <a:solidFill>
                  <a:srgbClr val="0048AA"/>
                </a:solidFill>
                <a:latin typeface="Lucida Sans Unicode"/>
                <a:cs typeface="Lucida Sans Unicode"/>
              </a:rPr>
              <a:t>Q.</a:t>
            </a:r>
            <a:r>
              <a:rPr sz="1800" dirty="0">
                <a:solidFill>
                  <a:srgbClr val="0048AA"/>
                </a:solidFill>
                <a:latin typeface="Lucida Sans Unicode"/>
                <a:cs typeface="Lucida Sans Unicode"/>
              </a:rPr>
              <a:t>	</a:t>
            </a:r>
            <a:r>
              <a:rPr sz="1800" dirty="0">
                <a:latin typeface="Lucida Sans Unicode"/>
                <a:cs typeface="Lucida Sans Unicode"/>
              </a:rPr>
              <a:t>How</a:t>
            </a:r>
            <a:r>
              <a:rPr sz="1800" spc="-10" dirty="0">
                <a:latin typeface="Lucida Sans Unicode"/>
                <a:cs typeface="Lucida Sans Unicode"/>
              </a:rPr>
              <a:t> </a:t>
            </a:r>
            <a:r>
              <a:rPr sz="1800" dirty="0">
                <a:latin typeface="Lucida Sans Unicode"/>
                <a:cs typeface="Lucida Sans Unicode"/>
              </a:rPr>
              <a:t>to</a:t>
            </a:r>
            <a:r>
              <a:rPr sz="1800" spc="-5" dirty="0">
                <a:latin typeface="Lucida Sans Unicode"/>
                <a:cs typeface="Lucida Sans Unicode"/>
              </a:rPr>
              <a:t> </a:t>
            </a:r>
            <a:r>
              <a:rPr sz="1800" dirty="0">
                <a:latin typeface="Lucida Sans Unicode"/>
                <a:cs typeface="Lucida Sans Unicode"/>
              </a:rPr>
              <a:t>find</a:t>
            </a:r>
            <a:r>
              <a:rPr sz="1800" spc="-10" dirty="0">
                <a:latin typeface="Lucida Sans Unicode"/>
                <a:cs typeface="Lucida Sans Unicode"/>
              </a:rPr>
              <a:t> </a:t>
            </a:r>
            <a:r>
              <a:rPr sz="1800" dirty="0">
                <a:latin typeface="Lucida Sans Unicode"/>
                <a:cs typeface="Lucida Sans Unicode"/>
              </a:rPr>
              <a:t>approximate</a:t>
            </a:r>
            <a:r>
              <a:rPr sz="1800" spc="-5" dirty="0">
                <a:latin typeface="Lucida Sans Unicode"/>
                <a:cs typeface="Lucida Sans Unicode"/>
              </a:rPr>
              <a:t> </a:t>
            </a:r>
            <a:r>
              <a:rPr sz="1800" dirty="0">
                <a:latin typeface="Lucida Sans Unicode"/>
                <a:cs typeface="Lucida Sans Unicode"/>
              </a:rPr>
              <a:t>median</a:t>
            </a:r>
            <a:r>
              <a:rPr sz="1800" spc="-10" dirty="0">
                <a:latin typeface="Lucida Sans Unicode"/>
                <a:cs typeface="Lucida Sans Unicode"/>
              </a:rPr>
              <a:t> </a:t>
            </a:r>
            <a:r>
              <a:rPr sz="1800" dirty="0">
                <a:latin typeface="Lucida Sans Unicode"/>
                <a:cs typeface="Lucida Sans Unicode"/>
              </a:rPr>
              <a:t>in</a:t>
            </a:r>
            <a:r>
              <a:rPr sz="1800" spc="-5" dirty="0">
                <a:latin typeface="Lucida Sans Unicode"/>
                <a:cs typeface="Lucida Sans Unicode"/>
              </a:rPr>
              <a:t> </a:t>
            </a:r>
            <a:r>
              <a:rPr sz="1800" dirty="0">
                <a:latin typeface="Lucida Sans Unicode"/>
                <a:cs typeface="Lucida Sans Unicode"/>
              </a:rPr>
              <a:t>linear</a:t>
            </a:r>
            <a:r>
              <a:rPr sz="1800" spc="-5" dirty="0">
                <a:latin typeface="Lucida Sans Unicode"/>
                <a:cs typeface="Lucida Sans Unicode"/>
              </a:rPr>
              <a:t> </a:t>
            </a:r>
            <a:r>
              <a:rPr sz="1800" spc="-10" dirty="0">
                <a:latin typeface="Lucida Sans Unicode"/>
                <a:cs typeface="Lucida Sans Unicode"/>
              </a:rPr>
              <a:t>time?</a:t>
            </a:r>
            <a:endParaRPr sz="1800">
              <a:latin typeface="Lucida Sans Unicode"/>
              <a:cs typeface="Lucida Sans Unicode"/>
            </a:endParaRPr>
          </a:p>
          <a:p>
            <a:pPr marL="12700">
              <a:lnSpc>
                <a:spcPct val="100000"/>
              </a:lnSpc>
              <a:spcBef>
                <a:spcPts val="695"/>
              </a:spcBef>
              <a:tabLst>
                <a:tab pos="387350" algn="l"/>
              </a:tabLst>
            </a:pPr>
            <a:r>
              <a:rPr sz="1800" spc="-25" dirty="0">
                <a:solidFill>
                  <a:srgbClr val="0048AA"/>
                </a:solidFill>
                <a:latin typeface="Lucida Sans Unicode"/>
                <a:cs typeface="Lucida Sans Unicode"/>
              </a:rPr>
              <a:t>A.</a:t>
            </a:r>
            <a:r>
              <a:rPr sz="1800" dirty="0">
                <a:solidFill>
                  <a:srgbClr val="0048AA"/>
                </a:solidFill>
                <a:latin typeface="Lucida Sans Unicode"/>
                <a:cs typeface="Lucida Sans Unicode"/>
              </a:rPr>
              <a:t>	</a:t>
            </a:r>
            <a:r>
              <a:rPr sz="1800" dirty="0">
                <a:latin typeface="Lucida Sans Unicode"/>
                <a:cs typeface="Lucida Sans Unicode"/>
              </a:rPr>
              <a:t>Recursively</a:t>
            </a:r>
            <a:r>
              <a:rPr sz="1800" spc="20" dirty="0">
                <a:latin typeface="Lucida Sans Unicode"/>
                <a:cs typeface="Lucida Sans Unicode"/>
              </a:rPr>
              <a:t> </a:t>
            </a:r>
            <a:r>
              <a:rPr sz="1800" dirty="0">
                <a:latin typeface="Lucida Sans Unicode"/>
                <a:cs typeface="Lucida Sans Unicode"/>
              </a:rPr>
              <a:t>compute</a:t>
            </a:r>
            <a:r>
              <a:rPr sz="1800" spc="20" dirty="0">
                <a:latin typeface="Lucida Sans Unicode"/>
                <a:cs typeface="Lucida Sans Unicode"/>
              </a:rPr>
              <a:t> </a:t>
            </a:r>
            <a:r>
              <a:rPr sz="1800" dirty="0">
                <a:latin typeface="Lucida Sans Unicode"/>
                <a:cs typeface="Lucida Sans Unicode"/>
              </a:rPr>
              <a:t>median</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dirty="0">
                <a:latin typeface="Lucida Sans Unicode"/>
                <a:cs typeface="Lucida Sans Unicode"/>
              </a:rPr>
              <a:t>sample</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dirty="0">
                <a:latin typeface="Times New Roman"/>
                <a:cs typeface="Times New Roman"/>
              </a:rPr>
              <a:t>≤</a:t>
            </a:r>
            <a:r>
              <a:rPr sz="1800" spc="480" dirty="0">
                <a:latin typeface="Times New Roman"/>
                <a:cs typeface="Times New Roman"/>
              </a:rPr>
              <a:t> </a:t>
            </a:r>
            <a:r>
              <a:rPr sz="1800" dirty="0">
                <a:latin typeface="Times New Roman"/>
                <a:cs typeface="Times New Roman"/>
              </a:rPr>
              <a:t>2/10</a:t>
            </a:r>
            <a:r>
              <a:rPr sz="1800" spc="20" dirty="0">
                <a:latin typeface="Times New Roman"/>
                <a:cs typeface="Times New Roman"/>
              </a:rPr>
              <a:t> </a:t>
            </a:r>
            <a:r>
              <a:rPr sz="1800" i="1" dirty="0">
                <a:latin typeface="Times New Roman"/>
                <a:cs typeface="Times New Roman"/>
              </a:rPr>
              <a:t>n</a:t>
            </a:r>
            <a:r>
              <a:rPr sz="1800" i="1" spc="135" dirty="0">
                <a:latin typeface="Times New Roman"/>
                <a:cs typeface="Times New Roman"/>
              </a:rPr>
              <a:t> </a:t>
            </a:r>
            <a:r>
              <a:rPr sz="1800" spc="-10" dirty="0">
                <a:latin typeface="Lucida Sans Unicode"/>
                <a:cs typeface="Lucida Sans Unicode"/>
              </a:rPr>
              <a:t>elements.</a:t>
            </a:r>
            <a:endParaRPr sz="18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Selection</a:t>
            </a:r>
            <a:r>
              <a:rPr spc="85" dirty="0"/>
              <a:t> </a:t>
            </a:r>
            <a:r>
              <a:rPr dirty="0"/>
              <a:t>in</a:t>
            </a:r>
            <a:r>
              <a:rPr spc="85" dirty="0"/>
              <a:t> </a:t>
            </a:r>
            <a:r>
              <a:rPr dirty="0"/>
              <a:t>worst</a:t>
            </a:r>
            <a:r>
              <a:rPr spc="85" dirty="0"/>
              <a:t> </a:t>
            </a:r>
            <a:r>
              <a:rPr dirty="0"/>
              <a:t>case</a:t>
            </a:r>
            <a:r>
              <a:rPr spc="85" dirty="0"/>
              <a:t> </a:t>
            </a:r>
            <a:r>
              <a:rPr dirty="0"/>
              <a:t>linear</a:t>
            </a:r>
            <a:r>
              <a:rPr spc="85" dirty="0"/>
              <a:t> </a:t>
            </a:r>
            <a:r>
              <a:rPr spc="-20" dirty="0"/>
              <a:t>time</a:t>
            </a:r>
          </a:p>
        </p:txBody>
      </p:sp>
      <p:sp>
        <p:nvSpPr>
          <p:cNvPr id="5" name="object 5"/>
          <p:cNvSpPr/>
          <p:nvPr/>
        </p:nvSpPr>
        <p:spPr>
          <a:xfrm>
            <a:off x="2672972" y="3534019"/>
            <a:ext cx="124460" cy="715645"/>
          </a:xfrm>
          <a:custGeom>
            <a:avLst/>
            <a:gdLst/>
            <a:ahLst/>
            <a:cxnLst/>
            <a:rect l="l" t="t" r="r" b="b"/>
            <a:pathLst>
              <a:path w="124460" h="715645">
                <a:moveTo>
                  <a:pt x="123986" y="715305"/>
                </a:moveTo>
                <a:lnTo>
                  <a:pt x="99855" y="710620"/>
                </a:lnTo>
                <a:lnTo>
                  <a:pt x="80150" y="697846"/>
                </a:lnTo>
                <a:lnTo>
                  <a:pt x="66864" y="678898"/>
                </a:lnTo>
                <a:lnTo>
                  <a:pt x="61993" y="655696"/>
                </a:lnTo>
                <a:lnTo>
                  <a:pt x="61993" y="417261"/>
                </a:lnTo>
                <a:lnTo>
                  <a:pt x="57121" y="394058"/>
                </a:lnTo>
                <a:lnTo>
                  <a:pt x="43835" y="375111"/>
                </a:lnTo>
                <a:lnTo>
                  <a:pt x="24130" y="362336"/>
                </a:lnTo>
                <a:lnTo>
                  <a:pt x="0" y="357652"/>
                </a:lnTo>
                <a:lnTo>
                  <a:pt x="24130" y="352968"/>
                </a:lnTo>
                <a:lnTo>
                  <a:pt x="43835" y="340193"/>
                </a:lnTo>
                <a:lnTo>
                  <a:pt x="57121" y="321246"/>
                </a:lnTo>
                <a:lnTo>
                  <a:pt x="61993" y="298043"/>
                </a:lnTo>
                <a:lnTo>
                  <a:pt x="61993" y="59607"/>
                </a:lnTo>
                <a:lnTo>
                  <a:pt x="66864" y="36405"/>
                </a:lnTo>
                <a:lnTo>
                  <a:pt x="80150" y="17458"/>
                </a:lnTo>
                <a:lnTo>
                  <a:pt x="99855" y="4684"/>
                </a:lnTo>
                <a:lnTo>
                  <a:pt x="123986" y="0"/>
                </a:lnTo>
              </a:path>
            </a:pathLst>
          </a:custGeom>
          <a:ln w="9537">
            <a:solidFill>
              <a:srgbClr val="000000"/>
            </a:solidFill>
          </a:ln>
        </p:spPr>
        <p:txBody>
          <a:bodyPr wrap="square" lIns="0" tIns="0" rIns="0" bIns="0" rtlCol="0"/>
          <a:lstStyle/>
          <a:p>
            <a:endParaRPr/>
          </a:p>
        </p:txBody>
      </p:sp>
      <p:graphicFrame>
        <p:nvGraphicFramePr>
          <p:cNvPr id="6" name="object 6"/>
          <p:cNvGraphicFramePr>
            <a:graphicFrameLocks noGrp="1"/>
          </p:cNvGraphicFramePr>
          <p:nvPr/>
        </p:nvGraphicFramePr>
        <p:xfrm>
          <a:off x="2841609" y="3593277"/>
          <a:ext cx="4459604" cy="613410"/>
        </p:xfrm>
        <a:graphic>
          <a:graphicData uri="http://schemas.openxmlformats.org/drawingml/2006/table">
            <a:tbl>
              <a:tblPr firstRow="1" bandRow="1">
                <a:tableStyleId>{2D5ABB26-0587-4C30-8999-92F81FD0307C}</a:tableStyleId>
              </a:tblPr>
              <a:tblGrid>
                <a:gridCol w="1000760">
                  <a:extLst>
                    <a:ext uri="{9D8B030D-6E8A-4147-A177-3AD203B41FA5}">
                      <a16:colId xmlns:a16="http://schemas.microsoft.com/office/drawing/2014/main" val="20000"/>
                    </a:ext>
                  </a:extLst>
                </a:gridCol>
                <a:gridCol w="272415">
                  <a:extLst>
                    <a:ext uri="{9D8B030D-6E8A-4147-A177-3AD203B41FA5}">
                      <a16:colId xmlns:a16="http://schemas.microsoft.com/office/drawing/2014/main" val="20001"/>
                    </a:ext>
                  </a:extLst>
                </a:gridCol>
                <a:gridCol w="2026285">
                  <a:extLst>
                    <a:ext uri="{9D8B030D-6E8A-4147-A177-3AD203B41FA5}">
                      <a16:colId xmlns:a16="http://schemas.microsoft.com/office/drawing/2014/main" val="20002"/>
                    </a:ext>
                  </a:extLst>
                </a:gridCol>
                <a:gridCol w="1160144">
                  <a:extLst>
                    <a:ext uri="{9D8B030D-6E8A-4147-A177-3AD203B41FA5}">
                      <a16:colId xmlns:a16="http://schemas.microsoft.com/office/drawing/2014/main" val="20003"/>
                    </a:ext>
                  </a:extLst>
                </a:gridCol>
              </a:tblGrid>
              <a:tr h="306705">
                <a:tc>
                  <a:txBody>
                    <a:bodyPr/>
                    <a:lstStyle/>
                    <a:p>
                      <a:pPr marL="31750">
                        <a:lnSpc>
                          <a:spcPts val="1964"/>
                        </a:lnSpc>
                      </a:pPr>
                      <a:r>
                        <a:rPr sz="1800" spc="-20" dirty="0">
                          <a:latin typeface="Times New Roman"/>
                          <a:cs typeface="Times New Roman"/>
                        </a:rPr>
                        <a:t>Θ(1)</a:t>
                      </a:r>
                      <a:endParaRPr sz="18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a:lnSpc>
                          <a:spcPct val="100000"/>
                        </a:lnSpc>
                      </a:pPr>
                      <a:endParaRPr sz="1700">
                        <a:latin typeface="Times New Roman"/>
                        <a:cs typeface="Times New Roman"/>
                      </a:endParaRPr>
                    </a:p>
                  </a:txBody>
                  <a:tcPr marL="0" marR="0" marT="0" marB="0"/>
                </a:tc>
                <a:tc>
                  <a:txBody>
                    <a:bodyPr/>
                    <a:lstStyle/>
                    <a:p>
                      <a:pPr marL="238125">
                        <a:lnSpc>
                          <a:spcPts val="1964"/>
                        </a:lnSpc>
                      </a:pPr>
                      <a:r>
                        <a:rPr sz="1800" dirty="0">
                          <a:latin typeface="Times New Roman"/>
                          <a:cs typeface="Times New Roman"/>
                        </a:rPr>
                        <a:t>if</a:t>
                      </a:r>
                      <a:r>
                        <a:rPr sz="1800" spc="-5" dirty="0">
                          <a:latin typeface="Times New Roman"/>
                          <a:cs typeface="Times New Roman"/>
                        </a:rPr>
                        <a:t> </a:t>
                      </a:r>
                      <a:r>
                        <a:rPr sz="1800" i="1" dirty="0">
                          <a:latin typeface="Times New Roman"/>
                          <a:cs typeface="Times New Roman"/>
                        </a:rPr>
                        <a:t>n </a:t>
                      </a:r>
                      <a:r>
                        <a:rPr sz="1800" dirty="0">
                          <a:latin typeface="Times New Roman"/>
                          <a:cs typeface="Times New Roman"/>
                        </a:rPr>
                        <a:t>= </a:t>
                      </a:r>
                      <a:r>
                        <a:rPr sz="1800" spc="-50" dirty="0">
                          <a:latin typeface="Times New Roman"/>
                          <a:cs typeface="Times New Roman"/>
                        </a:rPr>
                        <a:t>1</a:t>
                      </a:r>
                      <a:endParaRPr sz="1800">
                        <a:latin typeface="Times New Roman"/>
                        <a:cs typeface="Times New Roman"/>
                      </a:endParaRPr>
                    </a:p>
                  </a:txBody>
                  <a:tcPr marL="0" marR="0" marT="0" marB="0"/>
                </a:tc>
                <a:extLst>
                  <a:ext uri="{0D108BD9-81ED-4DB2-BD59-A6C34878D82A}">
                    <a16:rowId xmlns:a16="http://schemas.microsoft.com/office/drawing/2014/main" val="10000"/>
                  </a:ext>
                </a:extLst>
              </a:tr>
              <a:tr h="306705">
                <a:tc>
                  <a:txBody>
                    <a:bodyPr/>
                    <a:lstStyle/>
                    <a:p>
                      <a:pPr marL="31750">
                        <a:lnSpc>
                          <a:spcPts val="2150"/>
                        </a:lnSpc>
                        <a:spcBef>
                          <a:spcPts val="165"/>
                        </a:spcBef>
                      </a:pPr>
                      <a:r>
                        <a:rPr sz="1800" i="1" dirty="0">
                          <a:latin typeface="Times New Roman"/>
                          <a:cs typeface="Times New Roman"/>
                        </a:rPr>
                        <a:t>T</a:t>
                      </a:r>
                      <a:r>
                        <a:rPr sz="1800" i="1" spc="-40" dirty="0">
                          <a:latin typeface="Times New Roman"/>
                          <a:cs typeface="Times New Roman"/>
                        </a:rPr>
                        <a:t> </a:t>
                      </a:r>
                      <a:r>
                        <a:rPr sz="1800" dirty="0">
                          <a:latin typeface="Times New Roman"/>
                          <a:cs typeface="Times New Roman"/>
                        </a:rPr>
                        <a:t>(7/10 </a:t>
                      </a:r>
                      <a:r>
                        <a:rPr sz="1800" i="1" spc="-25" dirty="0">
                          <a:latin typeface="Times New Roman"/>
                          <a:cs typeface="Times New Roman"/>
                        </a:rPr>
                        <a:t>n</a:t>
                      </a:r>
                      <a:r>
                        <a:rPr sz="1800" spc="-25" dirty="0">
                          <a:latin typeface="Times New Roman"/>
                          <a:cs typeface="Times New Roman"/>
                        </a:rPr>
                        <a:t>)</a:t>
                      </a:r>
                      <a:endParaRPr sz="1800">
                        <a:latin typeface="Times New Roman"/>
                        <a:cs typeface="Times New Roman"/>
                      </a:endParaRPr>
                    </a:p>
                  </a:txBody>
                  <a:tcPr marL="0" marR="0" marT="20955" marB="0"/>
                </a:tc>
                <a:tc>
                  <a:txBody>
                    <a:bodyPr/>
                    <a:lstStyle/>
                    <a:p>
                      <a:pPr marL="57150">
                        <a:lnSpc>
                          <a:spcPts val="2150"/>
                        </a:lnSpc>
                        <a:spcBef>
                          <a:spcPts val="165"/>
                        </a:spcBef>
                      </a:pPr>
                      <a:r>
                        <a:rPr sz="1800" spc="-50" dirty="0">
                          <a:latin typeface="Times New Roman"/>
                          <a:cs typeface="Times New Roman"/>
                        </a:rPr>
                        <a:t>+</a:t>
                      </a:r>
                      <a:endParaRPr sz="1800">
                        <a:latin typeface="Times New Roman"/>
                        <a:cs typeface="Times New Roman"/>
                      </a:endParaRPr>
                    </a:p>
                  </a:txBody>
                  <a:tcPr marL="0" marR="0" marT="20955" marB="0"/>
                </a:tc>
                <a:tc>
                  <a:txBody>
                    <a:bodyPr/>
                    <a:lstStyle/>
                    <a:p>
                      <a:pPr marL="85725">
                        <a:lnSpc>
                          <a:spcPts val="2150"/>
                        </a:lnSpc>
                        <a:spcBef>
                          <a:spcPts val="165"/>
                        </a:spcBef>
                      </a:pPr>
                      <a:r>
                        <a:rPr sz="1800" i="1" dirty="0">
                          <a:latin typeface="Times New Roman"/>
                          <a:cs typeface="Times New Roman"/>
                        </a:rPr>
                        <a:t>T</a:t>
                      </a:r>
                      <a:r>
                        <a:rPr sz="1800" i="1" spc="-50" dirty="0">
                          <a:latin typeface="Times New Roman"/>
                          <a:cs typeface="Times New Roman"/>
                        </a:rPr>
                        <a:t> </a:t>
                      </a:r>
                      <a:r>
                        <a:rPr sz="1800" dirty="0">
                          <a:latin typeface="Times New Roman"/>
                          <a:cs typeface="Times New Roman"/>
                        </a:rPr>
                        <a:t>(2/10 </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spc="-20" dirty="0">
                          <a:latin typeface="Times New Roman"/>
                          <a:cs typeface="Times New Roman"/>
                        </a:rPr>
                        <a:t>Θ(</a:t>
                      </a:r>
                      <a:r>
                        <a:rPr sz="1800" i="1" spc="-20" dirty="0">
                          <a:latin typeface="Times New Roman"/>
                          <a:cs typeface="Times New Roman"/>
                        </a:rPr>
                        <a:t>n</a:t>
                      </a:r>
                      <a:r>
                        <a:rPr sz="1800" spc="-20" dirty="0">
                          <a:latin typeface="Times New Roman"/>
                          <a:cs typeface="Times New Roman"/>
                        </a:rPr>
                        <a:t>)</a:t>
                      </a:r>
                      <a:endParaRPr sz="1800">
                        <a:latin typeface="Times New Roman"/>
                        <a:cs typeface="Times New Roman"/>
                      </a:endParaRPr>
                    </a:p>
                  </a:txBody>
                  <a:tcPr marL="0" marR="0" marT="20955" marB="0"/>
                </a:tc>
                <a:tc>
                  <a:txBody>
                    <a:bodyPr/>
                    <a:lstStyle/>
                    <a:p>
                      <a:pPr marL="238125">
                        <a:lnSpc>
                          <a:spcPts val="2150"/>
                        </a:lnSpc>
                        <a:spcBef>
                          <a:spcPts val="165"/>
                        </a:spcBef>
                      </a:pPr>
                      <a:r>
                        <a:rPr sz="1800" spc="-10" dirty="0">
                          <a:latin typeface="Times New Roman"/>
                          <a:cs typeface="Times New Roman"/>
                        </a:rPr>
                        <a:t>otherwise</a:t>
                      </a:r>
                      <a:endParaRPr sz="1800">
                        <a:latin typeface="Times New Roman"/>
                        <a:cs typeface="Times New Roman"/>
                      </a:endParaRPr>
                    </a:p>
                  </a:txBody>
                  <a:tcPr marL="0" marR="0" marT="20955" marB="0"/>
                </a:tc>
                <a:extLst>
                  <a:ext uri="{0D108BD9-81ED-4DB2-BD59-A6C34878D82A}">
                    <a16:rowId xmlns:a16="http://schemas.microsoft.com/office/drawing/2014/main" val="10001"/>
                  </a:ext>
                </a:extLst>
              </a:tr>
            </a:tbl>
          </a:graphicData>
        </a:graphic>
      </p:graphicFrame>
      <p:sp>
        <p:nvSpPr>
          <p:cNvPr id="7" name="object 7"/>
          <p:cNvSpPr txBox="1"/>
          <p:nvPr/>
        </p:nvSpPr>
        <p:spPr>
          <a:xfrm>
            <a:off x="1819126" y="3755940"/>
            <a:ext cx="663575" cy="300355"/>
          </a:xfrm>
          <a:prstGeom prst="rect">
            <a:avLst/>
          </a:prstGeom>
        </p:spPr>
        <p:txBody>
          <a:bodyPr vert="horz" wrap="square" lIns="0" tIns="12700" rIns="0" bIns="0" rtlCol="0">
            <a:spAutoFit/>
          </a:bodyPr>
          <a:lstStyle/>
          <a:p>
            <a:pPr marL="12700">
              <a:lnSpc>
                <a:spcPct val="100000"/>
              </a:lnSpc>
              <a:spcBef>
                <a:spcPts val="100"/>
              </a:spcBef>
            </a:pP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spc="-50" dirty="0">
                <a:latin typeface="Times New Roman"/>
                <a:cs typeface="Times New Roman"/>
              </a:rPr>
              <a:t>=</a:t>
            </a:r>
            <a:endParaRPr sz="1800">
              <a:latin typeface="Times New Roman"/>
              <a:cs typeface="Times New Roman"/>
            </a:endParaRPr>
          </a:p>
        </p:txBody>
      </p:sp>
      <p:sp>
        <p:nvSpPr>
          <p:cNvPr id="8" name="object 8"/>
          <p:cNvSpPr txBox="1"/>
          <p:nvPr/>
        </p:nvSpPr>
        <p:spPr>
          <a:xfrm>
            <a:off x="3199928" y="4929039"/>
            <a:ext cx="1316355" cy="399415"/>
          </a:xfrm>
          <a:prstGeom prst="rect">
            <a:avLst/>
          </a:prstGeom>
        </p:spPr>
        <p:txBody>
          <a:bodyPr vert="horz" wrap="square" lIns="0" tIns="5080" rIns="0" bIns="0" rtlCol="0">
            <a:spAutoFit/>
          </a:bodyPr>
          <a:lstStyle/>
          <a:p>
            <a:pPr marL="17780" marR="5080" indent="-5715">
              <a:lnSpc>
                <a:spcPct val="104299"/>
              </a:lnSpc>
              <a:spcBef>
                <a:spcPts val="40"/>
              </a:spcBef>
            </a:pPr>
            <a:r>
              <a:rPr sz="1200" dirty="0">
                <a:solidFill>
                  <a:srgbClr val="8D3124"/>
                </a:solidFill>
                <a:latin typeface="Lucida Sans Unicode"/>
                <a:cs typeface="Lucida Sans Unicode"/>
              </a:rPr>
              <a:t>two</a:t>
            </a:r>
            <a:r>
              <a:rPr sz="1200" spc="60" dirty="0">
                <a:solidFill>
                  <a:srgbClr val="8D3124"/>
                </a:solidFill>
                <a:latin typeface="Lucida Sans Unicode"/>
                <a:cs typeface="Lucida Sans Unicode"/>
              </a:rPr>
              <a:t> </a:t>
            </a:r>
            <a:r>
              <a:rPr sz="1200" spc="-10" dirty="0">
                <a:solidFill>
                  <a:srgbClr val="8D3124"/>
                </a:solidFill>
                <a:latin typeface="Lucida Sans Unicode"/>
                <a:cs typeface="Lucida Sans Unicode"/>
              </a:rPr>
              <a:t>subproblems </a:t>
            </a:r>
            <a:r>
              <a:rPr sz="1200" dirty="0">
                <a:solidFill>
                  <a:srgbClr val="8D3124"/>
                </a:solidFill>
                <a:latin typeface="Lucida Sans Unicode"/>
                <a:cs typeface="Lucida Sans Unicode"/>
              </a:rPr>
              <a:t>of</a:t>
            </a:r>
            <a:r>
              <a:rPr sz="1200" spc="-25" dirty="0">
                <a:solidFill>
                  <a:srgbClr val="8D3124"/>
                </a:solidFill>
                <a:latin typeface="Lucida Sans Unicode"/>
                <a:cs typeface="Lucida Sans Unicode"/>
              </a:rPr>
              <a:t> </a:t>
            </a:r>
            <a:r>
              <a:rPr sz="1200" dirty="0">
                <a:solidFill>
                  <a:srgbClr val="8D3124"/>
                </a:solidFill>
                <a:latin typeface="Lucida Sans Unicode"/>
                <a:cs typeface="Lucida Sans Unicode"/>
              </a:rPr>
              <a:t>different</a:t>
            </a:r>
            <a:r>
              <a:rPr sz="1200" spc="-25" dirty="0">
                <a:solidFill>
                  <a:srgbClr val="8D3124"/>
                </a:solidFill>
                <a:latin typeface="Lucida Sans Unicode"/>
                <a:cs typeface="Lucida Sans Unicode"/>
              </a:rPr>
              <a:t> </a:t>
            </a:r>
            <a:r>
              <a:rPr sz="1200" spc="-20" dirty="0">
                <a:solidFill>
                  <a:srgbClr val="8D3124"/>
                </a:solidFill>
                <a:latin typeface="Lucida Sans Unicode"/>
                <a:cs typeface="Lucida Sans Unicode"/>
              </a:rPr>
              <a:t>sizes!</a:t>
            </a:r>
            <a:endParaRPr sz="1200">
              <a:latin typeface="Lucida Sans Unicode"/>
              <a:cs typeface="Lucida Sans Unicode"/>
            </a:endParaRPr>
          </a:p>
        </p:txBody>
      </p:sp>
      <p:grpSp>
        <p:nvGrpSpPr>
          <p:cNvPr id="9" name="object 9"/>
          <p:cNvGrpSpPr/>
          <p:nvPr/>
        </p:nvGrpSpPr>
        <p:grpSpPr>
          <a:xfrm>
            <a:off x="3417718" y="4245509"/>
            <a:ext cx="241300" cy="597535"/>
            <a:chOff x="3417718" y="4245509"/>
            <a:chExt cx="241300" cy="597535"/>
          </a:xfrm>
        </p:grpSpPr>
        <p:sp>
          <p:nvSpPr>
            <p:cNvPr id="10" name="object 10"/>
            <p:cNvSpPr/>
            <p:nvPr/>
          </p:nvSpPr>
          <p:spPr>
            <a:xfrm>
              <a:off x="3449199" y="4300877"/>
              <a:ext cx="200025" cy="532765"/>
            </a:xfrm>
            <a:custGeom>
              <a:avLst/>
              <a:gdLst/>
              <a:ahLst/>
              <a:cxnLst/>
              <a:rect l="l" t="t" r="r" b="b"/>
              <a:pathLst>
                <a:path w="200025" h="532764">
                  <a:moveTo>
                    <a:pt x="0" y="0"/>
                  </a:moveTo>
                  <a:lnTo>
                    <a:pt x="3348" y="8930"/>
                  </a:lnTo>
                  <a:lnTo>
                    <a:pt x="199659" y="532462"/>
                  </a:lnTo>
                </a:path>
              </a:pathLst>
            </a:custGeom>
            <a:ln w="19074">
              <a:solidFill>
                <a:srgbClr val="8D3124"/>
              </a:solidFill>
            </a:ln>
          </p:spPr>
          <p:txBody>
            <a:bodyPr wrap="square" lIns="0" tIns="0" rIns="0" bIns="0" rtlCol="0"/>
            <a:lstStyle/>
            <a:p>
              <a:endParaRPr/>
            </a:p>
          </p:txBody>
        </p:sp>
        <p:pic>
          <p:nvPicPr>
            <p:cNvPr id="11" name="object 11"/>
            <p:cNvPicPr/>
            <p:nvPr/>
          </p:nvPicPr>
          <p:blipFill>
            <a:blip r:embed="rId2" cstate="print"/>
            <a:stretch>
              <a:fillRect/>
            </a:stretch>
          </p:blipFill>
          <p:spPr>
            <a:xfrm>
              <a:off x="3417718" y="4245509"/>
              <a:ext cx="85731" cy="101803"/>
            </a:xfrm>
            <a:prstGeom prst="rect">
              <a:avLst/>
            </a:prstGeom>
          </p:spPr>
        </p:pic>
      </p:grpSp>
      <p:grpSp>
        <p:nvGrpSpPr>
          <p:cNvPr id="12" name="object 12"/>
          <p:cNvGrpSpPr/>
          <p:nvPr/>
        </p:nvGrpSpPr>
        <p:grpSpPr>
          <a:xfrm>
            <a:off x="4382180" y="4245509"/>
            <a:ext cx="241300" cy="597535"/>
            <a:chOff x="4382180" y="4245509"/>
            <a:chExt cx="241300" cy="597535"/>
          </a:xfrm>
        </p:grpSpPr>
        <p:sp>
          <p:nvSpPr>
            <p:cNvPr id="13" name="object 13"/>
            <p:cNvSpPr/>
            <p:nvPr/>
          </p:nvSpPr>
          <p:spPr>
            <a:xfrm>
              <a:off x="4391718" y="4300877"/>
              <a:ext cx="200025" cy="532765"/>
            </a:xfrm>
            <a:custGeom>
              <a:avLst/>
              <a:gdLst/>
              <a:ahLst/>
              <a:cxnLst/>
              <a:rect l="l" t="t" r="r" b="b"/>
              <a:pathLst>
                <a:path w="200025" h="532764">
                  <a:moveTo>
                    <a:pt x="199658" y="0"/>
                  </a:moveTo>
                  <a:lnTo>
                    <a:pt x="196311" y="8930"/>
                  </a:lnTo>
                  <a:lnTo>
                    <a:pt x="0" y="532462"/>
                  </a:lnTo>
                </a:path>
              </a:pathLst>
            </a:custGeom>
            <a:ln w="19074">
              <a:solidFill>
                <a:srgbClr val="8D3124"/>
              </a:solidFill>
            </a:ln>
          </p:spPr>
          <p:txBody>
            <a:bodyPr wrap="square" lIns="0" tIns="0" rIns="0" bIns="0" rtlCol="0"/>
            <a:lstStyle/>
            <a:p>
              <a:endParaRPr/>
            </a:p>
          </p:txBody>
        </p:sp>
        <p:pic>
          <p:nvPicPr>
            <p:cNvPr id="14" name="object 14"/>
            <p:cNvPicPr/>
            <p:nvPr/>
          </p:nvPicPr>
          <p:blipFill>
            <a:blip r:embed="rId3" cstate="print"/>
            <a:stretch>
              <a:fillRect/>
            </a:stretch>
          </p:blipFill>
          <p:spPr>
            <a:xfrm>
              <a:off x="4537127" y="4245509"/>
              <a:ext cx="85731" cy="101803"/>
            </a:xfrm>
            <a:prstGeom prst="rect">
              <a:avLst/>
            </a:prstGeom>
          </p:spPr>
        </p:pic>
      </p:grpSp>
      <p:sp>
        <p:nvSpPr>
          <p:cNvPr id="15" name="object 1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50</a:t>
            </a:fld>
            <a:endParaRPr spc="-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Choosing</a:t>
            </a:r>
            <a:r>
              <a:rPr spc="150" dirty="0"/>
              <a:t> </a:t>
            </a:r>
            <a:r>
              <a:rPr dirty="0"/>
              <a:t>the</a:t>
            </a:r>
            <a:r>
              <a:rPr spc="150" dirty="0"/>
              <a:t> </a:t>
            </a:r>
            <a:r>
              <a:rPr dirty="0"/>
              <a:t>pivot</a:t>
            </a:r>
            <a:r>
              <a:rPr spc="150" dirty="0"/>
              <a:t> </a:t>
            </a:r>
            <a:r>
              <a:rPr spc="-10" dirty="0"/>
              <a:t>element</a:t>
            </a:r>
          </a:p>
        </p:txBody>
      </p:sp>
      <p:sp>
        <p:nvSpPr>
          <p:cNvPr id="4" name="object 4"/>
          <p:cNvSpPr txBox="1"/>
          <p:nvPr/>
        </p:nvSpPr>
        <p:spPr>
          <a:xfrm>
            <a:off x="815241" y="1081652"/>
            <a:ext cx="7981315" cy="465455"/>
          </a:xfrm>
          <a:prstGeom prst="rect">
            <a:avLst/>
          </a:prstGeom>
        </p:spPr>
        <p:txBody>
          <a:bodyPr vert="horz" wrap="square" lIns="0" tIns="16510" rIns="0" bIns="0" rtlCol="0">
            <a:spAutoFit/>
          </a:bodyPr>
          <a:lstStyle/>
          <a:p>
            <a:pPr marL="38100">
              <a:lnSpc>
                <a:spcPct val="100000"/>
              </a:lnSpc>
              <a:spcBef>
                <a:spcPts val="130"/>
              </a:spcBef>
            </a:pPr>
            <a:r>
              <a:rPr sz="4275" spc="2175" baseline="-8771" dirty="0">
                <a:latin typeface="Yu Gothic UI"/>
                <a:cs typeface="Yu Gothic UI"/>
              </a:rPr>
              <a:t>・</a:t>
            </a:r>
            <a:r>
              <a:rPr sz="1800" dirty="0">
                <a:latin typeface="Lucida Sans Unicode"/>
                <a:cs typeface="Lucida Sans Unicode"/>
              </a:rPr>
              <a:t>Divide</a:t>
            </a:r>
            <a:r>
              <a:rPr sz="1800" spc="-5" dirty="0">
                <a:latin typeface="Lucida Sans Unicode"/>
                <a:cs typeface="Lucida Sans Unicode"/>
              </a:rPr>
              <a:t> </a:t>
            </a:r>
            <a:r>
              <a:rPr sz="1800" i="1" dirty="0">
                <a:latin typeface="Times New Roman"/>
                <a:cs typeface="Times New Roman"/>
              </a:rPr>
              <a:t>n</a:t>
            </a:r>
            <a:r>
              <a:rPr sz="1800" i="1" spc="114" dirty="0">
                <a:latin typeface="Times New Roman"/>
                <a:cs typeface="Times New Roman"/>
              </a:rPr>
              <a:t> </a:t>
            </a:r>
            <a:r>
              <a:rPr sz="1800" dirty="0">
                <a:latin typeface="Lucida Sans Unicode"/>
                <a:cs typeface="Lucida Sans Unicode"/>
              </a:rPr>
              <a:t>elements into </a:t>
            </a:r>
            <a:r>
              <a:rPr sz="1800" dirty="0">
                <a:latin typeface="Symbol"/>
                <a:cs typeface="Symbol"/>
              </a:rPr>
              <a:t></a:t>
            </a:r>
            <a:r>
              <a:rPr sz="1800" i="1" dirty="0">
                <a:latin typeface="Times New Roman"/>
                <a:cs typeface="Times New Roman"/>
              </a:rPr>
              <a:t>n </a:t>
            </a:r>
            <a:r>
              <a:rPr sz="1800" dirty="0">
                <a:latin typeface="Times New Roman"/>
                <a:cs typeface="Times New Roman"/>
              </a:rPr>
              <a:t>/ 5</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groups of </a:t>
            </a:r>
            <a:r>
              <a:rPr sz="1800" dirty="0">
                <a:latin typeface="Times New Roman"/>
                <a:cs typeface="Times New Roman"/>
              </a:rPr>
              <a:t>5</a:t>
            </a:r>
            <a:r>
              <a:rPr sz="1800" spc="114" dirty="0">
                <a:latin typeface="Times New Roman"/>
                <a:cs typeface="Times New Roman"/>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each (plus </a:t>
            </a:r>
            <a:r>
              <a:rPr sz="1800" spc="-10" dirty="0">
                <a:latin typeface="Lucida Sans Unicode"/>
                <a:cs typeface="Lucida Sans Unicode"/>
              </a:rPr>
              <a:t>extra).</a:t>
            </a:r>
            <a:endParaRPr sz="1800">
              <a:latin typeface="Lucida Sans Unicode"/>
              <a:cs typeface="Lucida Sans Unicode"/>
            </a:endParaRPr>
          </a:p>
        </p:txBody>
      </p:sp>
      <p:grpSp>
        <p:nvGrpSpPr>
          <p:cNvPr id="5" name="object 5"/>
          <p:cNvGrpSpPr/>
          <p:nvPr/>
        </p:nvGrpSpPr>
        <p:grpSpPr>
          <a:xfrm>
            <a:off x="1813042" y="3555240"/>
            <a:ext cx="484505" cy="484505"/>
            <a:chOff x="1813042" y="3555240"/>
            <a:chExt cx="484505" cy="484505"/>
          </a:xfrm>
        </p:grpSpPr>
        <p:sp>
          <p:nvSpPr>
            <p:cNvPr id="6" name="object 6"/>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 name="object 8"/>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10</a:t>
            </a:r>
            <a:endParaRPr sz="1500">
              <a:latin typeface="Lucida Sans Unicode"/>
              <a:cs typeface="Lucida Sans Unicode"/>
            </a:endParaRPr>
          </a:p>
        </p:txBody>
      </p:sp>
      <p:grpSp>
        <p:nvGrpSpPr>
          <p:cNvPr id="9" name="object 9"/>
          <p:cNvGrpSpPr/>
          <p:nvPr/>
        </p:nvGrpSpPr>
        <p:grpSpPr>
          <a:xfrm>
            <a:off x="1097737" y="3555240"/>
            <a:ext cx="484505" cy="484505"/>
            <a:chOff x="1097737" y="3555240"/>
            <a:chExt cx="484505" cy="484505"/>
          </a:xfrm>
        </p:grpSpPr>
        <p:sp>
          <p:nvSpPr>
            <p:cNvPr id="10" name="object 10"/>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1" name="object 11"/>
            <p:cNvSpPr/>
            <p:nvPr/>
          </p:nvSpPr>
          <p:spPr>
            <a:xfrm>
              <a:off x="1101314" y="3558816"/>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 name="object 12"/>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29</a:t>
            </a:r>
            <a:endParaRPr sz="1500">
              <a:latin typeface="Lucida Sans Unicode"/>
              <a:cs typeface="Lucida Sans Unicode"/>
            </a:endParaRPr>
          </a:p>
        </p:txBody>
      </p:sp>
      <p:grpSp>
        <p:nvGrpSpPr>
          <p:cNvPr id="13" name="object 13"/>
          <p:cNvGrpSpPr/>
          <p:nvPr/>
        </p:nvGrpSpPr>
        <p:grpSpPr>
          <a:xfrm>
            <a:off x="3243653" y="3555240"/>
            <a:ext cx="484505" cy="484505"/>
            <a:chOff x="3243653" y="3555240"/>
            <a:chExt cx="484505" cy="484505"/>
          </a:xfrm>
        </p:grpSpPr>
        <p:sp>
          <p:nvSpPr>
            <p:cNvPr id="14" name="object 14"/>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 name="object 15"/>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6" name="object 16"/>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37</a:t>
            </a:r>
            <a:endParaRPr sz="1500">
              <a:latin typeface="Lucida Sans Unicode"/>
              <a:cs typeface="Lucida Sans Unicode"/>
            </a:endParaRPr>
          </a:p>
        </p:txBody>
      </p:sp>
      <p:grpSp>
        <p:nvGrpSpPr>
          <p:cNvPr id="17" name="object 17"/>
          <p:cNvGrpSpPr/>
          <p:nvPr/>
        </p:nvGrpSpPr>
        <p:grpSpPr>
          <a:xfrm>
            <a:off x="2528347" y="3555240"/>
            <a:ext cx="484505" cy="484505"/>
            <a:chOff x="2528347" y="3555240"/>
            <a:chExt cx="484505" cy="484505"/>
          </a:xfrm>
        </p:grpSpPr>
        <p:sp>
          <p:nvSpPr>
            <p:cNvPr id="18" name="object 18"/>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9" name="object 19"/>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0" name="object 20"/>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38</a:t>
            </a:r>
            <a:endParaRPr sz="1500">
              <a:latin typeface="Lucida Sans Unicode"/>
              <a:cs typeface="Lucida Sans Unicode"/>
            </a:endParaRPr>
          </a:p>
        </p:txBody>
      </p:sp>
      <p:grpSp>
        <p:nvGrpSpPr>
          <p:cNvPr id="21" name="object 21"/>
          <p:cNvGrpSpPr/>
          <p:nvPr/>
        </p:nvGrpSpPr>
        <p:grpSpPr>
          <a:xfrm>
            <a:off x="3958958" y="3555240"/>
            <a:ext cx="484505" cy="484505"/>
            <a:chOff x="3958958" y="3555240"/>
            <a:chExt cx="484505" cy="484505"/>
          </a:xfrm>
        </p:grpSpPr>
        <p:sp>
          <p:nvSpPr>
            <p:cNvPr id="22" name="object 22"/>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23" name="object 23"/>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4" name="object 24"/>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2</a:t>
            </a:r>
            <a:endParaRPr sz="1500">
              <a:latin typeface="Lucida Sans Unicode"/>
              <a:cs typeface="Lucida Sans Unicode"/>
            </a:endParaRPr>
          </a:p>
        </p:txBody>
      </p:sp>
      <p:grpSp>
        <p:nvGrpSpPr>
          <p:cNvPr id="25" name="object 25"/>
          <p:cNvGrpSpPr/>
          <p:nvPr/>
        </p:nvGrpSpPr>
        <p:grpSpPr>
          <a:xfrm>
            <a:off x="5389569" y="3555240"/>
            <a:ext cx="484505" cy="484505"/>
            <a:chOff x="5389569" y="3555240"/>
            <a:chExt cx="484505" cy="484505"/>
          </a:xfrm>
        </p:grpSpPr>
        <p:sp>
          <p:nvSpPr>
            <p:cNvPr id="26" name="object 26"/>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27" name="object 27"/>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8" name="object 28"/>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18</a:t>
            </a:r>
            <a:endParaRPr sz="1500">
              <a:latin typeface="Lucida Sans Unicode"/>
              <a:cs typeface="Lucida Sans Unicode"/>
            </a:endParaRPr>
          </a:p>
        </p:txBody>
      </p:sp>
      <p:grpSp>
        <p:nvGrpSpPr>
          <p:cNvPr id="29" name="object 29"/>
          <p:cNvGrpSpPr/>
          <p:nvPr/>
        </p:nvGrpSpPr>
        <p:grpSpPr>
          <a:xfrm>
            <a:off x="4674263" y="3555240"/>
            <a:ext cx="484505" cy="484505"/>
            <a:chOff x="4674263" y="3555240"/>
            <a:chExt cx="484505" cy="484505"/>
          </a:xfrm>
        </p:grpSpPr>
        <p:sp>
          <p:nvSpPr>
            <p:cNvPr id="30" name="object 30"/>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1" name="object 31"/>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32" name="object 32"/>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55</a:t>
            </a:r>
            <a:endParaRPr sz="1500">
              <a:latin typeface="Lucida Sans Unicode"/>
              <a:cs typeface="Lucida Sans Unicode"/>
            </a:endParaRPr>
          </a:p>
        </p:txBody>
      </p:sp>
      <p:grpSp>
        <p:nvGrpSpPr>
          <p:cNvPr id="33" name="object 33"/>
          <p:cNvGrpSpPr/>
          <p:nvPr/>
        </p:nvGrpSpPr>
        <p:grpSpPr>
          <a:xfrm>
            <a:off x="6104874" y="3555240"/>
            <a:ext cx="484505" cy="484505"/>
            <a:chOff x="6104874" y="3555240"/>
            <a:chExt cx="484505" cy="484505"/>
          </a:xfrm>
        </p:grpSpPr>
        <p:sp>
          <p:nvSpPr>
            <p:cNvPr id="34" name="object 34"/>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5" name="object 35"/>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36" name="object 36"/>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24</a:t>
            </a:r>
            <a:endParaRPr sz="1500">
              <a:latin typeface="Lucida Sans Unicode"/>
              <a:cs typeface="Lucida Sans Unicode"/>
            </a:endParaRPr>
          </a:p>
        </p:txBody>
      </p:sp>
      <p:grpSp>
        <p:nvGrpSpPr>
          <p:cNvPr id="37" name="object 37"/>
          <p:cNvGrpSpPr/>
          <p:nvPr/>
        </p:nvGrpSpPr>
        <p:grpSpPr>
          <a:xfrm>
            <a:off x="7535484" y="3555240"/>
            <a:ext cx="484505" cy="484505"/>
            <a:chOff x="7535484" y="3555240"/>
            <a:chExt cx="484505" cy="484505"/>
          </a:xfrm>
        </p:grpSpPr>
        <p:sp>
          <p:nvSpPr>
            <p:cNvPr id="38" name="object 38"/>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39" name="object 39"/>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40" name="object 40"/>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35</a:t>
            </a:r>
            <a:endParaRPr sz="1500">
              <a:latin typeface="Lucida Sans Unicode"/>
              <a:cs typeface="Lucida Sans Unicode"/>
            </a:endParaRPr>
          </a:p>
        </p:txBody>
      </p:sp>
      <p:grpSp>
        <p:nvGrpSpPr>
          <p:cNvPr id="41" name="object 41"/>
          <p:cNvGrpSpPr/>
          <p:nvPr/>
        </p:nvGrpSpPr>
        <p:grpSpPr>
          <a:xfrm>
            <a:off x="6820179" y="3555240"/>
            <a:ext cx="484505" cy="484505"/>
            <a:chOff x="6820179" y="3555240"/>
            <a:chExt cx="484505" cy="484505"/>
          </a:xfrm>
        </p:grpSpPr>
        <p:sp>
          <p:nvSpPr>
            <p:cNvPr id="42" name="object 42"/>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3" name="object 43"/>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44" name="object 44"/>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34</a:t>
            </a:r>
            <a:endParaRPr sz="1500">
              <a:latin typeface="Lucida Sans Unicode"/>
              <a:cs typeface="Lucida Sans Unicode"/>
            </a:endParaRPr>
          </a:p>
        </p:txBody>
      </p:sp>
      <p:grpSp>
        <p:nvGrpSpPr>
          <p:cNvPr id="45" name="object 45"/>
          <p:cNvGrpSpPr/>
          <p:nvPr/>
        </p:nvGrpSpPr>
        <p:grpSpPr>
          <a:xfrm>
            <a:off x="8250789" y="3555240"/>
            <a:ext cx="484505" cy="484505"/>
            <a:chOff x="8250789" y="3555240"/>
            <a:chExt cx="484505" cy="484505"/>
          </a:xfrm>
        </p:grpSpPr>
        <p:sp>
          <p:nvSpPr>
            <p:cNvPr id="46" name="object 46"/>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7" name="object 47"/>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48" name="object 48"/>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36</a:t>
            </a:r>
            <a:endParaRPr sz="1500">
              <a:latin typeface="Lucida Sans Unicode"/>
              <a:cs typeface="Lucida Sans Unicode"/>
            </a:endParaRPr>
          </a:p>
        </p:txBody>
      </p:sp>
      <p:grpSp>
        <p:nvGrpSpPr>
          <p:cNvPr id="49" name="object 49"/>
          <p:cNvGrpSpPr/>
          <p:nvPr/>
        </p:nvGrpSpPr>
        <p:grpSpPr>
          <a:xfrm>
            <a:off x="1813042" y="4270545"/>
            <a:ext cx="484505" cy="484505"/>
            <a:chOff x="1813042" y="4270545"/>
            <a:chExt cx="484505" cy="484505"/>
          </a:xfrm>
        </p:grpSpPr>
        <p:sp>
          <p:nvSpPr>
            <p:cNvPr id="50" name="object 50"/>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1" name="object 51"/>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52" name="object 52"/>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44</a:t>
            </a:r>
            <a:endParaRPr sz="1500">
              <a:latin typeface="Lucida Sans Unicode"/>
              <a:cs typeface="Lucida Sans Unicode"/>
            </a:endParaRPr>
          </a:p>
        </p:txBody>
      </p:sp>
      <p:grpSp>
        <p:nvGrpSpPr>
          <p:cNvPr id="53" name="object 53"/>
          <p:cNvGrpSpPr/>
          <p:nvPr/>
        </p:nvGrpSpPr>
        <p:grpSpPr>
          <a:xfrm>
            <a:off x="1097737" y="4270545"/>
            <a:ext cx="484505" cy="484505"/>
            <a:chOff x="1097737" y="4270545"/>
            <a:chExt cx="484505" cy="484505"/>
          </a:xfrm>
        </p:grpSpPr>
        <p:sp>
          <p:nvSpPr>
            <p:cNvPr id="54" name="object 54"/>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5" name="object 55"/>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56" name="object 56"/>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22</a:t>
            </a:r>
            <a:endParaRPr sz="1500">
              <a:latin typeface="Lucida Sans Unicode"/>
              <a:cs typeface="Lucida Sans Unicode"/>
            </a:endParaRPr>
          </a:p>
        </p:txBody>
      </p:sp>
      <p:grpSp>
        <p:nvGrpSpPr>
          <p:cNvPr id="57" name="object 57"/>
          <p:cNvGrpSpPr/>
          <p:nvPr/>
        </p:nvGrpSpPr>
        <p:grpSpPr>
          <a:xfrm>
            <a:off x="3243653" y="4270545"/>
            <a:ext cx="484505" cy="484505"/>
            <a:chOff x="3243653" y="4270545"/>
            <a:chExt cx="484505" cy="484505"/>
          </a:xfrm>
        </p:grpSpPr>
        <p:sp>
          <p:nvSpPr>
            <p:cNvPr id="58" name="object 58"/>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9" name="object 59"/>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60" name="object 60"/>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11</a:t>
            </a:r>
            <a:endParaRPr sz="1500">
              <a:latin typeface="Lucida Sans Unicode"/>
              <a:cs typeface="Lucida Sans Unicode"/>
            </a:endParaRPr>
          </a:p>
        </p:txBody>
      </p:sp>
      <p:grpSp>
        <p:nvGrpSpPr>
          <p:cNvPr id="61" name="object 61"/>
          <p:cNvGrpSpPr/>
          <p:nvPr/>
        </p:nvGrpSpPr>
        <p:grpSpPr>
          <a:xfrm>
            <a:off x="2528347" y="4270545"/>
            <a:ext cx="484505" cy="484505"/>
            <a:chOff x="2528347" y="4270545"/>
            <a:chExt cx="484505" cy="484505"/>
          </a:xfrm>
        </p:grpSpPr>
        <p:sp>
          <p:nvSpPr>
            <p:cNvPr id="62" name="object 62"/>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63" name="object 63"/>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64" name="object 64"/>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52</a:t>
            </a:r>
            <a:endParaRPr sz="1500">
              <a:latin typeface="Lucida Sans Unicode"/>
              <a:cs typeface="Lucida Sans Unicode"/>
            </a:endParaRPr>
          </a:p>
        </p:txBody>
      </p:sp>
      <p:grpSp>
        <p:nvGrpSpPr>
          <p:cNvPr id="65" name="object 65"/>
          <p:cNvGrpSpPr/>
          <p:nvPr/>
        </p:nvGrpSpPr>
        <p:grpSpPr>
          <a:xfrm>
            <a:off x="3958958" y="4270545"/>
            <a:ext cx="484505" cy="484505"/>
            <a:chOff x="3958958" y="4270545"/>
            <a:chExt cx="484505" cy="484505"/>
          </a:xfrm>
        </p:grpSpPr>
        <p:sp>
          <p:nvSpPr>
            <p:cNvPr id="66" name="object 66"/>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67" name="object 67"/>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68" name="object 68"/>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53</a:t>
            </a:r>
            <a:endParaRPr sz="1500">
              <a:latin typeface="Lucida Sans Unicode"/>
              <a:cs typeface="Lucida Sans Unicode"/>
            </a:endParaRPr>
          </a:p>
        </p:txBody>
      </p:sp>
      <p:grpSp>
        <p:nvGrpSpPr>
          <p:cNvPr id="69" name="object 69"/>
          <p:cNvGrpSpPr/>
          <p:nvPr/>
        </p:nvGrpSpPr>
        <p:grpSpPr>
          <a:xfrm>
            <a:off x="5389569" y="4270545"/>
            <a:ext cx="484505" cy="484505"/>
            <a:chOff x="5389569" y="4270545"/>
            <a:chExt cx="484505" cy="484505"/>
          </a:xfrm>
        </p:grpSpPr>
        <p:sp>
          <p:nvSpPr>
            <p:cNvPr id="70" name="object 70"/>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1" name="object 71"/>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72" name="object 72"/>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13</a:t>
            </a:r>
            <a:endParaRPr sz="1500">
              <a:latin typeface="Lucida Sans Unicode"/>
              <a:cs typeface="Lucida Sans Unicode"/>
            </a:endParaRPr>
          </a:p>
        </p:txBody>
      </p:sp>
      <p:grpSp>
        <p:nvGrpSpPr>
          <p:cNvPr id="73" name="object 73"/>
          <p:cNvGrpSpPr/>
          <p:nvPr/>
        </p:nvGrpSpPr>
        <p:grpSpPr>
          <a:xfrm>
            <a:off x="4674263" y="4270545"/>
            <a:ext cx="484505" cy="484505"/>
            <a:chOff x="4674263" y="4270545"/>
            <a:chExt cx="484505" cy="484505"/>
          </a:xfrm>
        </p:grpSpPr>
        <p:sp>
          <p:nvSpPr>
            <p:cNvPr id="74" name="object 74"/>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5" name="object 75"/>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76" name="object 76"/>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12</a:t>
            </a:r>
            <a:endParaRPr sz="1500">
              <a:latin typeface="Lucida Sans Unicode"/>
              <a:cs typeface="Lucida Sans Unicode"/>
            </a:endParaRPr>
          </a:p>
        </p:txBody>
      </p:sp>
      <p:grpSp>
        <p:nvGrpSpPr>
          <p:cNvPr id="77" name="object 77"/>
          <p:cNvGrpSpPr/>
          <p:nvPr/>
        </p:nvGrpSpPr>
        <p:grpSpPr>
          <a:xfrm>
            <a:off x="6104874" y="4270545"/>
            <a:ext cx="484505" cy="484505"/>
            <a:chOff x="6104874" y="4270545"/>
            <a:chExt cx="484505" cy="484505"/>
          </a:xfrm>
        </p:grpSpPr>
        <p:sp>
          <p:nvSpPr>
            <p:cNvPr id="78" name="object 78"/>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9" name="object 79"/>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0" name="object 80"/>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43</a:t>
            </a:r>
            <a:endParaRPr sz="1500">
              <a:latin typeface="Lucida Sans Unicode"/>
              <a:cs typeface="Lucida Sans Unicode"/>
            </a:endParaRPr>
          </a:p>
        </p:txBody>
      </p:sp>
      <p:grpSp>
        <p:nvGrpSpPr>
          <p:cNvPr id="81" name="object 81"/>
          <p:cNvGrpSpPr/>
          <p:nvPr/>
        </p:nvGrpSpPr>
        <p:grpSpPr>
          <a:xfrm>
            <a:off x="7535484" y="4270545"/>
            <a:ext cx="484505" cy="484505"/>
            <a:chOff x="7535484" y="4270545"/>
            <a:chExt cx="484505" cy="484505"/>
          </a:xfrm>
        </p:grpSpPr>
        <p:sp>
          <p:nvSpPr>
            <p:cNvPr id="82" name="object 82"/>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83" name="object 83"/>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84" name="object 84"/>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4</a:t>
            </a:r>
            <a:endParaRPr sz="1500">
              <a:latin typeface="Lucida Sans Unicode"/>
              <a:cs typeface="Lucida Sans Unicode"/>
            </a:endParaRPr>
          </a:p>
        </p:txBody>
      </p:sp>
      <p:grpSp>
        <p:nvGrpSpPr>
          <p:cNvPr id="85" name="object 85"/>
          <p:cNvGrpSpPr/>
          <p:nvPr/>
        </p:nvGrpSpPr>
        <p:grpSpPr>
          <a:xfrm>
            <a:off x="6820179" y="4270545"/>
            <a:ext cx="484505" cy="484505"/>
            <a:chOff x="6820179" y="4270545"/>
            <a:chExt cx="484505" cy="484505"/>
          </a:xfrm>
        </p:grpSpPr>
        <p:sp>
          <p:nvSpPr>
            <p:cNvPr id="86" name="object 86"/>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87" name="object 87"/>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88" name="object 88"/>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20</a:t>
            </a:r>
            <a:endParaRPr sz="1500">
              <a:latin typeface="Lucida Sans Unicode"/>
              <a:cs typeface="Lucida Sans Unicode"/>
            </a:endParaRPr>
          </a:p>
        </p:txBody>
      </p:sp>
      <p:grpSp>
        <p:nvGrpSpPr>
          <p:cNvPr id="89" name="object 89"/>
          <p:cNvGrpSpPr/>
          <p:nvPr/>
        </p:nvGrpSpPr>
        <p:grpSpPr>
          <a:xfrm>
            <a:off x="8250789" y="4270545"/>
            <a:ext cx="484505" cy="484505"/>
            <a:chOff x="8250789" y="4270545"/>
            <a:chExt cx="484505" cy="484505"/>
          </a:xfrm>
        </p:grpSpPr>
        <p:sp>
          <p:nvSpPr>
            <p:cNvPr id="90" name="object 90"/>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1" name="object 91"/>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92" name="object 92"/>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27</a:t>
            </a:r>
            <a:endParaRPr sz="1500">
              <a:latin typeface="Lucida Sans Unicode"/>
              <a:cs typeface="Lucida Sans Unicode"/>
            </a:endParaRPr>
          </a:p>
        </p:txBody>
      </p:sp>
      <p:grpSp>
        <p:nvGrpSpPr>
          <p:cNvPr id="93" name="object 93"/>
          <p:cNvGrpSpPr/>
          <p:nvPr/>
        </p:nvGrpSpPr>
        <p:grpSpPr>
          <a:xfrm>
            <a:off x="1813042" y="4985850"/>
            <a:ext cx="484505" cy="484505"/>
            <a:chOff x="1813042" y="4985850"/>
            <a:chExt cx="484505" cy="484505"/>
          </a:xfrm>
        </p:grpSpPr>
        <p:sp>
          <p:nvSpPr>
            <p:cNvPr id="94" name="object 94"/>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95" name="object 95"/>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96" name="object 96"/>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23</a:t>
            </a:r>
            <a:endParaRPr sz="1500">
              <a:latin typeface="Lucida Sans Unicode"/>
              <a:cs typeface="Lucida Sans Unicode"/>
            </a:endParaRPr>
          </a:p>
        </p:txBody>
      </p:sp>
      <p:grpSp>
        <p:nvGrpSpPr>
          <p:cNvPr id="97" name="object 97"/>
          <p:cNvGrpSpPr/>
          <p:nvPr/>
        </p:nvGrpSpPr>
        <p:grpSpPr>
          <a:xfrm>
            <a:off x="1097737" y="4985850"/>
            <a:ext cx="484505" cy="484505"/>
            <a:chOff x="1097737" y="4985850"/>
            <a:chExt cx="484505" cy="484505"/>
          </a:xfrm>
        </p:grpSpPr>
        <p:sp>
          <p:nvSpPr>
            <p:cNvPr id="98" name="object 98"/>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00" name="object 100"/>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28</a:t>
            </a:r>
            <a:endParaRPr sz="1500">
              <a:latin typeface="Lucida Sans Unicode"/>
              <a:cs typeface="Lucida Sans Unicode"/>
            </a:endParaRPr>
          </a:p>
        </p:txBody>
      </p:sp>
      <p:grpSp>
        <p:nvGrpSpPr>
          <p:cNvPr id="101" name="object 101"/>
          <p:cNvGrpSpPr/>
          <p:nvPr/>
        </p:nvGrpSpPr>
        <p:grpSpPr>
          <a:xfrm>
            <a:off x="3243653" y="4985850"/>
            <a:ext cx="484505" cy="484505"/>
            <a:chOff x="3243653" y="4985850"/>
            <a:chExt cx="484505" cy="484505"/>
          </a:xfrm>
        </p:grpSpPr>
        <p:sp>
          <p:nvSpPr>
            <p:cNvPr id="102" name="object 102"/>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3" name="object 103"/>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04" name="object 104"/>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26</a:t>
            </a:r>
            <a:endParaRPr sz="1500">
              <a:latin typeface="Lucida Sans Unicode"/>
              <a:cs typeface="Lucida Sans Unicode"/>
            </a:endParaRPr>
          </a:p>
        </p:txBody>
      </p:sp>
      <p:grpSp>
        <p:nvGrpSpPr>
          <p:cNvPr id="105" name="object 105"/>
          <p:cNvGrpSpPr/>
          <p:nvPr/>
        </p:nvGrpSpPr>
        <p:grpSpPr>
          <a:xfrm>
            <a:off x="2528347" y="4985850"/>
            <a:ext cx="484505" cy="484505"/>
            <a:chOff x="2528347" y="4985850"/>
            <a:chExt cx="484505" cy="484505"/>
          </a:xfrm>
        </p:grpSpPr>
        <p:sp>
          <p:nvSpPr>
            <p:cNvPr id="106" name="object 106"/>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07" name="object 107"/>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08" name="object 108"/>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6</a:t>
            </a:r>
            <a:endParaRPr sz="1500">
              <a:latin typeface="Lucida Sans Unicode"/>
              <a:cs typeface="Lucida Sans Unicode"/>
            </a:endParaRPr>
          </a:p>
        </p:txBody>
      </p:sp>
      <p:grpSp>
        <p:nvGrpSpPr>
          <p:cNvPr id="109" name="object 109"/>
          <p:cNvGrpSpPr/>
          <p:nvPr/>
        </p:nvGrpSpPr>
        <p:grpSpPr>
          <a:xfrm>
            <a:off x="3958958" y="4985850"/>
            <a:ext cx="484505" cy="484505"/>
            <a:chOff x="3958958" y="4985850"/>
            <a:chExt cx="484505" cy="484505"/>
          </a:xfrm>
        </p:grpSpPr>
        <p:sp>
          <p:nvSpPr>
            <p:cNvPr id="110" name="object 110"/>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11" name="object 111"/>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12" name="object 112"/>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40</a:t>
            </a:r>
            <a:endParaRPr sz="1500">
              <a:latin typeface="Lucida Sans Unicode"/>
              <a:cs typeface="Lucida Sans Unicode"/>
            </a:endParaRPr>
          </a:p>
        </p:txBody>
      </p:sp>
      <p:grpSp>
        <p:nvGrpSpPr>
          <p:cNvPr id="113" name="object 113"/>
          <p:cNvGrpSpPr/>
          <p:nvPr/>
        </p:nvGrpSpPr>
        <p:grpSpPr>
          <a:xfrm>
            <a:off x="5389569" y="4985850"/>
            <a:ext cx="484505" cy="484505"/>
            <a:chOff x="5389569" y="4985850"/>
            <a:chExt cx="484505" cy="484505"/>
          </a:xfrm>
        </p:grpSpPr>
        <p:sp>
          <p:nvSpPr>
            <p:cNvPr id="114" name="object 114"/>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15" name="object 115"/>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16" name="object 116"/>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1</a:t>
            </a:r>
            <a:endParaRPr sz="1500">
              <a:latin typeface="Lucida Sans Unicode"/>
              <a:cs typeface="Lucida Sans Unicode"/>
            </a:endParaRPr>
          </a:p>
        </p:txBody>
      </p:sp>
      <p:grpSp>
        <p:nvGrpSpPr>
          <p:cNvPr id="117" name="object 117"/>
          <p:cNvGrpSpPr/>
          <p:nvPr/>
        </p:nvGrpSpPr>
        <p:grpSpPr>
          <a:xfrm>
            <a:off x="4674263" y="4985850"/>
            <a:ext cx="484505" cy="484505"/>
            <a:chOff x="4674263" y="4985850"/>
            <a:chExt cx="484505" cy="484505"/>
          </a:xfrm>
        </p:grpSpPr>
        <p:sp>
          <p:nvSpPr>
            <p:cNvPr id="118" name="object 118"/>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9" name="object 119"/>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0" name="object 120"/>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19</a:t>
            </a:r>
            <a:endParaRPr sz="1500">
              <a:latin typeface="Lucida Sans Unicode"/>
              <a:cs typeface="Lucida Sans Unicode"/>
            </a:endParaRPr>
          </a:p>
        </p:txBody>
      </p:sp>
      <p:grpSp>
        <p:nvGrpSpPr>
          <p:cNvPr id="121" name="object 121"/>
          <p:cNvGrpSpPr/>
          <p:nvPr/>
        </p:nvGrpSpPr>
        <p:grpSpPr>
          <a:xfrm>
            <a:off x="6104874" y="4985850"/>
            <a:ext cx="484505" cy="484505"/>
            <a:chOff x="6104874" y="4985850"/>
            <a:chExt cx="484505" cy="484505"/>
          </a:xfrm>
        </p:grpSpPr>
        <p:sp>
          <p:nvSpPr>
            <p:cNvPr id="122" name="object 122"/>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3" name="object 123"/>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4" name="object 124"/>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46</a:t>
            </a:r>
            <a:endParaRPr sz="1500">
              <a:latin typeface="Lucida Sans Unicode"/>
              <a:cs typeface="Lucida Sans Unicode"/>
            </a:endParaRPr>
          </a:p>
        </p:txBody>
      </p:sp>
      <p:grpSp>
        <p:nvGrpSpPr>
          <p:cNvPr id="125" name="object 125"/>
          <p:cNvGrpSpPr/>
          <p:nvPr/>
        </p:nvGrpSpPr>
        <p:grpSpPr>
          <a:xfrm>
            <a:off x="7535484" y="4985850"/>
            <a:ext cx="484505" cy="484505"/>
            <a:chOff x="7535484" y="4985850"/>
            <a:chExt cx="484505" cy="484505"/>
          </a:xfrm>
        </p:grpSpPr>
        <p:sp>
          <p:nvSpPr>
            <p:cNvPr id="126" name="object 126"/>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27" name="object 127"/>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28" name="object 128"/>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49</a:t>
            </a:r>
            <a:endParaRPr sz="1500">
              <a:latin typeface="Lucida Sans Unicode"/>
              <a:cs typeface="Lucida Sans Unicode"/>
            </a:endParaRPr>
          </a:p>
        </p:txBody>
      </p:sp>
      <p:grpSp>
        <p:nvGrpSpPr>
          <p:cNvPr id="129" name="object 129"/>
          <p:cNvGrpSpPr/>
          <p:nvPr/>
        </p:nvGrpSpPr>
        <p:grpSpPr>
          <a:xfrm>
            <a:off x="6820179" y="4985850"/>
            <a:ext cx="484505" cy="484505"/>
            <a:chOff x="6820179" y="4985850"/>
            <a:chExt cx="484505" cy="484505"/>
          </a:xfrm>
        </p:grpSpPr>
        <p:sp>
          <p:nvSpPr>
            <p:cNvPr id="130" name="object 130"/>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1" name="object 131"/>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32" name="object 132"/>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31</a:t>
            </a:r>
            <a:endParaRPr sz="1500">
              <a:latin typeface="Lucida Sans Unicode"/>
              <a:cs typeface="Lucida Sans Unicode"/>
            </a:endParaRPr>
          </a:p>
        </p:txBody>
      </p:sp>
      <p:grpSp>
        <p:nvGrpSpPr>
          <p:cNvPr id="133" name="object 133"/>
          <p:cNvGrpSpPr/>
          <p:nvPr/>
        </p:nvGrpSpPr>
        <p:grpSpPr>
          <a:xfrm>
            <a:off x="8250789" y="4985850"/>
            <a:ext cx="484505" cy="484505"/>
            <a:chOff x="8250789" y="4985850"/>
            <a:chExt cx="484505" cy="484505"/>
          </a:xfrm>
        </p:grpSpPr>
        <p:sp>
          <p:nvSpPr>
            <p:cNvPr id="134" name="object 134"/>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5" name="object 135"/>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36" name="object 136"/>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8</a:t>
            </a:r>
            <a:endParaRPr sz="1500">
              <a:latin typeface="Lucida Sans Unicode"/>
              <a:cs typeface="Lucida Sans Unicode"/>
            </a:endParaRPr>
          </a:p>
        </p:txBody>
      </p:sp>
      <p:grpSp>
        <p:nvGrpSpPr>
          <p:cNvPr id="137" name="object 137"/>
          <p:cNvGrpSpPr/>
          <p:nvPr/>
        </p:nvGrpSpPr>
        <p:grpSpPr>
          <a:xfrm>
            <a:off x="1813042" y="5701155"/>
            <a:ext cx="484505" cy="484505"/>
            <a:chOff x="1813042" y="5701155"/>
            <a:chExt cx="484505" cy="484505"/>
          </a:xfrm>
        </p:grpSpPr>
        <p:sp>
          <p:nvSpPr>
            <p:cNvPr id="138" name="object 138"/>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39" name="object 139"/>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40" name="object 140"/>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9</a:t>
            </a:r>
            <a:endParaRPr sz="1500">
              <a:latin typeface="Lucida Sans Unicode"/>
              <a:cs typeface="Lucida Sans Unicode"/>
            </a:endParaRPr>
          </a:p>
        </p:txBody>
      </p:sp>
      <p:grpSp>
        <p:nvGrpSpPr>
          <p:cNvPr id="141" name="object 141"/>
          <p:cNvGrpSpPr/>
          <p:nvPr/>
        </p:nvGrpSpPr>
        <p:grpSpPr>
          <a:xfrm>
            <a:off x="1097737" y="5701155"/>
            <a:ext cx="484505" cy="484505"/>
            <a:chOff x="1097737" y="5701155"/>
            <a:chExt cx="484505" cy="484505"/>
          </a:xfrm>
        </p:grpSpPr>
        <p:sp>
          <p:nvSpPr>
            <p:cNvPr id="142" name="object 142"/>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43" name="object 143"/>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44" name="object 144"/>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14</a:t>
            </a:r>
            <a:endParaRPr sz="1500">
              <a:latin typeface="Lucida Sans Unicode"/>
              <a:cs typeface="Lucida Sans Unicode"/>
            </a:endParaRPr>
          </a:p>
        </p:txBody>
      </p:sp>
      <p:grpSp>
        <p:nvGrpSpPr>
          <p:cNvPr id="145" name="object 145"/>
          <p:cNvGrpSpPr/>
          <p:nvPr/>
        </p:nvGrpSpPr>
        <p:grpSpPr>
          <a:xfrm>
            <a:off x="3243653" y="5701155"/>
            <a:ext cx="484505" cy="484505"/>
            <a:chOff x="3243653" y="5701155"/>
            <a:chExt cx="484505" cy="484505"/>
          </a:xfrm>
        </p:grpSpPr>
        <p:sp>
          <p:nvSpPr>
            <p:cNvPr id="146" name="object 146"/>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47" name="object 147"/>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48" name="object 148"/>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3</a:t>
            </a:r>
            <a:endParaRPr sz="1500">
              <a:latin typeface="Lucida Sans Unicode"/>
              <a:cs typeface="Lucida Sans Unicode"/>
            </a:endParaRPr>
          </a:p>
        </p:txBody>
      </p:sp>
      <p:grpSp>
        <p:nvGrpSpPr>
          <p:cNvPr id="149" name="object 149"/>
          <p:cNvGrpSpPr/>
          <p:nvPr/>
        </p:nvGrpSpPr>
        <p:grpSpPr>
          <a:xfrm>
            <a:off x="2528347" y="5701155"/>
            <a:ext cx="484505" cy="484505"/>
            <a:chOff x="2528347" y="5701155"/>
            <a:chExt cx="484505" cy="484505"/>
          </a:xfrm>
        </p:grpSpPr>
        <p:sp>
          <p:nvSpPr>
            <p:cNvPr id="150" name="object 150"/>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51" name="object 151"/>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52" name="object 152"/>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5</a:t>
            </a:r>
            <a:endParaRPr sz="1500">
              <a:latin typeface="Lucida Sans Unicode"/>
              <a:cs typeface="Lucida Sans Unicode"/>
            </a:endParaRPr>
          </a:p>
        </p:txBody>
      </p:sp>
      <p:grpSp>
        <p:nvGrpSpPr>
          <p:cNvPr id="153" name="object 153"/>
          <p:cNvGrpSpPr/>
          <p:nvPr/>
        </p:nvGrpSpPr>
        <p:grpSpPr>
          <a:xfrm>
            <a:off x="3958958" y="5701155"/>
            <a:ext cx="484505" cy="484505"/>
            <a:chOff x="3958958" y="5701155"/>
            <a:chExt cx="484505" cy="484505"/>
          </a:xfrm>
        </p:grpSpPr>
        <p:sp>
          <p:nvSpPr>
            <p:cNvPr id="154" name="object 154"/>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55" name="object 155"/>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56" name="object 156"/>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54</a:t>
            </a:r>
            <a:endParaRPr sz="1500">
              <a:latin typeface="Lucida Sans Unicode"/>
              <a:cs typeface="Lucida Sans Unicode"/>
            </a:endParaRPr>
          </a:p>
        </p:txBody>
      </p:sp>
      <p:grpSp>
        <p:nvGrpSpPr>
          <p:cNvPr id="157" name="object 157"/>
          <p:cNvGrpSpPr/>
          <p:nvPr/>
        </p:nvGrpSpPr>
        <p:grpSpPr>
          <a:xfrm>
            <a:off x="5389569" y="5701155"/>
            <a:ext cx="484505" cy="484505"/>
            <a:chOff x="5389569" y="5701155"/>
            <a:chExt cx="484505" cy="484505"/>
          </a:xfrm>
        </p:grpSpPr>
        <p:sp>
          <p:nvSpPr>
            <p:cNvPr id="158" name="object 158"/>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59" name="object 159"/>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60" name="object 160"/>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48</a:t>
            </a:r>
            <a:endParaRPr sz="1500">
              <a:latin typeface="Lucida Sans Unicode"/>
              <a:cs typeface="Lucida Sans Unicode"/>
            </a:endParaRPr>
          </a:p>
        </p:txBody>
      </p:sp>
      <p:grpSp>
        <p:nvGrpSpPr>
          <p:cNvPr id="161" name="object 161"/>
          <p:cNvGrpSpPr/>
          <p:nvPr/>
        </p:nvGrpSpPr>
        <p:grpSpPr>
          <a:xfrm>
            <a:off x="4674263" y="5701155"/>
            <a:ext cx="484505" cy="484505"/>
            <a:chOff x="4674263" y="5701155"/>
            <a:chExt cx="484505" cy="484505"/>
          </a:xfrm>
        </p:grpSpPr>
        <p:sp>
          <p:nvSpPr>
            <p:cNvPr id="162" name="object 162"/>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3" name="object 163"/>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64" name="object 164"/>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30</a:t>
            </a:r>
            <a:endParaRPr sz="1500">
              <a:latin typeface="Lucida Sans Unicode"/>
              <a:cs typeface="Lucida Sans Unicode"/>
            </a:endParaRPr>
          </a:p>
        </p:txBody>
      </p:sp>
      <p:grpSp>
        <p:nvGrpSpPr>
          <p:cNvPr id="165" name="object 165"/>
          <p:cNvGrpSpPr/>
          <p:nvPr/>
        </p:nvGrpSpPr>
        <p:grpSpPr>
          <a:xfrm>
            <a:off x="6104874" y="5701155"/>
            <a:ext cx="484505" cy="484505"/>
            <a:chOff x="6104874" y="5701155"/>
            <a:chExt cx="484505" cy="484505"/>
          </a:xfrm>
        </p:grpSpPr>
        <p:sp>
          <p:nvSpPr>
            <p:cNvPr id="166" name="object 166"/>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7" name="object 167"/>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68" name="object 168"/>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47</a:t>
            </a:r>
            <a:endParaRPr sz="1500">
              <a:latin typeface="Lucida Sans Unicode"/>
              <a:cs typeface="Lucida Sans Unicode"/>
            </a:endParaRPr>
          </a:p>
        </p:txBody>
      </p:sp>
      <p:grpSp>
        <p:nvGrpSpPr>
          <p:cNvPr id="169" name="object 169"/>
          <p:cNvGrpSpPr/>
          <p:nvPr/>
        </p:nvGrpSpPr>
        <p:grpSpPr>
          <a:xfrm>
            <a:off x="7535484" y="5701155"/>
            <a:ext cx="484505" cy="484505"/>
            <a:chOff x="7535484" y="5701155"/>
            <a:chExt cx="484505" cy="484505"/>
          </a:xfrm>
        </p:grpSpPr>
        <p:sp>
          <p:nvSpPr>
            <p:cNvPr id="170" name="object 170"/>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71" name="object 171"/>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72" name="object 172"/>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51</a:t>
            </a:r>
            <a:endParaRPr sz="1500">
              <a:latin typeface="Lucida Sans Unicode"/>
              <a:cs typeface="Lucida Sans Unicode"/>
            </a:endParaRPr>
          </a:p>
        </p:txBody>
      </p:sp>
      <p:grpSp>
        <p:nvGrpSpPr>
          <p:cNvPr id="173" name="object 173"/>
          <p:cNvGrpSpPr/>
          <p:nvPr/>
        </p:nvGrpSpPr>
        <p:grpSpPr>
          <a:xfrm>
            <a:off x="6820179" y="5701155"/>
            <a:ext cx="484505" cy="484505"/>
            <a:chOff x="6820179" y="5701155"/>
            <a:chExt cx="484505" cy="484505"/>
          </a:xfrm>
        </p:grpSpPr>
        <p:sp>
          <p:nvSpPr>
            <p:cNvPr id="174" name="object 174"/>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75" name="object 175"/>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76" name="object 176"/>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32</a:t>
            </a:r>
            <a:endParaRPr sz="1500">
              <a:latin typeface="Lucida Sans Unicode"/>
              <a:cs typeface="Lucida Sans Unicode"/>
            </a:endParaRPr>
          </a:p>
        </p:txBody>
      </p:sp>
      <p:grpSp>
        <p:nvGrpSpPr>
          <p:cNvPr id="177" name="object 177"/>
          <p:cNvGrpSpPr/>
          <p:nvPr/>
        </p:nvGrpSpPr>
        <p:grpSpPr>
          <a:xfrm>
            <a:off x="8250789" y="5701155"/>
            <a:ext cx="484505" cy="484505"/>
            <a:chOff x="8250789" y="5701155"/>
            <a:chExt cx="484505" cy="484505"/>
          </a:xfrm>
        </p:grpSpPr>
        <p:sp>
          <p:nvSpPr>
            <p:cNvPr id="178" name="object 178"/>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79" name="object 179"/>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80" name="object 180"/>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21</a:t>
            </a:r>
            <a:endParaRPr sz="1500">
              <a:latin typeface="Lucida Sans Unicode"/>
              <a:cs typeface="Lucida Sans Unicode"/>
            </a:endParaRPr>
          </a:p>
        </p:txBody>
      </p:sp>
      <p:grpSp>
        <p:nvGrpSpPr>
          <p:cNvPr id="181" name="object 181"/>
          <p:cNvGrpSpPr/>
          <p:nvPr/>
        </p:nvGrpSpPr>
        <p:grpSpPr>
          <a:xfrm>
            <a:off x="1813042" y="6416461"/>
            <a:ext cx="484505" cy="484505"/>
            <a:chOff x="1813042" y="6416461"/>
            <a:chExt cx="484505" cy="484505"/>
          </a:xfrm>
        </p:grpSpPr>
        <p:sp>
          <p:nvSpPr>
            <p:cNvPr id="182" name="object 182"/>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83" name="object 183"/>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84" name="object 184"/>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39</a:t>
            </a:r>
            <a:endParaRPr sz="1500">
              <a:latin typeface="Lucida Sans Unicode"/>
              <a:cs typeface="Lucida Sans Unicode"/>
            </a:endParaRPr>
          </a:p>
        </p:txBody>
      </p:sp>
      <p:grpSp>
        <p:nvGrpSpPr>
          <p:cNvPr id="185" name="object 185"/>
          <p:cNvGrpSpPr/>
          <p:nvPr/>
        </p:nvGrpSpPr>
        <p:grpSpPr>
          <a:xfrm>
            <a:off x="1097737" y="6416461"/>
            <a:ext cx="484505" cy="484505"/>
            <a:chOff x="1097737" y="6416461"/>
            <a:chExt cx="484505" cy="484505"/>
          </a:xfrm>
        </p:grpSpPr>
        <p:sp>
          <p:nvSpPr>
            <p:cNvPr id="186" name="object 186"/>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87" name="object 187"/>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88" name="object 188"/>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45</a:t>
            </a:r>
            <a:endParaRPr sz="1500">
              <a:latin typeface="Lucida Sans Unicode"/>
              <a:cs typeface="Lucida Sans Unicode"/>
            </a:endParaRPr>
          </a:p>
        </p:txBody>
      </p:sp>
      <p:grpSp>
        <p:nvGrpSpPr>
          <p:cNvPr id="189" name="object 189"/>
          <p:cNvGrpSpPr/>
          <p:nvPr/>
        </p:nvGrpSpPr>
        <p:grpSpPr>
          <a:xfrm>
            <a:off x="3243653" y="6416461"/>
            <a:ext cx="484505" cy="484505"/>
            <a:chOff x="3243653" y="6416461"/>
            <a:chExt cx="484505" cy="484505"/>
          </a:xfrm>
        </p:grpSpPr>
        <p:sp>
          <p:nvSpPr>
            <p:cNvPr id="190" name="object 190"/>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91" name="object 191"/>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92" name="object 192"/>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15</a:t>
            </a:r>
            <a:endParaRPr sz="1500">
              <a:latin typeface="Lucida Sans Unicode"/>
              <a:cs typeface="Lucida Sans Unicode"/>
            </a:endParaRPr>
          </a:p>
        </p:txBody>
      </p:sp>
      <p:grpSp>
        <p:nvGrpSpPr>
          <p:cNvPr id="193" name="object 193"/>
          <p:cNvGrpSpPr/>
          <p:nvPr/>
        </p:nvGrpSpPr>
        <p:grpSpPr>
          <a:xfrm>
            <a:off x="2528347" y="6416461"/>
            <a:ext cx="484505" cy="484505"/>
            <a:chOff x="2528347" y="6416461"/>
            <a:chExt cx="484505" cy="484505"/>
          </a:xfrm>
        </p:grpSpPr>
        <p:sp>
          <p:nvSpPr>
            <p:cNvPr id="194" name="object 194"/>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95" name="object 195"/>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96" name="object 196"/>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50</a:t>
            </a:r>
            <a:endParaRPr sz="1500">
              <a:latin typeface="Lucida Sans Unicode"/>
              <a:cs typeface="Lucida Sans Unicode"/>
            </a:endParaRPr>
          </a:p>
        </p:txBody>
      </p:sp>
      <p:grpSp>
        <p:nvGrpSpPr>
          <p:cNvPr id="197" name="object 197"/>
          <p:cNvGrpSpPr/>
          <p:nvPr/>
        </p:nvGrpSpPr>
        <p:grpSpPr>
          <a:xfrm>
            <a:off x="3958958" y="6416461"/>
            <a:ext cx="484505" cy="484505"/>
            <a:chOff x="3958958" y="6416461"/>
            <a:chExt cx="484505" cy="484505"/>
          </a:xfrm>
        </p:grpSpPr>
        <p:sp>
          <p:nvSpPr>
            <p:cNvPr id="198" name="object 198"/>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99" name="object 199"/>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00" name="object 200"/>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25</a:t>
            </a:r>
            <a:endParaRPr sz="1500">
              <a:latin typeface="Lucida Sans Unicode"/>
              <a:cs typeface="Lucida Sans Unicode"/>
            </a:endParaRPr>
          </a:p>
        </p:txBody>
      </p:sp>
      <p:grpSp>
        <p:nvGrpSpPr>
          <p:cNvPr id="201" name="object 201"/>
          <p:cNvGrpSpPr/>
          <p:nvPr/>
        </p:nvGrpSpPr>
        <p:grpSpPr>
          <a:xfrm>
            <a:off x="5389569" y="6416461"/>
            <a:ext cx="484505" cy="484505"/>
            <a:chOff x="5389569" y="6416461"/>
            <a:chExt cx="484505" cy="484505"/>
          </a:xfrm>
        </p:grpSpPr>
        <p:sp>
          <p:nvSpPr>
            <p:cNvPr id="202" name="object 202"/>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03" name="object 203"/>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04" name="object 204"/>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41</a:t>
            </a:r>
            <a:endParaRPr sz="1500">
              <a:latin typeface="Lucida Sans Unicode"/>
              <a:cs typeface="Lucida Sans Unicode"/>
            </a:endParaRPr>
          </a:p>
        </p:txBody>
      </p:sp>
      <p:grpSp>
        <p:nvGrpSpPr>
          <p:cNvPr id="205" name="object 205"/>
          <p:cNvGrpSpPr/>
          <p:nvPr/>
        </p:nvGrpSpPr>
        <p:grpSpPr>
          <a:xfrm>
            <a:off x="4674263" y="6416461"/>
            <a:ext cx="484505" cy="484505"/>
            <a:chOff x="4674263" y="6416461"/>
            <a:chExt cx="484505" cy="484505"/>
          </a:xfrm>
        </p:grpSpPr>
        <p:sp>
          <p:nvSpPr>
            <p:cNvPr id="206" name="object 206"/>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07" name="object 207"/>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08" name="object 208"/>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16</a:t>
            </a:r>
            <a:endParaRPr sz="1500">
              <a:latin typeface="Lucida Sans Unicode"/>
              <a:cs typeface="Lucida Sans Unicode"/>
            </a:endParaRPr>
          </a:p>
        </p:txBody>
      </p:sp>
      <p:grpSp>
        <p:nvGrpSpPr>
          <p:cNvPr id="209" name="object 209"/>
          <p:cNvGrpSpPr/>
          <p:nvPr/>
        </p:nvGrpSpPr>
        <p:grpSpPr>
          <a:xfrm>
            <a:off x="6104874" y="6416461"/>
            <a:ext cx="484505" cy="484505"/>
            <a:chOff x="6104874" y="6416461"/>
            <a:chExt cx="484505" cy="484505"/>
          </a:xfrm>
        </p:grpSpPr>
        <p:sp>
          <p:nvSpPr>
            <p:cNvPr id="210" name="object 210"/>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1" name="object 211"/>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12" name="object 212"/>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17</a:t>
            </a:r>
            <a:endParaRPr sz="1500">
              <a:latin typeface="Lucida Sans Unicode"/>
              <a:cs typeface="Lucida Sans Unicode"/>
            </a:endParaRPr>
          </a:p>
        </p:txBody>
      </p:sp>
      <p:grpSp>
        <p:nvGrpSpPr>
          <p:cNvPr id="213" name="object 213"/>
          <p:cNvGrpSpPr/>
          <p:nvPr/>
        </p:nvGrpSpPr>
        <p:grpSpPr>
          <a:xfrm>
            <a:off x="7535484" y="6416461"/>
            <a:ext cx="484505" cy="484505"/>
            <a:chOff x="7535484" y="6416461"/>
            <a:chExt cx="484505" cy="484505"/>
          </a:xfrm>
        </p:grpSpPr>
        <p:sp>
          <p:nvSpPr>
            <p:cNvPr id="214" name="object 214"/>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15" name="object 215"/>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216" name="object 216"/>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latin typeface="Lucida Sans Unicode"/>
                <a:cs typeface="Lucida Sans Unicode"/>
              </a:rPr>
              <a:t>7</a:t>
            </a:r>
            <a:endParaRPr sz="1500">
              <a:latin typeface="Lucida Sans Unicode"/>
              <a:cs typeface="Lucida Sans Unicode"/>
            </a:endParaRPr>
          </a:p>
        </p:txBody>
      </p:sp>
      <p:grpSp>
        <p:nvGrpSpPr>
          <p:cNvPr id="217" name="object 217"/>
          <p:cNvGrpSpPr/>
          <p:nvPr/>
        </p:nvGrpSpPr>
        <p:grpSpPr>
          <a:xfrm>
            <a:off x="6820179" y="6416461"/>
            <a:ext cx="484505" cy="484505"/>
            <a:chOff x="6820179" y="6416461"/>
            <a:chExt cx="484505" cy="484505"/>
          </a:xfrm>
        </p:grpSpPr>
        <p:sp>
          <p:nvSpPr>
            <p:cNvPr id="218" name="object 218"/>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19" name="object 219"/>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220" name="object 220"/>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latin typeface="Lucida Sans Unicode"/>
                <a:cs typeface="Lucida Sans Unicode"/>
              </a:rPr>
              <a:t>22</a:t>
            </a:r>
            <a:endParaRPr sz="1500">
              <a:latin typeface="Lucida Sans Unicode"/>
              <a:cs typeface="Lucida Sans Unicode"/>
            </a:endParaRPr>
          </a:p>
        </p:txBody>
      </p:sp>
      <p:sp>
        <p:nvSpPr>
          <p:cNvPr id="221" name="object 221"/>
          <p:cNvSpPr txBox="1"/>
          <p:nvPr/>
        </p:nvSpPr>
        <p:spPr>
          <a:xfrm>
            <a:off x="4595403" y="7146783"/>
            <a:ext cx="566420" cy="205740"/>
          </a:xfrm>
          <a:prstGeom prst="rect">
            <a:avLst/>
          </a:prstGeom>
        </p:spPr>
        <p:txBody>
          <a:bodyPr vert="horz" wrap="square" lIns="0" tIns="7620" rIns="0" bIns="0" rtlCol="0">
            <a:spAutoFit/>
          </a:bodyPr>
          <a:lstStyle/>
          <a:p>
            <a:pPr marL="12700">
              <a:lnSpc>
                <a:spcPct val="100000"/>
              </a:lnSpc>
              <a:spcBef>
                <a:spcPts val="60"/>
              </a:spcBef>
            </a:pPr>
            <a:r>
              <a:rPr sz="1200" b="1" spc="120" dirty="0">
                <a:latin typeface="Trebuchet MS"/>
                <a:cs typeface="Trebuchet MS"/>
              </a:rPr>
              <a:t>N</a:t>
            </a:r>
            <a:r>
              <a:rPr sz="1200" b="1" spc="30" dirty="0">
                <a:latin typeface="Trebuchet MS"/>
                <a:cs typeface="Trebuchet MS"/>
              </a:rPr>
              <a:t> </a:t>
            </a:r>
            <a:r>
              <a:rPr sz="1200" b="1" spc="250" dirty="0">
                <a:latin typeface="Trebuchet MS"/>
                <a:cs typeface="Trebuchet MS"/>
              </a:rPr>
              <a:t>=</a:t>
            </a:r>
            <a:r>
              <a:rPr sz="1200" b="1" spc="30" dirty="0">
                <a:latin typeface="Trebuchet MS"/>
                <a:cs typeface="Trebuchet MS"/>
              </a:rPr>
              <a:t> </a:t>
            </a:r>
            <a:r>
              <a:rPr sz="1200" b="1" spc="50" dirty="0">
                <a:latin typeface="Trebuchet MS"/>
                <a:cs typeface="Trebuchet MS"/>
              </a:rPr>
              <a:t>54</a:t>
            </a:r>
            <a:endParaRPr sz="1200">
              <a:latin typeface="Trebuchet MS"/>
              <a:cs typeface="Trebuchet MS"/>
            </a:endParaRPr>
          </a:p>
        </p:txBody>
      </p:sp>
      <p:sp>
        <p:nvSpPr>
          <p:cNvPr id="222" name="object 222"/>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51</a:t>
            </a:fld>
            <a:endParaRPr spc="-25"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802541" y="1081652"/>
            <a:ext cx="8006715" cy="827405"/>
          </a:xfrm>
          <a:prstGeom prst="rect">
            <a:avLst/>
          </a:prstGeom>
        </p:spPr>
        <p:txBody>
          <a:bodyPr vert="horz" wrap="square" lIns="0" tIns="16510" rIns="0" bIns="0" rtlCol="0">
            <a:spAutoFit/>
          </a:bodyPr>
          <a:lstStyle/>
          <a:p>
            <a:pPr marL="50800">
              <a:lnSpc>
                <a:spcPts val="3135"/>
              </a:lnSpc>
              <a:spcBef>
                <a:spcPts val="130"/>
              </a:spcBef>
            </a:pPr>
            <a:r>
              <a:rPr sz="4275" spc="2175" baseline="-8771" dirty="0">
                <a:latin typeface="Yu Gothic UI"/>
                <a:cs typeface="Yu Gothic UI"/>
              </a:rPr>
              <a:t>・</a:t>
            </a:r>
            <a:r>
              <a:rPr sz="1800" dirty="0">
                <a:latin typeface="Lucida Sans Unicode"/>
                <a:cs typeface="Lucida Sans Unicode"/>
              </a:rPr>
              <a:t>Divide</a:t>
            </a:r>
            <a:r>
              <a:rPr sz="1800" spc="-5" dirty="0">
                <a:latin typeface="Lucida Sans Unicode"/>
                <a:cs typeface="Lucida Sans Unicode"/>
              </a:rPr>
              <a:t> </a:t>
            </a:r>
            <a:r>
              <a:rPr sz="1800" i="1" dirty="0">
                <a:latin typeface="Times New Roman"/>
                <a:cs typeface="Times New Roman"/>
              </a:rPr>
              <a:t>n</a:t>
            </a:r>
            <a:r>
              <a:rPr sz="1800" i="1" spc="114" dirty="0">
                <a:latin typeface="Times New Roman"/>
                <a:cs typeface="Times New Roman"/>
              </a:rPr>
              <a:t> </a:t>
            </a:r>
            <a:r>
              <a:rPr sz="1800" dirty="0">
                <a:latin typeface="Lucida Sans Unicode"/>
                <a:cs typeface="Lucida Sans Unicode"/>
              </a:rPr>
              <a:t>elements into </a:t>
            </a:r>
            <a:r>
              <a:rPr sz="1800" dirty="0">
                <a:latin typeface="Symbol"/>
                <a:cs typeface="Symbol"/>
              </a:rPr>
              <a:t></a:t>
            </a:r>
            <a:r>
              <a:rPr sz="1800" i="1" dirty="0">
                <a:latin typeface="Times New Roman"/>
                <a:cs typeface="Times New Roman"/>
              </a:rPr>
              <a:t>n </a:t>
            </a:r>
            <a:r>
              <a:rPr sz="1800" dirty="0">
                <a:latin typeface="Times New Roman"/>
                <a:cs typeface="Times New Roman"/>
              </a:rPr>
              <a:t>/ 5</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groups of </a:t>
            </a:r>
            <a:r>
              <a:rPr sz="1800" dirty="0">
                <a:latin typeface="Times New Roman"/>
                <a:cs typeface="Times New Roman"/>
              </a:rPr>
              <a:t>5</a:t>
            </a:r>
            <a:r>
              <a:rPr sz="1800" spc="114" dirty="0">
                <a:latin typeface="Times New Roman"/>
                <a:cs typeface="Times New Roman"/>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each (plus </a:t>
            </a:r>
            <a:r>
              <a:rPr sz="1800" spc="-10" dirty="0">
                <a:latin typeface="Lucida Sans Unicode"/>
                <a:cs typeface="Lucida Sans Unicode"/>
              </a:rPr>
              <a:t>extra).</a:t>
            </a:r>
            <a:endParaRPr sz="1800">
              <a:latin typeface="Lucida Sans Unicode"/>
              <a:cs typeface="Lucida Sans Unicode"/>
            </a:endParaRPr>
          </a:p>
          <a:p>
            <a:pPr marL="50800">
              <a:lnSpc>
                <a:spcPts val="3135"/>
              </a:lnSpc>
            </a:pPr>
            <a:r>
              <a:rPr sz="4275" spc="2175" baseline="-8771" dirty="0">
                <a:latin typeface="Yu Gothic UI"/>
                <a:cs typeface="Yu Gothic UI"/>
              </a:rPr>
              <a:t>・</a:t>
            </a:r>
            <a:r>
              <a:rPr sz="1800" dirty="0">
                <a:latin typeface="Lucida Sans Unicode"/>
                <a:cs typeface="Lucida Sans Unicode"/>
              </a:rPr>
              <a:t>Find</a:t>
            </a:r>
            <a:r>
              <a:rPr sz="1800" spc="-10" dirty="0">
                <a:latin typeface="Lucida Sans Unicode"/>
                <a:cs typeface="Lucida Sans Unicode"/>
              </a:rPr>
              <a:t> </a:t>
            </a:r>
            <a:r>
              <a:rPr sz="1800" dirty="0">
                <a:latin typeface="Lucida Sans Unicode"/>
                <a:cs typeface="Lucida Sans Unicode"/>
              </a:rPr>
              <a:t>median</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each</a:t>
            </a:r>
            <a:r>
              <a:rPr sz="1800" spc="-10" dirty="0">
                <a:latin typeface="Lucida Sans Unicode"/>
                <a:cs typeface="Lucida Sans Unicode"/>
              </a:rPr>
              <a:t> </a:t>
            </a:r>
            <a:r>
              <a:rPr sz="1800" dirty="0">
                <a:latin typeface="Lucida Sans Unicode"/>
                <a:cs typeface="Lucida Sans Unicode"/>
              </a:rPr>
              <a:t>group</a:t>
            </a:r>
            <a:r>
              <a:rPr sz="1800" spc="-10" dirty="0">
                <a:latin typeface="Lucida Sans Unicode"/>
                <a:cs typeface="Lucida Sans Unicode"/>
              </a:rPr>
              <a:t> </a:t>
            </a:r>
            <a:r>
              <a:rPr sz="1800" dirty="0">
                <a:latin typeface="Lucida Sans Unicode"/>
                <a:cs typeface="Lucida Sans Unicode"/>
              </a:rPr>
              <a:t>(except</a:t>
            </a:r>
            <a:r>
              <a:rPr sz="1800" spc="-10" dirty="0">
                <a:latin typeface="Lucida Sans Unicode"/>
                <a:cs typeface="Lucida Sans Unicode"/>
              </a:rPr>
              <a:t> extra).</a:t>
            </a:r>
            <a:endParaRPr sz="1800">
              <a:latin typeface="Lucida Sans Unicode"/>
              <a:cs typeface="Lucida Sans Unicode"/>
            </a:endParaRPr>
          </a:p>
        </p:txBody>
      </p:sp>
      <p:grpSp>
        <p:nvGrpSpPr>
          <p:cNvPr id="3" name="object 3"/>
          <p:cNvGrpSpPr/>
          <p:nvPr/>
        </p:nvGrpSpPr>
        <p:grpSpPr>
          <a:xfrm>
            <a:off x="1813042" y="3555240"/>
            <a:ext cx="484505" cy="484505"/>
            <a:chOff x="1813042" y="3555240"/>
            <a:chExt cx="484505" cy="484505"/>
          </a:xfrm>
        </p:grpSpPr>
        <p:sp>
          <p:nvSpPr>
            <p:cNvPr id="4" name="object 4"/>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 name="object 5"/>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 name="object 6"/>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7" name="object 7"/>
          <p:cNvGrpSpPr/>
          <p:nvPr/>
        </p:nvGrpSpPr>
        <p:grpSpPr>
          <a:xfrm>
            <a:off x="1097737" y="3555240"/>
            <a:ext cx="484505" cy="484505"/>
            <a:chOff x="1097737" y="3555240"/>
            <a:chExt cx="484505" cy="484505"/>
          </a:xfrm>
        </p:grpSpPr>
        <p:sp>
          <p:nvSpPr>
            <p:cNvPr id="8" name="object 8"/>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 name="object 9"/>
            <p:cNvSpPr/>
            <p:nvPr/>
          </p:nvSpPr>
          <p:spPr>
            <a:xfrm>
              <a:off x="1101314" y="3558816"/>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0" name="object 10"/>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1" name="object 11"/>
          <p:cNvGrpSpPr/>
          <p:nvPr/>
        </p:nvGrpSpPr>
        <p:grpSpPr>
          <a:xfrm>
            <a:off x="3243653" y="3555240"/>
            <a:ext cx="484505" cy="484505"/>
            <a:chOff x="3243653" y="3555240"/>
            <a:chExt cx="484505" cy="484505"/>
          </a:xfrm>
        </p:grpSpPr>
        <p:sp>
          <p:nvSpPr>
            <p:cNvPr id="12" name="object 12"/>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3" name="object 13"/>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 name="object 14"/>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5" name="object 15"/>
          <p:cNvGrpSpPr/>
          <p:nvPr/>
        </p:nvGrpSpPr>
        <p:grpSpPr>
          <a:xfrm>
            <a:off x="3958958" y="3555240"/>
            <a:ext cx="484505" cy="484505"/>
            <a:chOff x="3958958" y="3555240"/>
            <a:chExt cx="484505" cy="484505"/>
          </a:xfrm>
        </p:grpSpPr>
        <p:sp>
          <p:nvSpPr>
            <p:cNvPr id="16" name="object 16"/>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7" name="object 17"/>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8" name="object 18"/>
          <p:cNvGrpSpPr/>
          <p:nvPr/>
        </p:nvGrpSpPr>
        <p:grpSpPr>
          <a:xfrm>
            <a:off x="2528347" y="3555240"/>
            <a:ext cx="484505" cy="484505"/>
            <a:chOff x="2528347" y="3555240"/>
            <a:chExt cx="484505" cy="484505"/>
          </a:xfrm>
        </p:grpSpPr>
        <p:sp>
          <p:nvSpPr>
            <p:cNvPr id="19" name="object 19"/>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0" name="object 20"/>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1" name="object 21"/>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2" name="object 22"/>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3" name="object 23"/>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4" name="object 24"/>
          <p:cNvGrpSpPr/>
          <p:nvPr/>
        </p:nvGrpSpPr>
        <p:grpSpPr>
          <a:xfrm>
            <a:off x="4674263" y="3555240"/>
            <a:ext cx="484505" cy="484505"/>
            <a:chOff x="4674263" y="3555240"/>
            <a:chExt cx="484505" cy="484505"/>
          </a:xfrm>
        </p:grpSpPr>
        <p:sp>
          <p:nvSpPr>
            <p:cNvPr id="25" name="object 25"/>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6" name="object 26"/>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7" name="object 27"/>
          <p:cNvGrpSpPr/>
          <p:nvPr/>
        </p:nvGrpSpPr>
        <p:grpSpPr>
          <a:xfrm>
            <a:off x="5389335" y="3555007"/>
            <a:ext cx="1200150" cy="484505"/>
            <a:chOff x="5389335" y="3555007"/>
            <a:chExt cx="1200150" cy="484505"/>
          </a:xfrm>
        </p:grpSpPr>
        <p:sp>
          <p:nvSpPr>
            <p:cNvPr id="28" name="object 28"/>
            <p:cNvSpPr/>
            <p:nvPr/>
          </p:nvSpPr>
          <p:spPr>
            <a:xfrm>
              <a:off x="5393144"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29" name="object 29"/>
            <p:cNvSpPr/>
            <p:nvPr/>
          </p:nvSpPr>
          <p:spPr>
            <a:xfrm>
              <a:off x="5393145" y="3558817"/>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30" name="object 30"/>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1" name="object 31"/>
            <p:cNvSpPr/>
            <p:nvPr/>
          </p:nvSpPr>
          <p:spPr>
            <a:xfrm>
              <a:off x="6108450" y="3558817"/>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2" name="object 32"/>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sp>
        <p:nvSpPr>
          <p:cNvPr id="33" name="object 33"/>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4" name="object 34"/>
          <p:cNvGrpSpPr/>
          <p:nvPr/>
        </p:nvGrpSpPr>
        <p:grpSpPr>
          <a:xfrm>
            <a:off x="6819944" y="3555007"/>
            <a:ext cx="1200150" cy="484505"/>
            <a:chOff x="6819944" y="3555007"/>
            <a:chExt cx="1200150" cy="484505"/>
          </a:xfrm>
        </p:grpSpPr>
        <p:sp>
          <p:nvSpPr>
            <p:cNvPr id="35" name="object 35"/>
            <p:cNvSpPr/>
            <p:nvPr/>
          </p:nvSpPr>
          <p:spPr>
            <a:xfrm>
              <a:off x="7539059"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36" name="object 36"/>
            <p:cNvSpPr/>
            <p:nvPr/>
          </p:nvSpPr>
          <p:spPr>
            <a:xfrm>
              <a:off x="7539060" y="3558817"/>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37" name="object 37"/>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38" name="object 38"/>
            <p:cNvSpPr/>
            <p:nvPr/>
          </p:nvSpPr>
          <p:spPr>
            <a:xfrm>
              <a:off x="6823754" y="3558817"/>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39" name="object 39"/>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0" name="object 40"/>
          <p:cNvGrpSpPr/>
          <p:nvPr/>
        </p:nvGrpSpPr>
        <p:grpSpPr>
          <a:xfrm>
            <a:off x="8250789" y="3555240"/>
            <a:ext cx="484505" cy="484505"/>
            <a:chOff x="8250789" y="3555240"/>
            <a:chExt cx="484505" cy="484505"/>
          </a:xfrm>
        </p:grpSpPr>
        <p:sp>
          <p:nvSpPr>
            <p:cNvPr id="41" name="object 41"/>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2" name="object 42"/>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3" name="object 43"/>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44" name="object 44"/>
          <p:cNvGrpSpPr/>
          <p:nvPr/>
        </p:nvGrpSpPr>
        <p:grpSpPr>
          <a:xfrm>
            <a:off x="1813042" y="4270545"/>
            <a:ext cx="484505" cy="484505"/>
            <a:chOff x="1813042" y="4270545"/>
            <a:chExt cx="484505" cy="484505"/>
          </a:xfrm>
        </p:grpSpPr>
        <p:sp>
          <p:nvSpPr>
            <p:cNvPr id="45" name="object 45"/>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46" name="object 46"/>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47" name="object 47"/>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48" name="object 48"/>
          <p:cNvGrpSpPr/>
          <p:nvPr/>
        </p:nvGrpSpPr>
        <p:grpSpPr>
          <a:xfrm>
            <a:off x="1097737" y="4270545"/>
            <a:ext cx="484505" cy="484505"/>
            <a:chOff x="1097737" y="4270545"/>
            <a:chExt cx="484505" cy="484505"/>
          </a:xfrm>
        </p:grpSpPr>
        <p:sp>
          <p:nvSpPr>
            <p:cNvPr id="49" name="object 49"/>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0" name="object 50"/>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1" name="object 51"/>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52" name="object 52"/>
          <p:cNvGrpSpPr/>
          <p:nvPr/>
        </p:nvGrpSpPr>
        <p:grpSpPr>
          <a:xfrm>
            <a:off x="3243653" y="4270545"/>
            <a:ext cx="484505" cy="484505"/>
            <a:chOff x="3243653" y="4270545"/>
            <a:chExt cx="484505" cy="484505"/>
          </a:xfrm>
        </p:grpSpPr>
        <p:sp>
          <p:nvSpPr>
            <p:cNvPr id="53" name="object 53"/>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4" name="object 54"/>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5" name="object 55"/>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56" name="object 56"/>
          <p:cNvGrpSpPr/>
          <p:nvPr/>
        </p:nvGrpSpPr>
        <p:grpSpPr>
          <a:xfrm>
            <a:off x="2528347" y="4270545"/>
            <a:ext cx="484505" cy="484505"/>
            <a:chOff x="2528347" y="4270545"/>
            <a:chExt cx="484505" cy="484505"/>
          </a:xfrm>
        </p:grpSpPr>
        <p:sp>
          <p:nvSpPr>
            <p:cNvPr id="57" name="object 57"/>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58" name="object 58"/>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9" name="object 59"/>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60" name="object 60"/>
          <p:cNvGrpSpPr/>
          <p:nvPr/>
        </p:nvGrpSpPr>
        <p:grpSpPr>
          <a:xfrm>
            <a:off x="3958958" y="4270545"/>
            <a:ext cx="484505" cy="484505"/>
            <a:chOff x="3958958" y="4270545"/>
            <a:chExt cx="484505" cy="484505"/>
          </a:xfrm>
        </p:grpSpPr>
        <p:sp>
          <p:nvSpPr>
            <p:cNvPr id="61" name="object 61"/>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62" name="object 62"/>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3" name="object 63"/>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64" name="object 64"/>
          <p:cNvGrpSpPr/>
          <p:nvPr/>
        </p:nvGrpSpPr>
        <p:grpSpPr>
          <a:xfrm>
            <a:off x="5389569" y="4270545"/>
            <a:ext cx="484505" cy="484505"/>
            <a:chOff x="5389569" y="4270545"/>
            <a:chExt cx="484505" cy="484505"/>
          </a:xfrm>
        </p:grpSpPr>
        <p:sp>
          <p:nvSpPr>
            <p:cNvPr id="65" name="object 65"/>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66" name="object 66"/>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7" name="object 67"/>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68" name="object 68"/>
          <p:cNvGrpSpPr/>
          <p:nvPr/>
        </p:nvGrpSpPr>
        <p:grpSpPr>
          <a:xfrm>
            <a:off x="4674263" y="4270545"/>
            <a:ext cx="484505" cy="484505"/>
            <a:chOff x="4674263" y="4270545"/>
            <a:chExt cx="484505" cy="484505"/>
          </a:xfrm>
        </p:grpSpPr>
        <p:sp>
          <p:nvSpPr>
            <p:cNvPr id="69" name="object 69"/>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0" name="object 70"/>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1" name="object 71"/>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72" name="object 72"/>
          <p:cNvGrpSpPr/>
          <p:nvPr/>
        </p:nvGrpSpPr>
        <p:grpSpPr>
          <a:xfrm>
            <a:off x="7535484" y="4270545"/>
            <a:ext cx="484505" cy="484505"/>
            <a:chOff x="7535484" y="4270545"/>
            <a:chExt cx="484505" cy="484505"/>
          </a:xfrm>
        </p:grpSpPr>
        <p:sp>
          <p:nvSpPr>
            <p:cNvPr id="73" name="object 73"/>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74" name="object 74"/>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75" name="object 75"/>
          <p:cNvGrpSpPr/>
          <p:nvPr/>
        </p:nvGrpSpPr>
        <p:grpSpPr>
          <a:xfrm>
            <a:off x="5389335" y="3555007"/>
            <a:ext cx="1200150" cy="1200150"/>
            <a:chOff x="5389335" y="3555007"/>
            <a:chExt cx="1200150" cy="1200150"/>
          </a:xfrm>
        </p:grpSpPr>
        <p:sp>
          <p:nvSpPr>
            <p:cNvPr id="76" name="object 76"/>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7" name="object 77"/>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78" name="object 78"/>
            <p:cNvSpPr/>
            <p:nvPr/>
          </p:nvSpPr>
          <p:spPr>
            <a:xfrm>
              <a:off x="5393144"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3F83"/>
            </a:solidFill>
          </p:spPr>
          <p:txBody>
            <a:bodyPr wrap="square" lIns="0" tIns="0" rIns="0" bIns="0" rtlCol="0"/>
            <a:lstStyle/>
            <a:p>
              <a:endParaRPr/>
            </a:p>
          </p:txBody>
        </p:sp>
        <p:sp>
          <p:nvSpPr>
            <p:cNvPr id="79" name="object 79"/>
            <p:cNvSpPr/>
            <p:nvPr/>
          </p:nvSpPr>
          <p:spPr>
            <a:xfrm>
              <a:off x="5393145" y="3558817"/>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0" name="object 80"/>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1" name="object 81"/>
          <p:cNvGrpSpPr/>
          <p:nvPr/>
        </p:nvGrpSpPr>
        <p:grpSpPr>
          <a:xfrm>
            <a:off x="6820179" y="4270545"/>
            <a:ext cx="484505" cy="484505"/>
            <a:chOff x="6820179" y="4270545"/>
            <a:chExt cx="484505" cy="484505"/>
          </a:xfrm>
        </p:grpSpPr>
        <p:sp>
          <p:nvSpPr>
            <p:cNvPr id="82" name="object 82"/>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83" name="object 83"/>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84" name="object 84"/>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85" name="object 85"/>
          <p:cNvGrpSpPr/>
          <p:nvPr/>
        </p:nvGrpSpPr>
        <p:grpSpPr>
          <a:xfrm>
            <a:off x="8250789" y="4270545"/>
            <a:ext cx="484505" cy="484505"/>
            <a:chOff x="8250789" y="4270545"/>
            <a:chExt cx="484505" cy="484505"/>
          </a:xfrm>
        </p:grpSpPr>
        <p:sp>
          <p:nvSpPr>
            <p:cNvPr id="86" name="object 86"/>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87" name="object 87"/>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88" name="object 88"/>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89" name="object 89"/>
          <p:cNvGrpSpPr/>
          <p:nvPr/>
        </p:nvGrpSpPr>
        <p:grpSpPr>
          <a:xfrm>
            <a:off x="3243653" y="4985850"/>
            <a:ext cx="484505" cy="484505"/>
            <a:chOff x="3243653" y="4985850"/>
            <a:chExt cx="484505" cy="484505"/>
          </a:xfrm>
        </p:grpSpPr>
        <p:sp>
          <p:nvSpPr>
            <p:cNvPr id="90" name="object 90"/>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1" name="object 91"/>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92" name="object 92"/>
          <p:cNvGrpSpPr/>
          <p:nvPr/>
        </p:nvGrpSpPr>
        <p:grpSpPr>
          <a:xfrm>
            <a:off x="1813042" y="4985850"/>
            <a:ext cx="484505" cy="484505"/>
            <a:chOff x="1813042" y="4985850"/>
            <a:chExt cx="484505" cy="484505"/>
          </a:xfrm>
        </p:grpSpPr>
        <p:sp>
          <p:nvSpPr>
            <p:cNvPr id="93" name="object 93"/>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94" name="object 94"/>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95" name="object 95"/>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3F83"/>
            </a:solidFill>
          </p:spPr>
          <p:txBody>
            <a:bodyPr wrap="square" lIns="0" tIns="0" rIns="0" bIns="0" rtlCol="0"/>
            <a:lstStyle/>
            <a:p>
              <a:endParaRPr/>
            </a:p>
          </p:txBody>
        </p:sp>
        <p:sp>
          <p:nvSpPr>
            <p:cNvPr id="96" name="object 96"/>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97" name="object 97"/>
          <p:cNvGrpSpPr/>
          <p:nvPr/>
        </p:nvGrpSpPr>
        <p:grpSpPr>
          <a:xfrm>
            <a:off x="1097737" y="4985850"/>
            <a:ext cx="484505" cy="484505"/>
            <a:chOff x="1097737" y="4985850"/>
            <a:chExt cx="484505" cy="484505"/>
          </a:xfrm>
        </p:grpSpPr>
        <p:sp>
          <p:nvSpPr>
            <p:cNvPr id="98" name="object 98"/>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0" name="object 100"/>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01" name="object 101"/>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02" name="object 102"/>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03" name="object 103"/>
          <p:cNvGrpSpPr/>
          <p:nvPr/>
        </p:nvGrpSpPr>
        <p:grpSpPr>
          <a:xfrm>
            <a:off x="2528347" y="4985850"/>
            <a:ext cx="484505" cy="484505"/>
            <a:chOff x="2528347" y="4985850"/>
            <a:chExt cx="484505" cy="484505"/>
          </a:xfrm>
        </p:grpSpPr>
        <p:sp>
          <p:nvSpPr>
            <p:cNvPr id="104" name="object 104"/>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05" name="object 105"/>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06" name="object 106"/>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07" name="object 107"/>
          <p:cNvGrpSpPr/>
          <p:nvPr/>
        </p:nvGrpSpPr>
        <p:grpSpPr>
          <a:xfrm>
            <a:off x="5389569" y="4985850"/>
            <a:ext cx="484505" cy="484505"/>
            <a:chOff x="5389569" y="4985850"/>
            <a:chExt cx="484505" cy="484505"/>
          </a:xfrm>
        </p:grpSpPr>
        <p:sp>
          <p:nvSpPr>
            <p:cNvPr id="108" name="object 108"/>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09" name="object 109"/>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10" name="object 110"/>
          <p:cNvGrpSpPr/>
          <p:nvPr/>
        </p:nvGrpSpPr>
        <p:grpSpPr>
          <a:xfrm>
            <a:off x="3958958" y="4985850"/>
            <a:ext cx="484505" cy="484505"/>
            <a:chOff x="3958958" y="4985850"/>
            <a:chExt cx="484505" cy="484505"/>
          </a:xfrm>
        </p:grpSpPr>
        <p:sp>
          <p:nvSpPr>
            <p:cNvPr id="111" name="object 111"/>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12" name="object 112"/>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13" name="object 113"/>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003F83"/>
            </a:solidFill>
          </p:spPr>
          <p:txBody>
            <a:bodyPr wrap="square" lIns="0" tIns="0" rIns="0" bIns="0" rtlCol="0"/>
            <a:lstStyle/>
            <a:p>
              <a:endParaRPr/>
            </a:p>
          </p:txBody>
        </p:sp>
        <p:sp>
          <p:nvSpPr>
            <p:cNvPr id="114" name="object 114"/>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15" name="object 115"/>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16" name="object 116"/>
          <p:cNvGrpSpPr/>
          <p:nvPr/>
        </p:nvGrpSpPr>
        <p:grpSpPr>
          <a:xfrm>
            <a:off x="6104874" y="4985850"/>
            <a:ext cx="484505" cy="484505"/>
            <a:chOff x="6104874" y="4985850"/>
            <a:chExt cx="484505" cy="484505"/>
          </a:xfrm>
        </p:grpSpPr>
        <p:sp>
          <p:nvSpPr>
            <p:cNvPr id="117" name="object 117"/>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8" name="object 118"/>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19" name="object 119"/>
          <p:cNvGrpSpPr/>
          <p:nvPr/>
        </p:nvGrpSpPr>
        <p:grpSpPr>
          <a:xfrm>
            <a:off x="4674263" y="4985850"/>
            <a:ext cx="484505" cy="484505"/>
            <a:chOff x="4674263" y="4985850"/>
            <a:chExt cx="484505" cy="484505"/>
          </a:xfrm>
        </p:grpSpPr>
        <p:sp>
          <p:nvSpPr>
            <p:cNvPr id="120" name="object 120"/>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1" name="object 121"/>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2" name="object 122"/>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003F83"/>
            </a:solidFill>
          </p:spPr>
          <p:txBody>
            <a:bodyPr wrap="square" lIns="0" tIns="0" rIns="0" bIns="0" rtlCol="0"/>
            <a:lstStyle/>
            <a:p>
              <a:endParaRPr/>
            </a:p>
          </p:txBody>
        </p:sp>
        <p:sp>
          <p:nvSpPr>
            <p:cNvPr id="123" name="object 123"/>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4" name="object 124"/>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25" name="object 125"/>
          <p:cNvGrpSpPr/>
          <p:nvPr/>
        </p:nvGrpSpPr>
        <p:grpSpPr>
          <a:xfrm>
            <a:off x="7535484" y="4985850"/>
            <a:ext cx="484505" cy="484505"/>
            <a:chOff x="7535484" y="4985850"/>
            <a:chExt cx="484505" cy="484505"/>
          </a:xfrm>
        </p:grpSpPr>
        <p:sp>
          <p:nvSpPr>
            <p:cNvPr id="126" name="object 126"/>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27" name="object 127"/>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28" name="object 128"/>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29" name="object 129"/>
          <p:cNvGrpSpPr/>
          <p:nvPr/>
        </p:nvGrpSpPr>
        <p:grpSpPr>
          <a:xfrm>
            <a:off x="8250789" y="4985850"/>
            <a:ext cx="484505" cy="484505"/>
            <a:chOff x="8250789" y="4985850"/>
            <a:chExt cx="484505" cy="484505"/>
          </a:xfrm>
        </p:grpSpPr>
        <p:sp>
          <p:nvSpPr>
            <p:cNvPr id="130" name="object 130"/>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1" name="object 131"/>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32" name="object 132"/>
          <p:cNvGrpSpPr/>
          <p:nvPr/>
        </p:nvGrpSpPr>
        <p:grpSpPr>
          <a:xfrm>
            <a:off x="6820179" y="4985850"/>
            <a:ext cx="484505" cy="484505"/>
            <a:chOff x="6820179" y="4985850"/>
            <a:chExt cx="484505" cy="484505"/>
          </a:xfrm>
        </p:grpSpPr>
        <p:sp>
          <p:nvSpPr>
            <p:cNvPr id="133" name="object 133"/>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4" name="object 134"/>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35" name="object 135"/>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36" name="object 136"/>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37" name="object 137"/>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38" name="object 138"/>
          <p:cNvGrpSpPr/>
          <p:nvPr/>
        </p:nvGrpSpPr>
        <p:grpSpPr>
          <a:xfrm>
            <a:off x="1813042" y="5701155"/>
            <a:ext cx="484505" cy="484505"/>
            <a:chOff x="1813042" y="5701155"/>
            <a:chExt cx="484505" cy="484505"/>
          </a:xfrm>
        </p:grpSpPr>
        <p:sp>
          <p:nvSpPr>
            <p:cNvPr id="139" name="object 139"/>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40" name="object 140"/>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1" name="object 141"/>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42" name="object 142"/>
          <p:cNvGrpSpPr/>
          <p:nvPr/>
        </p:nvGrpSpPr>
        <p:grpSpPr>
          <a:xfrm>
            <a:off x="1097737" y="5701155"/>
            <a:ext cx="484505" cy="484505"/>
            <a:chOff x="1097737" y="5701155"/>
            <a:chExt cx="484505" cy="484505"/>
          </a:xfrm>
        </p:grpSpPr>
        <p:sp>
          <p:nvSpPr>
            <p:cNvPr id="143" name="object 143"/>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44" name="object 144"/>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5" name="object 145"/>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46" name="object 146"/>
          <p:cNvGrpSpPr/>
          <p:nvPr/>
        </p:nvGrpSpPr>
        <p:grpSpPr>
          <a:xfrm>
            <a:off x="3243653" y="5701155"/>
            <a:ext cx="484505" cy="484505"/>
            <a:chOff x="3243653" y="5701155"/>
            <a:chExt cx="484505" cy="484505"/>
          </a:xfrm>
        </p:grpSpPr>
        <p:sp>
          <p:nvSpPr>
            <p:cNvPr id="147" name="object 147"/>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48" name="object 148"/>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9" name="object 149"/>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50" name="object 150"/>
          <p:cNvGrpSpPr/>
          <p:nvPr/>
        </p:nvGrpSpPr>
        <p:grpSpPr>
          <a:xfrm>
            <a:off x="2528347" y="5701155"/>
            <a:ext cx="484505" cy="484505"/>
            <a:chOff x="2528347" y="5701155"/>
            <a:chExt cx="484505" cy="484505"/>
          </a:xfrm>
        </p:grpSpPr>
        <p:sp>
          <p:nvSpPr>
            <p:cNvPr id="151" name="object 151"/>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52" name="object 152"/>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3" name="object 153"/>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54" name="object 154"/>
          <p:cNvGrpSpPr/>
          <p:nvPr/>
        </p:nvGrpSpPr>
        <p:grpSpPr>
          <a:xfrm>
            <a:off x="3958958" y="5701155"/>
            <a:ext cx="484505" cy="484505"/>
            <a:chOff x="3958958" y="5701155"/>
            <a:chExt cx="484505" cy="484505"/>
          </a:xfrm>
        </p:grpSpPr>
        <p:sp>
          <p:nvSpPr>
            <p:cNvPr id="155" name="object 155"/>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56" name="object 156"/>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7" name="object 157"/>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58" name="object 158"/>
          <p:cNvGrpSpPr/>
          <p:nvPr/>
        </p:nvGrpSpPr>
        <p:grpSpPr>
          <a:xfrm>
            <a:off x="5389569" y="5701155"/>
            <a:ext cx="484505" cy="484505"/>
            <a:chOff x="5389569" y="5701155"/>
            <a:chExt cx="484505" cy="484505"/>
          </a:xfrm>
        </p:grpSpPr>
        <p:sp>
          <p:nvSpPr>
            <p:cNvPr id="159" name="object 159"/>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60" name="object 160"/>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1" name="object 161"/>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62" name="object 162"/>
          <p:cNvGrpSpPr/>
          <p:nvPr/>
        </p:nvGrpSpPr>
        <p:grpSpPr>
          <a:xfrm>
            <a:off x="4674263" y="5701155"/>
            <a:ext cx="484505" cy="484505"/>
            <a:chOff x="4674263" y="5701155"/>
            <a:chExt cx="484505" cy="484505"/>
          </a:xfrm>
        </p:grpSpPr>
        <p:sp>
          <p:nvSpPr>
            <p:cNvPr id="163" name="object 163"/>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4" name="object 164"/>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5" name="object 165"/>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66" name="object 166"/>
          <p:cNvGrpSpPr/>
          <p:nvPr/>
        </p:nvGrpSpPr>
        <p:grpSpPr>
          <a:xfrm>
            <a:off x="6104874" y="5701155"/>
            <a:ext cx="484505" cy="484505"/>
            <a:chOff x="6104874" y="5701155"/>
            <a:chExt cx="484505" cy="484505"/>
          </a:xfrm>
        </p:grpSpPr>
        <p:sp>
          <p:nvSpPr>
            <p:cNvPr id="167" name="object 167"/>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8" name="object 168"/>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9" name="object 169"/>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70" name="object 170"/>
          <p:cNvGrpSpPr/>
          <p:nvPr/>
        </p:nvGrpSpPr>
        <p:grpSpPr>
          <a:xfrm>
            <a:off x="7535484" y="5701155"/>
            <a:ext cx="484505" cy="484505"/>
            <a:chOff x="7535484" y="5701155"/>
            <a:chExt cx="484505" cy="484505"/>
          </a:xfrm>
        </p:grpSpPr>
        <p:sp>
          <p:nvSpPr>
            <p:cNvPr id="171" name="object 171"/>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72" name="object 172"/>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73" name="object 173"/>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74" name="object 174"/>
          <p:cNvGrpSpPr/>
          <p:nvPr/>
        </p:nvGrpSpPr>
        <p:grpSpPr>
          <a:xfrm>
            <a:off x="6820179" y="5701155"/>
            <a:ext cx="484505" cy="484505"/>
            <a:chOff x="6820179" y="5701155"/>
            <a:chExt cx="484505" cy="484505"/>
          </a:xfrm>
        </p:grpSpPr>
        <p:sp>
          <p:nvSpPr>
            <p:cNvPr id="175" name="object 175"/>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76" name="object 176"/>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77" name="object 177"/>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78" name="object 178"/>
          <p:cNvGrpSpPr/>
          <p:nvPr/>
        </p:nvGrpSpPr>
        <p:grpSpPr>
          <a:xfrm>
            <a:off x="8250789" y="5701155"/>
            <a:ext cx="484505" cy="484505"/>
            <a:chOff x="8250789" y="5701155"/>
            <a:chExt cx="484505" cy="484505"/>
          </a:xfrm>
        </p:grpSpPr>
        <p:sp>
          <p:nvSpPr>
            <p:cNvPr id="179" name="object 179"/>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0" name="object 180"/>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1" name="object 181"/>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82" name="object 182"/>
          <p:cNvGrpSpPr/>
          <p:nvPr/>
        </p:nvGrpSpPr>
        <p:grpSpPr>
          <a:xfrm>
            <a:off x="1813042" y="6416461"/>
            <a:ext cx="484505" cy="484505"/>
            <a:chOff x="1813042" y="6416461"/>
            <a:chExt cx="484505" cy="484505"/>
          </a:xfrm>
        </p:grpSpPr>
        <p:sp>
          <p:nvSpPr>
            <p:cNvPr id="183" name="object 183"/>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84" name="object 184"/>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85" name="object 185"/>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86" name="object 186"/>
          <p:cNvGrpSpPr/>
          <p:nvPr/>
        </p:nvGrpSpPr>
        <p:grpSpPr>
          <a:xfrm>
            <a:off x="1097737" y="6416461"/>
            <a:ext cx="484505" cy="484505"/>
            <a:chOff x="1097737" y="6416461"/>
            <a:chExt cx="484505" cy="484505"/>
          </a:xfrm>
        </p:grpSpPr>
        <p:sp>
          <p:nvSpPr>
            <p:cNvPr id="187" name="object 187"/>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88" name="object 188"/>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89" name="object 189"/>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190" name="object 190"/>
          <p:cNvGrpSpPr/>
          <p:nvPr/>
        </p:nvGrpSpPr>
        <p:grpSpPr>
          <a:xfrm>
            <a:off x="2528347" y="6416461"/>
            <a:ext cx="484505" cy="484505"/>
            <a:chOff x="2528347" y="6416461"/>
            <a:chExt cx="484505" cy="484505"/>
          </a:xfrm>
        </p:grpSpPr>
        <p:sp>
          <p:nvSpPr>
            <p:cNvPr id="191" name="object 191"/>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92" name="object 192"/>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93" name="object 193"/>
          <p:cNvGrpSpPr/>
          <p:nvPr/>
        </p:nvGrpSpPr>
        <p:grpSpPr>
          <a:xfrm>
            <a:off x="3243653" y="6416461"/>
            <a:ext cx="484505" cy="484505"/>
            <a:chOff x="3243653" y="6416461"/>
            <a:chExt cx="484505" cy="484505"/>
          </a:xfrm>
        </p:grpSpPr>
        <p:sp>
          <p:nvSpPr>
            <p:cNvPr id="194" name="object 194"/>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95" name="object 195"/>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96" name="object 196"/>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97" name="object 197"/>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98" name="object 198"/>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199" name="object 199"/>
          <p:cNvGrpSpPr/>
          <p:nvPr/>
        </p:nvGrpSpPr>
        <p:grpSpPr>
          <a:xfrm>
            <a:off x="3958958" y="6416461"/>
            <a:ext cx="484505" cy="484505"/>
            <a:chOff x="3958958" y="6416461"/>
            <a:chExt cx="484505" cy="484505"/>
          </a:xfrm>
        </p:grpSpPr>
        <p:sp>
          <p:nvSpPr>
            <p:cNvPr id="200" name="object 200"/>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01" name="object 201"/>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2" name="object 202"/>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03" name="object 203"/>
          <p:cNvGrpSpPr/>
          <p:nvPr/>
        </p:nvGrpSpPr>
        <p:grpSpPr>
          <a:xfrm>
            <a:off x="5389569" y="6416461"/>
            <a:ext cx="484505" cy="484505"/>
            <a:chOff x="5389569" y="6416461"/>
            <a:chExt cx="484505" cy="484505"/>
          </a:xfrm>
        </p:grpSpPr>
        <p:sp>
          <p:nvSpPr>
            <p:cNvPr id="204" name="object 204"/>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05" name="object 205"/>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6" name="object 206"/>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07" name="object 207"/>
          <p:cNvGrpSpPr/>
          <p:nvPr/>
        </p:nvGrpSpPr>
        <p:grpSpPr>
          <a:xfrm>
            <a:off x="4674263" y="6416461"/>
            <a:ext cx="484505" cy="484505"/>
            <a:chOff x="4674263" y="6416461"/>
            <a:chExt cx="484505" cy="484505"/>
          </a:xfrm>
        </p:grpSpPr>
        <p:sp>
          <p:nvSpPr>
            <p:cNvPr id="208" name="object 208"/>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09" name="object 209"/>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0" name="object 210"/>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11" name="object 211"/>
          <p:cNvGrpSpPr/>
          <p:nvPr/>
        </p:nvGrpSpPr>
        <p:grpSpPr>
          <a:xfrm>
            <a:off x="6104874" y="6416461"/>
            <a:ext cx="484505" cy="484505"/>
            <a:chOff x="6104874" y="6416461"/>
            <a:chExt cx="484505" cy="484505"/>
          </a:xfrm>
        </p:grpSpPr>
        <p:sp>
          <p:nvSpPr>
            <p:cNvPr id="212" name="object 212"/>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3" name="object 213"/>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4" name="object 214"/>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15" name="object 215"/>
          <p:cNvGrpSpPr/>
          <p:nvPr/>
        </p:nvGrpSpPr>
        <p:grpSpPr>
          <a:xfrm>
            <a:off x="7535484" y="6416461"/>
            <a:ext cx="484505" cy="484505"/>
            <a:chOff x="7535484" y="6416461"/>
            <a:chExt cx="484505" cy="484505"/>
          </a:xfrm>
        </p:grpSpPr>
        <p:sp>
          <p:nvSpPr>
            <p:cNvPr id="216" name="object 216"/>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17" name="object 217"/>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18" name="object 218"/>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19" name="object 219"/>
          <p:cNvGrpSpPr/>
          <p:nvPr/>
        </p:nvGrpSpPr>
        <p:grpSpPr>
          <a:xfrm>
            <a:off x="6820179" y="6416461"/>
            <a:ext cx="484505" cy="484505"/>
            <a:chOff x="6820179" y="6416461"/>
            <a:chExt cx="484505" cy="484505"/>
          </a:xfrm>
        </p:grpSpPr>
        <p:sp>
          <p:nvSpPr>
            <p:cNvPr id="220" name="object 220"/>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21" name="object 221"/>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22" name="object 222"/>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23" name="object 223"/>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38</a:t>
            </a:r>
            <a:endParaRPr sz="1500">
              <a:latin typeface="Lucida Sans Unicode"/>
              <a:cs typeface="Lucida Sans Unicode"/>
            </a:endParaRPr>
          </a:p>
        </p:txBody>
      </p:sp>
      <p:sp>
        <p:nvSpPr>
          <p:cNvPr id="224" name="object 224"/>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18</a:t>
            </a:r>
            <a:endParaRPr sz="1500">
              <a:latin typeface="Lucida Sans Unicode"/>
              <a:cs typeface="Lucida Sans Unicode"/>
            </a:endParaRPr>
          </a:p>
        </p:txBody>
      </p:sp>
      <p:grpSp>
        <p:nvGrpSpPr>
          <p:cNvPr id="225" name="object 225"/>
          <p:cNvGrpSpPr/>
          <p:nvPr/>
        </p:nvGrpSpPr>
        <p:grpSpPr>
          <a:xfrm>
            <a:off x="7535250" y="3555007"/>
            <a:ext cx="484505" cy="484505"/>
            <a:chOff x="7535250" y="3555007"/>
            <a:chExt cx="484505" cy="484505"/>
          </a:xfrm>
        </p:grpSpPr>
        <p:sp>
          <p:nvSpPr>
            <p:cNvPr id="226" name="object 226"/>
            <p:cNvSpPr/>
            <p:nvPr/>
          </p:nvSpPr>
          <p:spPr>
            <a:xfrm>
              <a:off x="7539059"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003F83"/>
            </a:solidFill>
          </p:spPr>
          <p:txBody>
            <a:bodyPr wrap="square" lIns="0" tIns="0" rIns="0" bIns="0" rtlCol="0"/>
            <a:lstStyle/>
            <a:p>
              <a:endParaRPr/>
            </a:p>
          </p:txBody>
        </p:sp>
        <p:sp>
          <p:nvSpPr>
            <p:cNvPr id="227" name="object 227"/>
            <p:cNvSpPr/>
            <p:nvPr/>
          </p:nvSpPr>
          <p:spPr>
            <a:xfrm>
              <a:off x="7539060" y="3558817"/>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228" name="object 228"/>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35</a:t>
            </a:r>
            <a:endParaRPr sz="1500">
              <a:latin typeface="Lucida Sans Unicode"/>
              <a:cs typeface="Lucida Sans Unicode"/>
            </a:endParaRPr>
          </a:p>
        </p:txBody>
      </p:sp>
      <p:grpSp>
        <p:nvGrpSpPr>
          <p:cNvPr id="229" name="object 229"/>
          <p:cNvGrpSpPr/>
          <p:nvPr/>
        </p:nvGrpSpPr>
        <p:grpSpPr>
          <a:xfrm>
            <a:off x="6104640" y="4270312"/>
            <a:ext cx="484505" cy="484505"/>
            <a:chOff x="6104640" y="4270312"/>
            <a:chExt cx="484505" cy="484505"/>
          </a:xfrm>
        </p:grpSpPr>
        <p:sp>
          <p:nvSpPr>
            <p:cNvPr id="230" name="object 230"/>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31" name="object 231"/>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32" name="object 232"/>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43</a:t>
            </a:r>
            <a:endParaRPr sz="1500">
              <a:latin typeface="Lucida Sans Unicode"/>
              <a:cs typeface="Lucida Sans Unicode"/>
            </a:endParaRPr>
          </a:p>
        </p:txBody>
      </p:sp>
      <p:sp>
        <p:nvSpPr>
          <p:cNvPr id="233" name="object 233"/>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23</a:t>
            </a:r>
            <a:endParaRPr sz="1500">
              <a:latin typeface="Lucida Sans Unicode"/>
              <a:cs typeface="Lucida Sans Unicode"/>
            </a:endParaRPr>
          </a:p>
        </p:txBody>
      </p:sp>
      <p:sp>
        <p:nvSpPr>
          <p:cNvPr id="234" name="object 234"/>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
        <p:nvSpPr>
          <p:cNvPr id="235" name="object 235"/>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40</a:t>
            </a:r>
            <a:endParaRPr sz="1500">
              <a:latin typeface="Lucida Sans Unicode"/>
              <a:cs typeface="Lucida Sans Unicode"/>
            </a:endParaRPr>
          </a:p>
        </p:txBody>
      </p:sp>
      <p:sp>
        <p:nvSpPr>
          <p:cNvPr id="236" name="object 236"/>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19</a:t>
            </a:r>
            <a:endParaRPr sz="1500">
              <a:latin typeface="Lucida Sans Unicode"/>
              <a:cs typeface="Lucida Sans Unicode"/>
            </a:endParaRPr>
          </a:p>
        </p:txBody>
      </p:sp>
      <p:sp>
        <p:nvSpPr>
          <p:cNvPr id="237" name="object 237"/>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31</a:t>
            </a:r>
            <a:endParaRPr sz="1500">
              <a:latin typeface="Lucida Sans Unicode"/>
              <a:cs typeface="Lucida Sans Unicode"/>
            </a:endParaRPr>
          </a:p>
        </p:txBody>
      </p:sp>
      <p:sp>
        <p:nvSpPr>
          <p:cNvPr id="238" name="object 238"/>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15</a:t>
            </a:r>
            <a:endParaRPr sz="1500">
              <a:latin typeface="Lucida Sans Unicode"/>
              <a:cs typeface="Lucida Sans Unicode"/>
            </a:endParaRPr>
          </a:p>
        </p:txBody>
      </p:sp>
      <p:sp>
        <p:nvSpPr>
          <p:cNvPr id="239" name="object 239"/>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240" name="object 240"/>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Choosing</a:t>
            </a:r>
            <a:r>
              <a:rPr spc="150" dirty="0"/>
              <a:t> </a:t>
            </a:r>
            <a:r>
              <a:rPr dirty="0"/>
              <a:t>the</a:t>
            </a:r>
            <a:r>
              <a:rPr spc="150" dirty="0"/>
              <a:t> </a:t>
            </a:r>
            <a:r>
              <a:rPr dirty="0"/>
              <a:t>pivot</a:t>
            </a:r>
            <a:r>
              <a:rPr spc="150" dirty="0"/>
              <a:t> </a:t>
            </a:r>
            <a:r>
              <a:rPr spc="-10" dirty="0"/>
              <a:t>element</a:t>
            </a:r>
          </a:p>
        </p:txBody>
      </p:sp>
      <p:sp>
        <p:nvSpPr>
          <p:cNvPr id="241" name="object 241"/>
          <p:cNvSpPr txBox="1"/>
          <p:nvPr/>
        </p:nvSpPr>
        <p:spPr>
          <a:xfrm>
            <a:off x="7548222" y="2792662"/>
            <a:ext cx="650240" cy="208915"/>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003F83"/>
                </a:solidFill>
                <a:latin typeface="Lucida Sans Unicode"/>
                <a:cs typeface="Lucida Sans Unicode"/>
              </a:rPr>
              <a:t>medians</a:t>
            </a:r>
            <a:endParaRPr sz="1200">
              <a:latin typeface="Lucida Sans Unicode"/>
              <a:cs typeface="Lucida Sans Unicode"/>
            </a:endParaRPr>
          </a:p>
        </p:txBody>
      </p:sp>
      <p:grpSp>
        <p:nvGrpSpPr>
          <p:cNvPr id="242" name="object 242"/>
          <p:cNvGrpSpPr/>
          <p:nvPr/>
        </p:nvGrpSpPr>
        <p:grpSpPr>
          <a:xfrm>
            <a:off x="7747254" y="3074441"/>
            <a:ext cx="126364" cy="370205"/>
            <a:chOff x="7747254" y="3074441"/>
            <a:chExt cx="126364" cy="370205"/>
          </a:xfrm>
        </p:grpSpPr>
        <p:sp>
          <p:nvSpPr>
            <p:cNvPr id="243" name="object 243"/>
            <p:cNvSpPr/>
            <p:nvPr/>
          </p:nvSpPr>
          <p:spPr>
            <a:xfrm>
              <a:off x="7783188" y="3083979"/>
              <a:ext cx="80645" cy="303530"/>
            </a:xfrm>
            <a:custGeom>
              <a:avLst/>
              <a:gdLst/>
              <a:ahLst/>
              <a:cxnLst/>
              <a:rect l="l" t="t" r="r" b="b"/>
              <a:pathLst>
                <a:path w="80645" h="303529">
                  <a:moveTo>
                    <a:pt x="0" y="303267"/>
                  </a:moveTo>
                  <a:lnTo>
                    <a:pt x="2445" y="294048"/>
                  </a:lnTo>
                  <a:lnTo>
                    <a:pt x="80463" y="0"/>
                  </a:lnTo>
                </a:path>
              </a:pathLst>
            </a:custGeom>
            <a:ln w="19074">
              <a:solidFill>
                <a:srgbClr val="003F83"/>
              </a:solidFill>
            </a:ln>
          </p:spPr>
          <p:txBody>
            <a:bodyPr wrap="square" lIns="0" tIns="0" rIns="0" bIns="0" rtlCol="0"/>
            <a:lstStyle/>
            <a:p>
              <a:endParaRPr/>
            </a:p>
          </p:txBody>
        </p:sp>
        <p:pic>
          <p:nvPicPr>
            <p:cNvPr id="244" name="object 244"/>
            <p:cNvPicPr/>
            <p:nvPr/>
          </p:nvPicPr>
          <p:blipFill>
            <a:blip r:embed="rId2" cstate="print"/>
            <a:stretch>
              <a:fillRect/>
            </a:stretch>
          </p:blipFill>
          <p:spPr>
            <a:xfrm>
              <a:off x="7747254" y="3344165"/>
              <a:ext cx="88497" cy="100236"/>
            </a:xfrm>
            <a:prstGeom prst="rect">
              <a:avLst/>
            </a:prstGeom>
          </p:spPr>
        </p:pic>
      </p:grpSp>
      <p:grpSp>
        <p:nvGrpSpPr>
          <p:cNvPr id="245" name="object 245"/>
          <p:cNvGrpSpPr/>
          <p:nvPr/>
        </p:nvGrpSpPr>
        <p:grpSpPr>
          <a:xfrm>
            <a:off x="5844401" y="2986477"/>
            <a:ext cx="1826260" cy="1259205"/>
            <a:chOff x="5844401" y="2986477"/>
            <a:chExt cx="1826260" cy="1259205"/>
          </a:xfrm>
        </p:grpSpPr>
        <p:sp>
          <p:nvSpPr>
            <p:cNvPr id="246" name="object 246"/>
            <p:cNvSpPr/>
            <p:nvPr/>
          </p:nvSpPr>
          <p:spPr>
            <a:xfrm>
              <a:off x="5900322" y="2996014"/>
              <a:ext cx="1541780" cy="530225"/>
            </a:xfrm>
            <a:custGeom>
              <a:avLst/>
              <a:gdLst/>
              <a:ahLst/>
              <a:cxnLst/>
              <a:rect l="l" t="t" r="r" b="b"/>
              <a:pathLst>
                <a:path w="1541779" h="530225">
                  <a:moveTo>
                    <a:pt x="0" y="529876"/>
                  </a:moveTo>
                  <a:lnTo>
                    <a:pt x="9019" y="526775"/>
                  </a:lnTo>
                  <a:lnTo>
                    <a:pt x="1541281" y="0"/>
                  </a:lnTo>
                </a:path>
              </a:pathLst>
            </a:custGeom>
            <a:ln w="19074">
              <a:solidFill>
                <a:srgbClr val="003F83"/>
              </a:solidFill>
            </a:ln>
          </p:spPr>
          <p:txBody>
            <a:bodyPr wrap="square" lIns="0" tIns="0" rIns="0" bIns="0" rtlCol="0"/>
            <a:lstStyle/>
            <a:p>
              <a:endParaRPr/>
            </a:p>
          </p:txBody>
        </p:sp>
        <p:sp>
          <p:nvSpPr>
            <p:cNvPr id="247" name="object 247"/>
            <p:cNvSpPr/>
            <p:nvPr/>
          </p:nvSpPr>
          <p:spPr>
            <a:xfrm>
              <a:off x="5844401" y="3472056"/>
              <a:ext cx="101600" cy="86995"/>
            </a:xfrm>
            <a:custGeom>
              <a:avLst/>
              <a:gdLst/>
              <a:ahLst/>
              <a:cxnLst/>
              <a:rect l="l" t="t" r="r" b="b"/>
              <a:pathLst>
                <a:path w="101600" h="86995">
                  <a:moveTo>
                    <a:pt x="71704" y="0"/>
                  </a:moveTo>
                  <a:lnTo>
                    <a:pt x="0" y="73056"/>
                  </a:lnTo>
                  <a:lnTo>
                    <a:pt x="101467" y="86586"/>
                  </a:lnTo>
                  <a:lnTo>
                    <a:pt x="64940" y="50733"/>
                  </a:lnTo>
                  <a:lnTo>
                    <a:pt x="71704" y="0"/>
                  </a:lnTo>
                  <a:close/>
                </a:path>
              </a:pathLst>
            </a:custGeom>
            <a:solidFill>
              <a:srgbClr val="003F83"/>
            </a:solidFill>
          </p:spPr>
          <p:txBody>
            <a:bodyPr wrap="square" lIns="0" tIns="0" rIns="0" bIns="0" rtlCol="0"/>
            <a:lstStyle/>
            <a:p>
              <a:endParaRPr/>
            </a:p>
          </p:txBody>
        </p:sp>
        <p:sp>
          <p:nvSpPr>
            <p:cNvPr id="248" name="object 248"/>
            <p:cNvSpPr/>
            <p:nvPr/>
          </p:nvSpPr>
          <p:spPr>
            <a:xfrm>
              <a:off x="6496377" y="3085628"/>
              <a:ext cx="1164590" cy="1119505"/>
            </a:xfrm>
            <a:custGeom>
              <a:avLst/>
              <a:gdLst/>
              <a:ahLst/>
              <a:cxnLst/>
              <a:rect l="l" t="t" r="r" b="b"/>
              <a:pathLst>
                <a:path w="1164590" h="1119504">
                  <a:moveTo>
                    <a:pt x="0" y="1118906"/>
                  </a:moveTo>
                  <a:lnTo>
                    <a:pt x="6876" y="1112296"/>
                  </a:lnTo>
                  <a:lnTo>
                    <a:pt x="1164162" y="0"/>
                  </a:lnTo>
                </a:path>
              </a:pathLst>
            </a:custGeom>
            <a:ln w="19074">
              <a:solidFill>
                <a:srgbClr val="003F83"/>
              </a:solidFill>
            </a:ln>
          </p:spPr>
          <p:txBody>
            <a:bodyPr wrap="square" lIns="0" tIns="0" rIns="0" bIns="0" rtlCol="0"/>
            <a:lstStyle/>
            <a:p>
              <a:endParaRPr/>
            </a:p>
          </p:txBody>
        </p:sp>
        <p:sp>
          <p:nvSpPr>
            <p:cNvPr id="249" name="object 249"/>
            <p:cNvSpPr/>
            <p:nvPr/>
          </p:nvSpPr>
          <p:spPr>
            <a:xfrm>
              <a:off x="6453744" y="4149057"/>
              <a:ext cx="97790" cy="96520"/>
            </a:xfrm>
            <a:custGeom>
              <a:avLst/>
              <a:gdLst/>
              <a:ahLst/>
              <a:cxnLst/>
              <a:rect l="l" t="t" r="r" b="b"/>
              <a:pathLst>
                <a:path w="97790" h="96520">
                  <a:moveTo>
                    <a:pt x="34289" y="0"/>
                  </a:moveTo>
                  <a:lnTo>
                    <a:pt x="0" y="96452"/>
                  </a:lnTo>
                  <a:lnTo>
                    <a:pt x="97735" y="66013"/>
                  </a:lnTo>
                  <a:lnTo>
                    <a:pt x="49509" y="48868"/>
                  </a:lnTo>
                  <a:lnTo>
                    <a:pt x="34289" y="0"/>
                  </a:lnTo>
                  <a:close/>
                </a:path>
              </a:pathLst>
            </a:custGeom>
            <a:solidFill>
              <a:srgbClr val="003F83"/>
            </a:solidFill>
          </p:spPr>
          <p:txBody>
            <a:bodyPr wrap="square" lIns="0" tIns="0" rIns="0" bIns="0" rtlCol="0"/>
            <a:lstStyle/>
            <a:p>
              <a:endParaRPr/>
            </a:p>
          </p:txBody>
        </p:sp>
      </p:grpSp>
      <p:sp>
        <p:nvSpPr>
          <p:cNvPr id="250" name="object 250"/>
          <p:cNvSpPr txBox="1"/>
          <p:nvPr/>
        </p:nvSpPr>
        <p:spPr>
          <a:xfrm>
            <a:off x="4595403" y="7146783"/>
            <a:ext cx="566420" cy="205740"/>
          </a:xfrm>
          <a:prstGeom prst="rect">
            <a:avLst/>
          </a:prstGeom>
        </p:spPr>
        <p:txBody>
          <a:bodyPr vert="horz" wrap="square" lIns="0" tIns="7620" rIns="0" bIns="0" rtlCol="0">
            <a:spAutoFit/>
          </a:bodyPr>
          <a:lstStyle/>
          <a:p>
            <a:pPr marL="12700">
              <a:lnSpc>
                <a:spcPct val="100000"/>
              </a:lnSpc>
              <a:spcBef>
                <a:spcPts val="60"/>
              </a:spcBef>
            </a:pPr>
            <a:r>
              <a:rPr sz="1200" b="1" spc="120" dirty="0">
                <a:latin typeface="Trebuchet MS"/>
                <a:cs typeface="Trebuchet MS"/>
              </a:rPr>
              <a:t>N</a:t>
            </a:r>
            <a:r>
              <a:rPr sz="1200" b="1" spc="30" dirty="0">
                <a:latin typeface="Trebuchet MS"/>
                <a:cs typeface="Trebuchet MS"/>
              </a:rPr>
              <a:t> </a:t>
            </a:r>
            <a:r>
              <a:rPr sz="1200" b="1" spc="250" dirty="0">
                <a:latin typeface="Trebuchet MS"/>
                <a:cs typeface="Trebuchet MS"/>
              </a:rPr>
              <a:t>=</a:t>
            </a:r>
            <a:r>
              <a:rPr sz="1200" b="1" spc="30" dirty="0">
                <a:latin typeface="Trebuchet MS"/>
                <a:cs typeface="Trebuchet MS"/>
              </a:rPr>
              <a:t> </a:t>
            </a:r>
            <a:r>
              <a:rPr sz="1200" b="1" spc="50" dirty="0">
                <a:latin typeface="Trebuchet MS"/>
                <a:cs typeface="Trebuchet MS"/>
              </a:rPr>
              <a:t>54</a:t>
            </a:r>
            <a:endParaRPr sz="1200">
              <a:latin typeface="Trebuchet MS"/>
              <a:cs typeface="Trebuchet MS"/>
            </a:endParaRPr>
          </a:p>
        </p:txBody>
      </p:sp>
      <p:sp>
        <p:nvSpPr>
          <p:cNvPr id="251" name="object 25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52</a:t>
            </a:fld>
            <a:endParaRPr spc="-25"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777141" y="1081652"/>
            <a:ext cx="8057515" cy="1552575"/>
          </a:xfrm>
          <a:prstGeom prst="rect">
            <a:avLst/>
          </a:prstGeom>
        </p:spPr>
        <p:txBody>
          <a:bodyPr vert="horz" wrap="square" lIns="0" tIns="16510" rIns="0" bIns="0" rtlCol="0">
            <a:spAutoFit/>
          </a:bodyPr>
          <a:lstStyle/>
          <a:p>
            <a:pPr marL="76200">
              <a:lnSpc>
                <a:spcPts val="3135"/>
              </a:lnSpc>
              <a:spcBef>
                <a:spcPts val="130"/>
              </a:spcBef>
            </a:pPr>
            <a:r>
              <a:rPr sz="4275" spc="2175" baseline="-8771" dirty="0">
                <a:latin typeface="Yu Gothic UI"/>
                <a:cs typeface="Yu Gothic UI"/>
              </a:rPr>
              <a:t>・</a:t>
            </a:r>
            <a:r>
              <a:rPr sz="1800" dirty="0">
                <a:latin typeface="Lucida Sans Unicode"/>
                <a:cs typeface="Lucida Sans Unicode"/>
              </a:rPr>
              <a:t>Divide</a:t>
            </a:r>
            <a:r>
              <a:rPr sz="1800" spc="-5" dirty="0">
                <a:latin typeface="Lucida Sans Unicode"/>
                <a:cs typeface="Lucida Sans Unicode"/>
              </a:rPr>
              <a:t> </a:t>
            </a:r>
            <a:r>
              <a:rPr sz="1800" i="1" dirty="0">
                <a:latin typeface="Times New Roman"/>
                <a:cs typeface="Times New Roman"/>
              </a:rPr>
              <a:t>n</a:t>
            </a:r>
            <a:r>
              <a:rPr sz="1800" i="1" spc="114" dirty="0">
                <a:latin typeface="Times New Roman"/>
                <a:cs typeface="Times New Roman"/>
              </a:rPr>
              <a:t> </a:t>
            </a:r>
            <a:r>
              <a:rPr sz="1800" dirty="0">
                <a:latin typeface="Lucida Sans Unicode"/>
                <a:cs typeface="Lucida Sans Unicode"/>
              </a:rPr>
              <a:t>elements into </a:t>
            </a:r>
            <a:r>
              <a:rPr sz="1800" dirty="0">
                <a:latin typeface="Symbol"/>
                <a:cs typeface="Symbol"/>
              </a:rPr>
              <a:t></a:t>
            </a:r>
            <a:r>
              <a:rPr sz="1800" i="1" dirty="0">
                <a:latin typeface="Times New Roman"/>
                <a:cs typeface="Times New Roman"/>
              </a:rPr>
              <a:t>n </a:t>
            </a:r>
            <a:r>
              <a:rPr sz="1800" dirty="0">
                <a:latin typeface="Times New Roman"/>
                <a:cs typeface="Times New Roman"/>
              </a:rPr>
              <a:t>/ 5</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groups of </a:t>
            </a:r>
            <a:r>
              <a:rPr sz="1800" dirty="0">
                <a:latin typeface="Times New Roman"/>
                <a:cs typeface="Times New Roman"/>
              </a:rPr>
              <a:t>5</a:t>
            </a:r>
            <a:r>
              <a:rPr sz="1800" spc="114" dirty="0">
                <a:latin typeface="Times New Roman"/>
                <a:cs typeface="Times New Roman"/>
              </a:rPr>
              <a:t> </a:t>
            </a:r>
            <a:r>
              <a:rPr sz="1800" dirty="0">
                <a:latin typeface="Lucida Sans Unicode"/>
                <a:cs typeface="Lucida Sans Unicode"/>
              </a:rPr>
              <a:t>elements</a:t>
            </a:r>
            <a:r>
              <a:rPr sz="1800" spc="-5" dirty="0">
                <a:latin typeface="Lucida Sans Unicode"/>
                <a:cs typeface="Lucida Sans Unicode"/>
              </a:rPr>
              <a:t> </a:t>
            </a:r>
            <a:r>
              <a:rPr sz="1800" dirty="0">
                <a:latin typeface="Lucida Sans Unicode"/>
                <a:cs typeface="Lucida Sans Unicode"/>
              </a:rPr>
              <a:t>each (plus </a:t>
            </a:r>
            <a:r>
              <a:rPr sz="1800" spc="-10" dirty="0">
                <a:latin typeface="Lucida Sans Unicode"/>
                <a:cs typeface="Lucida Sans Unicode"/>
              </a:rPr>
              <a:t>extra).</a:t>
            </a:r>
            <a:endParaRPr sz="1800">
              <a:latin typeface="Lucida Sans Unicode"/>
              <a:cs typeface="Lucida Sans Unicode"/>
            </a:endParaRPr>
          </a:p>
          <a:p>
            <a:pPr marL="76200">
              <a:lnSpc>
                <a:spcPts val="2855"/>
              </a:lnSpc>
            </a:pPr>
            <a:r>
              <a:rPr sz="4275" spc="2175" baseline="-8771" dirty="0">
                <a:latin typeface="Yu Gothic UI"/>
                <a:cs typeface="Yu Gothic UI"/>
              </a:rPr>
              <a:t>・</a:t>
            </a:r>
            <a:r>
              <a:rPr sz="1800" dirty="0">
                <a:latin typeface="Lucida Sans Unicode"/>
                <a:cs typeface="Lucida Sans Unicode"/>
              </a:rPr>
              <a:t>Find</a:t>
            </a:r>
            <a:r>
              <a:rPr sz="1800" spc="-10" dirty="0">
                <a:latin typeface="Lucida Sans Unicode"/>
                <a:cs typeface="Lucida Sans Unicode"/>
              </a:rPr>
              <a:t> </a:t>
            </a:r>
            <a:r>
              <a:rPr sz="1800" dirty="0">
                <a:latin typeface="Lucida Sans Unicode"/>
                <a:cs typeface="Lucida Sans Unicode"/>
              </a:rPr>
              <a:t>median</a:t>
            </a:r>
            <a:r>
              <a:rPr sz="1800" spc="-10" dirty="0">
                <a:latin typeface="Lucida Sans Unicode"/>
                <a:cs typeface="Lucida Sans Unicode"/>
              </a:rPr>
              <a:t> </a:t>
            </a:r>
            <a:r>
              <a:rPr sz="1800" dirty="0">
                <a:latin typeface="Lucida Sans Unicode"/>
                <a:cs typeface="Lucida Sans Unicode"/>
              </a:rPr>
              <a:t>of</a:t>
            </a:r>
            <a:r>
              <a:rPr sz="1800" spc="-10" dirty="0">
                <a:latin typeface="Lucida Sans Unicode"/>
                <a:cs typeface="Lucida Sans Unicode"/>
              </a:rPr>
              <a:t> </a:t>
            </a:r>
            <a:r>
              <a:rPr sz="1800" dirty="0">
                <a:latin typeface="Lucida Sans Unicode"/>
                <a:cs typeface="Lucida Sans Unicode"/>
              </a:rPr>
              <a:t>each</a:t>
            </a:r>
            <a:r>
              <a:rPr sz="1800" spc="-10" dirty="0">
                <a:latin typeface="Lucida Sans Unicode"/>
                <a:cs typeface="Lucida Sans Unicode"/>
              </a:rPr>
              <a:t> </a:t>
            </a:r>
            <a:r>
              <a:rPr sz="1800" dirty="0">
                <a:latin typeface="Lucida Sans Unicode"/>
                <a:cs typeface="Lucida Sans Unicode"/>
              </a:rPr>
              <a:t>group</a:t>
            </a:r>
            <a:r>
              <a:rPr sz="1800" spc="-10" dirty="0">
                <a:latin typeface="Lucida Sans Unicode"/>
                <a:cs typeface="Lucida Sans Unicode"/>
              </a:rPr>
              <a:t> </a:t>
            </a:r>
            <a:r>
              <a:rPr sz="1800" dirty="0">
                <a:latin typeface="Lucida Sans Unicode"/>
                <a:cs typeface="Lucida Sans Unicode"/>
              </a:rPr>
              <a:t>(except</a:t>
            </a:r>
            <a:r>
              <a:rPr sz="1800" spc="-10" dirty="0">
                <a:latin typeface="Lucida Sans Unicode"/>
                <a:cs typeface="Lucida Sans Unicode"/>
              </a:rPr>
              <a:t> extra).</a:t>
            </a:r>
            <a:endParaRPr sz="1800">
              <a:latin typeface="Lucida Sans Unicode"/>
              <a:cs typeface="Lucida Sans Unicode"/>
            </a:endParaRPr>
          </a:p>
          <a:p>
            <a:pPr marL="76200">
              <a:lnSpc>
                <a:spcPts val="2855"/>
              </a:lnSpc>
            </a:pPr>
            <a:r>
              <a:rPr sz="4275" spc="2175" baseline="-8771" dirty="0">
                <a:latin typeface="Yu Gothic UI"/>
                <a:cs typeface="Yu Gothic UI"/>
              </a:rPr>
              <a:t>・</a:t>
            </a:r>
            <a:r>
              <a:rPr sz="1800" dirty="0">
                <a:latin typeface="Lucida Sans Unicode"/>
                <a:cs typeface="Lucida Sans Unicode"/>
              </a:rPr>
              <a:t>Find median of </a:t>
            </a:r>
            <a:r>
              <a:rPr sz="1800" dirty="0">
                <a:latin typeface="Symbol"/>
                <a:cs typeface="Symbol"/>
              </a:rPr>
              <a:t></a:t>
            </a:r>
            <a:r>
              <a:rPr sz="1800" i="1" dirty="0">
                <a:latin typeface="Times New Roman"/>
                <a:cs typeface="Times New Roman"/>
              </a:rPr>
              <a:t>n </a:t>
            </a:r>
            <a:r>
              <a:rPr sz="1800" dirty="0">
                <a:latin typeface="Times New Roman"/>
                <a:cs typeface="Times New Roman"/>
              </a:rPr>
              <a:t>/ 5</a:t>
            </a:r>
            <a:r>
              <a:rPr sz="1800" dirty="0">
                <a:latin typeface="Symbol"/>
                <a:cs typeface="Symbol"/>
              </a:rPr>
              <a:t></a:t>
            </a:r>
            <a:r>
              <a:rPr sz="1800" dirty="0">
                <a:latin typeface="Times New Roman"/>
                <a:cs typeface="Times New Roman"/>
              </a:rPr>
              <a:t> </a:t>
            </a:r>
            <a:r>
              <a:rPr sz="1800" dirty="0">
                <a:latin typeface="Lucida Sans Unicode"/>
                <a:cs typeface="Lucida Sans Unicode"/>
              </a:rPr>
              <a:t>medians </a:t>
            </a:r>
            <a:r>
              <a:rPr sz="1800" spc="-10" dirty="0">
                <a:latin typeface="Lucida Sans Unicode"/>
                <a:cs typeface="Lucida Sans Unicode"/>
              </a:rPr>
              <a:t>recursively.</a:t>
            </a:r>
            <a:endParaRPr sz="1800">
              <a:latin typeface="Lucida Sans Unicode"/>
              <a:cs typeface="Lucida Sans Unicode"/>
            </a:endParaRPr>
          </a:p>
          <a:p>
            <a:pPr marL="76200">
              <a:lnSpc>
                <a:spcPts val="3135"/>
              </a:lnSpc>
            </a:pPr>
            <a:r>
              <a:rPr sz="4275" spc="2175" baseline="-8771" dirty="0">
                <a:latin typeface="Yu Gothic UI"/>
                <a:cs typeface="Yu Gothic UI"/>
              </a:rPr>
              <a:t>・</a:t>
            </a:r>
            <a:r>
              <a:rPr sz="1800" dirty="0">
                <a:latin typeface="Lucida Sans Unicode"/>
                <a:cs typeface="Lucida Sans Unicode"/>
              </a:rPr>
              <a:t>Use</a:t>
            </a:r>
            <a:r>
              <a:rPr sz="1800" spc="15" dirty="0">
                <a:latin typeface="Lucida Sans Unicode"/>
                <a:cs typeface="Lucida Sans Unicode"/>
              </a:rPr>
              <a:t> </a:t>
            </a:r>
            <a:r>
              <a:rPr sz="1800" spc="-60" dirty="0">
                <a:latin typeface="Lucida Sans Unicode"/>
                <a:cs typeface="Lucida Sans Unicode"/>
              </a:rPr>
              <a:t>median-</a:t>
            </a:r>
            <a:r>
              <a:rPr sz="1800" spc="-55" dirty="0">
                <a:latin typeface="Lucida Sans Unicode"/>
                <a:cs typeface="Lucida Sans Unicode"/>
              </a:rPr>
              <a:t>of-</a:t>
            </a:r>
            <a:r>
              <a:rPr sz="1800" spc="-40" dirty="0">
                <a:latin typeface="Lucida Sans Unicode"/>
                <a:cs typeface="Lucida Sans Unicode"/>
              </a:rPr>
              <a:t>medians</a:t>
            </a:r>
            <a:r>
              <a:rPr sz="1800" spc="20" dirty="0">
                <a:latin typeface="Lucida Sans Unicode"/>
                <a:cs typeface="Lucida Sans Unicode"/>
              </a:rPr>
              <a:t> </a:t>
            </a:r>
            <a:r>
              <a:rPr sz="1800" dirty="0">
                <a:latin typeface="Lucida Sans Unicode"/>
                <a:cs typeface="Lucida Sans Unicode"/>
              </a:rPr>
              <a:t>as</a:t>
            </a:r>
            <a:r>
              <a:rPr sz="1800" spc="20" dirty="0">
                <a:latin typeface="Lucida Sans Unicode"/>
                <a:cs typeface="Lucida Sans Unicode"/>
              </a:rPr>
              <a:t> </a:t>
            </a:r>
            <a:r>
              <a:rPr sz="1800" dirty="0">
                <a:latin typeface="Lucida Sans Unicode"/>
                <a:cs typeface="Lucida Sans Unicode"/>
              </a:rPr>
              <a:t>pivot</a:t>
            </a:r>
            <a:r>
              <a:rPr sz="1800" spc="15" dirty="0">
                <a:latin typeface="Lucida Sans Unicode"/>
                <a:cs typeface="Lucida Sans Unicode"/>
              </a:rPr>
              <a:t> </a:t>
            </a:r>
            <a:r>
              <a:rPr sz="1800" spc="-10" dirty="0">
                <a:latin typeface="Lucida Sans Unicode"/>
                <a:cs typeface="Lucida Sans Unicode"/>
              </a:rPr>
              <a:t>element.</a:t>
            </a:r>
            <a:endParaRPr sz="1800">
              <a:latin typeface="Lucida Sans Unicode"/>
              <a:cs typeface="Lucida Sans Unicode"/>
            </a:endParaRPr>
          </a:p>
        </p:txBody>
      </p:sp>
      <p:grpSp>
        <p:nvGrpSpPr>
          <p:cNvPr id="3" name="object 3"/>
          <p:cNvGrpSpPr/>
          <p:nvPr/>
        </p:nvGrpSpPr>
        <p:grpSpPr>
          <a:xfrm>
            <a:off x="1813042" y="3555240"/>
            <a:ext cx="484505" cy="484505"/>
            <a:chOff x="1813042" y="3555240"/>
            <a:chExt cx="484505" cy="484505"/>
          </a:xfrm>
        </p:grpSpPr>
        <p:sp>
          <p:nvSpPr>
            <p:cNvPr id="4" name="object 4"/>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 name="object 5"/>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 name="object 6"/>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7" name="object 7"/>
          <p:cNvGrpSpPr/>
          <p:nvPr/>
        </p:nvGrpSpPr>
        <p:grpSpPr>
          <a:xfrm>
            <a:off x="1097504" y="3555007"/>
            <a:ext cx="484505" cy="484505"/>
            <a:chOff x="1097504" y="3555007"/>
            <a:chExt cx="484505" cy="484505"/>
          </a:xfrm>
        </p:grpSpPr>
        <p:sp>
          <p:nvSpPr>
            <p:cNvPr id="8" name="object 8"/>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 name="object 9"/>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0" name="object 10"/>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1" name="object 11"/>
          <p:cNvGrpSpPr/>
          <p:nvPr/>
        </p:nvGrpSpPr>
        <p:grpSpPr>
          <a:xfrm>
            <a:off x="3243653" y="3555240"/>
            <a:ext cx="484505" cy="484505"/>
            <a:chOff x="3243653" y="3555240"/>
            <a:chExt cx="484505" cy="484505"/>
          </a:xfrm>
        </p:grpSpPr>
        <p:sp>
          <p:nvSpPr>
            <p:cNvPr id="12" name="object 12"/>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3" name="object 13"/>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 name="object 14"/>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5" name="object 15"/>
          <p:cNvGrpSpPr/>
          <p:nvPr/>
        </p:nvGrpSpPr>
        <p:grpSpPr>
          <a:xfrm>
            <a:off x="3958958" y="3555240"/>
            <a:ext cx="484505" cy="484505"/>
            <a:chOff x="3958958" y="3555240"/>
            <a:chExt cx="484505" cy="484505"/>
          </a:xfrm>
        </p:grpSpPr>
        <p:sp>
          <p:nvSpPr>
            <p:cNvPr id="16" name="object 16"/>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7" name="object 17"/>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8" name="object 18"/>
          <p:cNvGrpSpPr/>
          <p:nvPr/>
        </p:nvGrpSpPr>
        <p:grpSpPr>
          <a:xfrm>
            <a:off x="2528347" y="3555240"/>
            <a:ext cx="484505" cy="484505"/>
            <a:chOff x="2528347" y="3555240"/>
            <a:chExt cx="484505" cy="484505"/>
          </a:xfrm>
        </p:grpSpPr>
        <p:sp>
          <p:nvSpPr>
            <p:cNvPr id="19" name="object 19"/>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0" name="object 20"/>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1" name="object 21"/>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2" name="object 22"/>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3" name="object 23"/>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4" name="object 24"/>
          <p:cNvGrpSpPr/>
          <p:nvPr/>
        </p:nvGrpSpPr>
        <p:grpSpPr>
          <a:xfrm>
            <a:off x="4674263" y="3555240"/>
            <a:ext cx="484505" cy="484505"/>
            <a:chOff x="4674263" y="3555240"/>
            <a:chExt cx="484505" cy="484505"/>
          </a:xfrm>
        </p:grpSpPr>
        <p:sp>
          <p:nvSpPr>
            <p:cNvPr id="25" name="object 25"/>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6" name="object 26"/>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7" name="object 27"/>
          <p:cNvGrpSpPr/>
          <p:nvPr/>
        </p:nvGrpSpPr>
        <p:grpSpPr>
          <a:xfrm>
            <a:off x="5389335" y="3555007"/>
            <a:ext cx="1200150" cy="484505"/>
            <a:chOff x="5389335" y="3555007"/>
            <a:chExt cx="1200150" cy="484505"/>
          </a:xfrm>
        </p:grpSpPr>
        <p:sp>
          <p:nvSpPr>
            <p:cNvPr id="28" name="object 28"/>
            <p:cNvSpPr/>
            <p:nvPr/>
          </p:nvSpPr>
          <p:spPr>
            <a:xfrm>
              <a:off x="5393144"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29" name="object 29"/>
            <p:cNvSpPr/>
            <p:nvPr/>
          </p:nvSpPr>
          <p:spPr>
            <a:xfrm>
              <a:off x="5393145" y="3558817"/>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30" name="object 30"/>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1" name="object 31"/>
            <p:cNvSpPr/>
            <p:nvPr/>
          </p:nvSpPr>
          <p:spPr>
            <a:xfrm>
              <a:off x="6108450" y="3558817"/>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2" name="object 32"/>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sp>
        <p:nvSpPr>
          <p:cNvPr id="33" name="object 33"/>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4" name="object 34"/>
          <p:cNvGrpSpPr/>
          <p:nvPr/>
        </p:nvGrpSpPr>
        <p:grpSpPr>
          <a:xfrm>
            <a:off x="6819944" y="3555007"/>
            <a:ext cx="1200150" cy="484505"/>
            <a:chOff x="6819944" y="3555007"/>
            <a:chExt cx="1200150" cy="484505"/>
          </a:xfrm>
        </p:grpSpPr>
        <p:sp>
          <p:nvSpPr>
            <p:cNvPr id="35" name="object 35"/>
            <p:cNvSpPr/>
            <p:nvPr/>
          </p:nvSpPr>
          <p:spPr>
            <a:xfrm>
              <a:off x="7539059"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36" name="object 36"/>
            <p:cNvSpPr/>
            <p:nvPr/>
          </p:nvSpPr>
          <p:spPr>
            <a:xfrm>
              <a:off x="7539060" y="3558817"/>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37" name="object 37"/>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38" name="object 38"/>
            <p:cNvSpPr/>
            <p:nvPr/>
          </p:nvSpPr>
          <p:spPr>
            <a:xfrm>
              <a:off x="6823754" y="3558817"/>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39" name="object 39"/>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0" name="object 40"/>
          <p:cNvGrpSpPr/>
          <p:nvPr/>
        </p:nvGrpSpPr>
        <p:grpSpPr>
          <a:xfrm>
            <a:off x="8250789" y="3555240"/>
            <a:ext cx="484505" cy="484505"/>
            <a:chOff x="8250789" y="3555240"/>
            <a:chExt cx="484505" cy="484505"/>
          </a:xfrm>
        </p:grpSpPr>
        <p:sp>
          <p:nvSpPr>
            <p:cNvPr id="41" name="object 41"/>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2" name="object 42"/>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3" name="object 43"/>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44" name="object 44"/>
          <p:cNvGrpSpPr/>
          <p:nvPr/>
        </p:nvGrpSpPr>
        <p:grpSpPr>
          <a:xfrm>
            <a:off x="1813042" y="4270545"/>
            <a:ext cx="484505" cy="484505"/>
            <a:chOff x="1813042" y="4270545"/>
            <a:chExt cx="484505" cy="484505"/>
          </a:xfrm>
        </p:grpSpPr>
        <p:sp>
          <p:nvSpPr>
            <p:cNvPr id="45" name="object 45"/>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46" name="object 46"/>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47" name="object 47"/>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48" name="object 48"/>
          <p:cNvGrpSpPr/>
          <p:nvPr/>
        </p:nvGrpSpPr>
        <p:grpSpPr>
          <a:xfrm>
            <a:off x="1097504" y="4270312"/>
            <a:ext cx="484505" cy="484505"/>
            <a:chOff x="1097504" y="4270312"/>
            <a:chExt cx="484505" cy="484505"/>
          </a:xfrm>
        </p:grpSpPr>
        <p:sp>
          <p:nvSpPr>
            <p:cNvPr id="49" name="object 49"/>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0" name="object 50"/>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1" name="object 51"/>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52" name="object 52"/>
          <p:cNvGrpSpPr/>
          <p:nvPr/>
        </p:nvGrpSpPr>
        <p:grpSpPr>
          <a:xfrm>
            <a:off x="3243653" y="4270545"/>
            <a:ext cx="484505" cy="484505"/>
            <a:chOff x="3243653" y="4270545"/>
            <a:chExt cx="484505" cy="484505"/>
          </a:xfrm>
        </p:grpSpPr>
        <p:sp>
          <p:nvSpPr>
            <p:cNvPr id="53" name="object 53"/>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4" name="object 54"/>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5" name="object 55"/>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56" name="object 56"/>
          <p:cNvGrpSpPr/>
          <p:nvPr/>
        </p:nvGrpSpPr>
        <p:grpSpPr>
          <a:xfrm>
            <a:off x="2528347" y="4270545"/>
            <a:ext cx="484505" cy="484505"/>
            <a:chOff x="2528347" y="4270545"/>
            <a:chExt cx="484505" cy="484505"/>
          </a:xfrm>
        </p:grpSpPr>
        <p:sp>
          <p:nvSpPr>
            <p:cNvPr id="57" name="object 57"/>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58" name="object 58"/>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9" name="object 59"/>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60" name="object 60"/>
          <p:cNvGrpSpPr/>
          <p:nvPr/>
        </p:nvGrpSpPr>
        <p:grpSpPr>
          <a:xfrm>
            <a:off x="3958958" y="4270545"/>
            <a:ext cx="484505" cy="484505"/>
            <a:chOff x="3958958" y="4270545"/>
            <a:chExt cx="484505" cy="484505"/>
          </a:xfrm>
        </p:grpSpPr>
        <p:sp>
          <p:nvSpPr>
            <p:cNvPr id="61" name="object 61"/>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62" name="object 62"/>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3" name="object 63"/>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64" name="object 64"/>
          <p:cNvGrpSpPr/>
          <p:nvPr/>
        </p:nvGrpSpPr>
        <p:grpSpPr>
          <a:xfrm>
            <a:off x="5389569" y="4270545"/>
            <a:ext cx="484505" cy="484505"/>
            <a:chOff x="5389569" y="4270545"/>
            <a:chExt cx="484505" cy="484505"/>
          </a:xfrm>
        </p:grpSpPr>
        <p:sp>
          <p:nvSpPr>
            <p:cNvPr id="65" name="object 65"/>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66" name="object 66"/>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7" name="object 67"/>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68" name="object 68"/>
          <p:cNvGrpSpPr/>
          <p:nvPr/>
        </p:nvGrpSpPr>
        <p:grpSpPr>
          <a:xfrm>
            <a:off x="4674263" y="4270545"/>
            <a:ext cx="484505" cy="484505"/>
            <a:chOff x="4674263" y="4270545"/>
            <a:chExt cx="484505" cy="484505"/>
          </a:xfrm>
        </p:grpSpPr>
        <p:sp>
          <p:nvSpPr>
            <p:cNvPr id="69" name="object 69"/>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0" name="object 70"/>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1" name="object 71"/>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72" name="object 72"/>
          <p:cNvGrpSpPr/>
          <p:nvPr/>
        </p:nvGrpSpPr>
        <p:grpSpPr>
          <a:xfrm>
            <a:off x="7535484" y="4270545"/>
            <a:ext cx="484505" cy="484505"/>
            <a:chOff x="7535484" y="4270545"/>
            <a:chExt cx="484505" cy="484505"/>
          </a:xfrm>
        </p:grpSpPr>
        <p:sp>
          <p:nvSpPr>
            <p:cNvPr id="73" name="object 73"/>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74" name="object 74"/>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75" name="object 75"/>
          <p:cNvGrpSpPr/>
          <p:nvPr/>
        </p:nvGrpSpPr>
        <p:grpSpPr>
          <a:xfrm>
            <a:off x="5389335" y="2986172"/>
            <a:ext cx="2062480" cy="1769110"/>
            <a:chOff x="5389335" y="2986172"/>
            <a:chExt cx="2062480" cy="1769110"/>
          </a:xfrm>
        </p:grpSpPr>
        <p:sp>
          <p:nvSpPr>
            <p:cNvPr id="76" name="object 76"/>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7" name="object 77"/>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78" name="object 78"/>
            <p:cNvSpPr/>
            <p:nvPr/>
          </p:nvSpPr>
          <p:spPr>
            <a:xfrm>
              <a:off x="5900322" y="2996014"/>
              <a:ext cx="1541780" cy="530225"/>
            </a:xfrm>
            <a:custGeom>
              <a:avLst/>
              <a:gdLst/>
              <a:ahLst/>
              <a:cxnLst/>
              <a:rect l="l" t="t" r="r" b="b"/>
              <a:pathLst>
                <a:path w="1541779" h="530225">
                  <a:moveTo>
                    <a:pt x="0" y="529876"/>
                  </a:moveTo>
                  <a:lnTo>
                    <a:pt x="9019" y="526775"/>
                  </a:lnTo>
                  <a:lnTo>
                    <a:pt x="1541281" y="0"/>
                  </a:lnTo>
                </a:path>
              </a:pathLst>
            </a:custGeom>
            <a:ln w="19074">
              <a:solidFill>
                <a:srgbClr val="003F83"/>
              </a:solidFill>
            </a:ln>
          </p:spPr>
          <p:txBody>
            <a:bodyPr wrap="square" lIns="0" tIns="0" rIns="0" bIns="0" rtlCol="0"/>
            <a:lstStyle/>
            <a:p>
              <a:endParaRPr/>
            </a:p>
          </p:txBody>
        </p:sp>
        <p:sp>
          <p:nvSpPr>
            <p:cNvPr id="79" name="object 79"/>
            <p:cNvSpPr/>
            <p:nvPr/>
          </p:nvSpPr>
          <p:spPr>
            <a:xfrm>
              <a:off x="5844401" y="3472056"/>
              <a:ext cx="101600" cy="86995"/>
            </a:xfrm>
            <a:custGeom>
              <a:avLst/>
              <a:gdLst/>
              <a:ahLst/>
              <a:cxnLst/>
              <a:rect l="l" t="t" r="r" b="b"/>
              <a:pathLst>
                <a:path w="101600" h="86995">
                  <a:moveTo>
                    <a:pt x="71704" y="0"/>
                  </a:moveTo>
                  <a:lnTo>
                    <a:pt x="0" y="73056"/>
                  </a:lnTo>
                  <a:lnTo>
                    <a:pt x="101467" y="86586"/>
                  </a:lnTo>
                  <a:lnTo>
                    <a:pt x="64940" y="50733"/>
                  </a:lnTo>
                  <a:lnTo>
                    <a:pt x="71704" y="0"/>
                  </a:lnTo>
                  <a:close/>
                </a:path>
              </a:pathLst>
            </a:custGeom>
            <a:solidFill>
              <a:srgbClr val="003F83"/>
            </a:solidFill>
          </p:spPr>
          <p:txBody>
            <a:bodyPr wrap="square" lIns="0" tIns="0" rIns="0" bIns="0" rtlCol="0"/>
            <a:lstStyle/>
            <a:p>
              <a:endParaRPr/>
            </a:p>
          </p:txBody>
        </p:sp>
        <p:sp>
          <p:nvSpPr>
            <p:cNvPr id="80" name="object 80"/>
            <p:cNvSpPr/>
            <p:nvPr/>
          </p:nvSpPr>
          <p:spPr>
            <a:xfrm>
              <a:off x="5393144"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3F83"/>
            </a:solidFill>
          </p:spPr>
          <p:txBody>
            <a:bodyPr wrap="square" lIns="0" tIns="0" rIns="0" bIns="0" rtlCol="0"/>
            <a:lstStyle/>
            <a:p>
              <a:endParaRPr/>
            </a:p>
          </p:txBody>
        </p:sp>
        <p:sp>
          <p:nvSpPr>
            <p:cNvPr id="81" name="object 81"/>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2" name="object 82"/>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3" name="object 83"/>
          <p:cNvGrpSpPr/>
          <p:nvPr/>
        </p:nvGrpSpPr>
        <p:grpSpPr>
          <a:xfrm>
            <a:off x="6820179" y="4270545"/>
            <a:ext cx="484505" cy="484505"/>
            <a:chOff x="6820179" y="4270545"/>
            <a:chExt cx="484505" cy="484505"/>
          </a:xfrm>
        </p:grpSpPr>
        <p:sp>
          <p:nvSpPr>
            <p:cNvPr id="84" name="object 84"/>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85" name="object 85"/>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86" name="object 86"/>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87" name="object 87"/>
          <p:cNvGrpSpPr/>
          <p:nvPr/>
        </p:nvGrpSpPr>
        <p:grpSpPr>
          <a:xfrm>
            <a:off x="8250789" y="4270545"/>
            <a:ext cx="484505" cy="484505"/>
            <a:chOff x="8250789" y="4270545"/>
            <a:chExt cx="484505" cy="484505"/>
          </a:xfrm>
        </p:grpSpPr>
        <p:sp>
          <p:nvSpPr>
            <p:cNvPr id="88" name="object 88"/>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89" name="object 89"/>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0" name="object 90"/>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91" name="object 91"/>
          <p:cNvGrpSpPr/>
          <p:nvPr/>
        </p:nvGrpSpPr>
        <p:grpSpPr>
          <a:xfrm>
            <a:off x="3243653" y="4985850"/>
            <a:ext cx="484505" cy="484505"/>
            <a:chOff x="3243653" y="4985850"/>
            <a:chExt cx="484505" cy="484505"/>
          </a:xfrm>
        </p:grpSpPr>
        <p:sp>
          <p:nvSpPr>
            <p:cNvPr id="92" name="object 92"/>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3" name="object 93"/>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94" name="object 94"/>
          <p:cNvGrpSpPr/>
          <p:nvPr/>
        </p:nvGrpSpPr>
        <p:grpSpPr>
          <a:xfrm>
            <a:off x="1813042" y="4985850"/>
            <a:ext cx="484505" cy="484505"/>
            <a:chOff x="1813042" y="4985850"/>
            <a:chExt cx="484505" cy="484505"/>
          </a:xfrm>
        </p:grpSpPr>
        <p:sp>
          <p:nvSpPr>
            <p:cNvPr id="95" name="object 95"/>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96" name="object 96"/>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97" name="object 97"/>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3F83"/>
            </a:solidFill>
          </p:spPr>
          <p:txBody>
            <a:bodyPr wrap="square" lIns="0" tIns="0" rIns="0" bIns="0" rtlCol="0"/>
            <a:lstStyle/>
            <a:p>
              <a:endParaRPr/>
            </a:p>
          </p:txBody>
        </p:sp>
        <p:sp>
          <p:nvSpPr>
            <p:cNvPr id="98" name="object 98"/>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99" name="object 99"/>
          <p:cNvGrpSpPr/>
          <p:nvPr/>
        </p:nvGrpSpPr>
        <p:grpSpPr>
          <a:xfrm>
            <a:off x="636386" y="3896456"/>
            <a:ext cx="961390" cy="1589405"/>
            <a:chOff x="636386" y="3896456"/>
            <a:chExt cx="961390" cy="1589405"/>
          </a:xfrm>
        </p:grpSpPr>
        <p:sp>
          <p:nvSpPr>
            <p:cNvPr id="100" name="object 100"/>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1" name="object 101"/>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2" name="object 102"/>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103" name="object 103"/>
            <p:cNvPicPr/>
            <p:nvPr/>
          </p:nvPicPr>
          <p:blipFill>
            <a:blip r:embed="rId2" cstate="print"/>
            <a:stretch>
              <a:fillRect/>
            </a:stretch>
          </p:blipFill>
          <p:spPr>
            <a:xfrm>
              <a:off x="1050770" y="4906265"/>
              <a:ext cx="83850" cy="102236"/>
            </a:xfrm>
            <a:prstGeom prst="rect">
              <a:avLst/>
            </a:prstGeom>
          </p:spPr>
        </p:pic>
        <p:sp>
          <p:nvSpPr>
            <p:cNvPr id="104" name="object 104"/>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05" name="object 105"/>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106" name="object 106"/>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107" name="object 107"/>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sp>
        <p:nvSpPr>
          <p:cNvPr id="108" name="object 108"/>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09" name="object 109"/>
          <p:cNvGrpSpPr/>
          <p:nvPr/>
        </p:nvGrpSpPr>
        <p:grpSpPr>
          <a:xfrm>
            <a:off x="2528347" y="4985850"/>
            <a:ext cx="484505" cy="484505"/>
            <a:chOff x="2528347" y="4985850"/>
            <a:chExt cx="484505" cy="484505"/>
          </a:xfrm>
        </p:grpSpPr>
        <p:sp>
          <p:nvSpPr>
            <p:cNvPr id="110" name="object 110"/>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1" name="object 111"/>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2" name="object 112"/>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3" name="object 113"/>
          <p:cNvGrpSpPr/>
          <p:nvPr/>
        </p:nvGrpSpPr>
        <p:grpSpPr>
          <a:xfrm>
            <a:off x="5389569" y="4985850"/>
            <a:ext cx="484505" cy="484505"/>
            <a:chOff x="5389569" y="4985850"/>
            <a:chExt cx="484505" cy="484505"/>
          </a:xfrm>
        </p:grpSpPr>
        <p:sp>
          <p:nvSpPr>
            <p:cNvPr id="114" name="object 114"/>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15" name="object 115"/>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16" name="object 116"/>
          <p:cNvGrpSpPr/>
          <p:nvPr/>
        </p:nvGrpSpPr>
        <p:grpSpPr>
          <a:xfrm>
            <a:off x="3958958" y="4985850"/>
            <a:ext cx="484505" cy="484505"/>
            <a:chOff x="3958958" y="4985850"/>
            <a:chExt cx="484505" cy="484505"/>
          </a:xfrm>
        </p:grpSpPr>
        <p:sp>
          <p:nvSpPr>
            <p:cNvPr id="117" name="object 117"/>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18" name="object 118"/>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19" name="object 119"/>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003F83"/>
            </a:solidFill>
          </p:spPr>
          <p:txBody>
            <a:bodyPr wrap="square" lIns="0" tIns="0" rIns="0" bIns="0" rtlCol="0"/>
            <a:lstStyle/>
            <a:p>
              <a:endParaRPr/>
            </a:p>
          </p:txBody>
        </p:sp>
        <p:sp>
          <p:nvSpPr>
            <p:cNvPr id="120" name="object 120"/>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1" name="object 121"/>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22" name="object 122"/>
          <p:cNvGrpSpPr/>
          <p:nvPr/>
        </p:nvGrpSpPr>
        <p:grpSpPr>
          <a:xfrm>
            <a:off x="6104874" y="4985850"/>
            <a:ext cx="484505" cy="484505"/>
            <a:chOff x="6104874" y="4985850"/>
            <a:chExt cx="484505" cy="484505"/>
          </a:xfrm>
        </p:grpSpPr>
        <p:sp>
          <p:nvSpPr>
            <p:cNvPr id="123" name="object 123"/>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4" name="object 124"/>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5" name="object 125"/>
          <p:cNvGrpSpPr/>
          <p:nvPr/>
        </p:nvGrpSpPr>
        <p:grpSpPr>
          <a:xfrm>
            <a:off x="4674263" y="4985850"/>
            <a:ext cx="484505" cy="484505"/>
            <a:chOff x="4674263" y="4985850"/>
            <a:chExt cx="484505" cy="484505"/>
          </a:xfrm>
        </p:grpSpPr>
        <p:sp>
          <p:nvSpPr>
            <p:cNvPr id="126" name="object 126"/>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7" name="object 127"/>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8" name="object 128"/>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003F83"/>
            </a:solidFill>
          </p:spPr>
          <p:txBody>
            <a:bodyPr wrap="square" lIns="0" tIns="0" rIns="0" bIns="0" rtlCol="0"/>
            <a:lstStyle/>
            <a:p>
              <a:endParaRPr/>
            </a:p>
          </p:txBody>
        </p:sp>
        <p:sp>
          <p:nvSpPr>
            <p:cNvPr id="129" name="object 129"/>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30" name="object 130"/>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31" name="object 131"/>
          <p:cNvGrpSpPr/>
          <p:nvPr/>
        </p:nvGrpSpPr>
        <p:grpSpPr>
          <a:xfrm>
            <a:off x="7535484" y="4985850"/>
            <a:ext cx="484505" cy="484505"/>
            <a:chOff x="7535484" y="4985850"/>
            <a:chExt cx="484505" cy="484505"/>
          </a:xfrm>
        </p:grpSpPr>
        <p:sp>
          <p:nvSpPr>
            <p:cNvPr id="132" name="object 132"/>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33" name="object 133"/>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34" name="object 134"/>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35" name="object 135"/>
          <p:cNvGrpSpPr/>
          <p:nvPr/>
        </p:nvGrpSpPr>
        <p:grpSpPr>
          <a:xfrm>
            <a:off x="8250789" y="4985850"/>
            <a:ext cx="484505" cy="484505"/>
            <a:chOff x="8250789" y="4985850"/>
            <a:chExt cx="484505" cy="484505"/>
          </a:xfrm>
        </p:grpSpPr>
        <p:sp>
          <p:nvSpPr>
            <p:cNvPr id="136" name="object 136"/>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7" name="object 137"/>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38" name="object 138"/>
          <p:cNvGrpSpPr/>
          <p:nvPr/>
        </p:nvGrpSpPr>
        <p:grpSpPr>
          <a:xfrm>
            <a:off x="6820179" y="4985850"/>
            <a:ext cx="484505" cy="484505"/>
            <a:chOff x="6820179" y="4985850"/>
            <a:chExt cx="484505" cy="484505"/>
          </a:xfrm>
        </p:grpSpPr>
        <p:sp>
          <p:nvSpPr>
            <p:cNvPr id="139" name="object 139"/>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0" name="object 140"/>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41" name="object 141"/>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42" name="object 142"/>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43" name="object 143"/>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44" name="object 144"/>
          <p:cNvGrpSpPr/>
          <p:nvPr/>
        </p:nvGrpSpPr>
        <p:grpSpPr>
          <a:xfrm>
            <a:off x="1813042" y="5701155"/>
            <a:ext cx="484505" cy="484505"/>
            <a:chOff x="1813042" y="5701155"/>
            <a:chExt cx="484505" cy="484505"/>
          </a:xfrm>
        </p:grpSpPr>
        <p:sp>
          <p:nvSpPr>
            <p:cNvPr id="145" name="object 145"/>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46" name="object 146"/>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7" name="object 147"/>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48" name="object 148"/>
          <p:cNvGrpSpPr/>
          <p:nvPr/>
        </p:nvGrpSpPr>
        <p:grpSpPr>
          <a:xfrm>
            <a:off x="1097737" y="5701155"/>
            <a:ext cx="484505" cy="484505"/>
            <a:chOff x="1097737" y="5701155"/>
            <a:chExt cx="484505" cy="484505"/>
          </a:xfrm>
        </p:grpSpPr>
        <p:sp>
          <p:nvSpPr>
            <p:cNvPr id="149" name="object 149"/>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0" name="object 150"/>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1" name="object 151"/>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52" name="object 152"/>
          <p:cNvGrpSpPr/>
          <p:nvPr/>
        </p:nvGrpSpPr>
        <p:grpSpPr>
          <a:xfrm>
            <a:off x="3243653" y="5701155"/>
            <a:ext cx="484505" cy="484505"/>
            <a:chOff x="3243653" y="5701155"/>
            <a:chExt cx="484505" cy="484505"/>
          </a:xfrm>
        </p:grpSpPr>
        <p:sp>
          <p:nvSpPr>
            <p:cNvPr id="153" name="object 153"/>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4" name="object 154"/>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5" name="object 155"/>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56" name="object 156"/>
          <p:cNvGrpSpPr/>
          <p:nvPr/>
        </p:nvGrpSpPr>
        <p:grpSpPr>
          <a:xfrm>
            <a:off x="2528347" y="5701155"/>
            <a:ext cx="484505" cy="484505"/>
            <a:chOff x="2528347" y="5701155"/>
            <a:chExt cx="484505" cy="484505"/>
          </a:xfrm>
        </p:grpSpPr>
        <p:sp>
          <p:nvSpPr>
            <p:cNvPr id="157" name="object 157"/>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58" name="object 158"/>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9" name="object 159"/>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0" name="object 160"/>
          <p:cNvGrpSpPr/>
          <p:nvPr/>
        </p:nvGrpSpPr>
        <p:grpSpPr>
          <a:xfrm>
            <a:off x="3958958" y="5701155"/>
            <a:ext cx="484505" cy="484505"/>
            <a:chOff x="3958958" y="5701155"/>
            <a:chExt cx="484505" cy="484505"/>
          </a:xfrm>
        </p:grpSpPr>
        <p:sp>
          <p:nvSpPr>
            <p:cNvPr id="161" name="object 161"/>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62" name="object 162"/>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3" name="object 163"/>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64" name="object 164"/>
          <p:cNvGrpSpPr/>
          <p:nvPr/>
        </p:nvGrpSpPr>
        <p:grpSpPr>
          <a:xfrm>
            <a:off x="5389569" y="5701155"/>
            <a:ext cx="484505" cy="484505"/>
            <a:chOff x="5389569" y="5701155"/>
            <a:chExt cx="484505" cy="484505"/>
          </a:xfrm>
        </p:grpSpPr>
        <p:sp>
          <p:nvSpPr>
            <p:cNvPr id="165" name="object 165"/>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66" name="object 166"/>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7" name="object 167"/>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68" name="object 168"/>
          <p:cNvGrpSpPr/>
          <p:nvPr/>
        </p:nvGrpSpPr>
        <p:grpSpPr>
          <a:xfrm>
            <a:off x="4674263" y="5701155"/>
            <a:ext cx="484505" cy="484505"/>
            <a:chOff x="4674263" y="5701155"/>
            <a:chExt cx="484505" cy="484505"/>
          </a:xfrm>
        </p:grpSpPr>
        <p:sp>
          <p:nvSpPr>
            <p:cNvPr id="169" name="object 169"/>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0" name="object 170"/>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1" name="object 171"/>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2" name="object 172"/>
          <p:cNvGrpSpPr/>
          <p:nvPr/>
        </p:nvGrpSpPr>
        <p:grpSpPr>
          <a:xfrm>
            <a:off x="6104874" y="5701155"/>
            <a:ext cx="484505" cy="484505"/>
            <a:chOff x="6104874" y="5701155"/>
            <a:chExt cx="484505" cy="484505"/>
          </a:xfrm>
        </p:grpSpPr>
        <p:sp>
          <p:nvSpPr>
            <p:cNvPr id="173" name="object 173"/>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4" name="object 174"/>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5" name="object 175"/>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76" name="object 176"/>
          <p:cNvGrpSpPr/>
          <p:nvPr/>
        </p:nvGrpSpPr>
        <p:grpSpPr>
          <a:xfrm>
            <a:off x="7535484" y="5701155"/>
            <a:ext cx="484505" cy="484505"/>
            <a:chOff x="7535484" y="5701155"/>
            <a:chExt cx="484505" cy="484505"/>
          </a:xfrm>
        </p:grpSpPr>
        <p:sp>
          <p:nvSpPr>
            <p:cNvPr id="177" name="object 177"/>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78" name="object 178"/>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79" name="object 179"/>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80" name="object 180"/>
          <p:cNvGrpSpPr/>
          <p:nvPr/>
        </p:nvGrpSpPr>
        <p:grpSpPr>
          <a:xfrm>
            <a:off x="6820179" y="5701155"/>
            <a:ext cx="484505" cy="484505"/>
            <a:chOff x="6820179" y="5701155"/>
            <a:chExt cx="484505" cy="484505"/>
          </a:xfrm>
        </p:grpSpPr>
        <p:sp>
          <p:nvSpPr>
            <p:cNvPr id="181" name="object 181"/>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2" name="object 182"/>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3" name="object 183"/>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84" name="object 184"/>
          <p:cNvGrpSpPr/>
          <p:nvPr/>
        </p:nvGrpSpPr>
        <p:grpSpPr>
          <a:xfrm>
            <a:off x="8250789" y="5701155"/>
            <a:ext cx="484505" cy="484505"/>
            <a:chOff x="8250789" y="5701155"/>
            <a:chExt cx="484505" cy="484505"/>
          </a:xfrm>
        </p:grpSpPr>
        <p:sp>
          <p:nvSpPr>
            <p:cNvPr id="185" name="object 185"/>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6" name="object 186"/>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7" name="object 187"/>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88" name="object 188"/>
          <p:cNvGrpSpPr/>
          <p:nvPr/>
        </p:nvGrpSpPr>
        <p:grpSpPr>
          <a:xfrm>
            <a:off x="1813042" y="6416461"/>
            <a:ext cx="484505" cy="484505"/>
            <a:chOff x="1813042" y="6416461"/>
            <a:chExt cx="484505" cy="484505"/>
          </a:xfrm>
        </p:grpSpPr>
        <p:sp>
          <p:nvSpPr>
            <p:cNvPr id="189" name="object 189"/>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90" name="object 190"/>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1" name="object 191"/>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92" name="object 192"/>
          <p:cNvGrpSpPr/>
          <p:nvPr/>
        </p:nvGrpSpPr>
        <p:grpSpPr>
          <a:xfrm>
            <a:off x="1097737" y="6416461"/>
            <a:ext cx="484505" cy="484505"/>
            <a:chOff x="1097737" y="6416461"/>
            <a:chExt cx="484505" cy="484505"/>
          </a:xfrm>
        </p:grpSpPr>
        <p:sp>
          <p:nvSpPr>
            <p:cNvPr id="193" name="object 193"/>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94" name="object 194"/>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5" name="object 195"/>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196" name="object 196"/>
          <p:cNvGrpSpPr/>
          <p:nvPr/>
        </p:nvGrpSpPr>
        <p:grpSpPr>
          <a:xfrm>
            <a:off x="2528347" y="6416461"/>
            <a:ext cx="484505" cy="484505"/>
            <a:chOff x="2528347" y="6416461"/>
            <a:chExt cx="484505" cy="484505"/>
          </a:xfrm>
        </p:grpSpPr>
        <p:sp>
          <p:nvSpPr>
            <p:cNvPr id="197" name="object 197"/>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98" name="object 198"/>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99" name="object 199"/>
          <p:cNvGrpSpPr/>
          <p:nvPr/>
        </p:nvGrpSpPr>
        <p:grpSpPr>
          <a:xfrm>
            <a:off x="3243653" y="6416461"/>
            <a:ext cx="484505" cy="484505"/>
            <a:chOff x="3243653" y="6416461"/>
            <a:chExt cx="484505" cy="484505"/>
          </a:xfrm>
        </p:grpSpPr>
        <p:sp>
          <p:nvSpPr>
            <p:cNvPr id="200" name="object 200"/>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1" name="object 201"/>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02" name="object 202"/>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203" name="object 203"/>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04" name="object 204"/>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205" name="object 205"/>
          <p:cNvGrpSpPr/>
          <p:nvPr/>
        </p:nvGrpSpPr>
        <p:grpSpPr>
          <a:xfrm>
            <a:off x="3958958" y="6416461"/>
            <a:ext cx="484505" cy="484505"/>
            <a:chOff x="3958958" y="6416461"/>
            <a:chExt cx="484505" cy="484505"/>
          </a:xfrm>
        </p:grpSpPr>
        <p:sp>
          <p:nvSpPr>
            <p:cNvPr id="206" name="object 206"/>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07" name="object 207"/>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8" name="object 208"/>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09" name="object 209"/>
          <p:cNvGrpSpPr/>
          <p:nvPr/>
        </p:nvGrpSpPr>
        <p:grpSpPr>
          <a:xfrm>
            <a:off x="5389569" y="6416461"/>
            <a:ext cx="484505" cy="484505"/>
            <a:chOff x="5389569" y="6416461"/>
            <a:chExt cx="484505" cy="484505"/>
          </a:xfrm>
        </p:grpSpPr>
        <p:sp>
          <p:nvSpPr>
            <p:cNvPr id="210" name="object 210"/>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11" name="object 211"/>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2" name="object 212"/>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13" name="object 213"/>
          <p:cNvGrpSpPr/>
          <p:nvPr/>
        </p:nvGrpSpPr>
        <p:grpSpPr>
          <a:xfrm>
            <a:off x="4674263" y="6416461"/>
            <a:ext cx="484505" cy="484505"/>
            <a:chOff x="4674263" y="6416461"/>
            <a:chExt cx="484505" cy="484505"/>
          </a:xfrm>
        </p:grpSpPr>
        <p:sp>
          <p:nvSpPr>
            <p:cNvPr id="214" name="object 214"/>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5" name="object 215"/>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6" name="object 216"/>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17" name="object 217"/>
          <p:cNvGrpSpPr/>
          <p:nvPr/>
        </p:nvGrpSpPr>
        <p:grpSpPr>
          <a:xfrm>
            <a:off x="6104874" y="6416461"/>
            <a:ext cx="484505" cy="484505"/>
            <a:chOff x="6104874" y="6416461"/>
            <a:chExt cx="484505" cy="484505"/>
          </a:xfrm>
        </p:grpSpPr>
        <p:sp>
          <p:nvSpPr>
            <p:cNvPr id="218" name="object 218"/>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9" name="object 219"/>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0" name="object 220"/>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21" name="object 221"/>
          <p:cNvGrpSpPr/>
          <p:nvPr/>
        </p:nvGrpSpPr>
        <p:grpSpPr>
          <a:xfrm>
            <a:off x="7535484" y="6416461"/>
            <a:ext cx="484505" cy="484505"/>
            <a:chOff x="7535484" y="6416461"/>
            <a:chExt cx="484505" cy="484505"/>
          </a:xfrm>
        </p:grpSpPr>
        <p:sp>
          <p:nvSpPr>
            <p:cNvPr id="222" name="object 222"/>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23" name="object 223"/>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24" name="object 224"/>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25" name="object 225"/>
          <p:cNvGrpSpPr/>
          <p:nvPr/>
        </p:nvGrpSpPr>
        <p:grpSpPr>
          <a:xfrm>
            <a:off x="6820179" y="6416461"/>
            <a:ext cx="484505" cy="484505"/>
            <a:chOff x="6820179" y="6416461"/>
            <a:chExt cx="484505" cy="484505"/>
          </a:xfrm>
        </p:grpSpPr>
        <p:sp>
          <p:nvSpPr>
            <p:cNvPr id="226" name="object 226"/>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27" name="object 227"/>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28" name="object 228"/>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29" name="object 229"/>
          <p:cNvSpPr txBox="1"/>
          <p:nvPr/>
        </p:nvSpPr>
        <p:spPr>
          <a:xfrm>
            <a:off x="7548222" y="2792662"/>
            <a:ext cx="650240" cy="208915"/>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003F83"/>
                </a:solidFill>
                <a:latin typeface="Lucida Sans Unicode"/>
                <a:cs typeface="Lucida Sans Unicode"/>
              </a:rPr>
              <a:t>medians</a:t>
            </a:r>
            <a:endParaRPr sz="1200">
              <a:latin typeface="Lucida Sans Unicode"/>
              <a:cs typeface="Lucida Sans Unicode"/>
            </a:endParaRPr>
          </a:p>
        </p:txBody>
      </p:sp>
      <p:grpSp>
        <p:nvGrpSpPr>
          <p:cNvPr id="230" name="object 230"/>
          <p:cNvGrpSpPr/>
          <p:nvPr/>
        </p:nvGrpSpPr>
        <p:grpSpPr>
          <a:xfrm>
            <a:off x="7747254" y="3074441"/>
            <a:ext cx="126364" cy="370205"/>
            <a:chOff x="7747254" y="3074441"/>
            <a:chExt cx="126364" cy="370205"/>
          </a:xfrm>
        </p:grpSpPr>
        <p:sp>
          <p:nvSpPr>
            <p:cNvPr id="231" name="object 231"/>
            <p:cNvSpPr/>
            <p:nvPr/>
          </p:nvSpPr>
          <p:spPr>
            <a:xfrm>
              <a:off x="7783188" y="3083979"/>
              <a:ext cx="80645" cy="303530"/>
            </a:xfrm>
            <a:custGeom>
              <a:avLst/>
              <a:gdLst/>
              <a:ahLst/>
              <a:cxnLst/>
              <a:rect l="l" t="t" r="r" b="b"/>
              <a:pathLst>
                <a:path w="80645" h="303529">
                  <a:moveTo>
                    <a:pt x="0" y="303267"/>
                  </a:moveTo>
                  <a:lnTo>
                    <a:pt x="2445" y="294048"/>
                  </a:lnTo>
                  <a:lnTo>
                    <a:pt x="80463" y="0"/>
                  </a:lnTo>
                </a:path>
              </a:pathLst>
            </a:custGeom>
            <a:ln w="19074">
              <a:solidFill>
                <a:srgbClr val="003F83"/>
              </a:solidFill>
            </a:ln>
          </p:spPr>
          <p:txBody>
            <a:bodyPr wrap="square" lIns="0" tIns="0" rIns="0" bIns="0" rtlCol="0"/>
            <a:lstStyle/>
            <a:p>
              <a:endParaRPr/>
            </a:p>
          </p:txBody>
        </p:sp>
        <p:pic>
          <p:nvPicPr>
            <p:cNvPr id="232" name="object 232"/>
            <p:cNvPicPr/>
            <p:nvPr/>
          </p:nvPicPr>
          <p:blipFill>
            <a:blip r:embed="rId3" cstate="print"/>
            <a:stretch>
              <a:fillRect/>
            </a:stretch>
          </p:blipFill>
          <p:spPr>
            <a:xfrm>
              <a:off x="7747254" y="3344165"/>
              <a:ext cx="88497" cy="100236"/>
            </a:xfrm>
            <a:prstGeom prst="rect">
              <a:avLst/>
            </a:prstGeom>
          </p:spPr>
        </p:pic>
      </p:grpSp>
      <p:sp>
        <p:nvSpPr>
          <p:cNvPr id="233" name="object 23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234" name="object 23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Choosing</a:t>
            </a:r>
            <a:r>
              <a:rPr spc="150" dirty="0"/>
              <a:t> </a:t>
            </a:r>
            <a:r>
              <a:rPr dirty="0"/>
              <a:t>the</a:t>
            </a:r>
            <a:r>
              <a:rPr spc="150" dirty="0"/>
              <a:t> </a:t>
            </a:r>
            <a:r>
              <a:rPr dirty="0"/>
              <a:t>pivot</a:t>
            </a:r>
            <a:r>
              <a:rPr spc="150" dirty="0"/>
              <a:t> </a:t>
            </a:r>
            <a:r>
              <a:rPr spc="-10" dirty="0"/>
              <a:t>element</a:t>
            </a:r>
          </a:p>
        </p:txBody>
      </p:sp>
      <p:sp>
        <p:nvSpPr>
          <p:cNvPr id="235" name="object 235"/>
          <p:cNvSpPr txBox="1"/>
          <p:nvPr/>
        </p:nvSpPr>
        <p:spPr>
          <a:xfrm>
            <a:off x="258822" y="3403056"/>
            <a:ext cx="770255" cy="399415"/>
          </a:xfrm>
          <a:prstGeom prst="rect">
            <a:avLst/>
          </a:prstGeom>
        </p:spPr>
        <p:txBody>
          <a:bodyPr vert="horz" wrap="square" lIns="0" tIns="5080" rIns="0" bIns="0" rtlCol="0">
            <a:spAutoFit/>
          </a:bodyPr>
          <a:lstStyle/>
          <a:p>
            <a:pPr marL="72390" marR="5080" indent="-6032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spc="-10" dirty="0">
                <a:solidFill>
                  <a:srgbClr val="8D3124"/>
                </a:solidFill>
                <a:latin typeface="Lucida Sans Unicode"/>
                <a:cs typeface="Lucida Sans Unicode"/>
              </a:rPr>
              <a:t>medians</a:t>
            </a:r>
            <a:endParaRPr sz="1200">
              <a:latin typeface="Lucida Sans Unicode"/>
              <a:cs typeface="Lucida Sans Unicode"/>
            </a:endParaRPr>
          </a:p>
        </p:txBody>
      </p:sp>
      <p:sp>
        <p:nvSpPr>
          <p:cNvPr id="236" name="object 236"/>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38</a:t>
            </a:r>
            <a:endParaRPr sz="1500">
              <a:latin typeface="Lucida Sans Unicode"/>
              <a:cs typeface="Lucida Sans Unicode"/>
            </a:endParaRPr>
          </a:p>
        </p:txBody>
      </p:sp>
      <p:sp>
        <p:nvSpPr>
          <p:cNvPr id="237" name="object 237"/>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18</a:t>
            </a:r>
            <a:endParaRPr sz="1500">
              <a:latin typeface="Lucida Sans Unicode"/>
              <a:cs typeface="Lucida Sans Unicode"/>
            </a:endParaRPr>
          </a:p>
        </p:txBody>
      </p:sp>
      <p:grpSp>
        <p:nvGrpSpPr>
          <p:cNvPr id="238" name="object 238"/>
          <p:cNvGrpSpPr/>
          <p:nvPr/>
        </p:nvGrpSpPr>
        <p:grpSpPr>
          <a:xfrm>
            <a:off x="7535250" y="3555007"/>
            <a:ext cx="484505" cy="484505"/>
            <a:chOff x="7535250" y="3555007"/>
            <a:chExt cx="484505" cy="484505"/>
          </a:xfrm>
        </p:grpSpPr>
        <p:sp>
          <p:nvSpPr>
            <p:cNvPr id="239" name="object 239"/>
            <p:cNvSpPr/>
            <p:nvPr/>
          </p:nvSpPr>
          <p:spPr>
            <a:xfrm>
              <a:off x="7539059"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003F83"/>
            </a:solidFill>
          </p:spPr>
          <p:txBody>
            <a:bodyPr wrap="square" lIns="0" tIns="0" rIns="0" bIns="0" rtlCol="0"/>
            <a:lstStyle/>
            <a:p>
              <a:endParaRPr/>
            </a:p>
          </p:txBody>
        </p:sp>
        <p:sp>
          <p:nvSpPr>
            <p:cNvPr id="240" name="object 240"/>
            <p:cNvSpPr/>
            <p:nvPr/>
          </p:nvSpPr>
          <p:spPr>
            <a:xfrm>
              <a:off x="7539060" y="3558817"/>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241" name="object 241"/>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35</a:t>
            </a:r>
            <a:endParaRPr sz="1500">
              <a:latin typeface="Lucida Sans Unicode"/>
              <a:cs typeface="Lucida Sans Unicode"/>
            </a:endParaRPr>
          </a:p>
        </p:txBody>
      </p:sp>
      <p:grpSp>
        <p:nvGrpSpPr>
          <p:cNvPr id="242" name="object 242"/>
          <p:cNvGrpSpPr/>
          <p:nvPr/>
        </p:nvGrpSpPr>
        <p:grpSpPr>
          <a:xfrm>
            <a:off x="6104640" y="4270312"/>
            <a:ext cx="484505" cy="484505"/>
            <a:chOff x="6104640" y="4270312"/>
            <a:chExt cx="484505" cy="484505"/>
          </a:xfrm>
        </p:grpSpPr>
        <p:sp>
          <p:nvSpPr>
            <p:cNvPr id="243" name="object 243"/>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44" name="object 244"/>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45" name="object 245"/>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43</a:t>
            </a:r>
            <a:endParaRPr sz="1500">
              <a:latin typeface="Lucida Sans Unicode"/>
              <a:cs typeface="Lucida Sans Unicode"/>
            </a:endParaRPr>
          </a:p>
        </p:txBody>
      </p:sp>
      <p:sp>
        <p:nvSpPr>
          <p:cNvPr id="246" name="object 246"/>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23</a:t>
            </a:r>
            <a:endParaRPr sz="1500">
              <a:latin typeface="Lucida Sans Unicode"/>
              <a:cs typeface="Lucida Sans Unicode"/>
            </a:endParaRPr>
          </a:p>
        </p:txBody>
      </p:sp>
      <p:sp>
        <p:nvSpPr>
          <p:cNvPr id="247" name="object 247"/>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40</a:t>
            </a:r>
            <a:endParaRPr sz="1500">
              <a:latin typeface="Lucida Sans Unicode"/>
              <a:cs typeface="Lucida Sans Unicode"/>
            </a:endParaRPr>
          </a:p>
        </p:txBody>
      </p:sp>
      <p:sp>
        <p:nvSpPr>
          <p:cNvPr id="248" name="object 248"/>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19</a:t>
            </a:r>
            <a:endParaRPr sz="1500">
              <a:latin typeface="Lucida Sans Unicode"/>
              <a:cs typeface="Lucida Sans Unicode"/>
            </a:endParaRPr>
          </a:p>
        </p:txBody>
      </p:sp>
      <p:sp>
        <p:nvSpPr>
          <p:cNvPr id="249" name="object 249"/>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31</a:t>
            </a:r>
            <a:endParaRPr sz="1500">
              <a:latin typeface="Lucida Sans Unicode"/>
              <a:cs typeface="Lucida Sans Unicode"/>
            </a:endParaRPr>
          </a:p>
        </p:txBody>
      </p:sp>
      <p:sp>
        <p:nvSpPr>
          <p:cNvPr id="250" name="object 250"/>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15</a:t>
            </a:r>
            <a:endParaRPr sz="1500">
              <a:latin typeface="Lucida Sans Unicode"/>
              <a:cs typeface="Lucida Sans Unicode"/>
            </a:endParaRPr>
          </a:p>
        </p:txBody>
      </p:sp>
      <p:grpSp>
        <p:nvGrpSpPr>
          <p:cNvPr id="251" name="object 251"/>
          <p:cNvGrpSpPr/>
          <p:nvPr/>
        </p:nvGrpSpPr>
        <p:grpSpPr>
          <a:xfrm>
            <a:off x="6453745" y="3076090"/>
            <a:ext cx="1216660" cy="1169670"/>
            <a:chOff x="6453745" y="3076090"/>
            <a:chExt cx="1216660" cy="1169670"/>
          </a:xfrm>
        </p:grpSpPr>
        <p:sp>
          <p:nvSpPr>
            <p:cNvPr id="252" name="object 252"/>
            <p:cNvSpPr/>
            <p:nvPr/>
          </p:nvSpPr>
          <p:spPr>
            <a:xfrm>
              <a:off x="6496378" y="3085628"/>
              <a:ext cx="1164590" cy="1119505"/>
            </a:xfrm>
            <a:custGeom>
              <a:avLst/>
              <a:gdLst/>
              <a:ahLst/>
              <a:cxnLst/>
              <a:rect l="l" t="t" r="r" b="b"/>
              <a:pathLst>
                <a:path w="1164590" h="1119504">
                  <a:moveTo>
                    <a:pt x="0" y="1118906"/>
                  </a:moveTo>
                  <a:lnTo>
                    <a:pt x="6876" y="1112296"/>
                  </a:lnTo>
                  <a:lnTo>
                    <a:pt x="1164162" y="0"/>
                  </a:lnTo>
                </a:path>
              </a:pathLst>
            </a:custGeom>
            <a:ln w="19074">
              <a:solidFill>
                <a:srgbClr val="003F83"/>
              </a:solidFill>
            </a:ln>
          </p:spPr>
          <p:txBody>
            <a:bodyPr wrap="square" lIns="0" tIns="0" rIns="0" bIns="0" rtlCol="0"/>
            <a:lstStyle/>
            <a:p>
              <a:endParaRPr/>
            </a:p>
          </p:txBody>
        </p:sp>
        <p:sp>
          <p:nvSpPr>
            <p:cNvPr id="253" name="object 253"/>
            <p:cNvSpPr/>
            <p:nvPr/>
          </p:nvSpPr>
          <p:spPr>
            <a:xfrm>
              <a:off x="6453745" y="4149056"/>
              <a:ext cx="97790" cy="96520"/>
            </a:xfrm>
            <a:custGeom>
              <a:avLst/>
              <a:gdLst/>
              <a:ahLst/>
              <a:cxnLst/>
              <a:rect l="l" t="t" r="r" b="b"/>
              <a:pathLst>
                <a:path w="97790" h="96520">
                  <a:moveTo>
                    <a:pt x="34289" y="0"/>
                  </a:moveTo>
                  <a:lnTo>
                    <a:pt x="0" y="96452"/>
                  </a:lnTo>
                  <a:lnTo>
                    <a:pt x="97735" y="66013"/>
                  </a:lnTo>
                  <a:lnTo>
                    <a:pt x="49509" y="48868"/>
                  </a:lnTo>
                  <a:lnTo>
                    <a:pt x="34289" y="0"/>
                  </a:lnTo>
                  <a:close/>
                </a:path>
              </a:pathLst>
            </a:custGeom>
            <a:solidFill>
              <a:srgbClr val="003F83"/>
            </a:solidFill>
          </p:spPr>
          <p:txBody>
            <a:bodyPr wrap="square" lIns="0" tIns="0" rIns="0" bIns="0" rtlCol="0"/>
            <a:lstStyle/>
            <a:p>
              <a:endParaRPr/>
            </a:p>
          </p:txBody>
        </p:sp>
      </p:grpSp>
      <p:sp>
        <p:nvSpPr>
          <p:cNvPr id="254" name="object 254"/>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
        <p:nvSpPr>
          <p:cNvPr id="255" name="object 255"/>
          <p:cNvSpPr txBox="1"/>
          <p:nvPr/>
        </p:nvSpPr>
        <p:spPr>
          <a:xfrm>
            <a:off x="4595403" y="7146783"/>
            <a:ext cx="566420" cy="205740"/>
          </a:xfrm>
          <a:prstGeom prst="rect">
            <a:avLst/>
          </a:prstGeom>
        </p:spPr>
        <p:txBody>
          <a:bodyPr vert="horz" wrap="square" lIns="0" tIns="7620" rIns="0" bIns="0" rtlCol="0">
            <a:spAutoFit/>
          </a:bodyPr>
          <a:lstStyle/>
          <a:p>
            <a:pPr marL="12700">
              <a:lnSpc>
                <a:spcPct val="100000"/>
              </a:lnSpc>
              <a:spcBef>
                <a:spcPts val="60"/>
              </a:spcBef>
            </a:pPr>
            <a:r>
              <a:rPr sz="1200" b="1" spc="120" dirty="0">
                <a:latin typeface="Trebuchet MS"/>
                <a:cs typeface="Trebuchet MS"/>
              </a:rPr>
              <a:t>N</a:t>
            </a:r>
            <a:r>
              <a:rPr sz="1200" b="1" spc="30" dirty="0">
                <a:latin typeface="Trebuchet MS"/>
                <a:cs typeface="Trebuchet MS"/>
              </a:rPr>
              <a:t> </a:t>
            </a:r>
            <a:r>
              <a:rPr sz="1200" b="1" spc="250" dirty="0">
                <a:latin typeface="Trebuchet MS"/>
                <a:cs typeface="Trebuchet MS"/>
              </a:rPr>
              <a:t>=</a:t>
            </a:r>
            <a:r>
              <a:rPr sz="1200" b="1" spc="30" dirty="0">
                <a:latin typeface="Trebuchet MS"/>
                <a:cs typeface="Trebuchet MS"/>
              </a:rPr>
              <a:t> </a:t>
            </a:r>
            <a:r>
              <a:rPr sz="1200" b="1" spc="50" dirty="0">
                <a:latin typeface="Trebuchet MS"/>
                <a:cs typeface="Trebuchet MS"/>
              </a:rPr>
              <a:t>54</a:t>
            </a:r>
            <a:endParaRPr sz="1200">
              <a:latin typeface="Trebuchet MS"/>
              <a:cs typeface="Trebuchet MS"/>
            </a:endParaRPr>
          </a:p>
        </p:txBody>
      </p:sp>
      <p:sp>
        <p:nvSpPr>
          <p:cNvPr id="256" name="object 25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53</a:t>
            </a:fld>
            <a:endParaRPr spc="-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p:nvPr/>
        </p:nvSpPr>
        <p:spPr>
          <a:xfrm>
            <a:off x="9447231" y="7227554"/>
            <a:ext cx="170815" cy="163195"/>
          </a:xfrm>
          <a:prstGeom prst="rect">
            <a:avLst/>
          </a:prstGeom>
        </p:spPr>
        <p:txBody>
          <a:bodyPr vert="horz" wrap="square" lIns="0" tIns="12700" rIns="0" bIns="0" rtlCol="0">
            <a:spAutoFit/>
          </a:bodyPr>
          <a:lstStyle/>
          <a:p>
            <a:pPr marL="12700">
              <a:lnSpc>
                <a:spcPct val="100000"/>
              </a:lnSpc>
              <a:spcBef>
                <a:spcPts val="100"/>
              </a:spcBef>
            </a:pPr>
            <a:r>
              <a:rPr sz="900" spc="-25" dirty="0">
                <a:latin typeface="Lucida Sans Unicode"/>
                <a:cs typeface="Lucida Sans Unicode"/>
              </a:rPr>
              <a:t>49</a:t>
            </a:r>
            <a:endParaRPr sz="900">
              <a:latin typeface="Lucida Sans Unicode"/>
              <a:cs typeface="Lucida Sans Unicode"/>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Median-</a:t>
            </a:r>
            <a:r>
              <a:rPr spc="-45" dirty="0"/>
              <a:t>of-</a:t>
            </a:r>
            <a:r>
              <a:rPr dirty="0"/>
              <a:t>medians</a:t>
            </a:r>
            <a:r>
              <a:rPr spc="110" dirty="0"/>
              <a:t> </a:t>
            </a:r>
            <a:r>
              <a:rPr dirty="0"/>
              <a:t>selection</a:t>
            </a:r>
            <a:r>
              <a:rPr spc="114" dirty="0"/>
              <a:t> </a:t>
            </a:r>
            <a:r>
              <a:rPr spc="35" dirty="0"/>
              <a:t>algorithm</a:t>
            </a:r>
          </a:p>
        </p:txBody>
      </p:sp>
      <p:grpSp>
        <p:nvGrpSpPr>
          <p:cNvPr id="5" name="object 5"/>
          <p:cNvGrpSpPr/>
          <p:nvPr/>
        </p:nvGrpSpPr>
        <p:grpSpPr>
          <a:xfrm>
            <a:off x="1416048" y="1622724"/>
            <a:ext cx="7010400" cy="5255260"/>
            <a:chOff x="1416048" y="1622724"/>
            <a:chExt cx="7010400" cy="5255260"/>
          </a:xfrm>
        </p:grpSpPr>
        <p:sp>
          <p:nvSpPr>
            <p:cNvPr id="6" name="object 6"/>
            <p:cNvSpPr/>
            <p:nvPr/>
          </p:nvSpPr>
          <p:spPr>
            <a:xfrm>
              <a:off x="1416048" y="1622724"/>
              <a:ext cx="7010400" cy="5255260"/>
            </a:xfrm>
            <a:custGeom>
              <a:avLst/>
              <a:gdLst/>
              <a:ahLst/>
              <a:cxnLst/>
              <a:rect l="l" t="t" r="r" b="b"/>
              <a:pathLst>
                <a:path w="7010400" h="5255259">
                  <a:moveTo>
                    <a:pt x="0" y="0"/>
                  </a:moveTo>
                  <a:lnTo>
                    <a:pt x="7009991" y="0"/>
                  </a:lnTo>
                  <a:lnTo>
                    <a:pt x="7009991" y="5255108"/>
                  </a:lnTo>
                  <a:lnTo>
                    <a:pt x="0" y="5255108"/>
                  </a:lnTo>
                  <a:lnTo>
                    <a:pt x="0" y="0"/>
                  </a:lnTo>
                  <a:close/>
                </a:path>
              </a:pathLst>
            </a:custGeom>
            <a:solidFill>
              <a:srgbClr val="FFFFFF"/>
            </a:solidFill>
          </p:spPr>
          <p:txBody>
            <a:bodyPr wrap="square" lIns="0" tIns="0" rIns="0" bIns="0" rtlCol="0"/>
            <a:lstStyle/>
            <a:p>
              <a:endParaRPr/>
            </a:p>
          </p:txBody>
        </p:sp>
        <p:sp>
          <p:nvSpPr>
            <p:cNvPr id="7" name="object 7"/>
            <p:cNvSpPr/>
            <p:nvPr/>
          </p:nvSpPr>
          <p:spPr>
            <a:xfrm>
              <a:off x="1635408" y="2243614"/>
              <a:ext cx="6318885" cy="0"/>
            </a:xfrm>
            <a:custGeom>
              <a:avLst/>
              <a:gdLst/>
              <a:ahLst/>
              <a:cxnLst/>
              <a:rect l="l" t="t" r="r" b="b"/>
              <a:pathLst>
                <a:path w="6318884">
                  <a:moveTo>
                    <a:pt x="0" y="0"/>
                  </a:moveTo>
                  <a:lnTo>
                    <a:pt x="6318529" y="0"/>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584608" y="1819847"/>
            <a:ext cx="5885180" cy="2398395"/>
          </a:xfrm>
          <a:prstGeom prst="rect">
            <a:avLst/>
          </a:prstGeom>
        </p:spPr>
        <p:txBody>
          <a:bodyPr vert="horz" wrap="square" lIns="0" tIns="12700" rIns="0" bIns="0" rtlCol="0">
            <a:spAutoFit/>
          </a:bodyPr>
          <a:lstStyle/>
          <a:p>
            <a:pPr marL="50800">
              <a:lnSpc>
                <a:spcPct val="100000"/>
              </a:lnSpc>
              <a:spcBef>
                <a:spcPts val="100"/>
              </a:spcBef>
            </a:pPr>
            <a:r>
              <a:rPr sz="1800" cap="small" spc="-10" dirty="0">
                <a:solidFill>
                  <a:srgbClr val="003F83"/>
                </a:solidFill>
                <a:latin typeface="Times New Roman"/>
                <a:cs typeface="Times New Roman"/>
              </a:rPr>
              <a:t>Mom-</a:t>
            </a:r>
            <a:r>
              <a:rPr sz="1800" cap="small" dirty="0">
                <a:solidFill>
                  <a:srgbClr val="003F83"/>
                </a:solidFill>
                <a:latin typeface="Times New Roman"/>
                <a:cs typeface="Times New Roman"/>
              </a:rPr>
              <a:t>Select</a:t>
            </a:r>
            <a:r>
              <a:rPr sz="1800" cap="small" spc="-55" dirty="0">
                <a:solidFill>
                  <a:srgbClr val="003F83"/>
                </a:solidFill>
                <a:latin typeface="Times New Roman"/>
                <a:cs typeface="Times New Roman"/>
              </a:rPr>
              <a:t> </a:t>
            </a:r>
            <a:r>
              <a:rPr sz="1800" cap="small" dirty="0">
                <a:latin typeface="Times New Roman"/>
                <a:cs typeface="Times New Roman"/>
              </a:rPr>
              <a:t>(</a:t>
            </a:r>
            <a:r>
              <a:rPr sz="1800" i="1" dirty="0">
                <a:latin typeface="Times New Roman"/>
                <a:cs typeface="Times New Roman"/>
              </a:rPr>
              <a:t>A,</a:t>
            </a:r>
            <a:r>
              <a:rPr sz="1800" i="1" spc="-35" dirty="0">
                <a:latin typeface="Times New Roman"/>
                <a:cs typeface="Times New Roman"/>
              </a:rPr>
              <a:t> </a:t>
            </a:r>
            <a:r>
              <a:rPr sz="1800" i="1" spc="-25" dirty="0">
                <a:latin typeface="Times New Roman"/>
                <a:cs typeface="Times New Roman"/>
              </a:rPr>
              <a:t>k</a:t>
            </a:r>
            <a:r>
              <a:rPr sz="1800" cap="small" spc="-25" dirty="0">
                <a:latin typeface="Times New Roman"/>
                <a:cs typeface="Times New Roman"/>
              </a:rPr>
              <a:t>)</a:t>
            </a:r>
            <a:endParaRPr sz="1800">
              <a:latin typeface="Times New Roman"/>
              <a:cs typeface="Times New Roman"/>
            </a:endParaRPr>
          </a:p>
          <a:p>
            <a:pPr marL="50800">
              <a:lnSpc>
                <a:spcPct val="100000"/>
              </a:lnSpc>
              <a:spcBef>
                <a:spcPts val="1895"/>
              </a:spcBef>
            </a:pPr>
            <a:r>
              <a:rPr sz="1800" i="1" dirty="0">
                <a:latin typeface="Times New Roman"/>
                <a:cs typeface="Times New Roman"/>
              </a:rPr>
              <a:t>n </a:t>
            </a:r>
            <a:r>
              <a:rPr sz="1800" dirty="0">
                <a:latin typeface="Symbol"/>
                <a:cs typeface="Symbol"/>
              </a:rPr>
              <a:t></a:t>
            </a:r>
            <a:r>
              <a:rPr sz="1800" dirty="0">
                <a:latin typeface="Times New Roman"/>
                <a:cs typeface="Times New Roman"/>
              </a:rPr>
              <a:t> </a:t>
            </a:r>
            <a:r>
              <a:rPr sz="1800" spc="-10" dirty="0">
                <a:latin typeface="Times New Roman"/>
                <a:cs typeface="Times New Roman"/>
              </a:rPr>
              <a:t>|</a:t>
            </a:r>
            <a:r>
              <a:rPr sz="1800" spc="-145" dirty="0">
                <a:latin typeface="Times New Roman"/>
                <a:cs typeface="Times New Roman"/>
              </a:rPr>
              <a:t> </a:t>
            </a:r>
            <a:r>
              <a:rPr sz="1800" i="1" dirty="0">
                <a:latin typeface="Times New Roman"/>
                <a:cs typeface="Times New Roman"/>
              </a:rPr>
              <a:t>A</a:t>
            </a:r>
            <a:r>
              <a:rPr sz="1800" i="1" spc="-150" dirty="0">
                <a:latin typeface="Times New Roman"/>
                <a:cs typeface="Times New Roman"/>
              </a:rPr>
              <a:t> </a:t>
            </a:r>
            <a:r>
              <a:rPr sz="1800" spc="-25" dirty="0">
                <a:latin typeface="Times New Roman"/>
                <a:cs typeface="Times New Roman"/>
              </a:rPr>
              <a:t>|.</a:t>
            </a:r>
            <a:endParaRPr sz="1800">
              <a:latin typeface="Times New Roman"/>
              <a:cs typeface="Times New Roman"/>
            </a:endParaRPr>
          </a:p>
          <a:p>
            <a:pPr marL="50800">
              <a:lnSpc>
                <a:spcPct val="100000"/>
              </a:lnSpc>
              <a:spcBef>
                <a:spcPts val="994"/>
              </a:spcBef>
            </a:pPr>
            <a:r>
              <a:rPr sz="1800" dirty="0">
                <a:solidFill>
                  <a:srgbClr val="003F83"/>
                </a:solidFill>
                <a:latin typeface="Times New Roman"/>
                <a:cs typeface="Times New Roman"/>
              </a:rPr>
              <a:t>I</a:t>
            </a:r>
            <a:r>
              <a:rPr sz="1450" dirty="0">
                <a:solidFill>
                  <a:srgbClr val="003F83"/>
                </a:solidFill>
                <a:latin typeface="Times New Roman"/>
                <a:cs typeface="Times New Roman"/>
              </a:rPr>
              <a:t>F</a:t>
            </a:r>
            <a:r>
              <a:rPr sz="1450" spc="70" dirty="0">
                <a:solidFill>
                  <a:srgbClr val="003F83"/>
                </a:solidFill>
                <a:latin typeface="Times New Roman"/>
                <a:cs typeface="Times New Roman"/>
              </a:rPr>
              <a:t>  </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&lt;</a:t>
            </a:r>
            <a:r>
              <a:rPr sz="1800" spc="425" dirty="0">
                <a:latin typeface="Times New Roman"/>
                <a:cs typeface="Times New Roman"/>
              </a:rPr>
              <a:t> </a:t>
            </a:r>
            <a:r>
              <a:rPr sz="1800" dirty="0">
                <a:latin typeface="Times New Roman"/>
                <a:cs typeface="Times New Roman"/>
              </a:rPr>
              <a:t>50</a:t>
            </a:r>
            <a:r>
              <a:rPr sz="1800" spc="425" dirty="0">
                <a:latin typeface="Times New Roman"/>
                <a:cs typeface="Times New Roman"/>
              </a:rPr>
              <a:t> </a:t>
            </a:r>
            <a:r>
              <a:rPr sz="1800" dirty="0">
                <a:solidFill>
                  <a:srgbClr val="003F83"/>
                </a:solidFill>
                <a:latin typeface="Times New Roman"/>
                <a:cs typeface="Times New Roman"/>
              </a:rPr>
              <a:t>R</a:t>
            </a:r>
            <a:r>
              <a:rPr sz="1450" dirty="0">
                <a:solidFill>
                  <a:srgbClr val="003F83"/>
                </a:solidFill>
                <a:latin typeface="Times New Roman"/>
                <a:cs typeface="Times New Roman"/>
              </a:rPr>
              <a:t>ETURN</a:t>
            </a:r>
            <a:r>
              <a:rPr sz="1450" spc="335" dirty="0">
                <a:solidFill>
                  <a:srgbClr val="003F83"/>
                </a:solidFill>
                <a:latin typeface="Times New Roman"/>
                <a:cs typeface="Times New Roman"/>
              </a:rPr>
              <a:t> </a:t>
            </a:r>
            <a:r>
              <a:rPr sz="1800" i="1" dirty="0">
                <a:latin typeface="Times New Roman"/>
                <a:cs typeface="Times New Roman"/>
              </a:rPr>
              <a:t>k</a:t>
            </a:r>
            <a:r>
              <a:rPr sz="1800" i="1" baseline="20833" dirty="0">
                <a:latin typeface="Times New Roman"/>
                <a:cs typeface="Times New Roman"/>
              </a:rPr>
              <a:t>th</a:t>
            </a:r>
            <a:r>
              <a:rPr sz="1800" i="1" spc="209" baseline="20833" dirty="0">
                <a:latin typeface="Times New Roman"/>
                <a:cs typeface="Times New Roman"/>
              </a:rPr>
              <a:t> </a:t>
            </a:r>
            <a:r>
              <a:rPr sz="1800" dirty="0">
                <a:latin typeface="Times New Roman"/>
                <a:cs typeface="Times New Roman"/>
              </a:rPr>
              <a:t>smallest</a:t>
            </a:r>
            <a:r>
              <a:rPr sz="1800" spc="-15" dirty="0">
                <a:latin typeface="Times New Roman"/>
                <a:cs typeface="Times New Roman"/>
              </a:rPr>
              <a:t> </a:t>
            </a:r>
            <a:r>
              <a:rPr sz="1800" dirty="0">
                <a:latin typeface="Times New Roman"/>
                <a:cs typeface="Times New Roman"/>
              </a:rPr>
              <a:t>of</a:t>
            </a:r>
            <a:r>
              <a:rPr sz="1800" spc="-10" dirty="0">
                <a:latin typeface="Times New Roman"/>
                <a:cs typeface="Times New Roman"/>
              </a:rPr>
              <a:t> </a:t>
            </a:r>
            <a:r>
              <a:rPr sz="1800" dirty="0">
                <a:latin typeface="Times New Roman"/>
                <a:cs typeface="Times New Roman"/>
              </a:rPr>
              <a:t>element</a:t>
            </a:r>
            <a:r>
              <a:rPr sz="1800" spc="-10"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i="1" dirty="0">
                <a:latin typeface="Times New Roman"/>
                <a:cs typeface="Times New Roman"/>
              </a:rPr>
              <a:t>A</a:t>
            </a:r>
            <a:r>
              <a:rPr sz="1800" i="1" spc="-10" dirty="0">
                <a:latin typeface="Times New Roman"/>
                <a:cs typeface="Times New Roman"/>
              </a:rPr>
              <a:t> </a:t>
            </a:r>
            <a:r>
              <a:rPr sz="1800" dirty="0">
                <a:latin typeface="Times New Roman"/>
                <a:cs typeface="Times New Roman"/>
              </a:rPr>
              <a:t>via</a:t>
            </a:r>
            <a:r>
              <a:rPr sz="1800" spc="-20" dirty="0">
                <a:latin typeface="Times New Roman"/>
                <a:cs typeface="Times New Roman"/>
              </a:rPr>
              <a:t> </a:t>
            </a:r>
            <a:r>
              <a:rPr sz="1800" spc="-10" dirty="0">
                <a:latin typeface="Times New Roman"/>
                <a:cs typeface="Times New Roman"/>
              </a:rPr>
              <a:t>mergesort.</a:t>
            </a:r>
            <a:endParaRPr sz="1800">
              <a:latin typeface="Times New Roman"/>
              <a:cs typeface="Times New Roman"/>
            </a:endParaRPr>
          </a:p>
          <a:p>
            <a:pPr>
              <a:lnSpc>
                <a:spcPct val="100000"/>
              </a:lnSpc>
              <a:spcBef>
                <a:spcPts val="1925"/>
              </a:spcBef>
            </a:pPr>
            <a:endParaRPr sz="1800">
              <a:latin typeface="Times New Roman"/>
              <a:cs typeface="Times New Roman"/>
            </a:endParaRPr>
          </a:p>
          <a:p>
            <a:pPr marL="50800">
              <a:lnSpc>
                <a:spcPct val="100000"/>
              </a:lnSpc>
              <a:spcBef>
                <a:spcPts val="5"/>
              </a:spcBef>
            </a:pPr>
            <a:r>
              <a:rPr sz="1800" dirty="0">
                <a:latin typeface="Times New Roman"/>
                <a:cs typeface="Times New Roman"/>
              </a:rPr>
              <a:t>Group</a:t>
            </a:r>
            <a:r>
              <a:rPr sz="1800" spc="-10" dirty="0">
                <a:latin typeface="Times New Roman"/>
                <a:cs typeface="Times New Roman"/>
              </a:rPr>
              <a:t> </a:t>
            </a:r>
            <a:r>
              <a:rPr sz="1800" i="1" dirty="0">
                <a:latin typeface="Times New Roman"/>
                <a:cs typeface="Times New Roman"/>
              </a:rPr>
              <a:t>A</a:t>
            </a:r>
            <a:r>
              <a:rPr sz="1800" i="1" spc="-10" dirty="0">
                <a:latin typeface="Times New Roman"/>
                <a:cs typeface="Times New Roman"/>
              </a:rPr>
              <a:t> </a:t>
            </a:r>
            <a:r>
              <a:rPr sz="1800" dirty="0">
                <a:latin typeface="Times New Roman"/>
                <a:cs typeface="Times New Roman"/>
              </a:rPr>
              <a:t>into</a:t>
            </a:r>
            <a:r>
              <a:rPr sz="1800" spc="-10" dirty="0">
                <a:latin typeface="Times New Roman"/>
                <a:cs typeface="Times New Roman"/>
              </a:rPr>
              <a:t> </a:t>
            </a:r>
            <a:r>
              <a:rPr sz="1800" dirty="0">
                <a:latin typeface="Symbol"/>
                <a:cs typeface="Symbol"/>
              </a:rPr>
              <a:t></a:t>
            </a:r>
            <a:r>
              <a:rPr sz="1800" dirty="0">
                <a:latin typeface="Times New Roman"/>
                <a:cs typeface="Times New Roman"/>
              </a:rPr>
              <a:t>n</a:t>
            </a:r>
            <a:r>
              <a:rPr sz="1800" spc="-1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5</a:t>
            </a:r>
            <a:r>
              <a:rPr sz="1800" dirty="0">
                <a:latin typeface="Symbol"/>
                <a:cs typeface="Symbol"/>
              </a:rPr>
              <a:t></a:t>
            </a:r>
            <a:r>
              <a:rPr sz="1800" spc="-10" dirty="0">
                <a:latin typeface="Times New Roman"/>
                <a:cs typeface="Times New Roman"/>
              </a:rPr>
              <a:t> </a:t>
            </a:r>
            <a:r>
              <a:rPr sz="1800" dirty="0">
                <a:latin typeface="Times New Roman"/>
                <a:cs typeface="Times New Roman"/>
              </a:rPr>
              <a:t>groups</a:t>
            </a:r>
            <a:r>
              <a:rPr sz="1800" spc="-10" dirty="0">
                <a:latin typeface="Times New Roman"/>
                <a:cs typeface="Times New Roman"/>
              </a:rPr>
              <a:t> </a:t>
            </a:r>
            <a:r>
              <a:rPr sz="1800" dirty="0">
                <a:latin typeface="Times New Roman"/>
                <a:cs typeface="Times New Roman"/>
              </a:rPr>
              <a:t>of</a:t>
            </a:r>
            <a:r>
              <a:rPr sz="1800" spc="-10" dirty="0">
                <a:latin typeface="Times New Roman"/>
                <a:cs typeface="Times New Roman"/>
              </a:rPr>
              <a:t> </a:t>
            </a:r>
            <a:r>
              <a:rPr sz="1800" dirty="0">
                <a:latin typeface="Times New Roman"/>
                <a:cs typeface="Times New Roman"/>
              </a:rPr>
              <a:t>5</a:t>
            </a:r>
            <a:r>
              <a:rPr sz="1800" spc="-5" dirty="0">
                <a:latin typeface="Times New Roman"/>
                <a:cs typeface="Times New Roman"/>
              </a:rPr>
              <a:t> </a:t>
            </a:r>
            <a:r>
              <a:rPr sz="1800" dirty="0">
                <a:latin typeface="Times New Roman"/>
                <a:cs typeface="Times New Roman"/>
              </a:rPr>
              <a:t>elements</a:t>
            </a:r>
            <a:r>
              <a:rPr sz="1800" spc="-10" dirty="0">
                <a:latin typeface="Times New Roman"/>
                <a:cs typeface="Times New Roman"/>
              </a:rPr>
              <a:t> </a:t>
            </a:r>
            <a:r>
              <a:rPr sz="1800" dirty="0">
                <a:latin typeface="Times New Roman"/>
                <a:cs typeface="Times New Roman"/>
              </a:rPr>
              <a:t>each</a:t>
            </a:r>
            <a:r>
              <a:rPr sz="1800" spc="-10" dirty="0">
                <a:latin typeface="Times New Roman"/>
                <a:cs typeface="Times New Roman"/>
              </a:rPr>
              <a:t> </a:t>
            </a:r>
            <a:r>
              <a:rPr sz="1800" dirty="0">
                <a:latin typeface="Times New Roman"/>
                <a:cs typeface="Times New Roman"/>
              </a:rPr>
              <a:t>(plus</a:t>
            </a:r>
            <a:r>
              <a:rPr sz="1800" spc="-10" dirty="0">
                <a:latin typeface="Times New Roman"/>
                <a:cs typeface="Times New Roman"/>
              </a:rPr>
              <a:t> extra).</a:t>
            </a:r>
            <a:endParaRPr sz="1800">
              <a:latin typeface="Times New Roman"/>
              <a:cs typeface="Times New Roman"/>
            </a:endParaRPr>
          </a:p>
          <a:p>
            <a:pPr marL="50800">
              <a:lnSpc>
                <a:spcPct val="100000"/>
              </a:lnSpc>
              <a:spcBef>
                <a:spcPts val="995"/>
              </a:spcBef>
            </a:pPr>
            <a:r>
              <a:rPr sz="1800" i="1" dirty="0">
                <a:latin typeface="Times New Roman"/>
                <a:cs typeface="Times New Roman"/>
              </a:rPr>
              <a:t>B</a:t>
            </a:r>
            <a:r>
              <a:rPr sz="1800" i="1" spc="-10" dirty="0">
                <a:latin typeface="Times New Roman"/>
                <a:cs typeface="Times New Roman"/>
              </a:rPr>
              <a:t> </a:t>
            </a:r>
            <a:r>
              <a:rPr sz="1800" dirty="0">
                <a:latin typeface="Symbol"/>
                <a:cs typeface="Symbol"/>
              </a:rPr>
              <a:t></a:t>
            </a:r>
            <a:r>
              <a:rPr sz="1800" spc="-5" dirty="0">
                <a:latin typeface="Times New Roman"/>
                <a:cs typeface="Times New Roman"/>
              </a:rPr>
              <a:t> </a:t>
            </a:r>
            <a:r>
              <a:rPr sz="1800" dirty="0">
                <a:latin typeface="Times New Roman"/>
                <a:cs typeface="Times New Roman"/>
              </a:rPr>
              <a:t>median</a:t>
            </a:r>
            <a:r>
              <a:rPr sz="1800" spc="-1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each</a:t>
            </a:r>
            <a:r>
              <a:rPr sz="1800" spc="-10" dirty="0">
                <a:latin typeface="Times New Roman"/>
                <a:cs typeface="Times New Roman"/>
              </a:rPr>
              <a:t> </a:t>
            </a:r>
            <a:r>
              <a:rPr sz="1800" dirty="0">
                <a:latin typeface="Times New Roman"/>
                <a:cs typeface="Times New Roman"/>
              </a:rPr>
              <a:t>group</a:t>
            </a:r>
            <a:r>
              <a:rPr sz="1800" spc="-5" dirty="0">
                <a:latin typeface="Times New Roman"/>
                <a:cs typeface="Times New Roman"/>
              </a:rPr>
              <a:t> </a:t>
            </a:r>
            <a:r>
              <a:rPr sz="1800" dirty="0">
                <a:latin typeface="Times New Roman"/>
                <a:cs typeface="Times New Roman"/>
              </a:rPr>
              <a:t>of</a:t>
            </a:r>
            <a:r>
              <a:rPr sz="1800" spc="-10" dirty="0">
                <a:latin typeface="Times New Roman"/>
                <a:cs typeface="Times New Roman"/>
              </a:rPr>
              <a:t> </a:t>
            </a:r>
            <a:r>
              <a:rPr sz="1800" spc="-25" dirty="0">
                <a:latin typeface="Times New Roman"/>
                <a:cs typeface="Times New Roman"/>
              </a:rPr>
              <a:t>5.</a:t>
            </a:r>
            <a:endParaRPr sz="1800">
              <a:latin typeface="Times New Roman"/>
              <a:cs typeface="Times New Roman"/>
            </a:endParaRPr>
          </a:p>
        </p:txBody>
      </p:sp>
      <p:sp>
        <p:nvSpPr>
          <p:cNvPr id="9" name="object 9"/>
          <p:cNvSpPr txBox="1"/>
          <p:nvPr/>
        </p:nvSpPr>
        <p:spPr>
          <a:xfrm>
            <a:off x="1635409" y="4328184"/>
            <a:ext cx="2843530" cy="300355"/>
          </a:xfrm>
          <a:prstGeom prst="rect">
            <a:avLst/>
          </a:prstGeom>
        </p:spPr>
        <p:txBody>
          <a:bodyPr vert="horz" wrap="square" lIns="0" tIns="12700" rIns="0" bIns="0" rtlCol="0">
            <a:spAutoFit/>
          </a:bodyPr>
          <a:lstStyle/>
          <a:p>
            <a:pPr>
              <a:lnSpc>
                <a:spcPct val="100000"/>
              </a:lnSpc>
              <a:spcBef>
                <a:spcPts val="100"/>
              </a:spcBef>
            </a:pPr>
            <a:r>
              <a:rPr sz="1800" i="1" dirty="0">
                <a:latin typeface="Times New Roman"/>
                <a:cs typeface="Times New Roman"/>
              </a:rPr>
              <a:t>p</a:t>
            </a:r>
            <a:r>
              <a:rPr sz="1800" i="1" spc="-15" dirty="0">
                <a:latin typeface="Times New Roman"/>
                <a:cs typeface="Times New Roman"/>
              </a:rPr>
              <a:t> </a:t>
            </a:r>
            <a:r>
              <a:rPr sz="1800" dirty="0">
                <a:latin typeface="Symbol"/>
                <a:cs typeface="Symbol"/>
              </a:rPr>
              <a:t></a:t>
            </a:r>
            <a:r>
              <a:rPr sz="1800" spc="-15" dirty="0">
                <a:latin typeface="Times New Roman"/>
                <a:cs typeface="Times New Roman"/>
              </a:rPr>
              <a:t> </a:t>
            </a:r>
            <a:r>
              <a:rPr sz="1800" spc="-10" dirty="0">
                <a:solidFill>
                  <a:srgbClr val="003F83"/>
                </a:solidFill>
                <a:latin typeface="Times New Roman"/>
                <a:cs typeface="Times New Roman"/>
              </a:rPr>
              <a:t>M</a:t>
            </a:r>
            <a:r>
              <a:rPr sz="1450" spc="-10" dirty="0">
                <a:solidFill>
                  <a:srgbClr val="003F83"/>
                </a:solidFill>
                <a:latin typeface="Times New Roman"/>
                <a:cs typeface="Times New Roman"/>
              </a:rPr>
              <a:t>OM</a:t>
            </a:r>
            <a:r>
              <a:rPr sz="1800" spc="-10" dirty="0">
                <a:solidFill>
                  <a:srgbClr val="003F83"/>
                </a:solidFill>
                <a:latin typeface="Times New Roman"/>
                <a:cs typeface="Times New Roman"/>
              </a:rPr>
              <a:t>-</a:t>
            </a:r>
            <a:r>
              <a:rPr sz="1800" dirty="0">
                <a:solidFill>
                  <a:srgbClr val="003F83"/>
                </a:solidFill>
                <a:latin typeface="Times New Roman"/>
                <a:cs typeface="Times New Roman"/>
              </a:rPr>
              <a:t>S</a:t>
            </a:r>
            <a:r>
              <a:rPr sz="1450" dirty="0">
                <a:solidFill>
                  <a:srgbClr val="003F83"/>
                </a:solidFill>
                <a:latin typeface="Times New Roman"/>
                <a:cs typeface="Times New Roman"/>
              </a:rPr>
              <a:t>ELECT</a:t>
            </a:r>
            <a:r>
              <a:rPr sz="1800" dirty="0">
                <a:latin typeface="Times New Roman"/>
                <a:cs typeface="Times New Roman"/>
              </a:rPr>
              <a:t>(</a:t>
            </a:r>
            <a:r>
              <a:rPr sz="1800" i="1" dirty="0">
                <a:latin typeface="Times New Roman"/>
                <a:cs typeface="Times New Roman"/>
              </a:rPr>
              <a:t>B,</a:t>
            </a:r>
            <a:r>
              <a:rPr sz="1800" i="1" spc="-10" dirty="0">
                <a:latin typeface="Times New Roman"/>
                <a:cs typeface="Times New Roman"/>
              </a:rPr>
              <a:t> </a:t>
            </a:r>
            <a:r>
              <a:rPr sz="1800" dirty="0">
                <a:latin typeface="Symbol"/>
                <a:cs typeface="Symbol"/>
              </a:rPr>
              <a:t></a:t>
            </a:r>
            <a:r>
              <a:rPr sz="1800" dirty="0">
                <a:latin typeface="Times New Roman"/>
                <a:cs typeface="Times New Roman"/>
              </a:rPr>
              <a:t>n</a:t>
            </a:r>
            <a:r>
              <a:rPr sz="1800" spc="-1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spc="-20" dirty="0">
                <a:latin typeface="Times New Roman"/>
                <a:cs typeface="Times New Roman"/>
              </a:rPr>
              <a:t>10</a:t>
            </a:r>
            <a:r>
              <a:rPr sz="1800" spc="-20" dirty="0">
                <a:latin typeface="Symbol"/>
                <a:cs typeface="Symbol"/>
              </a:rPr>
              <a:t></a:t>
            </a:r>
            <a:r>
              <a:rPr sz="1800" spc="-20" dirty="0">
                <a:latin typeface="Times New Roman"/>
                <a:cs typeface="Times New Roman"/>
              </a:rPr>
              <a:t>)</a:t>
            </a:r>
            <a:endParaRPr sz="1800">
              <a:latin typeface="Times New Roman"/>
              <a:cs typeface="Times New Roman"/>
            </a:endParaRPr>
          </a:p>
        </p:txBody>
      </p:sp>
      <p:sp>
        <p:nvSpPr>
          <p:cNvPr id="10" name="object 10"/>
          <p:cNvSpPr txBox="1"/>
          <p:nvPr/>
        </p:nvSpPr>
        <p:spPr>
          <a:xfrm>
            <a:off x="1635409" y="4984357"/>
            <a:ext cx="6156325" cy="1179830"/>
          </a:xfrm>
          <a:prstGeom prst="rect">
            <a:avLst/>
          </a:prstGeom>
        </p:spPr>
        <p:txBody>
          <a:bodyPr vert="horz" wrap="square" lIns="0" tIns="128905" rIns="0" bIns="0" rtlCol="0">
            <a:spAutoFit/>
          </a:bodyPr>
          <a:lstStyle/>
          <a:p>
            <a:pPr>
              <a:lnSpc>
                <a:spcPct val="100000"/>
              </a:lnSpc>
              <a:spcBef>
                <a:spcPts val="1015"/>
              </a:spcBef>
            </a:pPr>
            <a:r>
              <a:rPr sz="1800" dirty="0">
                <a:solidFill>
                  <a:srgbClr val="929292"/>
                </a:solidFill>
                <a:latin typeface="Times New Roman"/>
                <a:cs typeface="Times New Roman"/>
              </a:rPr>
              <a:t>(</a:t>
            </a:r>
            <a:r>
              <a:rPr sz="1800" i="1" dirty="0">
                <a:solidFill>
                  <a:srgbClr val="929292"/>
                </a:solidFill>
                <a:latin typeface="Times New Roman"/>
                <a:cs typeface="Times New Roman"/>
              </a:rPr>
              <a:t>L</a:t>
            </a:r>
            <a:r>
              <a:rPr sz="1800" dirty="0">
                <a:solidFill>
                  <a:srgbClr val="929292"/>
                </a:solidFill>
                <a:latin typeface="Times New Roman"/>
                <a:cs typeface="Times New Roman"/>
              </a:rPr>
              <a:t>,</a:t>
            </a:r>
            <a:r>
              <a:rPr sz="1800" spc="-5" dirty="0">
                <a:solidFill>
                  <a:srgbClr val="929292"/>
                </a:solidFill>
                <a:latin typeface="Times New Roman"/>
                <a:cs typeface="Times New Roman"/>
              </a:rPr>
              <a:t> </a:t>
            </a:r>
            <a:r>
              <a:rPr sz="1800" i="1" dirty="0">
                <a:solidFill>
                  <a:srgbClr val="929292"/>
                </a:solidFill>
                <a:latin typeface="Times New Roman"/>
                <a:cs typeface="Times New Roman"/>
              </a:rPr>
              <a:t>M</a:t>
            </a:r>
            <a:r>
              <a:rPr sz="1800" dirty="0">
                <a:solidFill>
                  <a:srgbClr val="929292"/>
                </a:solidFill>
                <a:latin typeface="Times New Roman"/>
                <a:cs typeface="Times New Roman"/>
              </a:rPr>
              <a:t>, </a:t>
            </a:r>
            <a:r>
              <a:rPr sz="1800" i="1" dirty="0">
                <a:solidFill>
                  <a:srgbClr val="929292"/>
                </a:solidFill>
                <a:latin typeface="Times New Roman"/>
                <a:cs typeface="Times New Roman"/>
              </a:rPr>
              <a:t>R</a:t>
            </a:r>
            <a:r>
              <a:rPr sz="1800" dirty="0">
                <a:solidFill>
                  <a:srgbClr val="929292"/>
                </a:solidFill>
                <a:latin typeface="Times New Roman"/>
                <a:cs typeface="Times New Roman"/>
              </a:rPr>
              <a:t>) </a:t>
            </a:r>
            <a:r>
              <a:rPr sz="1800" dirty="0">
                <a:solidFill>
                  <a:srgbClr val="929292"/>
                </a:solidFill>
                <a:latin typeface="Symbol"/>
                <a:cs typeface="Symbol"/>
              </a:rPr>
              <a:t></a:t>
            </a:r>
            <a:r>
              <a:rPr sz="1800" dirty="0">
                <a:solidFill>
                  <a:srgbClr val="929292"/>
                </a:solidFill>
                <a:latin typeface="Times New Roman"/>
                <a:cs typeface="Times New Roman"/>
              </a:rPr>
              <a:t> </a:t>
            </a:r>
            <a:r>
              <a:rPr sz="1800" spc="-30" dirty="0">
                <a:solidFill>
                  <a:srgbClr val="929292"/>
                </a:solidFill>
                <a:latin typeface="Times New Roman"/>
                <a:cs typeface="Times New Roman"/>
              </a:rPr>
              <a:t>P</a:t>
            </a:r>
            <a:r>
              <a:rPr sz="1450" spc="-30" dirty="0">
                <a:solidFill>
                  <a:srgbClr val="929292"/>
                </a:solidFill>
                <a:latin typeface="Times New Roman"/>
                <a:cs typeface="Times New Roman"/>
              </a:rPr>
              <a:t>ARTITION</a:t>
            </a:r>
            <a:r>
              <a:rPr sz="1800" spc="-30" dirty="0">
                <a:solidFill>
                  <a:srgbClr val="929292"/>
                </a:solidFill>
                <a:latin typeface="Times New Roman"/>
                <a:cs typeface="Times New Roman"/>
              </a:rPr>
              <a:t>-</a:t>
            </a:r>
            <a:r>
              <a:rPr sz="1800" dirty="0">
                <a:solidFill>
                  <a:srgbClr val="929292"/>
                </a:solidFill>
                <a:latin typeface="Times New Roman"/>
                <a:cs typeface="Times New Roman"/>
              </a:rPr>
              <a:t>3-</a:t>
            </a:r>
            <a:r>
              <a:rPr sz="1450" spc="-80" dirty="0">
                <a:solidFill>
                  <a:srgbClr val="929292"/>
                </a:solidFill>
                <a:latin typeface="Times New Roman"/>
                <a:cs typeface="Times New Roman"/>
              </a:rPr>
              <a:t>WAY</a:t>
            </a:r>
            <a:r>
              <a:rPr sz="1450" spc="85" dirty="0">
                <a:solidFill>
                  <a:srgbClr val="929292"/>
                </a:solidFill>
                <a:latin typeface="Times New Roman"/>
                <a:cs typeface="Times New Roman"/>
              </a:rPr>
              <a:t> </a:t>
            </a:r>
            <a:r>
              <a:rPr sz="1800" i="1" dirty="0">
                <a:solidFill>
                  <a:srgbClr val="929292"/>
                </a:solidFill>
                <a:latin typeface="Times New Roman"/>
                <a:cs typeface="Times New Roman"/>
              </a:rPr>
              <a:t>(A</a:t>
            </a:r>
            <a:r>
              <a:rPr sz="1800" dirty="0">
                <a:solidFill>
                  <a:srgbClr val="929292"/>
                </a:solidFill>
                <a:latin typeface="Times New Roman"/>
                <a:cs typeface="Times New Roman"/>
              </a:rPr>
              <a:t>, </a:t>
            </a:r>
            <a:r>
              <a:rPr sz="1800" i="1" spc="-25" dirty="0">
                <a:solidFill>
                  <a:srgbClr val="929292"/>
                </a:solidFill>
                <a:latin typeface="Times New Roman"/>
                <a:cs typeface="Times New Roman"/>
              </a:rPr>
              <a:t>p</a:t>
            </a:r>
            <a:r>
              <a:rPr sz="1800" spc="-25" dirty="0">
                <a:solidFill>
                  <a:srgbClr val="929292"/>
                </a:solidFill>
                <a:latin typeface="Times New Roman"/>
                <a:cs typeface="Times New Roman"/>
              </a:rPr>
              <a:t>).</a:t>
            </a:r>
            <a:endParaRPr sz="1800">
              <a:latin typeface="Times New Roman"/>
              <a:cs typeface="Times New Roman"/>
            </a:endParaRPr>
          </a:p>
          <a:p>
            <a:pPr>
              <a:lnSpc>
                <a:spcPct val="100000"/>
              </a:lnSpc>
              <a:spcBef>
                <a:spcPts val="919"/>
              </a:spcBef>
              <a:tabLst>
                <a:tab pos="772795" algn="l"/>
                <a:tab pos="2359660" algn="l"/>
              </a:tabLst>
            </a:pPr>
            <a:r>
              <a:rPr sz="1800" cap="small" spc="-25" dirty="0">
                <a:solidFill>
                  <a:srgbClr val="929292"/>
                </a:solidFill>
                <a:latin typeface="Times New Roman"/>
                <a:cs typeface="Times New Roman"/>
              </a:rPr>
              <a:t>If</a:t>
            </a:r>
            <a:r>
              <a:rPr sz="1800" cap="small" dirty="0">
                <a:solidFill>
                  <a:srgbClr val="929292"/>
                </a:solidFill>
                <a:latin typeface="Times New Roman"/>
                <a:cs typeface="Times New Roman"/>
              </a:rPr>
              <a:t>	</a:t>
            </a:r>
            <a:r>
              <a:rPr sz="1800" i="1" dirty="0">
                <a:solidFill>
                  <a:srgbClr val="929292"/>
                </a:solidFill>
                <a:latin typeface="Times New Roman"/>
                <a:cs typeface="Times New Roman"/>
              </a:rPr>
              <a:t>k</a:t>
            </a:r>
            <a:r>
              <a:rPr sz="1800" i="1" spc="450" dirty="0">
                <a:solidFill>
                  <a:srgbClr val="929292"/>
                </a:solidFill>
                <a:latin typeface="Times New Roman"/>
                <a:cs typeface="Times New Roman"/>
              </a:rPr>
              <a:t> </a:t>
            </a:r>
            <a:r>
              <a:rPr sz="1800" i="1" dirty="0">
                <a:solidFill>
                  <a:srgbClr val="929292"/>
                </a:solidFill>
                <a:latin typeface="Times New Roman"/>
                <a:cs typeface="Times New Roman"/>
              </a:rPr>
              <a:t>≤</a:t>
            </a:r>
            <a:r>
              <a:rPr sz="1800" i="1" spc="450" dirty="0">
                <a:solidFill>
                  <a:srgbClr val="929292"/>
                </a:solidFill>
                <a:latin typeface="Times New Roman"/>
                <a:cs typeface="Times New Roman"/>
              </a:rPr>
              <a:t> </a:t>
            </a:r>
            <a:r>
              <a:rPr sz="1800" i="1" spc="-10" dirty="0">
                <a:solidFill>
                  <a:srgbClr val="929292"/>
                </a:solidFill>
                <a:latin typeface="Times New Roman"/>
                <a:cs typeface="Times New Roman"/>
              </a:rPr>
              <a:t>|</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L</a:t>
            </a:r>
            <a:r>
              <a:rPr sz="1800" i="1" spc="-145" dirty="0">
                <a:solidFill>
                  <a:srgbClr val="929292"/>
                </a:solidFill>
                <a:latin typeface="Times New Roman"/>
                <a:cs typeface="Times New Roman"/>
              </a:rPr>
              <a:t> </a:t>
            </a:r>
            <a:r>
              <a:rPr sz="1800" i="1" spc="-50" dirty="0">
                <a:solidFill>
                  <a:srgbClr val="929292"/>
                </a:solidFill>
                <a:latin typeface="Times New Roman"/>
                <a:cs typeface="Times New Roman"/>
              </a:rPr>
              <a:t>|</a:t>
            </a:r>
            <a:r>
              <a:rPr sz="1800" i="1" dirty="0">
                <a:solidFill>
                  <a:srgbClr val="929292"/>
                </a:solidFill>
                <a:latin typeface="Times New Roman"/>
                <a:cs typeface="Times New Roman"/>
              </a:rPr>
              <a:t>	</a:t>
            </a:r>
            <a:r>
              <a:rPr sz="1800" cap="small" dirty="0">
                <a:solidFill>
                  <a:srgbClr val="929292"/>
                </a:solidFill>
                <a:latin typeface="Times New Roman"/>
                <a:cs typeface="Times New Roman"/>
              </a:rPr>
              <a:t>return</a:t>
            </a:r>
            <a:r>
              <a:rPr sz="1800" cap="small" spc="-45" dirty="0">
                <a:solidFill>
                  <a:srgbClr val="929292"/>
                </a:solidFill>
                <a:latin typeface="Times New Roman"/>
                <a:cs typeface="Times New Roman"/>
              </a:rPr>
              <a:t> </a:t>
            </a:r>
            <a:r>
              <a:rPr sz="1800" cap="small" spc="-10" dirty="0">
                <a:solidFill>
                  <a:srgbClr val="929292"/>
                </a:solidFill>
                <a:latin typeface="Times New Roman"/>
                <a:cs typeface="Times New Roman"/>
              </a:rPr>
              <a:t>Mom-</a:t>
            </a:r>
            <a:r>
              <a:rPr sz="1800" cap="small" dirty="0">
                <a:solidFill>
                  <a:srgbClr val="929292"/>
                </a:solidFill>
                <a:latin typeface="Times New Roman"/>
                <a:cs typeface="Times New Roman"/>
              </a:rPr>
              <a:t>Select</a:t>
            </a:r>
            <a:r>
              <a:rPr sz="1800" cap="small" spc="-70" dirty="0">
                <a:solidFill>
                  <a:srgbClr val="929292"/>
                </a:solidFill>
                <a:latin typeface="Times New Roman"/>
                <a:cs typeface="Times New Roman"/>
              </a:rPr>
              <a:t> </a:t>
            </a:r>
            <a:r>
              <a:rPr sz="1800" cap="small" dirty="0">
                <a:solidFill>
                  <a:srgbClr val="929292"/>
                </a:solidFill>
                <a:latin typeface="Times New Roman"/>
                <a:cs typeface="Times New Roman"/>
              </a:rPr>
              <a:t>(</a:t>
            </a:r>
            <a:r>
              <a:rPr sz="1800" i="1" dirty="0">
                <a:solidFill>
                  <a:srgbClr val="929292"/>
                </a:solidFill>
                <a:latin typeface="Times New Roman"/>
                <a:cs typeface="Times New Roman"/>
              </a:rPr>
              <a:t>L,</a:t>
            </a:r>
            <a:r>
              <a:rPr sz="1800" i="1" spc="-50" dirty="0">
                <a:solidFill>
                  <a:srgbClr val="929292"/>
                </a:solidFill>
                <a:latin typeface="Times New Roman"/>
                <a:cs typeface="Times New Roman"/>
              </a:rPr>
              <a:t> </a:t>
            </a:r>
            <a:r>
              <a:rPr sz="1800" i="1" spc="-25" dirty="0">
                <a:solidFill>
                  <a:srgbClr val="929292"/>
                </a:solidFill>
                <a:latin typeface="Times New Roman"/>
                <a:cs typeface="Times New Roman"/>
              </a:rPr>
              <a:t>k</a:t>
            </a:r>
            <a:r>
              <a:rPr sz="1800" cap="small" spc="-25" dirty="0">
                <a:solidFill>
                  <a:srgbClr val="929292"/>
                </a:solidFill>
                <a:latin typeface="Times New Roman"/>
                <a:cs typeface="Times New Roman"/>
              </a:rPr>
              <a:t>).</a:t>
            </a:r>
            <a:endParaRPr sz="1800">
              <a:latin typeface="Times New Roman"/>
              <a:cs typeface="Times New Roman"/>
            </a:endParaRPr>
          </a:p>
          <a:p>
            <a:pPr>
              <a:lnSpc>
                <a:spcPct val="100000"/>
              </a:lnSpc>
              <a:spcBef>
                <a:spcPts val="770"/>
              </a:spcBef>
              <a:tabLst>
                <a:tab pos="828675" algn="l"/>
              </a:tabLst>
            </a:pPr>
            <a:r>
              <a:rPr sz="1800" cap="small" dirty="0">
                <a:solidFill>
                  <a:srgbClr val="929292"/>
                </a:solidFill>
                <a:latin typeface="Times New Roman"/>
                <a:cs typeface="Times New Roman"/>
              </a:rPr>
              <a:t>else</a:t>
            </a:r>
            <a:r>
              <a:rPr sz="1800" cap="small" spc="-60" dirty="0">
                <a:solidFill>
                  <a:srgbClr val="929292"/>
                </a:solidFill>
                <a:latin typeface="Times New Roman"/>
                <a:cs typeface="Times New Roman"/>
              </a:rPr>
              <a:t> </a:t>
            </a:r>
            <a:r>
              <a:rPr sz="1800" cap="small" spc="-25" dirty="0">
                <a:solidFill>
                  <a:srgbClr val="929292"/>
                </a:solidFill>
                <a:latin typeface="Times New Roman"/>
                <a:cs typeface="Times New Roman"/>
              </a:rPr>
              <a:t>if</a:t>
            </a:r>
            <a:r>
              <a:rPr sz="1800" cap="small" dirty="0">
                <a:solidFill>
                  <a:srgbClr val="929292"/>
                </a:solidFill>
                <a:latin typeface="Times New Roman"/>
                <a:cs typeface="Times New Roman"/>
              </a:rPr>
              <a:t>	</a:t>
            </a:r>
            <a:r>
              <a:rPr sz="1800" i="1" dirty="0">
                <a:solidFill>
                  <a:srgbClr val="929292"/>
                </a:solidFill>
                <a:latin typeface="Times New Roman"/>
                <a:cs typeface="Times New Roman"/>
              </a:rPr>
              <a:t>k</a:t>
            </a:r>
            <a:r>
              <a:rPr sz="1800" i="1" spc="395" dirty="0">
                <a:solidFill>
                  <a:srgbClr val="929292"/>
                </a:solidFill>
                <a:latin typeface="Times New Roman"/>
                <a:cs typeface="Times New Roman"/>
              </a:rPr>
              <a:t> </a:t>
            </a:r>
            <a:r>
              <a:rPr sz="1800" i="1" dirty="0">
                <a:solidFill>
                  <a:srgbClr val="929292"/>
                </a:solidFill>
                <a:latin typeface="Times New Roman"/>
                <a:cs typeface="Times New Roman"/>
              </a:rPr>
              <a:t>&gt;</a:t>
            </a:r>
            <a:r>
              <a:rPr sz="1800" i="1" spc="-5" dirty="0">
                <a:solidFill>
                  <a:srgbClr val="929292"/>
                </a:solidFill>
                <a:latin typeface="Times New Roman"/>
                <a:cs typeface="Times New Roman"/>
              </a:rPr>
              <a:t> </a:t>
            </a:r>
            <a:r>
              <a:rPr sz="1800" i="1" spc="-10" dirty="0">
                <a:solidFill>
                  <a:srgbClr val="929292"/>
                </a:solidFill>
                <a:latin typeface="Times New Roman"/>
                <a:cs typeface="Times New Roman"/>
              </a:rPr>
              <a:t>|</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L</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a:t>
            </a:r>
            <a:r>
              <a:rPr sz="1800" i="1" spc="-5" dirty="0">
                <a:solidFill>
                  <a:srgbClr val="929292"/>
                </a:solidFill>
                <a:latin typeface="Times New Roman"/>
                <a:cs typeface="Times New Roman"/>
              </a:rPr>
              <a:t> </a:t>
            </a:r>
            <a:r>
              <a:rPr sz="1800" i="1" dirty="0">
                <a:solidFill>
                  <a:srgbClr val="929292"/>
                </a:solidFill>
                <a:latin typeface="Times New Roman"/>
                <a:cs typeface="Times New Roman"/>
              </a:rPr>
              <a:t>+</a:t>
            </a:r>
            <a:r>
              <a:rPr sz="1800" i="1" spc="-10" dirty="0">
                <a:solidFill>
                  <a:srgbClr val="929292"/>
                </a:solidFill>
                <a:latin typeface="Times New Roman"/>
                <a:cs typeface="Times New Roman"/>
              </a:rPr>
              <a:t> |</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M</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a:t>
            </a:r>
            <a:r>
              <a:rPr sz="1800" i="1" spc="440" dirty="0">
                <a:solidFill>
                  <a:srgbClr val="929292"/>
                </a:solidFill>
                <a:latin typeface="Times New Roman"/>
                <a:cs typeface="Times New Roman"/>
              </a:rPr>
              <a:t> </a:t>
            </a:r>
            <a:r>
              <a:rPr sz="1800" cap="small" dirty="0">
                <a:solidFill>
                  <a:srgbClr val="929292"/>
                </a:solidFill>
                <a:latin typeface="Times New Roman"/>
                <a:cs typeface="Times New Roman"/>
              </a:rPr>
              <a:t>return</a:t>
            </a:r>
            <a:r>
              <a:rPr sz="1800" cap="small" spc="-10" dirty="0">
                <a:solidFill>
                  <a:srgbClr val="929292"/>
                </a:solidFill>
                <a:latin typeface="Times New Roman"/>
                <a:cs typeface="Times New Roman"/>
              </a:rPr>
              <a:t> Mom-</a:t>
            </a:r>
            <a:r>
              <a:rPr sz="1800" cap="small" dirty="0">
                <a:solidFill>
                  <a:srgbClr val="929292"/>
                </a:solidFill>
                <a:latin typeface="Times New Roman"/>
                <a:cs typeface="Times New Roman"/>
              </a:rPr>
              <a:t>Select</a:t>
            </a:r>
            <a:r>
              <a:rPr sz="1800" cap="small" spc="-35" dirty="0">
                <a:solidFill>
                  <a:srgbClr val="929292"/>
                </a:solidFill>
                <a:latin typeface="Times New Roman"/>
                <a:cs typeface="Times New Roman"/>
              </a:rPr>
              <a:t> </a:t>
            </a:r>
            <a:r>
              <a:rPr sz="1800" cap="small" dirty="0">
                <a:solidFill>
                  <a:srgbClr val="929292"/>
                </a:solidFill>
                <a:latin typeface="Times New Roman"/>
                <a:cs typeface="Times New Roman"/>
              </a:rPr>
              <a:t>(</a:t>
            </a:r>
            <a:r>
              <a:rPr sz="1800" i="1" dirty="0">
                <a:solidFill>
                  <a:srgbClr val="929292"/>
                </a:solidFill>
                <a:latin typeface="Times New Roman"/>
                <a:cs typeface="Times New Roman"/>
              </a:rPr>
              <a:t>R,</a:t>
            </a:r>
            <a:r>
              <a:rPr sz="1800" i="1" spc="-10" dirty="0">
                <a:solidFill>
                  <a:srgbClr val="929292"/>
                </a:solidFill>
                <a:latin typeface="Times New Roman"/>
                <a:cs typeface="Times New Roman"/>
              </a:rPr>
              <a:t> </a:t>
            </a:r>
            <a:r>
              <a:rPr sz="1800" i="1" dirty="0">
                <a:solidFill>
                  <a:srgbClr val="929292"/>
                </a:solidFill>
                <a:latin typeface="Times New Roman"/>
                <a:cs typeface="Times New Roman"/>
              </a:rPr>
              <a:t>k</a:t>
            </a:r>
            <a:r>
              <a:rPr sz="1800" i="1" spc="-5" dirty="0">
                <a:solidFill>
                  <a:srgbClr val="929292"/>
                </a:solidFill>
                <a:latin typeface="Times New Roman"/>
                <a:cs typeface="Times New Roman"/>
              </a:rPr>
              <a:t> </a:t>
            </a:r>
            <a:r>
              <a:rPr sz="1800" cap="small" dirty="0">
                <a:solidFill>
                  <a:srgbClr val="929292"/>
                </a:solidFill>
                <a:latin typeface="Times New Roman"/>
                <a:cs typeface="Times New Roman"/>
              </a:rPr>
              <a:t>–</a:t>
            </a:r>
            <a:r>
              <a:rPr sz="1800" cap="small" spc="-5" dirty="0">
                <a:solidFill>
                  <a:srgbClr val="929292"/>
                </a:solidFill>
                <a:latin typeface="Times New Roman"/>
                <a:cs typeface="Times New Roman"/>
              </a:rPr>
              <a:t> </a:t>
            </a:r>
            <a:r>
              <a:rPr sz="1800" i="1" spc="-10" dirty="0">
                <a:solidFill>
                  <a:srgbClr val="929292"/>
                </a:solidFill>
                <a:latin typeface="Times New Roman"/>
                <a:cs typeface="Times New Roman"/>
              </a:rPr>
              <a:t>|</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L</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a:t>
            </a:r>
            <a:r>
              <a:rPr sz="1800" i="1" spc="-10" dirty="0">
                <a:solidFill>
                  <a:srgbClr val="929292"/>
                </a:solidFill>
                <a:latin typeface="Times New Roman"/>
                <a:cs typeface="Times New Roman"/>
              </a:rPr>
              <a:t> </a:t>
            </a:r>
            <a:r>
              <a:rPr sz="1800" cap="small" dirty="0">
                <a:solidFill>
                  <a:srgbClr val="929292"/>
                </a:solidFill>
                <a:latin typeface="Times New Roman"/>
                <a:cs typeface="Times New Roman"/>
              </a:rPr>
              <a:t>–</a:t>
            </a:r>
            <a:r>
              <a:rPr sz="1800" cap="small" spc="-5" dirty="0">
                <a:solidFill>
                  <a:srgbClr val="929292"/>
                </a:solidFill>
                <a:latin typeface="Times New Roman"/>
                <a:cs typeface="Times New Roman"/>
              </a:rPr>
              <a:t> </a:t>
            </a:r>
            <a:r>
              <a:rPr sz="1800" i="1" spc="-10" dirty="0">
                <a:solidFill>
                  <a:srgbClr val="929292"/>
                </a:solidFill>
                <a:latin typeface="Times New Roman"/>
                <a:cs typeface="Times New Roman"/>
              </a:rPr>
              <a:t>|</a:t>
            </a:r>
            <a:r>
              <a:rPr sz="1800" i="1" spc="-150" dirty="0">
                <a:solidFill>
                  <a:srgbClr val="929292"/>
                </a:solidFill>
                <a:latin typeface="Times New Roman"/>
                <a:cs typeface="Times New Roman"/>
              </a:rPr>
              <a:t> </a:t>
            </a:r>
            <a:r>
              <a:rPr sz="1800" i="1" dirty="0">
                <a:solidFill>
                  <a:srgbClr val="929292"/>
                </a:solidFill>
                <a:latin typeface="Times New Roman"/>
                <a:cs typeface="Times New Roman"/>
              </a:rPr>
              <a:t>M</a:t>
            </a:r>
            <a:r>
              <a:rPr sz="1800" i="1" spc="-150" dirty="0">
                <a:solidFill>
                  <a:srgbClr val="929292"/>
                </a:solidFill>
                <a:latin typeface="Times New Roman"/>
                <a:cs typeface="Times New Roman"/>
              </a:rPr>
              <a:t> </a:t>
            </a:r>
            <a:r>
              <a:rPr sz="1800" i="1" spc="-75" dirty="0">
                <a:solidFill>
                  <a:srgbClr val="929292"/>
                </a:solidFill>
                <a:latin typeface="Times New Roman"/>
                <a:cs typeface="Times New Roman"/>
              </a:rPr>
              <a:t>|</a:t>
            </a:r>
            <a:r>
              <a:rPr sz="1800" cap="small" spc="-75" dirty="0">
                <a:solidFill>
                  <a:srgbClr val="929292"/>
                </a:solidFill>
                <a:latin typeface="Times New Roman"/>
                <a:cs typeface="Times New Roman"/>
              </a:rPr>
              <a:t>)</a:t>
            </a:r>
            <a:endParaRPr sz="1800">
              <a:latin typeface="Times New Roman"/>
              <a:cs typeface="Times New Roman"/>
            </a:endParaRPr>
          </a:p>
        </p:txBody>
      </p:sp>
      <p:sp>
        <p:nvSpPr>
          <p:cNvPr id="11" name="object 11"/>
          <p:cNvSpPr txBox="1"/>
          <p:nvPr/>
        </p:nvSpPr>
        <p:spPr>
          <a:xfrm>
            <a:off x="1635409" y="6281444"/>
            <a:ext cx="450215" cy="245745"/>
          </a:xfrm>
          <a:prstGeom prst="rect">
            <a:avLst/>
          </a:prstGeom>
        </p:spPr>
        <p:txBody>
          <a:bodyPr vert="horz" wrap="square" lIns="0" tIns="11430" rIns="0" bIns="0" rtlCol="0">
            <a:spAutoFit/>
          </a:bodyPr>
          <a:lstStyle/>
          <a:p>
            <a:pPr>
              <a:lnSpc>
                <a:spcPct val="100000"/>
              </a:lnSpc>
              <a:spcBef>
                <a:spcPts val="90"/>
              </a:spcBef>
            </a:pPr>
            <a:r>
              <a:rPr sz="1450" spc="-20" dirty="0">
                <a:solidFill>
                  <a:srgbClr val="929292"/>
                </a:solidFill>
                <a:latin typeface="Times New Roman"/>
                <a:cs typeface="Times New Roman"/>
              </a:rPr>
              <a:t>ELSE</a:t>
            </a:r>
            <a:endParaRPr sz="1450">
              <a:latin typeface="Times New Roman"/>
              <a:cs typeface="Times New Roman"/>
            </a:endParaRPr>
          </a:p>
        </p:txBody>
      </p:sp>
      <p:sp>
        <p:nvSpPr>
          <p:cNvPr id="12" name="object 12"/>
          <p:cNvSpPr txBox="1"/>
          <p:nvPr/>
        </p:nvSpPr>
        <p:spPr>
          <a:xfrm>
            <a:off x="3995545" y="6235665"/>
            <a:ext cx="974090" cy="300355"/>
          </a:xfrm>
          <a:prstGeom prst="rect">
            <a:avLst/>
          </a:prstGeom>
        </p:spPr>
        <p:txBody>
          <a:bodyPr vert="horz" wrap="square" lIns="0" tIns="12700" rIns="0" bIns="0" rtlCol="0">
            <a:spAutoFit/>
          </a:bodyPr>
          <a:lstStyle/>
          <a:p>
            <a:pPr>
              <a:lnSpc>
                <a:spcPct val="100000"/>
              </a:lnSpc>
              <a:spcBef>
                <a:spcPts val="100"/>
              </a:spcBef>
            </a:pPr>
            <a:r>
              <a:rPr sz="1450" dirty="0">
                <a:solidFill>
                  <a:srgbClr val="929292"/>
                </a:solidFill>
                <a:latin typeface="Times New Roman"/>
                <a:cs typeface="Times New Roman"/>
              </a:rPr>
              <a:t>RETURN</a:t>
            </a:r>
            <a:r>
              <a:rPr sz="1450" spc="10" dirty="0">
                <a:solidFill>
                  <a:srgbClr val="929292"/>
                </a:solidFill>
                <a:latin typeface="Times New Roman"/>
                <a:cs typeface="Times New Roman"/>
              </a:rPr>
              <a:t> </a:t>
            </a:r>
            <a:r>
              <a:rPr sz="1800" i="1" spc="-25" dirty="0">
                <a:solidFill>
                  <a:srgbClr val="929292"/>
                </a:solidFill>
                <a:latin typeface="Times New Roman"/>
                <a:cs typeface="Times New Roman"/>
              </a:rPr>
              <a:t>p</a:t>
            </a:r>
            <a:r>
              <a:rPr sz="1800" spc="-25" dirty="0">
                <a:solidFill>
                  <a:srgbClr val="929292"/>
                </a:solidFill>
                <a:latin typeface="Times New Roman"/>
                <a:cs typeface="Times New Roman"/>
              </a:rPr>
              <a:t>.</a:t>
            </a:r>
            <a:endParaRPr sz="1800">
              <a:latin typeface="Times New Roman"/>
              <a:cs typeface="Times New Roman"/>
            </a:endParaRPr>
          </a:p>
        </p:txBody>
      </p:sp>
      <p:grpSp>
        <p:nvGrpSpPr>
          <p:cNvPr id="13" name="object 13"/>
          <p:cNvGrpSpPr/>
          <p:nvPr/>
        </p:nvGrpSpPr>
        <p:grpSpPr>
          <a:xfrm>
            <a:off x="1635409" y="4466778"/>
            <a:ext cx="6318885" cy="2193290"/>
            <a:chOff x="1635409" y="4466778"/>
            <a:chExt cx="6318885" cy="2193290"/>
          </a:xfrm>
        </p:grpSpPr>
        <p:sp>
          <p:nvSpPr>
            <p:cNvPr id="14" name="object 14"/>
            <p:cNvSpPr/>
            <p:nvPr/>
          </p:nvSpPr>
          <p:spPr>
            <a:xfrm>
              <a:off x="1635409" y="6659432"/>
              <a:ext cx="6318885" cy="0"/>
            </a:xfrm>
            <a:custGeom>
              <a:avLst/>
              <a:gdLst/>
              <a:ahLst/>
              <a:cxnLst/>
              <a:rect l="l" t="t" r="r" b="b"/>
              <a:pathLst>
                <a:path w="6318884">
                  <a:moveTo>
                    <a:pt x="0" y="0"/>
                  </a:moveTo>
                  <a:lnTo>
                    <a:pt x="6318529" y="0"/>
                  </a:lnTo>
                </a:path>
              </a:pathLst>
            </a:custGeom>
            <a:ln w="3175">
              <a:solidFill>
                <a:srgbClr val="000000"/>
              </a:solidFill>
            </a:ln>
          </p:spPr>
          <p:txBody>
            <a:bodyPr wrap="square" lIns="0" tIns="0" rIns="0" bIns="0" rtlCol="0"/>
            <a:lstStyle/>
            <a:p>
              <a:endParaRPr/>
            </a:p>
          </p:txBody>
        </p:sp>
        <p:sp>
          <p:nvSpPr>
            <p:cNvPr id="15" name="object 15"/>
            <p:cNvSpPr/>
            <p:nvPr/>
          </p:nvSpPr>
          <p:spPr>
            <a:xfrm>
              <a:off x="4593911" y="4512557"/>
              <a:ext cx="438150" cy="0"/>
            </a:xfrm>
            <a:custGeom>
              <a:avLst/>
              <a:gdLst/>
              <a:ahLst/>
              <a:cxnLst/>
              <a:rect l="l" t="t" r="r" b="b"/>
              <a:pathLst>
                <a:path w="438150">
                  <a:moveTo>
                    <a:pt x="0" y="0"/>
                  </a:moveTo>
                  <a:lnTo>
                    <a:pt x="9537" y="0"/>
                  </a:lnTo>
                  <a:lnTo>
                    <a:pt x="438051" y="0"/>
                  </a:lnTo>
                </a:path>
              </a:pathLst>
            </a:custGeom>
            <a:ln w="19074">
              <a:solidFill>
                <a:srgbClr val="8D3124"/>
              </a:solidFill>
            </a:ln>
          </p:spPr>
          <p:txBody>
            <a:bodyPr wrap="square" lIns="0" tIns="0" rIns="0" bIns="0" rtlCol="0"/>
            <a:lstStyle/>
            <a:p>
              <a:endParaRPr/>
            </a:p>
          </p:txBody>
        </p:sp>
        <p:sp>
          <p:nvSpPr>
            <p:cNvPr id="16" name="object 16"/>
            <p:cNvSpPr/>
            <p:nvPr/>
          </p:nvSpPr>
          <p:spPr>
            <a:xfrm>
              <a:off x="4534779" y="4466778"/>
              <a:ext cx="92075" cy="92075"/>
            </a:xfrm>
            <a:custGeom>
              <a:avLst/>
              <a:gdLst/>
              <a:ahLst/>
              <a:cxnLst/>
              <a:rect l="l" t="t" r="r" b="b"/>
              <a:pathLst>
                <a:path w="92075" h="92075">
                  <a:moveTo>
                    <a:pt x="91559" y="0"/>
                  </a:moveTo>
                  <a:lnTo>
                    <a:pt x="0" y="45779"/>
                  </a:lnTo>
                  <a:lnTo>
                    <a:pt x="91559" y="91559"/>
                  </a:lnTo>
                  <a:lnTo>
                    <a:pt x="68670" y="45779"/>
                  </a:lnTo>
                  <a:lnTo>
                    <a:pt x="91559" y="0"/>
                  </a:lnTo>
                  <a:close/>
                </a:path>
              </a:pathLst>
            </a:custGeom>
            <a:solidFill>
              <a:srgbClr val="8D3124"/>
            </a:solidFill>
          </p:spPr>
          <p:txBody>
            <a:bodyPr wrap="square" lIns="0" tIns="0" rIns="0" bIns="0" rtlCol="0"/>
            <a:lstStyle/>
            <a:p>
              <a:endParaRPr/>
            </a:p>
          </p:txBody>
        </p:sp>
      </p:grpSp>
      <p:sp>
        <p:nvSpPr>
          <p:cNvPr id="17" name="object 17"/>
          <p:cNvSpPr txBox="1"/>
          <p:nvPr/>
        </p:nvSpPr>
        <p:spPr>
          <a:xfrm>
            <a:off x="5118774" y="4385407"/>
            <a:ext cx="1430020" cy="208915"/>
          </a:xfrm>
          <a:prstGeom prst="rect">
            <a:avLst/>
          </a:prstGeom>
        </p:spPr>
        <p:txBody>
          <a:bodyPr vert="horz" wrap="square" lIns="0" tIns="12700" rIns="0" bIns="0" rtlCol="0">
            <a:spAutoFit/>
          </a:bodyPr>
          <a:lstStyle/>
          <a:p>
            <a:pPr>
              <a:lnSpc>
                <a:spcPct val="100000"/>
              </a:lnSpc>
              <a:spcBef>
                <a:spcPts val="100"/>
              </a:spcBef>
            </a:pPr>
            <a:r>
              <a:rPr sz="1200" dirty="0">
                <a:solidFill>
                  <a:srgbClr val="8D3124"/>
                </a:solidFill>
                <a:latin typeface="Lucida Sans Unicode"/>
                <a:cs typeface="Lucida Sans Unicode"/>
              </a:rPr>
              <a:t>median of </a:t>
            </a:r>
            <a:r>
              <a:rPr sz="1200" spc="-10" dirty="0">
                <a:solidFill>
                  <a:srgbClr val="8D3124"/>
                </a:solidFill>
                <a:latin typeface="Lucida Sans Unicode"/>
                <a:cs typeface="Lucida Sans Unicode"/>
              </a:rPr>
              <a:t>medians</a:t>
            </a:r>
            <a:endParaRPr sz="1200">
              <a:latin typeface="Lucida Sans Unicode"/>
              <a:cs typeface="Lucida Sans Unicode"/>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815241" y="1081652"/>
            <a:ext cx="4845050" cy="465455"/>
          </a:xfrm>
          <a:prstGeom prst="rect">
            <a:avLst/>
          </a:prstGeom>
        </p:spPr>
        <p:txBody>
          <a:bodyPr vert="horz" wrap="square" lIns="0" tIns="16510" rIns="0" bIns="0" rtlCol="0">
            <a:spAutoFit/>
          </a:bodyPr>
          <a:lstStyle/>
          <a:p>
            <a:pPr marL="38100">
              <a:lnSpc>
                <a:spcPct val="100000"/>
              </a:lnSpc>
              <a:spcBef>
                <a:spcPts val="130"/>
              </a:spcBef>
              <a:tabLst>
                <a:tab pos="4619625" algn="l"/>
              </a:tabLst>
            </a:pPr>
            <a:r>
              <a:rPr sz="4275" spc="2175" baseline="-5847" dirty="0">
                <a:latin typeface="Yu Gothic UI"/>
                <a:cs typeface="Yu Gothic UI"/>
              </a:rPr>
              <a:t>・</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20" dirty="0">
                <a:latin typeface="Lucida Sans Unicode"/>
                <a:cs typeface="Lucida Sans Unicode"/>
              </a:rPr>
              <a:t> </a:t>
            </a:r>
            <a:r>
              <a:rPr sz="1800" dirty="0">
                <a:latin typeface="Lucida Sans Unicode"/>
                <a:cs typeface="Lucida Sans Unicode"/>
              </a:rPr>
              <a:t>half</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spc="-60" dirty="0">
                <a:latin typeface="Lucida Sans Unicode"/>
                <a:cs typeface="Lucida Sans Unicode"/>
              </a:rPr>
              <a:t>5-</a:t>
            </a:r>
            <a:r>
              <a:rPr sz="1800" spc="-35"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medians</a:t>
            </a:r>
            <a:r>
              <a:rPr sz="1800" spc="-20" dirty="0">
                <a:latin typeface="Lucida Sans Unicode"/>
                <a:cs typeface="Lucida Sans Unicode"/>
              </a:rPr>
              <a:t>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60" dirty="0"/>
              <a:t> of </a:t>
            </a:r>
            <a:r>
              <a:rPr spc="-25" dirty="0"/>
              <a:t>median-</a:t>
            </a:r>
            <a:r>
              <a:rPr spc="-45" dirty="0"/>
              <a:t>of-</a:t>
            </a:r>
            <a:r>
              <a:rPr dirty="0"/>
              <a:t>medians</a:t>
            </a:r>
            <a:r>
              <a:rPr spc="60" dirty="0"/>
              <a:t> </a:t>
            </a:r>
            <a:r>
              <a:rPr dirty="0"/>
              <a:t>selection</a:t>
            </a:r>
            <a:r>
              <a:rPr spc="65" dirty="0"/>
              <a:t> </a:t>
            </a:r>
            <a:r>
              <a:rPr spc="35" dirty="0"/>
              <a:t>algorithm</a:t>
            </a:r>
          </a:p>
        </p:txBody>
      </p:sp>
      <p:grpSp>
        <p:nvGrpSpPr>
          <p:cNvPr id="5" name="object 5"/>
          <p:cNvGrpSpPr/>
          <p:nvPr/>
        </p:nvGrpSpPr>
        <p:grpSpPr>
          <a:xfrm>
            <a:off x="1813042" y="3555240"/>
            <a:ext cx="484505" cy="484505"/>
            <a:chOff x="1813042" y="3555240"/>
            <a:chExt cx="484505" cy="484505"/>
          </a:xfrm>
        </p:grpSpPr>
        <p:sp>
          <p:nvSpPr>
            <p:cNvPr id="6" name="object 6"/>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8" name="object 8"/>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9" name="object 9"/>
          <p:cNvGrpSpPr/>
          <p:nvPr/>
        </p:nvGrpSpPr>
        <p:grpSpPr>
          <a:xfrm>
            <a:off x="1097504" y="3555007"/>
            <a:ext cx="484505" cy="484505"/>
            <a:chOff x="1097504" y="3555007"/>
            <a:chExt cx="484505" cy="484505"/>
          </a:xfrm>
        </p:grpSpPr>
        <p:sp>
          <p:nvSpPr>
            <p:cNvPr id="10" name="object 10"/>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1" name="object 11"/>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 name="object 12"/>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3" name="object 13"/>
          <p:cNvGrpSpPr/>
          <p:nvPr/>
        </p:nvGrpSpPr>
        <p:grpSpPr>
          <a:xfrm>
            <a:off x="3243653" y="3555240"/>
            <a:ext cx="484505" cy="484505"/>
            <a:chOff x="3243653" y="3555240"/>
            <a:chExt cx="484505" cy="484505"/>
          </a:xfrm>
        </p:grpSpPr>
        <p:sp>
          <p:nvSpPr>
            <p:cNvPr id="14" name="object 14"/>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 name="object 15"/>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 name="object 16"/>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7" name="object 17"/>
          <p:cNvGrpSpPr/>
          <p:nvPr/>
        </p:nvGrpSpPr>
        <p:grpSpPr>
          <a:xfrm>
            <a:off x="3958958" y="3555240"/>
            <a:ext cx="484505" cy="484505"/>
            <a:chOff x="3958958" y="3555240"/>
            <a:chExt cx="484505" cy="484505"/>
          </a:xfrm>
        </p:grpSpPr>
        <p:sp>
          <p:nvSpPr>
            <p:cNvPr id="18" name="object 18"/>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9" name="object 19"/>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 name="object 20"/>
          <p:cNvGrpSpPr/>
          <p:nvPr/>
        </p:nvGrpSpPr>
        <p:grpSpPr>
          <a:xfrm>
            <a:off x="2528347" y="3555240"/>
            <a:ext cx="484505" cy="484505"/>
            <a:chOff x="2528347" y="3555240"/>
            <a:chExt cx="484505" cy="484505"/>
          </a:xfrm>
        </p:grpSpPr>
        <p:sp>
          <p:nvSpPr>
            <p:cNvPr id="21" name="object 21"/>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2" name="object 22"/>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3" name="object 23"/>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4" name="object 24"/>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5" name="object 25"/>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6" name="object 26"/>
          <p:cNvGrpSpPr/>
          <p:nvPr/>
        </p:nvGrpSpPr>
        <p:grpSpPr>
          <a:xfrm>
            <a:off x="4674263" y="3555240"/>
            <a:ext cx="484505" cy="484505"/>
            <a:chOff x="4674263" y="3555240"/>
            <a:chExt cx="484505" cy="484505"/>
          </a:xfrm>
        </p:grpSpPr>
        <p:sp>
          <p:nvSpPr>
            <p:cNvPr id="27" name="object 27"/>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8" name="object 28"/>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9" name="object 29"/>
          <p:cNvGrpSpPr/>
          <p:nvPr/>
        </p:nvGrpSpPr>
        <p:grpSpPr>
          <a:xfrm>
            <a:off x="5389569" y="3555240"/>
            <a:ext cx="484505" cy="484505"/>
            <a:chOff x="5389569" y="3555240"/>
            <a:chExt cx="484505" cy="484505"/>
          </a:xfrm>
        </p:grpSpPr>
        <p:sp>
          <p:nvSpPr>
            <p:cNvPr id="30" name="object 30"/>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31" name="object 31"/>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32" name="object 32"/>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3F83"/>
            </a:solidFill>
          </p:spPr>
          <p:txBody>
            <a:bodyPr wrap="square" lIns="0" tIns="0" rIns="0" bIns="0" rtlCol="0"/>
            <a:lstStyle/>
            <a:p>
              <a:endParaRPr/>
            </a:p>
          </p:txBody>
        </p:sp>
        <p:sp>
          <p:nvSpPr>
            <p:cNvPr id="33" name="object 33"/>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34" name="object 34"/>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grpSp>
        <p:nvGrpSpPr>
          <p:cNvPr id="35" name="object 35"/>
          <p:cNvGrpSpPr/>
          <p:nvPr/>
        </p:nvGrpSpPr>
        <p:grpSpPr>
          <a:xfrm>
            <a:off x="6104874" y="3555240"/>
            <a:ext cx="484505" cy="484505"/>
            <a:chOff x="6104874" y="3555240"/>
            <a:chExt cx="484505" cy="484505"/>
          </a:xfrm>
        </p:grpSpPr>
        <p:sp>
          <p:nvSpPr>
            <p:cNvPr id="36" name="object 36"/>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7" name="object 37"/>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8" name="object 38"/>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9" name="object 39"/>
          <p:cNvGrpSpPr/>
          <p:nvPr/>
        </p:nvGrpSpPr>
        <p:grpSpPr>
          <a:xfrm>
            <a:off x="6820179" y="3555240"/>
            <a:ext cx="484505" cy="484505"/>
            <a:chOff x="6820179" y="3555240"/>
            <a:chExt cx="484505" cy="484505"/>
          </a:xfrm>
        </p:grpSpPr>
        <p:sp>
          <p:nvSpPr>
            <p:cNvPr id="40" name="object 40"/>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1" name="object 41"/>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42" name="object 42"/>
          <p:cNvGrpSpPr/>
          <p:nvPr/>
        </p:nvGrpSpPr>
        <p:grpSpPr>
          <a:xfrm>
            <a:off x="7535484" y="3555240"/>
            <a:ext cx="484505" cy="484505"/>
            <a:chOff x="7535484" y="3555240"/>
            <a:chExt cx="484505" cy="484505"/>
          </a:xfrm>
        </p:grpSpPr>
        <p:sp>
          <p:nvSpPr>
            <p:cNvPr id="43" name="object 43"/>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44" name="object 44"/>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45" name="object 45"/>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003F83"/>
            </a:solidFill>
          </p:spPr>
          <p:txBody>
            <a:bodyPr wrap="square" lIns="0" tIns="0" rIns="0" bIns="0" rtlCol="0"/>
            <a:lstStyle/>
            <a:p>
              <a:endParaRPr/>
            </a:p>
          </p:txBody>
        </p:sp>
        <p:sp>
          <p:nvSpPr>
            <p:cNvPr id="46" name="object 46"/>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47" name="object 47"/>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8" name="object 48"/>
          <p:cNvGrpSpPr/>
          <p:nvPr/>
        </p:nvGrpSpPr>
        <p:grpSpPr>
          <a:xfrm>
            <a:off x="8250789" y="3555240"/>
            <a:ext cx="484505" cy="484505"/>
            <a:chOff x="8250789" y="3555240"/>
            <a:chExt cx="484505" cy="484505"/>
          </a:xfrm>
        </p:grpSpPr>
        <p:sp>
          <p:nvSpPr>
            <p:cNvPr id="49" name="object 49"/>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0" name="object 50"/>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51" name="object 51"/>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52" name="object 52"/>
          <p:cNvGrpSpPr/>
          <p:nvPr/>
        </p:nvGrpSpPr>
        <p:grpSpPr>
          <a:xfrm>
            <a:off x="1813042" y="4270545"/>
            <a:ext cx="484505" cy="484505"/>
            <a:chOff x="1813042" y="4270545"/>
            <a:chExt cx="484505" cy="484505"/>
          </a:xfrm>
        </p:grpSpPr>
        <p:sp>
          <p:nvSpPr>
            <p:cNvPr id="53" name="object 53"/>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4" name="object 54"/>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5" name="object 55"/>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56" name="object 56"/>
          <p:cNvGrpSpPr/>
          <p:nvPr/>
        </p:nvGrpSpPr>
        <p:grpSpPr>
          <a:xfrm>
            <a:off x="1097504" y="4270312"/>
            <a:ext cx="484505" cy="484505"/>
            <a:chOff x="1097504" y="4270312"/>
            <a:chExt cx="484505" cy="484505"/>
          </a:xfrm>
        </p:grpSpPr>
        <p:sp>
          <p:nvSpPr>
            <p:cNvPr id="57" name="object 57"/>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8" name="object 58"/>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9" name="object 59"/>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60" name="object 60"/>
          <p:cNvGrpSpPr/>
          <p:nvPr/>
        </p:nvGrpSpPr>
        <p:grpSpPr>
          <a:xfrm>
            <a:off x="3243653" y="4270545"/>
            <a:ext cx="484505" cy="484505"/>
            <a:chOff x="3243653" y="4270545"/>
            <a:chExt cx="484505" cy="484505"/>
          </a:xfrm>
        </p:grpSpPr>
        <p:sp>
          <p:nvSpPr>
            <p:cNvPr id="61" name="object 61"/>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62" name="object 62"/>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3" name="object 63"/>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64" name="object 64"/>
          <p:cNvGrpSpPr/>
          <p:nvPr/>
        </p:nvGrpSpPr>
        <p:grpSpPr>
          <a:xfrm>
            <a:off x="2528347" y="4270545"/>
            <a:ext cx="484505" cy="484505"/>
            <a:chOff x="2528347" y="4270545"/>
            <a:chExt cx="484505" cy="484505"/>
          </a:xfrm>
        </p:grpSpPr>
        <p:sp>
          <p:nvSpPr>
            <p:cNvPr id="65" name="object 65"/>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66" name="object 66"/>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7" name="object 67"/>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68" name="object 68"/>
          <p:cNvGrpSpPr/>
          <p:nvPr/>
        </p:nvGrpSpPr>
        <p:grpSpPr>
          <a:xfrm>
            <a:off x="3958958" y="4270545"/>
            <a:ext cx="484505" cy="484505"/>
            <a:chOff x="3958958" y="4270545"/>
            <a:chExt cx="484505" cy="484505"/>
          </a:xfrm>
        </p:grpSpPr>
        <p:sp>
          <p:nvSpPr>
            <p:cNvPr id="69" name="object 69"/>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70" name="object 70"/>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1" name="object 71"/>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72" name="object 72"/>
          <p:cNvGrpSpPr/>
          <p:nvPr/>
        </p:nvGrpSpPr>
        <p:grpSpPr>
          <a:xfrm>
            <a:off x="5389569" y="4270545"/>
            <a:ext cx="484505" cy="484505"/>
            <a:chOff x="5389569" y="4270545"/>
            <a:chExt cx="484505" cy="484505"/>
          </a:xfrm>
        </p:grpSpPr>
        <p:sp>
          <p:nvSpPr>
            <p:cNvPr id="73" name="object 73"/>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4" name="object 74"/>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5" name="object 75"/>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76" name="object 76"/>
          <p:cNvGrpSpPr/>
          <p:nvPr/>
        </p:nvGrpSpPr>
        <p:grpSpPr>
          <a:xfrm>
            <a:off x="4674263" y="4270545"/>
            <a:ext cx="484505" cy="484505"/>
            <a:chOff x="4674263" y="4270545"/>
            <a:chExt cx="484505" cy="484505"/>
          </a:xfrm>
        </p:grpSpPr>
        <p:sp>
          <p:nvSpPr>
            <p:cNvPr id="77" name="object 77"/>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8" name="object 78"/>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9" name="object 79"/>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80" name="object 80"/>
          <p:cNvGrpSpPr/>
          <p:nvPr/>
        </p:nvGrpSpPr>
        <p:grpSpPr>
          <a:xfrm>
            <a:off x="7535484" y="4270545"/>
            <a:ext cx="484505" cy="484505"/>
            <a:chOff x="7535484" y="4270545"/>
            <a:chExt cx="484505" cy="484505"/>
          </a:xfrm>
        </p:grpSpPr>
        <p:sp>
          <p:nvSpPr>
            <p:cNvPr id="81" name="object 81"/>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82" name="object 82"/>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83" name="object 83"/>
          <p:cNvGrpSpPr/>
          <p:nvPr/>
        </p:nvGrpSpPr>
        <p:grpSpPr>
          <a:xfrm>
            <a:off x="6104874" y="4270545"/>
            <a:ext cx="484505" cy="484505"/>
            <a:chOff x="6104874" y="4270545"/>
            <a:chExt cx="484505" cy="484505"/>
          </a:xfrm>
        </p:grpSpPr>
        <p:sp>
          <p:nvSpPr>
            <p:cNvPr id="84" name="object 84"/>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5" name="object 85"/>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86" name="object 86"/>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87" name="object 87"/>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8" name="object 88"/>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9" name="object 89"/>
          <p:cNvGrpSpPr/>
          <p:nvPr/>
        </p:nvGrpSpPr>
        <p:grpSpPr>
          <a:xfrm>
            <a:off x="6820179" y="4270545"/>
            <a:ext cx="484505" cy="484505"/>
            <a:chOff x="6820179" y="4270545"/>
            <a:chExt cx="484505" cy="484505"/>
          </a:xfrm>
        </p:grpSpPr>
        <p:sp>
          <p:nvSpPr>
            <p:cNvPr id="90" name="object 90"/>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1" name="object 91"/>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2" name="object 92"/>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93" name="object 93"/>
          <p:cNvGrpSpPr/>
          <p:nvPr/>
        </p:nvGrpSpPr>
        <p:grpSpPr>
          <a:xfrm>
            <a:off x="8250789" y="4270545"/>
            <a:ext cx="484505" cy="484505"/>
            <a:chOff x="8250789" y="4270545"/>
            <a:chExt cx="484505" cy="484505"/>
          </a:xfrm>
        </p:grpSpPr>
        <p:sp>
          <p:nvSpPr>
            <p:cNvPr id="94" name="object 94"/>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5" name="object 95"/>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6" name="object 96"/>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97" name="object 97"/>
          <p:cNvGrpSpPr/>
          <p:nvPr/>
        </p:nvGrpSpPr>
        <p:grpSpPr>
          <a:xfrm>
            <a:off x="3243653" y="4985850"/>
            <a:ext cx="484505" cy="484505"/>
            <a:chOff x="3243653" y="4985850"/>
            <a:chExt cx="484505" cy="484505"/>
          </a:xfrm>
        </p:grpSpPr>
        <p:sp>
          <p:nvSpPr>
            <p:cNvPr id="98" name="object 98"/>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00" name="object 100"/>
          <p:cNvGrpSpPr/>
          <p:nvPr/>
        </p:nvGrpSpPr>
        <p:grpSpPr>
          <a:xfrm>
            <a:off x="1813042" y="4985850"/>
            <a:ext cx="484505" cy="484505"/>
            <a:chOff x="1813042" y="4985850"/>
            <a:chExt cx="484505" cy="484505"/>
          </a:xfrm>
        </p:grpSpPr>
        <p:sp>
          <p:nvSpPr>
            <p:cNvPr id="101" name="object 101"/>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02" name="object 102"/>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3" name="object 103"/>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3F83"/>
            </a:solidFill>
          </p:spPr>
          <p:txBody>
            <a:bodyPr wrap="square" lIns="0" tIns="0" rIns="0" bIns="0" rtlCol="0"/>
            <a:lstStyle/>
            <a:p>
              <a:endParaRPr/>
            </a:p>
          </p:txBody>
        </p:sp>
        <p:sp>
          <p:nvSpPr>
            <p:cNvPr id="104" name="object 104"/>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105" name="object 105"/>
          <p:cNvGrpSpPr/>
          <p:nvPr/>
        </p:nvGrpSpPr>
        <p:grpSpPr>
          <a:xfrm>
            <a:off x="636386" y="3896456"/>
            <a:ext cx="961390" cy="1589405"/>
            <a:chOff x="636386" y="3896456"/>
            <a:chExt cx="961390" cy="1589405"/>
          </a:xfrm>
        </p:grpSpPr>
        <p:sp>
          <p:nvSpPr>
            <p:cNvPr id="106" name="object 106"/>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7" name="object 107"/>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8" name="object 108"/>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109" name="object 109"/>
            <p:cNvPicPr/>
            <p:nvPr/>
          </p:nvPicPr>
          <p:blipFill>
            <a:blip r:embed="rId2" cstate="print"/>
            <a:stretch>
              <a:fillRect/>
            </a:stretch>
          </p:blipFill>
          <p:spPr>
            <a:xfrm>
              <a:off x="1050770" y="4906265"/>
              <a:ext cx="83850" cy="102236"/>
            </a:xfrm>
            <a:prstGeom prst="rect">
              <a:avLst/>
            </a:prstGeom>
          </p:spPr>
        </p:pic>
        <p:sp>
          <p:nvSpPr>
            <p:cNvPr id="110" name="object 110"/>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11" name="object 111"/>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112" name="object 112"/>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113" name="object 113"/>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sp>
        <p:nvSpPr>
          <p:cNvPr id="114" name="object 114"/>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15" name="object 115"/>
          <p:cNvGrpSpPr/>
          <p:nvPr/>
        </p:nvGrpSpPr>
        <p:grpSpPr>
          <a:xfrm>
            <a:off x="2528347" y="4985850"/>
            <a:ext cx="484505" cy="484505"/>
            <a:chOff x="2528347" y="4985850"/>
            <a:chExt cx="484505" cy="484505"/>
          </a:xfrm>
        </p:grpSpPr>
        <p:sp>
          <p:nvSpPr>
            <p:cNvPr id="116" name="object 116"/>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7" name="object 117"/>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8" name="object 118"/>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9" name="object 119"/>
          <p:cNvGrpSpPr/>
          <p:nvPr/>
        </p:nvGrpSpPr>
        <p:grpSpPr>
          <a:xfrm>
            <a:off x="5389569" y="4985850"/>
            <a:ext cx="484505" cy="484505"/>
            <a:chOff x="5389569" y="4985850"/>
            <a:chExt cx="484505" cy="484505"/>
          </a:xfrm>
        </p:grpSpPr>
        <p:sp>
          <p:nvSpPr>
            <p:cNvPr id="120" name="object 120"/>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21" name="object 121"/>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2" name="object 122"/>
          <p:cNvGrpSpPr/>
          <p:nvPr/>
        </p:nvGrpSpPr>
        <p:grpSpPr>
          <a:xfrm>
            <a:off x="3958958" y="4985850"/>
            <a:ext cx="484505" cy="484505"/>
            <a:chOff x="3958958" y="4985850"/>
            <a:chExt cx="484505" cy="484505"/>
          </a:xfrm>
        </p:grpSpPr>
        <p:sp>
          <p:nvSpPr>
            <p:cNvPr id="123" name="object 123"/>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24" name="object 124"/>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5" name="object 125"/>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003F83"/>
            </a:solidFill>
          </p:spPr>
          <p:txBody>
            <a:bodyPr wrap="square" lIns="0" tIns="0" rIns="0" bIns="0" rtlCol="0"/>
            <a:lstStyle/>
            <a:p>
              <a:endParaRPr/>
            </a:p>
          </p:txBody>
        </p:sp>
        <p:sp>
          <p:nvSpPr>
            <p:cNvPr id="126" name="object 126"/>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7" name="object 127"/>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28" name="object 128"/>
          <p:cNvGrpSpPr/>
          <p:nvPr/>
        </p:nvGrpSpPr>
        <p:grpSpPr>
          <a:xfrm>
            <a:off x="6104874" y="4985850"/>
            <a:ext cx="484505" cy="484505"/>
            <a:chOff x="6104874" y="4985850"/>
            <a:chExt cx="484505" cy="484505"/>
          </a:xfrm>
        </p:grpSpPr>
        <p:sp>
          <p:nvSpPr>
            <p:cNvPr id="129" name="object 129"/>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30" name="object 130"/>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31" name="object 131"/>
          <p:cNvGrpSpPr/>
          <p:nvPr/>
        </p:nvGrpSpPr>
        <p:grpSpPr>
          <a:xfrm>
            <a:off x="4674263" y="4985850"/>
            <a:ext cx="484505" cy="484505"/>
            <a:chOff x="4674263" y="4985850"/>
            <a:chExt cx="484505" cy="484505"/>
          </a:xfrm>
        </p:grpSpPr>
        <p:sp>
          <p:nvSpPr>
            <p:cNvPr id="132" name="object 132"/>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33" name="object 133"/>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34" name="object 134"/>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003F83"/>
            </a:solidFill>
          </p:spPr>
          <p:txBody>
            <a:bodyPr wrap="square" lIns="0" tIns="0" rIns="0" bIns="0" rtlCol="0"/>
            <a:lstStyle/>
            <a:p>
              <a:endParaRPr/>
            </a:p>
          </p:txBody>
        </p:sp>
        <p:sp>
          <p:nvSpPr>
            <p:cNvPr id="135" name="object 135"/>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36" name="object 136"/>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37" name="object 137"/>
          <p:cNvGrpSpPr/>
          <p:nvPr/>
        </p:nvGrpSpPr>
        <p:grpSpPr>
          <a:xfrm>
            <a:off x="7535484" y="4985850"/>
            <a:ext cx="484505" cy="484505"/>
            <a:chOff x="7535484" y="4985850"/>
            <a:chExt cx="484505" cy="484505"/>
          </a:xfrm>
        </p:grpSpPr>
        <p:sp>
          <p:nvSpPr>
            <p:cNvPr id="138" name="object 138"/>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39" name="object 139"/>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40" name="object 140"/>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41" name="object 141"/>
          <p:cNvGrpSpPr/>
          <p:nvPr/>
        </p:nvGrpSpPr>
        <p:grpSpPr>
          <a:xfrm>
            <a:off x="8250789" y="4985850"/>
            <a:ext cx="484505" cy="484505"/>
            <a:chOff x="8250789" y="4985850"/>
            <a:chExt cx="484505" cy="484505"/>
          </a:xfrm>
        </p:grpSpPr>
        <p:sp>
          <p:nvSpPr>
            <p:cNvPr id="142" name="object 142"/>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3" name="object 143"/>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44" name="object 144"/>
          <p:cNvGrpSpPr/>
          <p:nvPr/>
        </p:nvGrpSpPr>
        <p:grpSpPr>
          <a:xfrm>
            <a:off x="6820179" y="4985850"/>
            <a:ext cx="484505" cy="484505"/>
            <a:chOff x="6820179" y="4985850"/>
            <a:chExt cx="484505" cy="484505"/>
          </a:xfrm>
        </p:grpSpPr>
        <p:sp>
          <p:nvSpPr>
            <p:cNvPr id="145" name="object 145"/>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6" name="object 146"/>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47" name="object 147"/>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48" name="object 148"/>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49" name="object 149"/>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50" name="object 150"/>
          <p:cNvGrpSpPr/>
          <p:nvPr/>
        </p:nvGrpSpPr>
        <p:grpSpPr>
          <a:xfrm>
            <a:off x="1813042" y="5701155"/>
            <a:ext cx="484505" cy="484505"/>
            <a:chOff x="1813042" y="5701155"/>
            <a:chExt cx="484505" cy="484505"/>
          </a:xfrm>
        </p:grpSpPr>
        <p:sp>
          <p:nvSpPr>
            <p:cNvPr id="151" name="object 151"/>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52" name="object 152"/>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3" name="object 153"/>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54" name="object 154"/>
          <p:cNvGrpSpPr/>
          <p:nvPr/>
        </p:nvGrpSpPr>
        <p:grpSpPr>
          <a:xfrm>
            <a:off x="1097737" y="5701155"/>
            <a:ext cx="484505" cy="484505"/>
            <a:chOff x="1097737" y="5701155"/>
            <a:chExt cx="484505" cy="484505"/>
          </a:xfrm>
        </p:grpSpPr>
        <p:sp>
          <p:nvSpPr>
            <p:cNvPr id="155" name="object 155"/>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6" name="object 156"/>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7" name="object 157"/>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58" name="object 158"/>
          <p:cNvGrpSpPr/>
          <p:nvPr/>
        </p:nvGrpSpPr>
        <p:grpSpPr>
          <a:xfrm>
            <a:off x="3243653" y="5701155"/>
            <a:ext cx="484505" cy="484505"/>
            <a:chOff x="3243653" y="5701155"/>
            <a:chExt cx="484505" cy="484505"/>
          </a:xfrm>
        </p:grpSpPr>
        <p:sp>
          <p:nvSpPr>
            <p:cNvPr id="159" name="object 159"/>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60" name="object 160"/>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1" name="object 161"/>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62" name="object 162"/>
          <p:cNvGrpSpPr/>
          <p:nvPr/>
        </p:nvGrpSpPr>
        <p:grpSpPr>
          <a:xfrm>
            <a:off x="2528347" y="5701155"/>
            <a:ext cx="484505" cy="484505"/>
            <a:chOff x="2528347" y="5701155"/>
            <a:chExt cx="484505" cy="484505"/>
          </a:xfrm>
        </p:grpSpPr>
        <p:sp>
          <p:nvSpPr>
            <p:cNvPr id="163" name="object 163"/>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4" name="object 164"/>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5" name="object 165"/>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6" name="object 166"/>
          <p:cNvGrpSpPr/>
          <p:nvPr/>
        </p:nvGrpSpPr>
        <p:grpSpPr>
          <a:xfrm>
            <a:off x="3958958" y="5701155"/>
            <a:ext cx="484505" cy="484505"/>
            <a:chOff x="3958958" y="5701155"/>
            <a:chExt cx="484505" cy="484505"/>
          </a:xfrm>
        </p:grpSpPr>
        <p:sp>
          <p:nvSpPr>
            <p:cNvPr id="167" name="object 167"/>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68" name="object 168"/>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9" name="object 169"/>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70" name="object 170"/>
          <p:cNvGrpSpPr/>
          <p:nvPr/>
        </p:nvGrpSpPr>
        <p:grpSpPr>
          <a:xfrm>
            <a:off x="5389569" y="5701155"/>
            <a:ext cx="484505" cy="484505"/>
            <a:chOff x="5389569" y="5701155"/>
            <a:chExt cx="484505" cy="484505"/>
          </a:xfrm>
        </p:grpSpPr>
        <p:sp>
          <p:nvSpPr>
            <p:cNvPr id="171" name="object 171"/>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72" name="object 172"/>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3" name="object 173"/>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74" name="object 174"/>
          <p:cNvGrpSpPr/>
          <p:nvPr/>
        </p:nvGrpSpPr>
        <p:grpSpPr>
          <a:xfrm>
            <a:off x="4674263" y="5701155"/>
            <a:ext cx="484505" cy="484505"/>
            <a:chOff x="4674263" y="5701155"/>
            <a:chExt cx="484505" cy="484505"/>
          </a:xfrm>
        </p:grpSpPr>
        <p:sp>
          <p:nvSpPr>
            <p:cNvPr id="175" name="object 175"/>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6" name="object 176"/>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7" name="object 177"/>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8" name="object 178"/>
          <p:cNvGrpSpPr/>
          <p:nvPr/>
        </p:nvGrpSpPr>
        <p:grpSpPr>
          <a:xfrm>
            <a:off x="6104874" y="5701155"/>
            <a:ext cx="484505" cy="484505"/>
            <a:chOff x="6104874" y="5701155"/>
            <a:chExt cx="484505" cy="484505"/>
          </a:xfrm>
        </p:grpSpPr>
        <p:sp>
          <p:nvSpPr>
            <p:cNvPr id="179" name="object 179"/>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80" name="object 180"/>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81" name="object 181"/>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82" name="object 182"/>
          <p:cNvGrpSpPr/>
          <p:nvPr/>
        </p:nvGrpSpPr>
        <p:grpSpPr>
          <a:xfrm>
            <a:off x="7535484" y="5701155"/>
            <a:ext cx="484505" cy="484505"/>
            <a:chOff x="7535484" y="5701155"/>
            <a:chExt cx="484505" cy="484505"/>
          </a:xfrm>
        </p:grpSpPr>
        <p:sp>
          <p:nvSpPr>
            <p:cNvPr id="183" name="object 183"/>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84" name="object 184"/>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5" name="object 185"/>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86" name="object 186"/>
          <p:cNvGrpSpPr/>
          <p:nvPr/>
        </p:nvGrpSpPr>
        <p:grpSpPr>
          <a:xfrm>
            <a:off x="6820179" y="5701155"/>
            <a:ext cx="484505" cy="484505"/>
            <a:chOff x="6820179" y="5701155"/>
            <a:chExt cx="484505" cy="484505"/>
          </a:xfrm>
        </p:grpSpPr>
        <p:sp>
          <p:nvSpPr>
            <p:cNvPr id="187" name="object 187"/>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8" name="object 188"/>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9" name="object 189"/>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90" name="object 190"/>
          <p:cNvGrpSpPr/>
          <p:nvPr/>
        </p:nvGrpSpPr>
        <p:grpSpPr>
          <a:xfrm>
            <a:off x="8250789" y="5701155"/>
            <a:ext cx="484505" cy="484505"/>
            <a:chOff x="8250789" y="5701155"/>
            <a:chExt cx="484505" cy="484505"/>
          </a:xfrm>
        </p:grpSpPr>
        <p:sp>
          <p:nvSpPr>
            <p:cNvPr id="191" name="object 191"/>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92" name="object 192"/>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93" name="object 193"/>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94" name="object 194"/>
          <p:cNvGrpSpPr/>
          <p:nvPr/>
        </p:nvGrpSpPr>
        <p:grpSpPr>
          <a:xfrm>
            <a:off x="1813042" y="6416461"/>
            <a:ext cx="484505" cy="484505"/>
            <a:chOff x="1813042" y="6416461"/>
            <a:chExt cx="484505" cy="484505"/>
          </a:xfrm>
        </p:grpSpPr>
        <p:sp>
          <p:nvSpPr>
            <p:cNvPr id="195" name="object 195"/>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96" name="object 196"/>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7" name="object 197"/>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98" name="object 198"/>
          <p:cNvGrpSpPr/>
          <p:nvPr/>
        </p:nvGrpSpPr>
        <p:grpSpPr>
          <a:xfrm>
            <a:off x="1097737" y="6416461"/>
            <a:ext cx="484505" cy="484505"/>
            <a:chOff x="1097737" y="6416461"/>
            <a:chExt cx="484505" cy="484505"/>
          </a:xfrm>
        </p:grpSpPr>
        <p:sp>
          <p:nvSpPr>
            <p:cNvPr id="199" name="object 199"/>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0" name="object 200"/>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1" name="object 201"/>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202" name="object 202"/>
          <p:cNvGrpSpPr/>
          <p:nvPr/>
        </p:nvGrpSpPr>
        <p:grpSpPr>
          <a:xfrm>
            <a:off x="2528347" y="6416461"/>
            <a:ext cx="484505" cy="484505"/>
            <a:chOff x="2528347" y="6416461"/>
            <a:chExt cx="484505" cy="484505"/>
          </a:xfrm>
        </p:grpSpPr>
        <p:sp>
          <p:nvSpPr>
            <p:cNvPr id="203" name="object 203"/>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04" name="object 204"/>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5" name="object 205"/>
          <p:cNvGrpSpPr/>
          <p:nvPr/>
        </p:nvGrpSpPr>
        <p:grpSpPr>
          <a:xfrm>
            <a:off x="3243653" y="6416461"/>
            <a:ext cx="484505" cy="484505"/>
            <a:chOff x="3243653" y="6416461"/>
            <a:chExt cx="484505" cy="484505"/>
          </a:xfrm>
        </p:grpSpPr>
        <p:sp>
          <p:nvSpPr>
            <p:cNvPr id="206" name="object 206"/>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7" name="object 207"/>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08" name="object 208"/>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209" name="object 209"/>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10" name="object 210"/>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211" name="object 211"/>
          <p:cNvGrpSpPr/>
          <p:nvPr/>
        </p:nvGrpSpPr>
        <p:grpSpPr>
          <a:xfrm>
            <a:off x="3958958" y="6416461"/>
            <a:ext cx="484505" cy="484505"/>
            <a:chOff x="3958958" y="6416461"/>
            <a:chExt cx="484505" cy="484505"/>
          </a:xfrm>
        </p:grpSpPr>
        <p:sp>
          <p:nvSpPr>
            <p:cNvPr id="212" name="object 212"/>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13" name="object 213"/>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4" name="object 214"/>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15" name="object 215"/>
          <p:cNvGrpSpPr/>
          <p:nvPr/>
        </p:nvGrpSpPr>
        <p:grpSpPr>
          <a:xfrm>
            <a:off x="5389569" y="6416461"/>
            <a:ext cx="484505" cy="484505"/>
            <a:chOff x="5389569" y="6416461"/>
            <a:chExt cx="484505" cy="484505"/>
          </a:xfrm>
        </p:grpSpPr>
        <p:sp>
          <p:nvSpPr>
            <p:cNvPr id="216" name="object 216"/>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17" name="object 217"/>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8" name="object 218"/>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19" name="object 219"/>
          <p:cNvGrpSpPr/>
          <p:nvPr/>
        </p:nvGrpSpPr>
        <p:grpSpPr>
          <a:xfrm>
            <a:off x="4674263" y="6416461"/>
            <a:ext cx="484505" cy="484505"/>
            <a:chOff x="4674263" y="6416461"/>
            <a:chExt cx="484505" cy="484505"/>
          </a:xfrm>
        </p:grpSpPr>
        <p:sp>
          <p:nvSpPr>
            <p:cNvPr id="220" name="object 220"/>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1" name="object 221"/>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2" name="object 222"/>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23" name="object 223"/>
          <p:cNvGrpSpPr/>
          <p:nvPr/>
        </p:nvGrpSpPr>
        <p:grpSpPr>
          <a:xfrm>
            <a:off x="6104874" y="6416461"/>
            <a:ext cx="484505" cy="484505"/>
            <a:chOff x="6104874" y="6416461"/>
            <a:chExt cx="484505" cy="484505"/>
          </a:xfrm>
        </p:grpSpPr>
        <p:sp>
          <p:nvSpPr>
            <p:cNvPr id="224" name="object 224"/>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5" name="object 225"/>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6" name="object 226"/>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27" name="object 227"/>
          <p:cNvGrpSpPr/>
          <p:nvPr/>
        </p:nvGrpSpPr>
        <p:grpSpPr>
          <a:xfrm>
            <a:off x="7535484" y="6416461"/>
            <a:ext cx="484505" cy="484505"/>
            <a:chOff x="7535484" y="6416461"/>
            <a:chExt cx="484505" cy="484505"/>
          </a:xfrm>
        </p:grpSpPr>
        <p:sp>
          <p:nvSpPr>
            <p:cNvPr id="228" name="object 228"/>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29" name="object 229"/>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0" name="object 230"/>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31" name="object 231"/>
          <p:cNvGrpSpPr/>
          <p:nvPr/>
        </p:nvGrpSpPr>
        <p:grpSpPr>
          <a:xfrm>
            <a:off x="6820179" y="6416461"/>
            <a:ext cx="484505" cy="484505"/>
            <a:chOff x="6820179" y="6416461"/>
            <a:chExt cx="484505" cy="484505"/>
          </a:xfrm>
        </p:grpSpPr>
        <p:sp>
          <p:nvSpPr>
            <p:cNvPr id="232" name="object 232"/>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33" name="object 233"/>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4" name="object 234"/>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46" name="object 246"/>
          <p:cNvSpPr txBox="1"/>
          <p:nvPr/>
        </p:nvSpPr>
        <p:spPr>
          <a:xfrm>
            <a:off x="4595403" y="7146783"/>
            <a:ext cx="566420" cy="205740"/>
          </a:xfrm>
          <a:prstGeom prst="rect">
            <a:avLst/>
          </a:prstGeom>
        </p:spPr>
        <p:txBody>
          <a:bodyPr vert="horz" wrap="square" lIns="0" tIns="7620" rIns="0" bIns="0" rtlCol="0">
            <a:spAutoFit/>
          </a:bodyPr>
          <a:lstStyle/>
          <a:p>
            <a:pPr marL="12700">
              <a:lnSpc>
                <a:spcPct val="100000"/>
              </a:lnSpc>
              <a:spcBef>
                <a:spcPts val="60"/>
              </a:spcBef>
            </a:pPr>
            <a:r>
              <a:rPr sz="1200" b="1" spc="120" dirty="0">
                <a:latin typeface="Trebuchet MS"/>
                <a:cs typeface="Trebuchet MS"/>
              </a:rPr>
              <a:t>N</a:t>
            </a:r>
            <a:r>
              <a:rPr sz="1200" b="1" spc="30" dirty="0">
                <a:latin typeface="Trebuchet MS"/>
                <a:cs typeface="Trebuchet MS"/>
              </a:rPr>
              <a:t> </a:t>
            </a:r>
            <a:r>
              <a:rPr sz="1200" b="1" spc="250" dirty="0">
                <a:latin typeface="Trebuchet MS"/>
                <a:cs typeface="Trebuchet MS"/>
              </a:rPr>
              <a:t>=</a:t>
            </a:r>
            <a:r>
              <a:rPr sz="1200" b="1" spc="30" dirty="0">
                <a:latin typeface="Trebuchet MS"/>
                <a:cs typeface="Trebuchet MS"/>
              </a:rPr>
              <a:t> </a:t>
            </a:r>
            <a:r>
              <a:rPr sz="1200" b="1" spc="50" dirty="0">
                <a:latin typeface="Trebuchet MS"/>
                <a:cs typeface="Trebuchet MS"/>
              </a:rPr>
              <a:t>54</a:t>
            </a:r>
            <a:endParaRPr sz="1200">
              <a:latin typeface="Trebuchet MS"/>
              <a:cs typeface="Trebuchet MS"/>
            </a:endParaRPr>
          </a:p>
        </p:txBody>
      </p:sp>
      <p:sp>
        <p:nvSpPr>
          <p:cNvPr id="247" name="object 24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55</a:t>
            </a:fld>
            <a:endParaRPr spc="-25" dirty="0"/>
          </a:p>
        </p:txBody>
      </p:sp>
      <p:sp>
        <p:nvSpPr>
          <p:cNvPr id="235" name="object 235"/>
          <p:cNvSpPr txBox="1"/>
          <p:nvPr/>
        </p:nvSpPr>
        <p:spPr>
          <a:xfrm>
            <a:off x="246691" y="3403056"/>
            <a:ext cx="794385" cy="399415"/>
          </a:xfrm>
          <a:prstGeom prst="rect">
            <a:avLst/>
          </a:prstGeom>
        </p:spPr>
        <p:txBody>
          <a:bodyPr vert="horz" wrap="square" lIns="0" tIns="5080" rIns="0" bIns="0" rtlCol="0">
            <a:spAutoFit/>
          </a:bodyPr>
          <a:lstStyle/>
          <a:p>
            <a:pPr marL="12700" marR="5080" indent="1206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dirty="0">
                <a:solidFill>
                  <a:srgbClr val="8D3124"/>
                </a:solidFill>
                <a:latin typeface="Lucida Sans Unicode"/>
                <a:cs typeface="Lucida Sans Unicode"/>
              </a:rPr>
              <a:t>medians </a:t>
            </a:r>
            <a:r>
              <a:rPr sz="1200" spc="-50" dirty="0">
                <a:solidFill>
                  <a:srgbClr val="8D3124"/>
                </a:solidFill>
                <a:latin typeface="Lucida Sans Unicode"/>
                <a:cs typeface="Lucida Sans Unicode"/>
              </a:rPr>
              <a:t>p</a:t>
            </a:r>
            <a:endParaRPr sz="1200">
              <a:latin typeface="Lucida Sans Unicode"/>
              <a:cs typeface="Lucida Sans Unicode"/>
            </a:endParaRPr>
          </a:p>
        </p:txBody>
      </p:sp>
      <p:sp>
        <p:nvSpPr>
          <p:cNvPr id="236" name="object 236"/>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38</a:t>
            </a:r>
            <a:endParaRPr sz="1500">
              <a:latin typeface="Lucida Sans Unicode"/>
              <a:cs typeface="Lucida Sans Unicode"/>
            </a:endParaRPr>
          </a:p>
        </p:txBody>
      </p:sp>
      <p:sp>
        <p:nvSpPr>
          <p:cNvPr id="237" name="object 237"/>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18</a:t>
            </a:r>
            <a:endParaRPr sz="1500">
              <a:latin typeface="Lucida Sans Unicode"/>
              <a:cs typeface="Lucida Sans Unicode"/>
            </a:endParaRPr>
          </a:p>
        </p:txBody>
      </p:sp>
      <p:sp>
        <p:nvSpPr>
          <p:cNvPr id="238" name="object 238"/>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35</a:t>
            </a:r>
            <a:endParaRPr sz="1500">
              <a:latin typeface="Lucida Sans Unicode"/>
              <a:cs typeface="Lucida Sans Unicode"/>
            </a:endParaRPr>
          </a:p>
        </p:txBody>
      </p:sp>
      <p:sp>
        <p:nvSpPr>
          <p:cNvPr id="239" name="object 239"/>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43</a:t>
            </a:r>
            <a:endParaRPr sz="1500">
              <a:latin typeface="Lucida Sans Unicode"/>
              <a:cs typeface="Lucida Sans Unicode"/>
            </a:endParaRPr>
          </a:p>
        </p:txBody>
      </p:sp>
      <p:sp>
        <p:nvSpPr>
          <p:cNvPr id="240" name="object 240"/>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23</a:t>
            </a:r>
            <a:endParaRPr sz="1500">
              <a:latin typeface="Lucida Sans Unicode"/>
              <a:cs typeface="Lucida Sans Unicode"/>
            </a:endParaRPr>
          </a:p>
        </p:txBody>
      </p:sp>
      <p:sp>
        <p:nvSpPr>
          <p:cNvPr id="241" name="object 241"/>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40</a:t>
            </a:r>
            <a:endParaRPr sz="1500">
              <a:latin typeface="Lucida Sans Unicode"/>
              <a:cs typeface="Lucida Sans Unicode"/>
            </a:endParaRPr>
          </a:p>
        </p:txBody>
      </p:sp>
      <p:sp>
        <p:nvSpPr>
          <p:cNvPr id="242" name="object 242"/>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19</a:t>
            </a:r>
            <a:endParaRPr sz="1500">
              <a:latin typeface="Lucida Sans Unicode"/>
              <a:cs typeface="Lucida Sans Unicode"/>
            </a:endParaRPr>
          </a:p>
        </p:txBody>
      </p:sp>
      <p:sp>
        <p:nvSpPr>
          <p:cNvPr id="243" name="object 243"/>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31</a:t>
            </a:r>
            <a:endParaRPr sz="1500">
              <a:latin typeface="Lucida Sans Unicode"/>
              <a:cs typeface="Lucida Sans Unicode"/>
            </a:endParaRPr>
          </a:p>
        </p:txBody>
      </p:sp>
      <p:sp>
        <p:nvSpPr>
          <p:cNvPr id="244" name="object 244"/>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15</a:t>
            </a:r>
            <a:endParaRPr sz="1500">
              <a:latin typeface="Lucida Sans Unicode"/>
              <a:cs typeface="Lucida Sans Unicode"/>
            </a:endParaRPr>
          </a:p>
        </p:txBody>
      </p:sp>
      <p:sp>
        <p:nvSpPr>
          <p:cNvPr id="245" name="object 245"/>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802541" y="1081652"/>
            <a:ext cx="5037455" cy="827405"/>
          </a:xfrm>
          <a:prstGeom prst="rect">
            <a:avLst/>
          </a:prstGeom>
        </p:spPr>
        <p:txBody>
          <a:bodyPr vert="horz" wrap="square" lIns="0" tIns="16510" rIns="0" bIns="0" rtlCol="0">
            <a:spAutoFit/>
          </a:bodyPr>
          <a:lstStyle/>
          <a:p>
            <a:pPr marL="50800">
              <a:lnSpc>
                <a:spcPts val="3135"/>
              </a:lnSpc>
              <a:spcBef>
                <a:spcPts val="130"/>
              </a:spcBef>
              <a:tabLst>
                <a:tab pos="4632325" algn="l"/>
              </a:tabLst>
            </a:pPr>
            <a:r>
              <a:rPr sz="4275" spc="2175" baseline="-5847" dirty="0">
                <a:latin typeface="Yu Gothic UI"/>
                <a:cs typeface="Yu Gothic UI"/>
              </a:rPr>
              <a:t>・</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20" dirty="0">
                <a:latin typeface="Lucida Sans Unicode"/>
                <a:cs typeface="Lucida Sans Unicode"/>
              </a:rPr>
              <a:t> </a:t>
            </a:r>
            <a:r>
              <a:rPr sz="1800" dirty="0">
                <a:latin typeface="Lucida Sans Unicode"/>
                <a:cs typeface="Lucida Sans Unicode"/>
              </a:rPr>
              <a:t>half</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spc="-60" dirty="0">
                <a:latin typeface="Lucida Sans Unicode"/>
                <a:cs typeface="Lucida Sans Unicode"/>
              </a:rPr>
              <a:t>5-</a:t>
            </a:r>
            <a:r>
              <a:rPr sz="1800" spc="-35"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medians</a:t>
            </a:r>
            <a:r>
              <a:rPr sz="1800" spc="-20" dirty="0">
                <a:latin typeface="Lucida Sans Unicode"/>
                <a:cs typeface="Lucida Sans Unicode"/>
              </a:rPr>
              <a:t>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50800">
              <a:lnSpc>
                <a:spcPts val="3135"/>
              </a:lnSpc>
              <a:tabLst>
                <a:tab pos="3463290" algn="l"/>
                <a:tab pos="4799330" algn="l"/>
              </a:tabLst>
            </a:pPr>
            <a:r>
              <a:rPr sz="4275" spc="2175" baseline="-7797" dirty="0">
                <a:latin typeface="Yu Gothic UI"/>
                <a:cs typeface="Yu Gothic UI"/>
              </a:rPr>
              <a:t>・</a:t>
            </a:r>
            <a:r>
              <a:rPr sz="1800" dirty="0">
                <a:latin typeface="Lucida Sans Unicode"/>
                <a:cs typeface="Lucida Sans Unicode"/>
              </a:rPr>
              <a:t>At least </a:t>
            </a:r>
            <a:r>
              <a:rPr sz="1800" dirty="0">
                <a:latin typeface="Symbol"/>
                <a:cs typeface="Symbol"/>
              </a:rPr>
              <a:t></a:t>
            </a:r>
            <a:r>
              <a:rPr sz="1800" i="1" dirty="0">
                <a:latin typeface="Times New Roman"/>
                <a:cs typeface="Times New Roman"/>
              </a:rPr>
              <a:t>n </a:t>
            </a:r>
            <a:r>
              <a:rPr sz="1800" dirty="0">
                <a:latin typeface="Times New Roman"/>
                <a:cs typeface="Times New Roman"/>
              </a:rPr>
              <a:t>/ 5</a:t>
            </a:r>
            <a:r>
              <a:rPr sz="1800" dirty="0">
                <a:latin typeface="Symbol"/>
                <a:cs typeface="Symbol"/>
              </a:rPr>
              <a:t></a:t>
            </a:r>
            <a:r>
              <a:rPr sz="1800" dirty="0">
                <a:latin typeface="Times New Roman"/>
                <a:cs typeface="Times New Roman"/>
              </a:rPr>
              <a:t> / 2</a:t>
            </a:r>
            <a:r>
              <a:rPr sz="1800" dirty="0">
                <a:latin typeface="Symbol"/>
                <a:cs typeface="Symbol"/>
              </a:rPr>
              <a:t></a:t>
            </a:r>
            <a:r>
              <a:rPr sz="1800" dirty="0">
                <a:latin typeface="Times New Roman"/>
                <a:cs typeface="Times New Roman"/>
              </a:rPr>
              <a:t> = </a:t>
            </a:r>
            <a:r>
              <a:rPr sz="1800" dirty="0">
                <a:latin typeface="Symbol"/>
                <a:cs typeface="Symbol"/>
              </a:rPr>
              <a:t></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10</a:t>
            </a:r>
            <a:r>
              <a:rPr sz="1800" spc="-25" dirty="0">
                <a:latin typeface="Symbol"/>
                <a:cs typeface="Symbol"/>
              </a:rPr>
              <a:t></a:t>
            </a:r>
            <a:r>
              <a:rPr sz="1800" dirty="0">
                <a:latin typeface="Times New Roman"/>
                <a:cs typeface="Times New Roman"/>
              </a:rPr>
              <a:t>	</a:t>
            </a:r>
            <a:r>
              <a:rPr sz="1800" dirty="0">
                <a:latin typeface="Lucida Sans Unicode"/>
                <a:cs typeface="Lucida Sans Unicode"/>
              </a:rPr>
              <a:t>medians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60" dirty="0"/>
              <a:t> of </a:t>
            </a:r>
            <a:r>
              <a:rPr spc="-25" dirty="0"/>
              <a:t>median-</a:t>
            </a:r>
            <a:r>
              <a:rPr spc="-45" dirty="0"/>
              <a:t>of-</a:t>
            </a:r>
            <a:r>
              <a:rPr dirty="0"/>
              <a:t>medians</a:t>
            </a:r>
            <a:r>
              <a:rPr spc="60" dirty="0"/>
              <a:t> </a:t>
            </a:r>
            <a:r>
              <a:rPr dirty="0"/>
              <a:t>selection</a:t>
            </a:r>
            <a:r>
              <a:rPr spc="65" dirty="0"/>
              <a:t> </a:t>
            </a:r>
            <a:r>
              <a:rPr spc="35" dirty="0"/>
              <a:t>algorithm</a:t>
            </a:r>
          </a:p>
        </p:txBody>
      </p:sp>
      <p:grpSp>
        <p:nvGrpSpPr>
          <p:cNvPr id="5" name="object 5"/>
          <p:cNvGrpSpPr/>
          <p:nvPr/>
        </p:nvGrpSpPr>
        <p:grpSpPr>
          <a:xfrm>
            <a:off x="1813042" y="3555240"/>
            <a:ext cx="484505" cy="484505"/>
            <a:chOff x="1813042" y="3555240"/>
            <a:chExt cx="484505" cy="484505"/>
          </a:xfrm>
        </p:grpSpPr>
        <p:sp>
          <p:nvSpPr>
            <p:cNvPr id="6" name="object 6"/>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8" name="object 8"/>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9" name="object 9"/>
          <p:cNvGrpSpPr/>
          <p:nvPr/>
        </p:nvGrpSpPr>
        <p:grpSpPr>
          <a:xfrm>
            <a:off x="1097504" y="3555007"/>
            <a:ext cx="484505" cy="484505"/>
            <a:chOff x="1097504" y="3555007"/>
            <a:chExt cx="484505" cy="484505"/>
          </a:xfrm>
        </p:grpSpPr>
        <p:sp>
          <p:nvSpPr>
            <p:cNvPr id="10" name="object 10"/>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1" name="object 11"/>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 name="object 12"/>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3" name="object 13"/>
          <p:cNvGrpSpPr/>
          <p:nvPr/>
        </p:nvGrpSpPr>
        <p:grpSpPr>
          <a:xfrm>
            <a:off x="3243653" y="3555240"/>
            <a:ext cx="484505" cy="484505"/>
            <a:chOff x="3243653" y="3555240"/>
            <a:chExt cx="484505" cy="484505"/>
          </a:xfrm>
        </p:grpSpPr>
        <p:sp>
          <p:nvSpPr>
            <p:cNvPr id="14" name="object 14"/>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 name="object 15"/>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 name="object 16"/>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7" name="object 17"/>
          <p:cNvGrpSpPr/>
          <p:nvPr/>
        </p:nvGrpSpPr>
        <p:grpSpPr>
          <a:xfrm>
            <a:off x="2528347" y="3555240"/>
            <a:ext cx="484505" cy="484505"/>
            <a:chOff x="2528347" y="3555240"/>
            <a:chExt cx="484505" cy="484505"/>
          </a:xfrm>
        </p:grpSpPr>
        <p:sp>
          <p:nvSpPr>
            <p:cNvPr id="18" name="object 18"/>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9" name="object 19"/>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 name="object 20"/>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38</a:t>
            </a:r>
            <a:endParaRPr sz="1500">
              <a:latin typeface="Lucida Sans Unicode"/>
              <a:cs typeface="Lucida Sans Unicode"/>
            </a:endParaRPr>
          </a:p>
        </p:txBody>
      </p:sp>
      <p:grpSp>
        <p:nvGrpSpPr>
          <p:cNvPr id="21" name="object 21"/>
          <p:cNvGrpSpPr/>
          <p:nvPr/>
        </p:nvGrpSpPr>
        <p:grpSpPr>
          <a:xfrm>
            <a:off x="3958958" y="3555240"/>
            <a:ext cx="484505" cy="484505"/>
            <a:chOff x="3958958" y="3555240"/>
            <a:chExt cx="484505" cy="484505"/>
          </a:xfrm>
        </p:grpSpPr>
        <p:sp>
          <p:nvSpPr>
            <p:cNvPr id="22" name="object 22"/>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23" name="object 23"/>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4" name="object 24"/>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5" name="object 25"/>
          <p:cNvGrpSpPr/>
          <p:nvPr/>
        </p:nvGrpSpPr>
        <p:grpSpPr>
          <a:xfrm>
            <a:off x="4674263" y="3555240"/>
            <a:ext cx="484505" cy="484505"/>
            <a:chOff x="4674263" y="3555240"/>
            <a:chExt cx="484505" cy="484505"/>
          </a:xfrm>
        </p:grpSpPr>
        <p:sp>
          <p:nvSpPr>
            <p:cNvPr id="26" name="object 26"/>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7" name="object 27"/>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8" name="object 28"/>
          <p:cNvGrpSpPr/>
          <p:nvPr/>
        </p:nvGrpSpPr>
        <p:grpSpPr>
          <a:xfrm>
            <a:off x="5389569" y="3555240"/>
            <a:ext cx="484505" cy="484505"/>
            <a:chOff x="5389569" y="3555240"/>
            <a:chExt cx="484505" cy="484505"/>
          </a:xfrm>
        </p:grpSpPr>
        <p:sp>
          <p:nvSpPr>
            <p:cNvPr id="29" name="object 29"/>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30" name="object 30"/>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31" name="object 31"/>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3F83"/>
            </a:solidFill>
          </p:spPr>
          <p:txBody>
            <a:bodyPr wrap="square" lIns="0" tIns="0" rIns="0" bIns="0" rtlCol="0"/>
            <a:lstStyle/>
            <a:p>
              <a:endParaRPr/>
            </a:p>
          </p:txBody>
        </p:sp>
        <p:sp>
          <p:nvSpPr>
            <p:cNvPr id="32" name="object 32"/>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33" name="object 33"/>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grpSp>
        <p:nvGrpSpPr>
          <p:cNvPr id="34" name="object 34"/>
          <p:cNvGrpSpPr/>
          <p:nvPr/>
        </p:nvGrpSpPr>
        <p:grpSpPr>
          <a:xfrm>
            <a:off x="6104874" y="3555240"/>
            <a:ext cx="484505" cy="484505"/>
            <a:chOff x="6104874" y="3555240"/>
            <a:chExt cx="484505" cy="484505"/>
          </a:xfrm>
        </p:grpSpPr>
        <p:sp>
          <p:nvSpPr>
            <p:cNvPr id="35" name="object 35"/>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6" name="object 36"/>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7" name="object 37"/>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8" name="object 38"/>
          <p:cNvGrpSpPr/>
          <p:nvPr/>
        </p:nvGrpSpPr>
        <p:grpSpPr>
          <a:xfrm>
            <a:off x="7535484" y="3555240"/>
            <a:ext cx="484505" cy="484505"/>
            <a:chOff x="7535484" y="3555240"/>
            <a:chExt cx="484505" cy="484505"/>
          </a:xfrm>
        </p:grpSpPr>
        <p:sp>
          <p:nvSpPr>
            <p:cNvPr id="39" name="object 39"/>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40" name="object 40"/>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1" name="object 41"/>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35</a:t>
            </a:r>
            <a:endParaRPr sz="1500">
              <a:latin typeface="Lucida Sans Unicode"/>
              <a:cs typeface="Lucida Sans Unicode"/>
            </a:endParaRPr>
          </a:p>
        </p:txBody>
      </p:sp>
      <p:grpSp>
        <p:nvGrpSpPr>
          <p:cNvPr id="42" name="object 42"/>
          <p:cNvGrpSpPr/>
          <p:nvPr/>
        </p:nvGrpSpPr>
        <p:grpSpPr>
          <a:xfrm>
            <a:off x="6820179" y="3555240"/>
            <a:ext cx="484505" cy="484505"/>
            <a:chOff x="6820179" y="3555240"/>
            <a:chExt cx="484505" cy="484505"/>
          </a:xfrm>
        </p:grpSpPr>
        <p:sp>
          <p:nvSpPr>
            <p:cNvPr id="43" name="object 43"/>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4" name="object 44"/>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5" name="object 45"/>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6" name="object 46"/>
          <p:cNvGrpSpPr/>
          <p:nvPr/>
        </p:nvGrpSpPr>
        <p:grpSpPr>
          <a:xfrm>
            <a:off x="8250789" y="3555240"/>
            <a:ext cx="484505" cy="484505"/>
            <a:chOff x="8250789" y="3555240"/>
            <a:chExt cx="484505" cy="484505"/>
          </a:xfrm>
        </p:grpSpPr>
        <p:sp>
          <p:nvSpPr>
            <p:cNvPr id="47" name="object 47"/>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8" name="object 48"/>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9" name="object 49"/>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50" name="object 50"/>
          <p:cNvGrpSpPr/>
          <p:nvPr/>
        </p:nvGrpSpPr>
        <p:grpSpPr>
          <a:xfrm>
            <a:off x="1813042" y="4270545"/>
            <a:ext cx="484505" cy="484505"/>
            <a:chOff x="1813042" y="4270545"/>
            <a:chExt cx="484505" cy="484505"/>
          </a:xfrm>
        </p:grpSpPr>
        <p:sp>
          <p:nvSpPr>
            <p:cNvPr id="51" name="object 51"/>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2" name="object 52"/>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3" name="object 53"/>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54" name="object 54"/>
          <p:cNvGrpSpPr/>
          <p:nvPr/>
        </p:nvGrpSpPr>
        <p:grpSpPr>
          <a:xfrm>
            <a:off x="1097504" y="4270312"/>
            <a:ext cx="484505" cy="484505"/>
            <a:chOff x="1097504" y="4270312"/>
            <a:chExt cx="484505" cy="484505"/>
          </a:xfrm>
        </p:grpSpPr>
        <p:sp>
          <p:nvSpPr>
            <p:cNvPr id="55" name="object 55"/>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6" name="object 56"/>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7" name="object 57"/>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58" name="object 58"/>
          <p:cNvGrpSpPr/>
          <p:nvPr/>
        </p:nvGrpSpPr>
        <p:grpSpPr>
          <a:xfrm>
            <a:off x="3243653" y="4270545"/>
            <a:ext cx="484505" cy="484505"/>
            <a:chOff x="3243653" y="4270545"/>
            <a:chExt cx="484505" cy="484505"/>
          </a:xfrm>
        </p:grpSpPr>
        <p:sp>
          <p:nvSpPr>
            <p:cNvPr id="59" name="object 59"/>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60" name="object 60"/>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1" name="object 61"/>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62" name="object 62"/>
          <p:cNvGrpSpPr/>
          <p:nvPr/>
        </p:nvGrpSpPr>
        <p:grpSpPr>
          <a:xfrm>
            <a:off x="2528347" y="4270545"/>
            <a:ext cx="484505" cy="484505"/>
            <a:chOff x="2528347" y="4270545"/>
            <a:chExt cx="484505" cy="484505"/>
          </a:xfrm>
        </p:grpSpPr>
        <p:sp>
          <p:nvSpPr>
            <p:cNvPr id="63" name="object 63"/>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64" name="object 64"/>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5" name="object 65"/>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66" name="object 66"/>
          <p:cNvGrpSpPr/>
          <p:nvPr/>
        </p:nvGrpSpPr>
        <p:grpSpPr>
          <a:xfrm>
            <a:off x="3958958" y="4270545"/>
            <a:ext cx="484505" cy="484505"/>
            <a:chOff x="3958958" y="4270545"/>
            <a:chExt cx="484505" cy="484505"/>
          </a:xfrm>
        </p:grpSpPr>
        <p:sp>
          <p:nvSpPr>
            <p:cNvPr id="67" name="object 67"/>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68" name="object 68"/>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9" name="object 69"/>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70" name="object 70"/>
          <p:cNvGrpSpPr/>
          <p:nvPr/>
        </p:nvGrpSpPr>
        <p:grpSpPr>
          <a:xfrm>
            <a:off x="5389569" y="4270545"/>
            <a:ext cx="484505" cy="484505"/>
            <a:chOff x="5389569" y="4270545"/>
            <a:chExt cx="484505" cy="484505"/>
          </a:xfrm>
        </p:grpSpPr>
        <p:sp>
          <p:nvSpPr>
            <p:cNvPr id="71" name="object 71"/>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2" name="object 72"/>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3" name="object 73"/>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74" name="object 74"/>
          <p:cNvGrpSpPr/>
          <p:nvPr/>
        </p:nvGrpSpPr>
        <p:grpSpPr>
          <a:xfrm>
            <a:off x="4674263" y="4270545"/>
            <a:ext cx="484505" cy="484505"/>
            <a:chOff x="4674263" y="4270545"/>
            <a:chExt cx="484505" cy="484505"/>
          </a:xfrm>
        </p:grpSpPr>
        <p:sp>
          <p:nvSpPr>
            <p:cNvPr id="75" name="object 75"/>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6" name="object 76"/>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7" name="object 77"/>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78" name="object 78"/>
          <p:cNvGrpSpPr/>
          <p:nvPr/>
        </p:nvGrpSpPr>
        <p:grpSpPr>
          <a:xfrm>
            <a:off x="6104874" y="4270545"/>
            <a:ext cx="484505" cy="484505"/>
            <a:chOff x="6104874" y="4270545"/>
            <a:chExt cx="484505" cy="484505"/>
          </a:xfrm>
        </p:grpSpPr>
        <p:sp>
          <p:nvSpPr>
            <p:cNvPr id="79" name="object 79"/>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0" name="object 80"/>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81" name="object 81"/>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43</a:t>
            </a:r>
            <a:endParaRPr sz="1500">
              <a:latin typeface="Lucida Sans Unicode"/>
              <a:cs typeface="Lucida Sans Unicode"/>
            </a:endParaRPr>
          </a:p>
        </p:txBody>
      </p:sp>
      <p:grpSp>
        <p:nvGrpSpPr>
          <p:cNvPr id="82" name="object 82"/>
          <p:cNvGrpSpPr/>
          <p:nvPr/>
        </p:nvGrpSpPr>
        <p:grpSpPr>
          <a:xfrm>
            <a:off x="7535484" y="4270545"/>
            <a:ext cx="484505" cy="484505"/>
            <a:chOff x="7535484" y="4270545"/>
            <a:chExt cx="484505" cy="484505"/>
          </a:xfrm>
        </p:grpSpPr>
        <p:sp>
          <p:nvSpPr>
            <p:cNvPr id="83" name="object 83"/>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84" name="object 84"/>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85" name="object 85"/>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6" name="object 86"/>
          <p:cNvGrpSpPr/>
          <p:nvPr/>
        </p:nvGrpSpPr>
        <p:grpSpPr>
          <a:xfrm>
            <a:off x="6820179" y="4270545"/>
            <a:ext cx="484505" cy="484505"/>
            <a:chOff x="6820179" y="4270545"/>
            <a:chExt cx="484505" cy="484505"/>
          </a:xfrm>
        </p:grpSpPr>
        <p:sp>
          <p:nvSpPr>
            <p:cNvPr id="87" name="object 87"/>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88" name="object 88"/>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89" name="object 89"/>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90" name="object 90"/>
          <p:cNvGrpSpPr/>
          <p:nvPr/>
        </p:nvGrpSpPr>
        <p:grpSpPr>
          <a:xfrm>
            <a:off x="8250789" y="4270545"/>
            <a:ext cx="484505" cy="484505"/>
            <a:chOff x="8250789" y="4270545"/>
            <a:chExt cx="484505" cy="484505"/>
          </a:xfrm>
        </p:grpSpPr>
        <p:sp>
          <p:nvSpPr>
            <p:cNvPr id="91" name="object 91"/>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2" name="object 92"/>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3" name="object 93"/>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94" name="object 94"/>
          <p:cNvGrpSpPr/>
          <p:nvPr/>
        </p:nvGrpSpPr>
        <p:grpSpPr>
          <a:xfrm>
            <a:off x="3243653" y="4985850"/>
            <a:ext cx="484505" cy="484505"/>
            <a:chOff x="3243653" y="4985850"/>
            <a:chExt cx="484505" cy="484505"/>
          </a:xfrm>
        </p:grpSpPr>
        <p:sp>
          <p:nvSpPr>
            <p:cNvPr id="95" name="object 95"/>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6" name="object 96"/>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97" name="object 97"/>
          <p:cNvGrpSpPr/>
          <p:nvPr/>
        </p:nvGrpSpPr>
        <p:grpSpPr>
          <a:xfrm>
            <a:off x="1813042" y="4985850"/>
            <a:ext cx="484505" cy="484505"/>
            <a:chOff x="1813042" y="4985850"/>
            <a:chExt cx="484505" cy="484505"/>
          </a:xfrm>
        </p:grpSpPr>
        <p:sp>
          <p:nvSpPr>
            <p:cNvPr id="98" name="object 98"/>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0" name="object 100"/>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3F83"/>
            </a:solidFill>
          </p:spPr>
          <p:txBody>
            <a:bodyPr wrap="square" lIns="0" tIns="0" rIns="0" bIns="0" rtlCol="0"/>
            <a:lstStyle/>
            <a:p>
              <a:endParaRPr/>
            </a:p>
          </p:txBody>
        </p:sp>
        <p:sp>
          <p:nvSpPr>
            <p:cNvPr id="101" name="object 101"/>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102" name="object 102"/>
          <p:cNvGrpSpPr/>
          <p:nvPr/>
        </p:nvGrpSpPr>
        <p:grpSpPr>
          <a:xfrm>
            <a:off x="636386" y="3896456"/>
            <a:ext cx="961390" cy="1589405"/>
            <a:chOff x="636386" y="3896456"/>
            <a:chExt cx="961390" cy="1589405"/>
          </a:xfrm>
        </p:grpSpPr>
        <p:sp>
          <p:nvSpPr>
            <p:cNvPr id="103" name="object 103"/>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4" name="object 104"/>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5" name="object 105"/>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106" name="object 106"/>
            <p:cNvPicPr/>
            <p:nvPr/>
          </p:nvPicPr>
          <p:blipFill>
            <a:blip r:embed="rId2" cstate="print"/>
            <a:stretch>
              <a:fillRect/>
            </a:stretch>
          </p:blipFill>
          <p:spPr>
            <a:xfrm>
              <a:off x="1050770" y="4906265"/>
              <a:ext cx="83850" cy="102236"/>
            </a:xfrm>
            <a:prstGeom prst="rect">
              <a:avLst/>
            </a:prstGeom>
          </p:spPr>
        </p:pic>
        <p:sp>
          <p:nvSpPr>
            <p:cNvPr id="107" name="object 107"/>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08" name="object 108"/>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109" name="object 109"/>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110" name="object 110"/>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sp>
        <p:nvSpPr>
          <p:cNvPr id="111" name="object 111"/>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12" name="object 112"/>
          <p:cNvGrpSpPr/>
          <p:nvPr/>
        </p:nvGrpSpPr>
        <p:grpSpPr>
          <a:xfrm>
            <a:off x="2528347" y="4985850"/>
            <a:ext cx="484505" cy="484505"/>
            <a:chOff x="2528347" y="4985850"/>
            <a:chExt cx="484505" cy="484505"/>
          </a:xfrm>
        </p:grpSpPr>
        <p:sp>
          <p:nvSpPr>
            <p:cNvPr id="113" name="object 113"/>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4" name="object 114"/>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5" name="object 115"/>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6" name="object 116"/>
          <p:cNvGrpSpPr/>
          <p:nvPr/>
        </p:nvGrpSpPr>
        <p:grpSpPr>
          <a:xfrm>
            <a:off x="3958958" y="4985850"/>
            <a:ext cx="484505" cy="484505"/>
            <a:chOff x="3958958" y="4985850"/>
            <a:chExt cx="484505" cy="484505"/>
          </a:xfrm>
        </p:grpSpPr>
        <p:sp>
          <p:nvSpPr>
            <p:cNvPr id="117" name="object 117"/>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18" name="object 118"/>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9" name="object 119"/>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40</a:t>
            </a:r>
            <a:endParaRPr sz="1500">
              <a:latin typeface="Lucida Sans Unicode"/>
              <a:cs typeface="Lucida Sans Unicode"/>
            </a:endParaRPr>
          </a:p>
        </p:txBody>
      </p:sp>
      <p:grpSp>
        <p:nvGrpSpPr>
          <p:cNvPr id="120" name="object 120"/>
          <p:cNvGrpSpPr/>
          <p:nvPr/>
        </p:nvGrpSpPr>
        <p:grpSpPr>
          <a:xfrm>
            <a:off x="5389569" y="4985850"/>
            <a:ext cx="484505" cy="484505"/>
            <a:chOff x="5389569" y="4985850"/>
            <a:chExt cx="484505" cy="484505"/>
          </a:xfrm>
        </p:grpSpPr>
        <p:sp>
          <p:nvSpPr>
            <p:cNvPr id="121" name="object 121"/>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22" name="object 122"/>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3" name="object 123"/>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24" name="object 124"/>
          <p:cNvGrpSpPr/>
          <p:nvPr/>
        </p:nvGrpSpPr>
        <p:grpSpPr>
          <a:xfrm>
            <a:off x="6104874" y="4985850"/>
            <a:ext cx="484505" cy="484505"/>
            <a:chOff x="6104874" y="4985850"/>
            <a:chExt cx="484505" cy="484505"/>
          </a:xfrm>
        </p:grpSpPr>
        <p:sp>
          <p:nvSpPr>
            <p:cNvPr id="125" name="object 125"/>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6" name="object 126"/>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7" name="object 127"/>
          <p:cNvGrpSpPr/>
          <p:nvPr/>
        </p:nvGrpSpPr>
        <p:grpSpPr>
          <a:xfrm>
            <a:off x="4674263" y="4985850"/>
            <a:ext cx="484505" cy="484505"/>
            <a:chOff x="4674263" y="4985850"/>
            <a:chExt cx="484505" cy="484505"/>
          </a:xfrm>
        </p:grpSpPr>
        <p:sp>
          <p:nvSpPr>
            <p:cNvPr id="128" name="object 128"/>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9" name="object 129"/>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30" name="object 130"/>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003F83"/>
            </a:solidFill>
          </p:spPr>
          <p:txBody>
            <a:bodyPr wrap="square" lIns="0" tIns="0" rIns="0" bIns="0" rtlCol="0"/>
            <a:lstStyle/>
            <a:p>
              <a:endParaRPr/>
            </a:p>
          </p:txBody>
        </p:sp>
        <p:sp>
          <p:nvSpPr>
            <p:cNvPr id="131" name="object 131"/>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32" name="object 132"/>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33" name="object 133"/>
          <p:cNvGrpSpPr/>
          <p:nvPr/>
        </p:nvGrpSpPr>
        <p:grpSpPr>
          <a:xfrm>
            <a:off x="7535484" y="4985850"/>
            <a:ext cx="484505" cy="484505"/>
            <a:chOff x="7535484" y="4985850"/>
            <a:chExt cx="484505" cy="484505"/>
          </a:xfrm>
        </p:grpSpPr>
        <p:sp>
          <p:nvSpPr>
            <p:cNvPr id="134" name="object 134"/>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35" name="object 135"/>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36" name="object 136"/>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37" name="object 137"/>
          <p:cNvGrpSpPr/>
          <p:nvPr/>
        </p:nvGrpSpPr>
        <p:grpSpPr>
          <a:xfrm>
            <a:off x="6820179" y="4985850"/>
            <a:ext cx="484505" cy="484505"/>
            <a:chOff x="6820179" y="4985850"/>
            <a:chExt cx="484505" cy="484505"/>
          </a:xfrm>
        </p:grpSpPr>
        <p:sp>
          <p:nvSpPr>
            <p:cNvPr id="138" name="object 138"/>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9" name="object 139"/>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40" name="object 140"/>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31</a:t>
            </a:r>
            <a:endParaRPr sz="1500">
              <a:latin typeface="Lucida Sans Unicode"/>
              <a:cs typeface="Lucida Sans Unicode"/>
            </a:endParaRPr>
          </a:p>
        </p:txBody>
      </p:sp>
      <p:grpSp>
        <p:nvGrpSpPr>
          <p:cNvPr id="141" name="object 141"/>
          <p:cNvGrpSpPr/>
          <p:nvPr/>
        </p:nvGrpSpPr>
        <p:grpSpPr>
          <a:xfrm>
            <a:off x="8250789" y="4985850"/>
            <a:ext cx="484505" cy="484505"/>
            <a:chOff x="8250789" y="4985850"/>
            <a:chExt cx="484505" cy="484505"/>
          </a:xfrm>
        </p:grpSpPr>
        <p:sp>
          <p:nvSpPr>
            <p:cNvPr id="142" name="object 142"/>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3" name="object 143"/>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44" name="object 144"/>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45" name="object 145"/>
          <p:cNvGrpSpPr/>
          <p:nvPr/>
        </p:nvGrpSpPr>
        <p:grpSpPr>
          <a:xfrm>
            <a:off x="1813042" y="5701155"/>
            <a:ext cx="484505" cy="484505"/>
            <a:chOff x="1813042" y="5701155"/>
            <a:chExt cx="484505" cy="484505"/>
          </a:xfrm>
        </p:grpSpPr>
        <p:sp>
          <p:nvSpPr>
            <p:cNvPr id="146" name="object 146"/>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47" name="object 147"/>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48" name="object 148"/>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49" name="object 149"/>
          <p:cNvGrpSpPr/>
          <p:nvPr/>
        </p:nvGrpSpPr>
        <p:grpSpPr>
          <a:xfrm>
            <a:off x="1097737" y="5701155"/>
            <a:ext cx="484505" cy="484505"/>
            <a:chOff x="1097737" y="5701155"/>
            <a:chExt cx="484505" cy="484505"/>
          </a:xfrm>
        </p:grpSpPr>
        <p:sp>
          <p:nvSpPr>
            <p:cNvPr id="150" name="object 150"/>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1" name="object 151"/>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2" name="object 152"/>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53" name="object 153"/>
          <p:cNvGrpSpPr/>
          <p:nvPr/>
        </p:nvGrpSpPr>
        <p:grpSpPr>
          <a:xfrm>
            <a:off x="3243653" y="5701155"/>
            <a:ext cx="484505" cy="484505"/>
            <a:chOff x="3243653" y="5701155"/>
            <a:chExt cx="484505" cy="484505"/>
          </a:xfrm>
        </p:grpSpPr>
        <p:sp>
          <p:nvSpPr>
            <p:cNvPr id="154" name="object 154"/>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5" name="object 155"/>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6" name="object 156"/>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57" name="object 157"/>
          <p:cNvGrpSpPr/>
          <p:nvPr/>
        </p:nvGrpSpPr>
        <p:grpSpPr>
          <a:xfrm>
            <a:off x="2528347" y="5701155"/>
            <a:ext cx="484505" cy="484505"/>
            <a:chOff x="2528347" y="5701155"/>
            <a:chExt cx="484505" cy="484505"/>
          </a:xfrm>
        </p:grpSpPr>
        <p:sp>
          <p:nvSpPr>
            <p:cNvPr id="158" name="object 158"/>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59" name="object 159"/>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0" name="object 160"/>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1" name="object 161"/>
          <p:cNvGrpSpPr/>
          <p:nvPr/>
        </p:nvGrpSpPr>
        <p:grpSpPr>
          <a:xfrm>
            <a:off x="3958958" y="5701155"/>
            <a:ext cx="484505" cy="484505"/>
            <a:chOff x="3958958" y="5701155"/>
            <a:chExt cx="484505" cy="484505"/>
          </a:xfrm>
        </p:grpSpPr>
        <p:sp>
          <p:nvSpPr>
            <p:cNvPr id="162" name="object 162"/>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63" name="object 163"/>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4" name="object 164"/>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65" name="object 165"/>
          <p:cNvGrpSpPr/>
          <p:nvPr/>
        </p:nvGrpSpPr>
        <p:grpSpPr>
          <a:xfrm>
            <a:off x="5389569" y="5701155"/>
            <a:ext cx="484505" cy="484505"/>
            <a:chOff x="5389569" y="5701155"/>
            <a:chExt cx="484505" cy="484505"/>
          </a:xfrm>
        </p:grpSpPr>
        <p:sp>
          <p:nvSpPr>
            <p:cNvPr id="166" name="object 166"/>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67" name="object 167"/>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8" name="object 168"/>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69" name="object 169"/>
          <p:cNvGrpSpPr/>
          <p:nvPr/>
        </p:nvGrpSpPr>
        <p:grpSpPr>
          <a:xfrm>
            <a:off x="4674263" y="5701155"/>
            <a:ext cx="484505" cy="484505"/>
            <a:chOff x="4674263" y="5701155"/>
            <a:chExt cx="484505" cy="484505"/>
          </a:xfrm>
        </p:grpSpPr>
        <p:sp>
          <p:nvSpPr>
            <p:cNvPr id="170" name="object 170"/>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1" name="object 171"/>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2" name="object 172"/>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3" name="object 173"/>
          <p:cNvGrpSpPr/>
          <p:nvPr/>
        </p:nvGrpSpPr>
        <p:grpSpPr>
          <a:xfrm>
            <a:off x="6104874" y="5701155"/>
            <a:ext cx="484505" cy="484505"/>
            <a:chOff x="6104874" y="5701155"/>
            <a:chExt cx="484505" cy="484505"/>
          </a:xfrm>
        </p:grpSpPr>
        <p:sp>
          <p:nvSpPr>
            <p:cNvPr id="174" name="object 174"/>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5" name="object 175"/>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6" name="object 176"/>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77" name="object 177"/>
          <p:cNvGrpSpPr/>
          <p:nvPr/>
        </p:nvGrpSpPr>
        <p:grpSpPr>
          <a:xfrm>
            <a:off x="7535484" y="5701155"/>
            <a:ext cx="484505" cy="484505"/>
            <a:chOff x="7535484" y="5701155"/>
            <a:chExt cx="484505" cy="484505"/>
          </a:xfrm>
        </p:grpSpPr>
        <p:sp>
          <p:nvSpPr>
            <p:cNvPr id="178" name="object 178"/>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79" name="object 179"/>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0" name="object 180"/>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81" name="object 181"/>
          <p:cNvGrpSpPr/>
          <p:nvPr/>
        </p:nvGrpSpPr>
        <p:grpSpPr>
          <a:xfrm>
            <a:off x="6820179" y="5701155"/>
            <a:ext cx="484505" cy="484505"/>
            <a:chOff x="6820179" y="5701155"/>
            <a:chExt cx="484505" cy="484505"/>
          </a:xfrm>
        </p:grpSpPr>
        <p:sp>
          <p:nvSpPr>
            <p:cNvPr id="182" name="object 182"/>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3" name="object 183"/>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4" name="object 184"/>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85" name="object 185"/>
          <p:cNvGrpSpPr/>
          <p:nvPr/>
        </p:nvGrpSpPr>
        <p:grpSpPr>
          <a:xfrm>
            <a:off x="8250789" y="5701155"/>
            <a:ext cx="484505" cy="484505"/>
            <a:chOff x="8250789" y="5701155"/>
            <a:chExt cx="484505" cy="484505"/>
          </a:xfrm>
        </p:grpSpPr>
        <p:sp>
          <p:nvSpPr>
            <p:cNvPr id="186" name="object 186"/>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7" name="object 187"/>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8" name="object 188"/>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89" name="object 189"/>
          <p:cNvGrpSpPr/>
          <p:nvPr/>
        </p:nvGrpSpPr>
        <p:grpSpPr>
          <a:xfrm>
            <a:off x="1813042" y="6416461"/>
            <a:ext cx="484505" cy="484505"/>
            <a:chOff x="1813042" y="6416461"/>
            <a:chExt cx="484505" cy="484505"/>
          </a:xfrm>
        </p:grpSpPr>
        <p:sp>
          <p:nvSpPr>
            <p:cNvPr id="190" name="object 190"/>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91" name="object 191"/>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2" name="object 192"/>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93" name="object 193"/>
          <p:cNvGrpSpPr/>
          <p:nvPr/>
        </p:nvGrpSpPr>
        <p:grpSpPr>
          <a:xfrm>
            <a:off x="1097737" y="6416461"/>
            <a:ext cx="484505" cy="484505"/>
            <a:chOff x="1097737" y="6416461"/>
            <a:chExt cx="484505" cy="484505"/>
          </a:xfrm>
        </p:grpSpPr>
        <p:sp>
          <p:nvSpPr>
            <p:cNvPr id="194" name="object 194"/>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95" name="object 195"/>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6" name="object 196"/>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197" name="object 197"/>
          <p:cNvGrpSpPr/>
          <p:nvPr/>
        </p:nvGrpSpPr>
        <p:grpSpPr>
          <a:xfrm>
            <a:off x="2528347" y="6416461"/>
            <a:ext cx="484505" cy="484505"/>
            <a:chOff x="2528347" y="6416461"/>
            <a:chExt cx="484505" cy="484505"/>
          </a:xfrm>
        </p:grpSpPr>
        <p:sp>
          <p:nvSpPr>
            <p:cNvPr id="198" name="object 198"/>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99" name="object 199"/>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0" name="object 200"/>
          <p:cNvGrpSpPr/>
          <p:nvPr/>
        </p:nvGrpSpPr>
        <p:grpSpPr>
          <a:xfrm>
            <a:off x="3243653" y="6416461"/>
            <a:ext cx="484505" cy="484505"/>
            <a:chOff x="3243653" y="6416461"/>
            <a:chExt cx="484505" cy="484505"/>
          </a:xfrm>
        </p:grpSpPr>
        <p:sp>
          <p:nvSpPr>
            <p:cNvPr id="201" name="object 201"/>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2" name="object 202"/>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03" name="object 203"/>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204" name="object 204"/>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05" name="object 205"/>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206" name="object 206"/>
          <p:cNvGrpSpPr/>
          <p:nvPr/>
        </p:nvGrpSpPr>
        <p:grpSpPr>
          <a:xfrm>
            <a:off x="3958958" y="6416461"/>
            <a:ext cx="484505" cy="484505"/>
            <a:chOff x="3958958" y="6416461"/>
            <a:chExt cx="484505" cy="484505"/>
          </a:xfrm>
        </p:grpSpPr>
        <p:sp>
          <p:nvSpPr>
            <p:cNvPr id="207" name="object 207"/>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08" name="object 208"/>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9" name="object 209"/>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10" name="object 210"/>
          <p:cNvGrpSpPr/>
          <p:nvPr/>
        </p:nvGrpSpPr>
        <p:grpSpPr>
          <a:xfrm>
            <a:off x="5389569" y="6416461"/>
            <a:ext cx="484505" cy="484505"/>
            <a:chOff x="5389569" y="6416461"/>
            <a:chExt cx="484505" cy="484505"/>
          </a:xfrm>
        </p:grpSpPr>
        <p:sp>
          <p:nvSpPr>
            <p:cNvPr id="211" name="object 211"/>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12" name="object 212"/>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3" name="object 213"/>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14" name="object 214"/>
          <p:cNvGrpSpPr/>
          <p:nvPr/>
        </p:nvGrpSpPr>
        <p:grpSpPr>
          <a:xfrm>
            <a:off x="4674263" y="6416461"/>
            <a:ext cx="484505" cy="484505"/>
            <a:chOff x="4674263" y="6416461"/>
            <a:chExt cx="484505" cy="484505"/>
          </a:xfrm>
        </p:grpSpPr>
        <p:sp>
          <p:nvSpPr>
            <p:cNvPr id="215" name="object 215"/>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6" name="object 216"/>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7" name="object 217"/>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18" name="object 218"/>
          <p:cNvGrpSpPr/>
          <p:nvPr/>
        </p:nvGrpSpPr>
        <p:grpSpPr>
          <a:xfrm>
            <a:off x="6104874" y="6416461"/>
            <a:ext cx="484505" cy="484505"/>
            <a:chOff x="6104874" y="6416461"/>
            <a:chExt cx="484505" cy="484505"/>
          </a:xfrm>
        </p:grpSpPr>
        <p:sp>
          <p:nvSpPr>
            <p:cNvPr id="219" name="object 219"/>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0" name="object 220"/>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1" name="object 221"/>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22" name="object 222"/>
          <p:cNvGrpSpPr/>
          <p:nvPr/>
        </p:nvGrpSpPr>
        <p:grpSpPr>
          <a:xfrm>
            <a:off x="7535484" y="6416461"/>
            <a:ext cx="484505" cy="484505"/>
            <a:chOff x="7535484" y="6416461"/>
            <a:chExt cx="484505" cy="484505"/>
          </a:xfrm>
        </p:grpSpPr>
        <p:sp>
          <p:nvSpPr>
            <p:cNvPr id="223" name="object 223"/>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24" name="object 224"/>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25" name="object 225"/>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26" name="object 226"/>
          <p:cNvGrpSpPr/>
          <p:nvPr/>
        </p:nvGrpSpPr>
        <p:grpSpPr>
          <a:xfrm>
            <a:off x="6820179" y="6416461"/>
            <a:ext cx="484505" cy="484505"/>
            <a:chOff x="6820179" y="6416461"/>
            <a:chExt cx="484505" cy="484505"/>
          </a:xfrm>
        </p:grpSpPr>
        <p:sp>
          <p:nvSpPr>
            <p:cNvPr id="227" name="object 227"/>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28" name="object 228"/>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29" name="object 229"/>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36" name="object 236"/>
          <p:cNvSpPr txBox="1"/>
          <p:nvPr/>
        </p:nvSpPr>
        <p:spPr>
          <a:xfrm>
            <a:off x="4595403" y="7146783"/>
            <a:ext cx="566420" cy="205740"/>
          </a:xfrm>
          <a:prstGeom prst="rect">
            <a:avLst/>
          </a:prstGeom>
        </p:spPr>
        <p:txBody>
          <a:bodyPr vert="horz" wrap="square" lIns="0" tIns="7620" rIns="0" bIns="0" rtlCol="0">
            <a:spAutoFit/>
          </a:bodyPr>
          <a:lstStyle/>
          <a:p>
            <a:pPr marL="12700">
              <a:lnSpc>
                <a:spcPct val="100000"/>
              </a:lnSpc>
              <a:spcBef>
                <a:spcPts val="60"/>
              </a:spcBef>
            </a:pPr>
            <a:r>
              <a:rPr sz="1200" b="1" spc="120" dirty="0">
                <a:latin typeface="Trebuchet MS"/>
                <a:cs typeface="Trebuchet MS"/>
              </a:rPr>
              <a:t>N</a:t>
            </a:r>
            <a:r>
              <a:rPr sz="1200" b="1" spc="30" dirty="0">
                <a:latin typeface="Trebuchet MS"/>
                <a:cs typeface="Trebuchet MS"/>
              </a:rPr>
              <a:t> </a:t>
            </a:r>
            <a:r>
              <a:rPr sz="1200" b="1" spc="250" dirty="0">
                <a:latin typeface="Trebuchet MS"/>
                <a:cs typeface="Trebuchet MS"/>
              </a:rPr>
              <a:t>=</a:t>
            </a:r>
            <a:r>
              <a:rPr sz="1200" b="1" spc="30" dirty="0">
                <a:latin typeface="Trebuchet MS"/>
                <a:cs typeface="Trebuchet MS"/>
              </a:rPr>
              <a:t> </a:t>
            </a:r>
            <a:r>
              <a:rPr sz="1200" b="1" spc="50" dirty="0">
                <a:latin typeface="Trebuchet MS"/>
                <a:cs typeface="Trebuchet MS"/>
              </a:rPr>
              <a:t>54</a:t>
            </a:r>
            <a:endParaRPr sz="1200">
              <a:latin typeface="Trebuchet MS"/>
              <a:cs typeface="Trebuchet MS"/>
            </a:endParaRPr>
          </a:p>
        </p:txBody>
      </p:sp>
      <p:sp>
        <p:nvSpPr>
          <p:cNvPr id="237" name="object 23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56</a:t>
            </a:fld>
            <a:endParaRPr spc="-25" dirty="0"/>
          </a:p>
        </p:txBody>
      </p:sp>
      <p:sp>
        <p:nvSpPr>
          <p:cNvPr id="230" name="object 230"/>
          <p:cNvSpPr txBox="1"/>
          <p:nvPr/>
        </p:nvSpPr>
        <p:spPr>
          <a:xfrm>
            <a:off x="246691" y="3403056"/>
            <a:ext cx="794385" cy="399415"/>
          </a:xfrm>
          <a:prstGeom prst="rect">
            <a:avLst/>
          </a:prstGeom>
        </p:spPr>
        <p:txBody>
          <a:bodyPr vert="horz" wrap="square" lIns="0" tIns="5080" rIns="0" bIns="0" rtlCol="0">
            <a:spAutoFit/>
          </a:bodyPr>
          <a:lstStyle/>
          <a:p>
            <a:pPr marL="12700" marR="5080" indent="1206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dirty="0">
                <a:solidFill>
                  <a:srgbClr val="8D3124"/>
                </a:solidFill>
                <a:latin typeface="Lucida Sans Unicode"/>
                <a:cs typeface="Lucida Sans Unicode"/>
              </a:rPr>
              <a:t>medians </a:t>
            </a:r>
            <a:r>
              <a:rPr sz="1200" spc="-50" dirty="0">
                <a:solidFill>
                  <a:srgbClr val="8D3124"/>
                </a:solidFill>
                <a:latin typeface="Lucida Sans Unicode"/>
                <a:cs typeface="Lucida Sans Unicode"/>
              </a:rPr>
              <a:t>p</a:t>
            </a:r>
            <a:endParaRPr sz="1200">
              <a:latin typeface="Lucida Sans Unicode"/>
              <a:cs typeface="Lucida Sans Unicode"/>
            </a:endParaRPr>
          </a:p>
        </p:txBody>
      </p:sp>
      <p:sp>
        <p:nvSpPr>
          <p:cNvPr id="231" name="object 231"/>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18</a:t>
            </a:r>
            <a:endParaRPr sz="1500">
              <a:latin typeface="Lucida Sans Unicode"/>
              <a:cs typeface="Lucida Sans Unicode"/>
            </a:endParaRPr>
          </a:p>
        </p:txBody>
      </p:sp>
      <p:sp>
        <p:nvSpPr>
          <p:cNvPr id="232" name="object 232"/>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23</a:t>
            </a:r>
            <a:endParaRPr sz="1500">
              <a:latin typeface="Lucida Sans Unicode"/>
              <a:cs typeface="Lucida Sans Unicode"/>
            </a:endParaRPr>
          </a:p>
        </p:txBody>
      </p:sp>
      <p:sp>
        <p:nvSpPr>
          <p:cNvPr id="233" name="object 233"/>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19</a:t>
            </a:r>
            <a:endParaRPr sz="1500">
              <a:latin typeface="Lucida Sans Unicode"/>
              <a:cs typeface="Lucida Sans Unicode"/>
            </a:endParaRPr>
          </a:p>
        </p:txBody>
      </p:sp>
      <p:sp>
        <p:nvSpPr>
          <p:cNvPr id="234" name="object 234"/>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15</a:t>
            </a:r>
            <a:endParaRPr sz="1500">
              <a:latin typeface="Lucida Sans Unicode"/>
              <a:cs typeface="Lucida Sans Unicode"/>
            </a:endParaRPr>
          </a:p>
        </p:txBody>
      </p:sp>
      <p:sp>
        <p:nvSpPr>
          <p:cNvPr id="235" name="object 235"/>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789841" y="1081652"/>
            <a:ext cx="5062855" cy="1189990"/>
          </a:xfrm>
          <a:prstGeom prst="rect">
            <a:avLst/>
          </a:prstGeom>
        </p:spPr>
        <p:txBody>
          <a:bodyPr vert="horz" wrap="square" lIns="0" tIns="16510" rIns="0" bIns="0" rtlCol="0">
            <a:spAutoFit/>
          </a:bodyPr>
          <a:lstStyle/>
          <a:p>
            <a:pPr marL="63500">
              <a:lnSpc>
                <a:spcPts val="3135"/>
              </a:lnSpc>
              <a:spcBef>
                <a:spcPts val="130"/>
              </a:spcBef>
              <a:tabLst>
                <a:tab pos="4645025" algn="l"/>
              </a:tabLst>
            </a:pPr>
            <a:r>
              <a:rPr sz="4275" spc="2175" baseline="-5847" dirty="0">
                <a:latin typeface="Yu Gothic UI"/>
                <a:cs typeface="Yu Gothic UI"/>
              </a:rPr>
              <a:t>・</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20" dirty="0">
                <a:latin typeface="Lucida Sans Unicode"/>
                <a:cs typeface="Lucida Sans Unicode"/>
              </a:rPr>
              <a:t> </a:t>
            </a:r>
            <a:r>
              <a:rPr sz="1800" dirty="0">
                <a:latin typeface="Lucida Sans Unicode"/>
                <a:cs typeface="Lucida Sans Unicode"/>
              </a:rPr>
              <a:t>half</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spc="-60" dirty="0">
                <a:latin typeface="Lucida Sans Unicode"/>
                <a:cs typeface="Lucida Sans Unicode"/>
              </a:rPr>
              <a:t>5-</a:t>
            </a:r>
            <a:r>
              <a:rPr sz="1800" spc="-35"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medians</a:t>
            </a:r>
            <a:r>
              <a:rPr sz="1800" spc="-20" dirty="0">
                <a:latin typeface="Lucida Sans Unicode"/>
                <a:cs typeface="Lucida Sans Unicode"/>
              </a:rPr>
              <a:t>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63500">
              <a:lnSpc>
                <a:spcPts val="2855"/>
              </a:lnSpc>
              <a:tabLst>
                <a:tab pos="3475990" algn="l"/>
                <a:tab pos="4812030" algn="l"/>
              </a:tabLst>
            </a:pPr>
            <a:r>
              <a:rPr sz="4275" spc="2175" baseline="-7797" dirty="0">
                <a:latin typeface="Yu Gothic UI"/>
                <a:cs typeface="Yu Gothic UI"/>
              </a:rPr>
              <a:t>・</a:t>
            </a:r>
            <a:r>
              <a:rPr sz="1800" dirty="0">
                <a:latin typeface="Lucida Sans Unicode"/>
                <a:cs typeface="Lucida Sans Unicode"/>
              </a:rPr>
              <a:t>At least </a:t>
            </a:r>
            <a:r>
              <a:rPr sz="1800" dirty="0">
                <a:latin typeface="Symbol"/>
                <a:cs typeface="Symbol"/>
              </a:rPr>
              <a:t></a:t>
            </a:r>
            <a:r>
              <a:rPr sz="1800" i="1" dirty="0">
                <a:latin typeface="Times New Roman"/>
                <a:cs typeface="Times New Roman"/>
              </a:rPr>
              <a:t>n </a:t>
            </a:r>
            <a:r>
              <a:rPr sz="1800" dirty="0">
                <a:latin typeface="Times New Roman"/>
                <a:cs typeface="Times New Roman"/>
              </a:rPr>
              <a:t>/ 5</a:t>
            </a:r>
            <a:r>
              <a:rPr sz="1800" dirty="0">
                <a:latin typeface="Symbol"/>
                <a:cs typeface="Symbol"/>
              </a:rPr>
              <a:t></a:t>
            </a:r>
            <a:r>
              <a:rPr sz="1800" dirty="0">
                <a:latin typeface="Times New Roman"/>
                <a:cs typeface="Times New Roman"/>
              </a:rPr>
              <a:t> / 2</a:t>
            </a:r>
            <a:r>
              <a:rPr sz="1800" dirty="0">
                <a:latin typeface="Symbol"/>
                <a:cs typeface="Symbol"/>
              </a:rPr>
              <a:t></a:t>
            </a:r>
            <a:r>
              <a:rPr sz="1800" dirty="0">
                <a:latin typeface="Times New Roman"/>
                <a:cs typeface="Times New Roman"/>
              </a:rPr>
              <a:t> = </a:t>
            </a:r>
            <a:r>
              <a:rPr sz="1800" dirty="0">
                <a:latin typeface="Symbol"/>
                <a:cs typeface="Symbol"/>
              </a:rPr>
              <a:t></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10</a:t>
            </a:r>
            <a:r>
              <a:rPr sz="1800" spc="-25" dirty="0">
                <a:latin typeface="Symbol"/>
                <a:cs typeface="Symbol"/>
              </a:rPr>
              <a:t></a:t>
            </a:r>
            <a:r>
              <a:rPr sz="1800" dirty="0">
                <a:latin typeface="Times New Roman"/>
                <a:cs typeface="Times New Roman"/>
              </a:rPr>
              <a:t>	</a:t>
            </a:r>
            <a:r>
              <a:rPr sz="1800" dirty="0">
                <a:latin typeface="Lucida Sans Unicode"/>
                <a:cs typeface="Lucida Sans Unicode"/>
              </a:rPr>
              <a:t>medians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63500">
              <a:lnSpc>
                <a:spcPts val="3135"/>
              </a:lnSpc>
              <a:tabLst>
                <a:tab pos="3686810" algn="l"/>
              </a:tabLst>
            </a:pPr>
            <a:r>
              <a:rPr sz="4275" spc="2175" baseline="-7797" dirty="0">
                <a:latin typeface="Yu Gothic UI"/>
                <a:cs typeface="Yu Gothic UI"/>
              </a:rPr>
              <a:t>・</a:t>
            </a:r>
            <a:r>
              <a:rPr sz="1800" dirty="0">
                <a:latin typeface="Lucida Sans Unicode"/>
                <a:cs typeface="Lucida Sans Unicode"/>
              </a:rPr>
              <a:t>At least </a:t>
            </a:r>
            <a:r>
              <a:rPr sz="1800" dirty="0">
                <a:latin typeface="Times New Roman"/>
                <a:cs typeface="Times New Roman"/>
              </a:rPr>
              <a:t>3 </a:t>
            </a:r>
            <a:r>
              <a:rPr sz="1800" dirty="0">
                <a:latin typeface="Symbol"/>
                <a:cs typeface="Symbol"/>
              </a:rPr>
              <a:t></a:t>
            </a:r>
            <a:r>
              <a:rPr sz="1800" i="1" dirty="0">
                <a:latin typeface="Times New Roman"/>
                <a:cs typeface="Times New Roman"/>
              </a:rPr>
              <a:t>n </a:t>
            </a:r>
            <a:r>
              <a:rPr sz="1800" dirty="0">
                <a:latin typeface="Times New Roman"/>
                <a:cs typeface="Times New Roman"/>
              </a:rPr>
              <a:t>/ 10</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elements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60" dirty="0"/>
              <a:t> of </a:t>
            </a:r>
            <a:r>
              <a:rPr spc="-25" dirty="0"/>
              <a:t>median-</a:t>
            </a:r>
            <a:r>
              <a:rPr spc="-45" dirty="0"/>
              <a:t>of-</a:t>
            </a:r>
            <a:r>
              <a:rPr dirty="0"/>
              <a:t>medians</a:t>
            </a:r>
            <a:r>
              <a:rPr spc="60" dirty="0"/>
              <a:t> </a:t>
            </a:r>
            <a:r>
              <a:rPr dirty="0"/>
              <a:t>selection</a:t>
            </a:r>
            <a:r>
              <a:rPr spc="65" dirty="0"/>
              <a:t> </a:t>
            </a:r>
            <a:r>
              <a:rPr spc="35" dirty="0"/>
              <a:t>algorithm</a:t>
            </a:r>
          </a:p>
        </p:txBody>
      </p:sp>
      <p:grpSp>
        <p:nvGrpSpPr>
          <p:cNvPr id="5" name="object 5"/>
          <p:cNvGrpSpPr/>
          <p:nvPr/>
        </p:nvGrpSpPr>
        <p:grpSpPr>
          <a:xfrm>
            <a:off x="1097504" y="3555007"/>
            <a:ext cx="484505" cy="484505"/>
            <a:chOff x="1097504" y="3555007"/>
            <a:chExt cx="484505" cy="484505"/>
          </a:xfrm>
        </p:grpSpPr>
        <p:sp>
          <p:nvSpPr>
            <p:cNvPr id="6" name="object 6"/>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8" name="object 8"/>
          <p:cNvGrpSpPr/>
          <p:nvPr/>
        </p:nvGrpSpPr>
        <p:grpSpPr>
          <a:xfrm>
            <a:off x="1811850" y="3554048"/>
            <a:ext cx="486409" cy="486409"/>
            <a:chOff x="1811850" y="3554048"/>
            <a:chExt cx="486409" cy="486409"/>
          </a:xfrm>
        </p:grpSpPr>
        <p:sp>
          <p:nvSpPr>
            <p:cNvPr id="9" name="object 9"/>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0" name="object 10"/>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1" name="object 11"/>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0000"/>
            </a:solidFill>
          </p:spPr>
          <p:txBody>
            <a:bodyPr wrap="square" lIns="0" tIns="0" rIns="0" bIns="0" rtlCol="0"/>
            <a:lstStyle/>
            <a:p>
              <a:endParaRPr/>
            </a:p>
          </p:txBody>
        </p:sp>
        <p:sp>
          <p:nvSpPr>
            <p:cNvPr id="12" name="object 12"/>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13" name="object 13"/>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4" name="object 14"/>
          <p:cNvGrpSpPr/>
          <p:nvPr/>
        </p:nvGrpSpPr>
        <p:grpSpPr>
          <a:xfrm>
            <a:off x="3243653" y="3555240"/>
            <a:ext cx="484505" cy="484505"/>
            <a:chOff x="3243653" y="3555240"/>
            <a:chExt cx="484505" cy="484505"/>
          </a:xfrm>
        </p:grpSpPr>
        <p:sp>
          <p:nvSpPr>
            <p:cNvPr id="15" name="object 15"/>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6" name="object 16"/>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 name="object 17"/>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8" name="object 18"/>
          <p:cNvGrpSpPr/>
          <p:nvPr/>
        </p:nvGrpSpPr>
        <p:grpSpPr>
          <a:xfrm>
            <a:off x="2528347" y="3555240"/>
            <a:ext cx="484505" cy="484505"/>
            <a:chOff x="2528347" y="3555240"/>
            <a:chExt cx="484505" cy="484505"/>
          </a:xfrm>
        </p:grpSpPr>
        <p:sp>
          <p:nvSpPr>
            <p:cNvPr id="19" name="object 19"/>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0" name="object 20"/>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 name="object 21"/>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38</a:t>
            </a:r>
            <a:endParaRPr sz="1500">
              <a:latin typeface="Lucida Sans Unicode"/>
              <a:cs typeface="Lucida Sans Unicode"/>
            </a:endParaRPr>
          </a:p>
        </p:txBody>
      </p:sp>
      <p:grpSp>
        <p:nvGrpSpPr>
          <p:cNvPr id="22" name="object 22"/>
          <p:cNvGrpSpPr/>
          <p:nvPr/>
        </p:nvGrpSpPr>
        <p:grpSpPr>
          <a:xfrm>
            <a:off x="3958958" y="3555240"/>
            <a:ext cx="484505" cy="484505"/>
            <a:chOff x="3958958" y="3555240"/>
            <a:chExt cx="484505" cy="484505"/>
          </a:xfrm>
        </p:grpSpPr>
        <p:sp>
          <p:nvSpPr>
            <p:cNvPr id="23" name="object 23"/>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24" name="object 24"/>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5" name="object 25"/>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6" name="object 26"/>
          <p:cNvGrpSpPr/>
          <p:nvPr/>
        </p:nvGrpSpPr>
        <p:grpSpPr>
          <a:xfrm>
            <a:off x="4674263" y="3555240"/>
            <a:ext cx="484505" cy="484505"/>
            <a:chOff x="4674263" y="3555240"/>
            <a:chExt cx="484505" cy="484505"/>
          </a:xfrm>
        </p:grpSpPr>
        <p:sp>
          <p:nvSpPr>
            <p:cNvPr id="27" name="object 27"/>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8" name="object 28"/>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9" name="object 29"/>
          <p:cNvGrpSpPr/>
          <p:nvPr/>
        </p:nvGrpSpPr>
        <p:grpSpPr>
          <a:xfrm>
            <a:off x="5389569" y="3555240"/>
            <a:ext cx="484505" cy="484505"/>
            <a:chOff x="5389569" y="3555240"/>
            <a:chExt cx="484505" cy="484505"/>
          </a:xfrm>
        </p:grpSpPr>
        <p:sp>
          <p:nvSpPr>
            <p:cNvPr id="30" name="object 30"/>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31" name="object 31"/>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32" name="object 32"/>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3F83"/>
            </a:solidFill>
          </p:spPr>
          <p:txBody>
            <a:bodyPr wrap="square" lIns="0" tIns="0" rIns="0" bIns="0" rtlCol="0"/>
            <a:lstStyle/>
            <a:p>
              <a:endParaRPr/>
            </a:p>
          </p:txBody>
        </p:sp>
        <p:sp>
          <p:nvSpPr>
            <p:cNvPr id="33" name="object 33"/>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34" name="object 34"/>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grpSp>
        <p:nvGrpSpPr>
          <p:cNvPr id="35" name="object 35"/>
          <p:cNvGrpSpPr/>
          <p:nvPr/>
        </p:nvGrpSpPr>
        <p:grpSpPr>
          <a:xfrm>
            <a:off x="6104874" y="3555240"/>
            <a:ext cx="484505" cy="484505"/>
            <a:chOff x="6104874" y="3555240"/>
            <a:chExt cx="484505" cy="484505"/>
          </a:xfrm>
        </p:grpSpPr>
        <p:sp>
          <p:nvSpPr>
            <p:cNvPr id="36" name="object 36"/>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7" name="object 37"/>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8" name="object 38"/>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9" name="object 39"/>
          <p:cNvGrpSpPr/>
          <p:nvPr/>
        </p:nvGrpSpPr>
        <p:grpSpPr>
          <a:xfrm>
            <a:off x="7535484" y="3555240"/>
            <a:ext cx="484505" cy="484505"/>
            <a:chOff x="7535484" y="3555240"/>
            <a:chExt cx="484505" cy="484505"/>
          </a:xfrm>
        </p:grpSpPr>
        <p:sp>
          <p:nvSpPr>
            <p:cNvPr id="40" name="object 40"/>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41" name="object 41"/>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2" name="object 42"/>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35</a:t>
            </a:r>
            <a:endParaRPr sz="1500">
              <a:latin typeface="Lucida Sans Unicode"/>
              <a:cs typeface="Lucida Sans Unicode"/>
            </a:endParaRPr>
          </a:p>
        </p:txBody>
      </p:sp>
      <p:grpSp>
        <p:nvGrpSpPr>
          <p:cNvPr id="43" name="object 43"/>
          <p:cNvGrpSpPr/>
          <p:nvPr/>
        </p:nvGrpSpPr>
        <p:grpSpPr>
          <a:xfrm>
            <a:off x="6820179" y="3555240"/>
            <a:ext cx="484505" cy="484505"/>
            <a:chOff x="6820179" y="3555240"/>
            <a:chExt cx="484505" cy="484505"/>
          </a:xfrm>
        </p:grpSpPr>
        <p:sp>
          <p:nvSpPr>
            <p:cNvPr id="44" name="object 44"/>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5" name="object 45"/>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46" name="object 46"/>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7" name="object 47"/>
          <p:cNvGrpSpPr/>
          <p:nvPr/>
        </p:nvGrpSpPr>
        <p:grpSpPr>
          <a:xfrm>
            <a:off x="8250789" y="3555240"/>
            <a:ext cx="484505" cy="484505"/>
            <a:chOff x="8250789" y="3555240"/>
            <a:chExt cx="484505" cy="484505"/>
          </a:xfrm>
        </p:grpSpPr>
        <p:sp>
          <p:nvSpPr>
            <p:cNvPr id="48" name="object 48"/>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9" name="object 49"/>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50" name="object 50"/>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51" name="object 51"/>
          <p:cNvGrpSpPr/>
          <p:nvPr/>
        </p:nvGrpSpPr>
        <p:grpSpPr>
          <a:xfrm>
            <a:off x="1813042" y="4270545"/>
            <a:ext cx="484505" cy="484505"/>
            <a:chOff x="1813042" y="4270545"/>
            <a:chExt cx="484505" cy="484505"/>
          </a:xfrm>
        </p:grpSpPr>
        <p:sp>
          <p:nvSpPr>
            <p:cNvPr id="52" name="object 52"/>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3" name="object 53"/>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4" name="object 54"/>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55" name="object 55"/>
          <p:cNvGrpSpPr/>
          <p:nvPr/>
        </p:nvGrpSpPr>
        <p:grpSpPr>
          <a:xfrm>
            <a:off x="2528347" y="4270545"/>
            <a:ext cx="484505" cy="484505"/>
            <a:chOff x="2528347" y="4270545"/>
            <a:chExt cx="484505" cy="484505"/>
          </a:xfrm>
        </p:grpSpPr>
        <p:sp>
          <p:nvSpPr>
            <p:cNvPr id="56" name="object 56"/>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57" name="object 57"/>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58" name="object 58"/>
          <p:cNvGrpSpPr/>
          <p:nvPr/>
        </p:nvGrpSpPr>
        <p:grpSpPr>
          <a:xfrm>
            <a:off x="636081" y="3896151"/>
            <a:ext cx="962025" cy="1590040"/>
            <a:chOff x="636081" y="3896151"/>
            <a:chExt cx="962025" cy="1590040"/>
          </a:xfrm>
        </p:grpSpPr>
        <p:sp>
          <p:nvSpPr>
            <p:cNvPr id="59" name="object 59"/>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60" name="object 60"/>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61" name="object 61"/>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62" name="object 62"/>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63" name="object 63"/>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64" name="object 64"/>
            <p:cNvPicPr/>
            <p:nvPr/>
          </p:nvPicPr>
          <p:blipFill>
            <a:blip r:embed="rId2" cstate="print"/>
            <a:stretch>
              <a:fillRect/>
            </a:stretch>
          </p:blipFill>
          <p:spPr>
            <a:xfrm>
              <a:off x="1050770" y="4906265"/>
              <a:ext cx="83850" cy="102236"/>
            </a:xfrm>
            <a:prstGeom prst="rect">
              <a:avLst/>
            </a:prstGeom>
          </p:spPr>
        </p:pic>
        <p:sp>
          <p:nvSpPr>
            <p:cNvPr id="65" name="object 65"/>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66" name="object 66"/>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67" name="object 67"/>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68" name="object 68"/>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grpSp>
        <p:nvGrpSpPr>
          <p:cNvPr id="69" name="object 69"/>
          <p:cNvGrpSpPr/>
          <p:nvPr/>
        </p:nvGrpSpPr>
        <p:grpSpPr>
          <a:xfrm>
            <a:off x="3242460" y="4269353"/>
            <a:ext cx="486409" cy="486409"/>
            <a:chOff x="3242460" y="4269353"/>
            <a:chExt cx="486409" cy="486409"/>
          </a:xfrm>
        </p:grpSpPr>
        <p:sp>
          <p:nvSpPr>
            <p:cNvPr id="70" name="object 70"/>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71" name="object 71"/>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72" name="object 72"/>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73" name="object 73"/>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74" name="object 74"/>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75" name="object 75"/>
          <p:cNvGrpSpPr/>
          <p:nvPr/>
        </p:nvGrpSpPr>
        <p:grpSpPr>
          <a:xfrm>
            <a:off x="3958958" y="4270545"/>
            <a:ext cx="484505" cy="484505"/>
            <a:chOff x="3958958" y="4270545"/>
            <a:chExt cx="484505" cy="484505"/>
          </a:xfrm>
        </p:grpSpPr>
        <p:sp>
          <p:nvSpPr>
            <p:cNvPr id="76" name="object 76"/>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77" name="object 77"/>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8" name="object 78"/>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79" name="object 79"/>
          <p:cNvGrpSpPr/>
          <p:nvPr/>
        </p:nvGrpSpPr>
        <p:grpSpPr>
          <a:xfrm>
            <a:off x="6104874" y="4270545"/>
            <a:ext cx="484505" cy="484505"/>
            <a:chOff x="6104874" y="4270545"/>
            <a:chExt cx="484505" cy="484505"/>
          </a:xfrm>
        </p:grpSpPr>
        <p:sp>
          <p:nvSpPr>
            <p:cNvPr id="80" name="object 80"/>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1" name="object 81"/>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82" name="object 82"/>
          <p:cNvGrpSpPr/>
          <p:nvPr/>
        </p:nvGrpSpPr>
        <p:grpSpPr>
          <a:xfrm>
            <a:off x="5388376" y="4269353"/>
            <a:ext cx="486409" cy="486409"/>
            <a:chOff x="5388376" y="4269353"/>
            <a:chExt cx="486409" cy="486409"/>
          </a:xfrm>
        </p:grpSpPr>
        <p:sp>
          <p:nvSpPr>
            <p:cNvPr id="83" name="object 83"/>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84" name="object 84"/>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85" name="object 85"/>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000000"/>
            </a:solidFill>
          </p:spPr>
          <p:txBody>
            <a:bodyPr wrap="square" lIns="0" tIns="0" rIns="0" bIns="0" rtlCol="0"/>
            <a:lstStyle/>
            <a:p>
              <a:endParaRPr/>
            </a:p>
          </p:txBody>
        </p:sp>
        <p:sp>
          <p:nvSpPr>
            <p:cNvPr id="86" name="object 86"/>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grpSp>
        <p:nvGrpSpPr>
          <p:cNvPr id="87" name="object 87"/>
          <p:cNvGrpSpPr/>
          <p:nvPr/>
        </p:nvGrpSpPr>
        <p:grpSpPr>
          <a:xfrm>
            <a:off x="4673071" y="4269353"/>
            <a:ext cx="486409" cy="486409"/>
            <a:chOff x="4673071" y="4269353"/>
            <a:chExt cx="486409" cy="486409"/>
          </a:xfrm>
        </p:grpSpPr>
        <p:sp>
          <p:nvSpPr>
            <p:cNvPr id="88" name="object 88"/>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9" name="object 89"/>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90" name="object 90"/>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000000"/>
            </a:solidFill>
          </p:spPr>
          <p:txBody>
            <a:bodyPr wrap="square" lIns="0" tIns="0" rIns="0" bIns="0" rtlCol="0"/>
            <a:lstStyle/>
            <a:p>
              <a:endParaRPr/>
            </a:p>
          </p:txBody>
        </p:sp>
        <p:sp>
          <p:nvSpPr>
            <p:cNvPr id="91" name="object 91"/>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92" name="object 92"/>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43</a:t>
            </a:r>
            <a:endParaRPr sz="1500">
              <a:latin typeface="Lucida Sans Unicode"/>
              <a:cs typeface="Lucida Sans Unicode"/>
            </a:endParaRPr>
          </a:p>
        </p:txBody>
      </p:sp>
      <p:grpSp>
        <p:nvGrpSpPr>
          <p:cNvPr id="93" name="object 93"/>
          <p:cNvGrpSpPr/>
          <p:nvPr/>
        </p:nvGrpSpPr>
        <p:grpSpPr>
          <a:xfrm>
            <a:off x="7535484" y="4270545"/>
            <a:ext cx="484505" cy="484505"/>
            <a:chOff x="7535484" y="4270545"/>
            <a:chExt cx="484505" cy="484505"/>
          </a:xfrm>
        </p:grpSpPr>
        <p:sp>
          <p:nvSpPr>
            <p:cNvPr id="94" name="object 94"/>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95" name="object 95"/>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6" name="object 96"/>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97" name="object 97"/>
          <p:cNvGrpSpPr/>
          <p:nvPr/>
        </p:nvGrpSpPr>
        <p:grpSpPr>
          <a:xfrm>
            <a:off x="6820179" y="4270545"/>
            <a:ext cx="484505" cy="484505"/>
            <a:chOff x="6820179" y="4270545"/>
            <a:chExt cx="484505" cy="484505"/>
          </a:xfrm>
        </p:grpSpPr>
        <p:sp>
          <p:nvSpPr>
            <p:cNvPr id="98" name="object 98"/>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00" name="object 100"/>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101" name="object 101"/>
          <p:cNvGrpSpPr/>
          <p:nvPr/>
        </p:nvGrpSpPr>
        <p:grpSpPr>
          <a:xfrm>
            <a:off x="8250789" y="4270545"/>
            <a:ext cx="484505" cy="484505"/>
            <a:chOff x="8250789" y="4270545"/>
            <a:chExt cx="484505" cy="484505"/>
          </a:xfrm>
        </p:grpSpPr>
        <p:sp>
          <p:nvSpPr>
            <p:cNvPr id="102" name="object 102"/>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03" name="object 103"/>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04" name="object 104"/>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105" name="object 105"/>
          <p:cNvGrpSpPr/>
          <p:nvPr/>
        </p:nvGrpSpPr>
        <p:grpSpPr>
          <a:xfrm>
            <a:off x="3243653" y="4985850"/>
            <a:ext cx="484505" cy="484505"/>
            <a:chOff x="3243653" y="4985850"/>
            <a:chExt cx="484505" cy="484505"/>
          </a:xfrm>
        </p:grpSpPr>
        <p:sp>
          <p:nvSpPr>
            <p:cNvPr id="106" name="object 106"/>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7" name="object 107"/>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08" name="object 108"/>
          <p:cNvGrpSpPr/>
          <p:nvPr/>
        </p:nvGrpSpPr>
        <p:grpSpPr>
          <a:xfrm>
            <a:off x="1813042" y="4985850"/>
            <a:ext cx="484505" cy="484505"/>
            <a:chOff x="1813042" y="4985850"/>
            <a:chExt cx="484505" cy="484505"/>
          </a:xfrm>
        </p:grpSpPr>
        <p:sp>
          <p:nvSpPr>
            <p:cNvPr id="109" name="object 109"/>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10" name="object 110"/>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11" name="object 111"/>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3F83"/>
            </a:solidFill>
          </p:spPr>
          <p:txBody>
            <a:bodyPr wrap="square" lIns="0" tIns="0" rIns="0" bIns="0" rtlCol="0"/>
            <a:lstStyle/>
            <a:p>
              <a:endParaRPr/>
            </a:p>
          </p:txBody>
        </p:sp>
        <p:sp>
          <p:nvSpPr>
            <p:cNvPr id="112" name="object 112"/>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13" name="object 113"/>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14" name="object 114"/>
          <p:cNvGrpSpPr/>
          <p:nvPr/>
        </p:nvGrpSpPr>
        <p:grpSpPr>
          <a:xfrm>
            <a:off x="2528347" y="4985850"/>
            <a:ext cx="484505" cy="484505"/>
            <a:chOff x="2528347" y="4985850"/>
            <a:chExt cx="484505" cy="484505"/>
          </a:xfrm>
        </p:grpSpPr>
        <p:sp>
          <p:nvSpPr>
            <p:cNvPr id="115" name="object 115"/>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6" name="object 116"/>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7" name="object 117"/>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8" name="object 118"/>
          <p:cNvGrpSpPr/>
          <p:nvPr/>
        </p:nvGrpSpPr>
        <p:grpSpPr>
          <a:xfrm>
            <a:off x="3958958" y="4985850"/>
            <a:ext cx="484505" cy="484505"/>
            <a:chOff x="3958958" y="4985850"/>
            <a:chExt cx="484505" cy="484505"/>
          </a:xfrm>
        </p:grpSpPr>
        <p:sp>
          <p:nvSpPr>
            <p:cNvPr id="119" name="object 119"/>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20" name="object 120"/>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1" name="object 121"/>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40</a:t>
            </a:r>
            <a:endParaRPr sz="1500">
              <a:latin typeface="Lucida Sans Unicode"/>
              <a:cs typeface="Lucida Sans Unicode"/>
            </a:endParaRPr>
          </a:p>
        </p:txBody>
      </p:sp>
      <p:grpSp>
        <p:nvGrpSpPr>
          <p:cNvPr id="122" name="object 122"/>
          <p:cNvGrpSpPr/>
          <p:nvPr/>
        </p:nvGrpSpPr>
        <p:grpSpPr>
          <a:xfrm>
            <a:off x="6104874" y="4985850"/>
            <a:ext cx="484505" cy="484505"/>
            <a:chOff x="6104874" y="4985850"/>
            <a:chExt cx="484505" cy="484505"/>
          </a:xfrm>
        </p:grpSpPr>
        <p:sp>
          <p:nvSpPr>
            <p:cNvPr id="123" name="object 123"/>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4" name="object 124"/>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5" name="object 125"/>
          <p:cNvGrpSpPr/>
          <p:nvPr/>
        </p:nvGrpSpPr>
        <p:grpSpPr>
          <a:xfrm>
            <a:off x="4674263" y="4985850"/>
            <a:ext cx="484505" cy="484505"/>
            <a:chOff x="4674263" y="4985850"/>
            <a:chExt cx="484505" cy="484505"/>
          </a:xfrm>
        </p:grpSpPr>
        <p:sp>
          <p:nvSpPr>
            <p:cNvPr id="126" name="object 126"/>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7" name="object 127"/>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8" name="object 128"/>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003F83"/>
            </a:solidFill>
          </p:spPr>
          <p:txBody>
            <a:bodyPr wrap="square" lIns="0" tIns="0" rIns="0" bIns="0" rtlCol="0"/>
            <a:lstStyle/>
            <a:p>
              <a:endParaRPr/>
            </a:p>
          </p:txBody>
        </p:sp>
        <p:sp>
          <p:nvSpPr>
            <p:cNvPr id="129" name="object 129"/>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130" name="object 130"/>
          <p:cNvGrpSpPr/>
          <p:nvPr/>
        </p:nvGrpSpPr>
        <p:grpSpPr>
          <a:xfrm>
            <a:off x="5388376" y="4984658"/>
            <a:ext cx="486409" cy="486409"/>
            <a:chOff x="5388376" y="4984658"/>
            <a:chExt cx="486409" cy="486409"/>
          </a:xfrm>
        </p:grpSpPr>
        <p:sp>
          <p:nvSpPr>
            <p:cNvPr id="131" name="object 131"/>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32" name="object 132"/>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33" name="object 133"/>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0000"/>
            </a:solidFill>
          </p:spPr>
          <p:txBody>
            <a:bodyPr wrap="square" lIns="0" tIns="0" rIns="0" bIns="0" rtlCol="0"/>
            <a:lstStyle/>
            <a:p>
              <a:endParaRPr/>
            </a:p>
          </p:txBody>
        </p:sp>
        <p:sp>
          <p:nvSpPr>
            <p:cNvPr id="134" name="object 134"/>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135" name="object 135"/>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36" name="object 136"/>
          <p:cNvGrpSpPr/>
          <p:nvPr/>
        </p:nvGrpSpPr>
        <p:grpSpPr>
          <a:xfrm>
            <a:off x="7535484" y="4985850"/>
            <a:ext cx="484505" cy="484505"/>
            <a:chOff x="7535484" y="4985850"/>
            <a:chExt cx="484505" cy="484505"/>
          </a:xfrm>
        </p:grpSpPr>
        <p:sp>
          <p:nvSpPr>
            <p:cNvPr id="137" name="object 137"/>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38" name="object 138"/>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39" name="object 139"/>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40" name="object 140"/>
          <p:cNvGrpSpPr/>
          <p:nvPr/>
        </p:nvGrpSpPr>
        <p:grpSpPr>
          <a:xfrm>
            <a:off x="6820179" y="4985850"/>
            <a:ext cx="484505" cy="484505"/>
            <a:chOff x="6820179" y="4985850"/>
            <a:chExt cx="484505" cy="484505"/>
          </a:xfrm>
        </p:grpSpPr>
        <p:sp>
          <p:nvSpPr>
            <p:cNvPr id="141" name="object 141"/>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2" name="object 142"/>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43" name="object 143"/>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31</a:t>
            </a:r>
            <a:endParaRPr sz="1500">
              <a:latin typeface="Lucida Sans Unicode"/>
              <a:cs typeface="Lucida Sans Unicode"/>
            </a:endParaRPr>
          </a:p>
        </p:txBody>
      </p:sp>
      <p:grpSp>
        <p:nvGrpSpPr>
          <p:cNvPr id="144" name="object 144"/>
          <p:cNvGrpSpPr/>
          <p:nvPr/>
        </p:nvGrpSpPr>
        <p:grpSpPr>
          <a:xfrm>
            <a:off x="8250789" y="4985850"/>
            <a:ext cx="484505" cy="484505"/>
            <a:chOff x="8250789" y="4985850"/>
            <a:chExt cx="484505" cy="484505"/>
          </a:xfrm>
        </p:grpSpPr>
        <p:sp>
          <p:nvSpPr>
            <p:cNvPr id="145" name="object 145"/>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6" name="object 146"/>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47" name="object 147"/>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48" name="object 148"/>
          <p:cNvGrpSpPr/>
          <p:nvPr/>
        </p:nvGrpSpPr>
        <p:grpSpPr>
          <a:xfrm>
            <a:off x="2528347" y="5701155"/>
            <a:ext cx="484505" cy="484505"/>
            <a:chOff x="2528347" y="5701155"/>
            <a:chExt cx="484505" cy="484505"/>
          </a:xfrm>
        </p:grpSpPr>
        <p:sp>
          <p:nvSpPr>
            <p:cNvPr id="149" name="object 149"/>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50" name="object 150"/>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51" name="object 151"/>
          <p:cNvGrpSpPr/>
          <p:nvPr/>
        </p:nvGrpSpPr>
        <p:grpSpPr>
          <a:xfrm>
            <a:off x="1096545" y="5699963"/>
            <a:ext cx="486409" cy="486409"/>
            <a:chOff x="1096545" y="5699963"/>
            <a:chExt cx="486409" cy="486409"/>
          </a:xfrm>
        </p:grpSpPr>
        <p:sp>
          <p:nvSpPr>
            <p:cNvPr id="152" name="object 152"/>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3" name="object 153"/>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54" name="object 154"/>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155" name="object 155"/>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grpSp>
        <p:nvGrpSpPr>
          <p:cNvPr id="156" name="object 156"/>
          <p:cNvGrpSpPr/>
          <p:nvPr/>
        </p:nvGrpSpPr>
        <p:grpSpPr>
          <a:xfrm>
            <a:off x="3242460" y="5699963"/>
            <a:ext cx="486409" cy="486409"/>
            <a:chOff x="3242460" y="5699963"/>
            <a:chExt cx="486409" cy="486409"/>
          </a:xfrm>
        </p:grpSpPr>
        <p:sp>
          <p:nvSpPr>
            <p:cNvPr id="157" name="object 157"/>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8" name="object 158"/>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59" name="object 159"/>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160" name="object 160"/>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grpSp>
        <p:nvGrpSpPr>
          <p:cNvPr id="161" name="object 161"/>
          <p:cNvGrpSpPr/>
          <p:nvPr/>
        </p:nvGrpSpPr>
        <p:grpSpPr>
          <a:xfrm>
            <a:off x="1811850" y="5699963"/>
            <a:ext cx="486409" cy="486409"/>
            <a:chOff x="1811850" y="5699963"/>
            <a:chExt cx="486409" cy="486409"/>
          </a:xfrm>
        </p:grpSpPr>
        <p:sp>
          <p:nvSpPr>
            <p:cNvPr id="162" name="object 162"/>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63" name="object 163"/>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64" name="object 164"/>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000000"/>
            </a:solidFill>
          </p:spPr>
          <p:txBody>
            <a:bodyPr wrap="square" lIns="0" tIns="0" rIns="0" bIns="0" rtlCol="0"/>
            <a:lstStyle/>
            <a:p>
              <a:endParaRPr/>
            </a:p>
          </p:txBody>
        </p:sp>
        <p:sp>
          <p:nvSpPr>
            <p:cNvPr id="165" name="object 165"/>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166" name="object 166"/>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7" name="object 167"/>
          <p:cNvGrpSpPr/>
          <p:nvPr/>
        </p:nvGrpSpPr>
        <p:grpSpPr>
          <a:xfrm>
            <a:off x="3958958" y="5701155"/>
            <a:ext cx="484505" cy="484505"/>
            <a:chOff x="3958958" y="5701155"/>
            <a:chExt cx="484505" cy="484505"/>
          </a:xfrm>
        </p:grpSpPr>
        <p:sp>
          <p:nvSpPr>
            <p:cNvPr id="168" name="object 168"/>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69" name="object 169"/>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0" name="object 170"/>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71" name="object 171"/>
          <p:cNvGrpSpPr/>
          <p:nvPr/>
        </p:nvGrpSpPr>
        <p:grpSpPr>
          <a:xfrm>
            <a:off x="5389569" y="5701155"/>
            <a:ext cx="484505" cy="484505"/>
            <a:chOff x="5389569" y="5701155"/>
            <a:chExt cx="484505" cy="484505"/>
          </a:xfrm>
        </p:grpSpPr>
        <p:sp>
          <p:nvSpPr>
            <p:cNvPr id="172" name="object 172"/>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73" name="object 173"/>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4" name="object 174"/>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75" name="object 175"/>
          <p:cNvGrpSpPr/>
          <p:nvPr/>
        </p:nvGrpSpPr>
        <p:grpSpPr>
          <a:xfrm>
            <a:off x="4674263" y="5701155"/>
            <a:ext cx="484505" cy="484505"/>
            <a:chOff x="4674263" y="5701155"/>
            <a:chExt cx="484505" cy="484505"/>
          </a:xfrm>
        </p:grpSpPr>
        <p:sp>
          <p:nvSpPr>
            <p:cNvPr id="176" name="object 176"/>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7" name="object 177"/>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8" name="object 178"/>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9" name="object 179"/>
          <p:cNvGrpSpPr/>
          <p:nvPr/>
        </p:nvGrpSpPr>
        <p:grpSpPr>
          <a:xfrm>
            <a:off x="6104874" y="5701155"/>
            <a:ext cx="484505" cy="484505"/>
            <a:chOff x="6104874" y="5701155"/>
            <a:chExt cx="484505" cy="484505"/>
          </a:xfrm>
        </p:grpSpPr>
        <p:sp>
          <p:nvSpPr>
            <p:cNvPr id="180" name="object 180"/>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81" name="object 181"/>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82" name="object 182"/>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83" name="object 183"/>
          <p:cNvGrpSpPr/>
          <p:nvPr/>
        </p:nvGrpSpPr>
        <p:grpSpPr>
          <a:xfrm>
            <a:off x="7535484" y="5701155"/>
            <a:ext cx="484505" cy="484505"/>
            <a:chOff x="7535484" y="5701155"/>
            <a:chExt cx="484505" cy="484505"/>
          </a:xfrm>
        </p:grpSpPr>
        <p:sp>
          <p:nvSpPr>
            <p:cNvPr id="184" name="object 184"/>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85" name="object 185"/>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6" name="object 186"/>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87" name="object 187"/>
          <p:cNvGrpSpPr/>
          <p:nvPr/>
        </p:nvGrpSpPr>
        <p:grpSpPr>
          <a:xfrm>
            <a:off x="6820179" y="5701155"/>
            <a:ext cx="484505" cy="484505"/>
            <a:chOff x="6820179" y="5701155"/>
            <a:chExt cx="484505" cy="484505"/>
          </a:xfrm>
        </p:grpSpPr>
        <p:sp>
          <p:nvSpPr>
            <p:cNvPr id="188" name="object 188"/>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9" name="object 189"/>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90" name="object 190"/>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91" name="object 191"/>
          <p:cNvGrpSpPr/>
          <p:nvPr/>
        </p:nvGrpSpPr>
        <p:grpSpPr>
          <a:xfrm>
            <a:off x="8250789" y="5701155"/>
            <a:ext cx="484505" cy="484505"/>
            <a:chOff x="8250789" y="5701155"/>
            <a:chExt cx="484505" cy="484505"/>
          </a:xfrm>
        </p:grpSpPr>
        <p:sp>
          <p:nvSpPr>
            <p:cNvPr id="192" name="object 192"/>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93" name="object 193"/>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94" name="object 194"/>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95" name="object 195"/>
          <p:cNvGrpSpPr/>
          <p:nvPr/>
        </p:nvGrpSpPr>
        <p:grpSpPr>
          <a:xfrm>
            <a:off x="1813042" y="6416461"/>
            <a:ext cx="484505" cy="484505"/>
            <a:chOff x="1813042" y="6416461"/>
            <a:chExt cx="484505" cy="484505"/>
          </a:xfrm>
        </p:grpSpPr>
        <p:sp>
          <p:nvSpPr>
            <p:cNvPr id="196" name="object 196"/>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97" name="object 197"/>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8" name="object 198"/>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99" name="object 199"/>
          <p:cNvGrpSpPr/>
          <p:nvPr/>
        </p:nvGrpSpPr>
        <p:grpSpPr>
          <a:xfrm>
            <a:off x="1097737" y="6416461"/>
            <a:ext cx="484505" cy="484505"/>
            <a:chOff x="1097737" y="6416461"/>
            <a:chExt cx="484505" cy="484505"/>
          </a:xfrm>
        </p:grpSpPr>
        <p:sp>
          <p:nvSpPr>
            <p:cNvPr id="200" name="object 200"/>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1" name="object 201"/>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2" name="object 202"/>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203" name="object 203"/>
          <p:cNvGrpSpPr/>
          <p:nvPr/>
        </p:nvGrpSpPr>
        <p:grpSpPr>
          <a:xfrm>
            <a:off x="2528347" y="6416461"/>
            <a:ext cx="484505" cy="484505"/>
            <a:chOff x="2528347" y="6416461"/>
            <a:chExt cx="484505" cy="484505"/>
          </a:xfrm>
        </p:grpSpPr>
        <p:sp>
          <p:nvSpPr>
            <p:cNvPr id="204" name="object 204"/>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05" name="object 205"/>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6" name="object 206"/>
          <p:cNvGrpSpPr/>
          <p:nvPr/>
        </p:nvGrpSpPr>
        <p:grpSpPr>
          <a:xfrm>
            <a:off x="3243653" y="6416461"/>
            <a:ext cx="484505" cy="484505"/>
            <a:chOff x="3243653" y="6416461"/>
            <a:chExt cx="484505" cy="484505"/>
          </a:xfrm>
        </p:grpSpPr>
        <p:sp>
          <p:nvSpPr>
            <p:cNvPr id="207" name="object 207"/>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8" name="object 208"/>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09" name="object 209"/>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210" name="object 210"/>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11" name="object 211"/>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212" name="object 212"/>
          <p:cNvGrpSpPr/>
          <p:nvPr/>
        </p:nvGrpSpPr>
        <p:grpSpPr>
          <a:xfrm>
            <a:off x="3958958" y="6416461"/>
            <a:ext cx="484505" cy="484505"/>
            <a:chOff x="3958958" y="6416461"/>
            <a:chExt cx="484505" cy="484505"/>
          </a:xfrm>
        </p:grpSpPr>
        <p:sp>
          <p:nvSpPr>
            <p:cNvPr id="213" name="object 213"/>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14" name="object 214"/>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5" name="object 215"/>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16" name="object 216"/>
          <p:cNvGrpSpPr/>
          <p:nvPr/>
        </p:nvGrpSpPr>
        <p:grpSpPr>
          <a:xfrm>
            <a:off x="5389569" y="6416461"/>
            <a:ext cx="484505" cy="484505"/>
            <a:chOff x="5389569" y="6416461"/>
            <a:chExt cx="484505" cy="484505"/>
          </a:xfrm>
        </p:grpSpPr>
        <p:sp>
          <p:nvSpPr>
            <p:cNvPr id="217" name="object 217"/>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18" name="object 218"/>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9" name="object 219"/>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20" name="object 220"/>
          <p:cNvGrpSpPr/>
          <p:nvPr/>
        </p:nvGrpSpPr>
        <p:grpSpPr>
          <a:xfrm>
            <a:off x="6104874" y="6416461"/>
            <a:ext cx="484505" cy="484505"/>
            <a:chOff x="6104874" y="6416461"/>
            <a:chExt cx="484505" cy="484505"/>
          </a:xfrm>
        </p:grpSpPr>
        <p:sp>
          <p:nvSpPr>
            <p:cNvPr id="221" name="object 221"/>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2" name="object 222"/>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23" name="object 223"/>
          <p:cNvGrpSpPr/>
          <p:nvPr/>
        </p:nvGrpSpPr>
        <p:grpSpPr>
          <a:xfrm>
            <a:off x="4673071" y="6415268"/>
            <a:ext cx="486409" cy="486409"/>
            <a:chOff x="4673071" y="6415268"/>
            <a:chExt cx="486409" cy="486409"/>
          </a:xfrm>
        </p:grpSpPr>
        <p:sp>
          <p:nvSpPr>
            <p:cNvPr id="224" name="object 224"/>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5" name="object 225"/>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26" name="object 226"/>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000000"/>
            </a:solidFill>
          </p:spPr>
          <p:txBody>
            <a:bodyPr wrap="square" lIns="0" tIns="0" rIns="0" bIns="0" rtlCol="0"/>
            <a:lstStyle/>
            <a:p>
              <a:endParaRPr/>
            </a:p>
          </p:txBody>
        </p:sp>
        <p:sp>
          <p:nvSpPr>
            <p:cNvPr id="227" name="object 227"/>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228" name="object 228"/>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29" name="object 229"/>
          <p:cNvGrpSpPr/>
          <p:nvPr/>
        </p:nvGrpSpPr>
        <p:grpSpPr>
          <a:xfrm>
            <a:off x="7535484" y="6416461"/>
            <a:ext cx="484505" cy="484505"/>
            <a:chOff x="7535484" y="6416461"/>
            <a:chExt cx="484505" cy="484505"/>
          </a:xfrm>
        </p:grpSpPr>
        <p:sp>
          <p:nvSpPr>
            <p:cNvPr id="230" name="object 230"/>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31" name="object 231"/>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2" name="object 232"/>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33" name="object 233"/>
          <p:cNvGrpSpPr/>
          <p:nvPr/>
        </p:nvGrpSpPr>
        <p:grpSpPr>
          <a:xfrm>
            <a:off x="6820179" y="6416461"/>
            <a:ext cx="484505" cy="484505"/>
            <a:chOff x="6820179" y="6416461"/>
            <a:chExt cx="484505" cy="484505"/>
          </a:xfrm>
        </p:grpSpPr>
        <p:sp>
          <p:nvSpPr>
            <p:cNvPr id="234" name="object 234"/>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35" name="object 235"/>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6" name="object 236"/>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37" name="object 237"/>
          <p:cNvSpPr txBox="1"/>
          <p:nvPr/>
        </p:nvSpPr>
        <p:spPr>
          <a:xfrm>
            <a:off x="246691" y="3403056"/>
            <a:ext cx="794385" cy="399415"/>
          </a:xfrm>
          <a:prstGeom prst="rect">
            <a:avLst/>
          </a:prstGeom>
        </p:spPr>
        <p:txBody>
          <a:bodyPr vert="horz" wrap="square" lIns="0" tIns="5080" rIns="0" bIns="0" rtlCol="0">
            <a:spAutoFit/>
          </a:bodyPr>
          <a:lstStyle/>
          <a:p>
            <a:pPr marL="12700" marR="5080" indent="1206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dirty="0">
                <a:solidFill>
                  <a:srgbClr val="8D3124"/>
                </a:solidFill>
                <a:latin typeface="Lucida Sans Unicode"/>
                <a:cs typeface="Lucida Sans Unicode"/>
              </a:rPr>
              <a:t>medians </a:t>
            </a:r>
            <a:r>
              <a:rPr sz="1200" spc="-50" dirty="0">
                <a:solidFill>
                  <a:srgbClr val="8D3124"/>
                </a:solidFill>
                <a:latin typeface="Lucida Sans Unicode"/>
                <a:cs typeface="Lucida Sans Unicode"/>
              </a:rPr>
              <a:t>p</a:t>
            </a:r>
            <a:endParaRPr sz="1200">
              <a:latin typeface="Lucida Sans Unicode"/>
              <a:cs typeface="Lucida Sans Unicode"/>
            </a:endParaRPr>
          </a:p>
        </p:txBody>
      </p:sp>
      <p:sp>
        <p:nvSpPr>
          <p:cNvPr id="238" name="object 238"/>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18</a:t>
            </a:r>
            <a:endParaRPr sz="1500">
              <a:latin typeface="Lucida Sans Unicode"/>
              <a:cs typeface="Lucida Sans Unicode"/>
            </a:endParaRPr>
          </a:p>
        </p:txBody>
      </p:sp>
      <p:sp>
        <p:nvSpPr>
          <p:cNvPr id="239" name="object 239"/>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23</a:t>
            </a:r>
            <a:endParaRPr sz="1500">
              <a:latin typeface="Lucida Sans Unicode"/>
              <a:cs typeface="Lucida Sans Unicode"/>
            </a:endParaRPr>
          </a:p>
        </p:txBody>
      </p:sp>
      <p:sp>
        <p:nvSpPr>
          <p:cNvPr id="240" name="object 240"/>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19</a:t>
            </a:r>
            <a:endParaRPr sz="1500">
              <a:latin typeface="Lucida Sans Unicode"/>
              <a:cs typeface="Lucida Sans Unicode"/>
            </a:endParaRPr>
          </a:p>
        </p:txBody>
      </p:sp>
      <p:sp>
        <p:nvSpPr>
          <p:cNvPr id="241" name="object 241"/>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15</a:t>
            </a:r>
            <a:endParaRPr sz="1500">
              <a:latin typeface="Lucida Sans Unicode"/>
              <a:cs typeface="Lucida Sans Unicode"/>
            </a:endParaRPr>
          </a:p>
        </p:txBody>
      </p:sp>
      <p:sp>
        <p:nvSpPr>
          <p:cNvPr id="242" name="object 242"/>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
        <p:nvSpPr>
          <p:cNvPr id="243" name="object 243"/>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14</a:t>
            </a:r>
            <a:endParaRPr sz="1500">
              <a:latin typeface="Lucida Sans Unicode"/>
              <a:cs typeface="Lucida Sans Unicode"/>
            </a:endParaRPr>
          </a:p>
        </p:txBody>
      </p:sp>
      <p:sp>
        <p:nvSpPr>
          <p:cNvPr id="244" name="object 244"/>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16</a:t>
            </a:r>
            <a:endParaRPr sz="1500">
              <a:latin typeface="Lucida Sans Unicode"/>
              <a:cs typeface="Lucida Sans Unicode"/>
            </a:endParaRPr>
          </a:p>
        </p:txBody>
      </p:sp>
      <p:sp>
        <p:nvSpPr>
          <p:cNvPr id="245" name="object 245"/>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FFFFFF"/>
                </a:solidFill>
                <a:latin typeface="Lucida Sans Unicode"/>
                <a:cs typeface="Lucida Sans Unicode"/>
              </a:rPr>
              <a:t>3</a:t>
            </a:r>
            <a:endParaRPr sz="1500">
              <a:latin typeface="Lucida Sans Unicode"/>
              <a:cs typeface="Lucida Sans Unicode"/>
            </a:endParaRPr>
          </a:p>
        </p:txBody>
      </p:sp>
      <p:sp>
        <p:nvSpPr>
          <p:cNvPr id="246" name="object 246"/>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10</a:t>
            </a:r>
            <a:endParaRPr sz="1500">
              <a:latin typeface="Lucida Sans Unicode"/>
              <a:cs typeface="Lucida Sans Unicode"/>
            </a:endParaRPr>
          </a:p>
        </p:txBody>
      </p:sp>
      <p:sp>
        <p:nvSpPr>
          <p:cNvPr id="247" name="object 247"/>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11</a:t>
            </a:r>
            <a:endParaRPr sz="1500">
              <a:latin typeface="Lucida Sans Unicode"/>
              <a:cs typeface="Lucida Sans Unicode"/>
            </a:endParaRPr>
          </a:p>
        </p:txBody>
      </p:sp>
      <p:sp>
        <p:nvSpPr>
          <p:cNvPr id="248" name="object 248"/>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13</a:t>
            </a:r>
            <a:endParaRPr sz="1500">
              <a:latin typeface="Lucida Sans Unicode"/>
              <a:cs typeface="Lucida Sans Unicode"/>
            </a:endParaRPr>
          </a:p>
        </p:txBody>
      </p:sp>
      <p:sp>
        <p:nvSpPr>
          <p:cNvPr id="249" name="object 249"/>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FFFFFF"/>
                </a:solidFill>
                <a:latin typeface="Lucida Sans Unicode"/>
                <a:cs typeface="Lucida Sans Unicode"/>
              </a:rPr>
              <a:t>9</a:t>
            </a:r>
            <a:endParaRPr sz="1500">
              <a:latin typeface="Lucida Sans Unicode"/>
              <a:cs typeface="Lucida Sans Unicode"/>
            </a:endParaRPr>
          </a:p>
        </p:txBody>
      </p:sp>
      <p:sp>
        <p:nvSpPr>
          <p:cNvPr id="250" name="object 250"/>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FFFFFF"/>
                </a:solidFill>
                <a:latin typeface="Lucida Sans Unicode"/>
                <a:cs typeface="Lucida Sans Unicode"/>
              </a:rPr>
              <a:t>1</a:t>
            </a:r>
            <a:endParaRPr sz="1500">
              <a:latin typeface="Lucida Sans Unicode"/>
              <a:cs typeface="Lucida Sans Unicode"/>
            </a:endParaRPr>
          </a:p>
        </p:txBody>
      </p:sp>
      <p:sp>
        <p:nvSpPr>
          <p:cNvPr id="251" name="object 251"/>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12</a:t>
            </a:r>
            <a:endParaRPr sz="1500">
              <a:latin typeface="Lucida Sans Unicode"/>
              <a:cs typeface="Lucida Sans Unicode"/>
            </a:endParaRPr>
          </a:p>
        </p:txBody>
      </p:sp>
      <p:grpSp>
        <p:nvGrpSpPr>
          <p:cNvPr id="252" name="object 252"/>
          <p:cNvGrpSpPr/>
          <p:nvPr/>
        </p:nvGrpSpPr>
        <p:grpSpPr>
          <a:xfrm>
            <a:off x="1096545" y="4269353"/>
            <a:ext cx="486409" cy="486409"/>
            <a:chOff x="1096545" y="4269353"/>
            <a:chExt cx="486409" cy="486409"/>
          </a:xfrm>
        </p:grpSpPr>
        <p:sp>
          <p:nvSpPr>
            <p:cNvPr id="253" name="object 253"/>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254" name="object 254"/>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9537">
              <a:solidFill>
                <a:srgbClr val="000000"/>
              </a:solidFill>
            </a:ln>
          </p:spPr>
          <p:txBody>
            <a:bodyPr wrap="square" lIns="0" tIns="0" rIns="0" bIns="0" rtlCol="0"/>
            <a:lstStyle/>
            <a:p>
              <a:endParaRPr/>
            </a:p>
          </p:txBody>
        </p:sp>
      </p:grpSp>
      <p:sp>
        <p:nvSpPr>
          <p:cNvPr id="255" name="object 255"/>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22</a:t>
            </a:r>
            <a:endParaRPr sz="1500">
              <a:latin typeface="Lucida Sans Unicode"/>
              <a:cs typeface="Lucida Sans Unicode"/>
            </a:endParaRPr>
          </a:p>
        </p:txBody>
      </p:sp>
      <p:sp>
        <p:nvSpPr>
          <p:cNvPr id="256" name="object 256"/>
          <p:cNvSpPr txBox="1"/>
          <p:nvPr/>
        </p:nvSpPr>
        <p:spPr>
          <a:xfrm>
            <a:off x="4595403" y="7146783"/>
            <a:ext cx="566420" cy="205740"/>
          </a:xfrm>
          <a:prstGeom prst="rect">
            <a:avLst/>
          </a:prstGeom>
        </p:spPr>
        <p:txBody>
          <a:bodyPr vert="horz" wrap="square" lIns="0" tIns="7620" rIns="0" bIns="0" rtlCol="0">
            <a:spAutoFit/>
          </a:bodyPr>
          <a:lstStyle/>
          <a:p>
            <a:pPr marL="12700">
              <a:lnSpc>
                <a:spcPct val="100000"/>
              </a:lnSpc>
              <a:spcBef>
                <a:spcPts val="60"/>
              </a:spcBef>
            </a:pPr>
            <a:r>
              <a:rPr sz="1200" b="1" spc="120" dirty="0">
                <a:latin typeface="Trebuchet MS"/>
                <a:cs typeface="Trebuchet MS"/>
              </a:rPr>
              <a:t>N</a:t>
            </a:r>
            <a:r>
              <a:rPr sz="1200" b="1" spc="30" dirty="0">
                <a:latin typeface="Trebuchet MS"/>
                <a:cs typeface="Trebuchet MS"/>
              </a:rPr>
              <a:t> </a:t>
            </a:r>
            <a:r>
              <a:rPr sz="1200" b="1" spc="250" dirty="0">
                <a:latin typeface="Trebuchet MS"/>
                <a:cs typeface="Trebuchet MS"/>
              </a:rPr>
              <a:t>=</a:t>
            </a:r>
            <a:r>
              <a:rPr sz="1200" b="1" spc="30" dirty="0">
                <a:latin typeface="Trebuchet MS"/>
                <a:cs typeface="Trebuchet MS"/>
              </a:rPr>
              <a:t> </a:t>
            </a:r>
            <a:r>
              <a:rPr sz="1200" b="1" spc="50" dirty="0">
                <a:latin typeface="Trebuchet MS"/>
                <a:cs typeface="Trebuchet MS"/>
              </a:rPr>
              <a:t>54</a:t>
            </a:r>
            <a:endParaRPr sz="1200">
              <a:latin typeface="Trebuchet MS"/>
              <a:cs typeface="Trebuchet MS"/>
            </a:endParaRPr>
          </a:p>
        </p:txBody>
      </p:sp>
      <p:sp>
        <p:nvSpPr>
          <p:cNvPr id="257" name="object 25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57</a:t>
            </a:fld>
            <a:endParaRPr spc="-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815241" y="1081652"/>
            <a:ext cx="4845050" cy="465455"/>
          </a:xfrm>
          <a:prstGeom prst="rect">
            <a:avLst/>
          </a:prstGeom>
        </p:spPr>
        <p:txBody>
          <a:bodyPr vert="horz" wrap="square" lIns="0" tIns="16510" rIns="0" bIns="0" rtlCol="0">
            <a:spAutoFit/>
          </a:bodyPr>
          <a:lstStyle/>
          <a:p>
            <a:pPr marL="38100">
              <a:lnSpc>
                <a:spcPct val="100000"/>
              </a:lnSpc>
              <a:spcBef>
                <a:spcPts val="130"/>
              </a:spcBef>
              <a:tabLst>
                <a:tab pos="4619625" algn="l"/>
              </a:tabLst>
            </a:pPr>
            <a:r>
              <a:rPr sz="4275" spc="2175" baseline="-5847" dirty="0">
                <a:latin typeface="Yu Gothic UI"/>
                <a:cs typeface="Yu Gothic UI"/>
              </a:rPr>
              <a:t>・</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20" dirty="0">
                <a:latin typeface="Lucida Sans Unicode"/>
                <a:cs typeface="Lucida Sans Unicode"/>
              </a:rPr>
              <a:t> </a:t>
            </a:r>
            <a:r>
              <a:rPr sz="1800" dirty="0">
                <a:latin typeface="Lucida Sans Unicode"/>
                <a:cs typeface="Lucida Sans Unicode"/>
              </a:rPr>
              <a:t>half</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spc="-60" dirty="0">
                <a:latin typeface="Lucida Sans Unicode"/>
                <a:cs typeface="Lucida Sans Unicode"/>
              </a:rPr>
              <a:t>5-</a:t>
            </a:r>
            <a:r>
              <a:rPr sz="1800" spc="-35"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medians</a:t>
            </a:r>
            <a:r>
              <a:rPr sz="1800" spc="-20" dirty="0">
                <a:latin typeface="Lucida Sans Unicode"/>
                <a:cs typeface="Lucida Sans Unicode"/>
              </a:rPr>
              <a:t>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60" dirty="0"/>
              <a:t> of </a:t>
            </a:r>
            <a:r>
              <a:rPr spc="-25" dirty="0"/>
              <a:t>median-</a:t>
            </a:r>
            <a:r>
              <a:rPr spc="-45" dirty="0"/>
              <a:t>of-</a:t>
            </a:r>
            <a:r>
              <a:rPr dirty="0"/>
              <a:t>medians</a:t>
            </a:r>
            <a:r>
              <a:rPr spc="60" dirty="0"/>
              <a:t> </a:t>
            </a:r>
            <a:r>
              <a:rPr dirty="0"/>
              <a:t>selection</a:t>
            </a:r>
            <a:r>
              <a:rPr spc="65" dirty="0"/>
              <a:t> </a:t>
            </a:r>
            <a:r>
              <a:rPr spc="35" dirty="0"/>
              <a:t>algorithm</a:t>
            </a:r>
          </a:p>
        </p:txBody>
      </p:sp>
      <p:grpSp>
        <p:nvGrpSpPr>
          <p:cNvPr id="5" name="object 5"/>
          <p:cNvGrpSpPr/>
          <p:nvPr/>
        </p:nvGrpSpPr>
        <p:grpSpPr>
          <a:xfrm>
            <a:off x="1813042" y="3555240"/>
            <a:ext cx="484505" cy="484505"/>
            <a:chOff x="1813042" y="3555240"/>
            <a:chExt cx="484505" cy="484505"/>
          </a:xfrm>
        </p:grpSpPr>
        <p:sp>
          <p:nvSpPr>
            <p:cNvPr id="6" name="object 6"/>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8" name="object 8"/>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9" name="object 9"/>
          <p:cNvGrpSpPr/>
          <p:nvPr/>
        </p:nvGrpSpPr>
        <p:grpSpPr>
          <a:xfrm>
            <a:off x="1097504" y="3555007"/>
            <a:ext cx="484505" cy="484505"/>
            <a:chOff x="1097504" y="3555007"/>
            <a:chExt cx="484505" cy="484505"/>
          </a:xfrm>
        </p:grpSpPr>
        <p:sp>
          <p:nvSpPr>
            <p:cNvPr id="10" name="object 10"/>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1" name="object 11"/>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 name="object 12"/>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3" name="object 13"/>
          <p:cNvGrpSpPr/>
          <p:nvPr/>
        </p:nvGrpSpPr>
        <p:grpSpPr>
          <a:xfrm>
            <a:off x="3243653" y="3555240"/>
            <a:ext cx="484505" cy="484505"/>
            <a:chOff x="3243653" y="3555240"/>
            <a:chExt cx="484505" cy="484505"/>
          </a:xfrm>
        </p:grpSpPr>
        <p:sp>
          <p:nvSpPr>
            <p:cNvPr id="14" name="object 14"/>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 name="object 15"/>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 name="object 16"/>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7" name="object 17"/>
          <p:cNvGrpSpPr/>
          <p:nvPr/>
        </p:nvGrpSpPr>
        <p:grpSpPr>
          <a:xfrm>
            <a:off x="3958958" y="3555240"/>
            <a:ext cx="484505" cy="484505"/>
            <a:chOff x="3958958" y="3555240"/>
            <a:chExt cx="484505" cy="484505"/>
          </a:xfrm>
        </p:grpSpPr>
        <p:sp>
          <p:nvSpPr>
            <p:cNvPr id="18" name="object 18"/>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9" name="object 19"/>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 name="object 20"/>
          <p:cNvGrpSpPr/>
          <p:nvPr/>
        </p:nvGrpSpPr>
        <p:grpSpPr>
          <a:xfrm>
            <a:off x="2528347" y="3555240"/>
            <a:ext cx="484505" cy="484505"/>
            <a:chOff x="2528347" y="3555240"/>
            <a:chExt cx="484505" cy="484505"/>
          </a:xfrm>
        </p:grpSpPr>
        <p:sp>
          <p:nvSpPr>
            <p:cNvPr id="21" name="object 21"/>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2" name="object 22"/>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3" name="object 23"/>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4" name="object 24"/>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5" name="object 25"/>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6" name="object 26"/>
          <p:cNvGrpSpPr/>
          <p:nvPr/>
        </p:nvGrpSpPr>
        <p:grpSpPr>
          <a:xfrm>
            <a:off x="4674263" y="3555240"/>
            <a:ext cx="484505" cy="484505"/>
            <a:chOff x="4674263" y="3555240"/>
            <a:chExt cx="484505" cy="484505"/>
          </a:xfrm>
        </p:grpSpPr>
        <p:sp>
          <p:nvSpPr>
            <p:cNvPr id="27" name="object 27"/>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8" name="object 28"/>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9" name="object 29"/>
          <p:cNvGrpSpPr/>
          <p:nvPr/>
        </p:nvGrpSpPr>
        <p:grpSpPr>
          <a:xfrm>
            <a:off x="5389569" y="3555240"/>
            <a:ext cx="484505" cy="484505"/>
            <a:chOff x="5389569" y="3555240"/>
            <a:chExt cx="484505" cy="484505"/>
          </a:xfrm>
        </p:grpSpPr>
        <p:sp>
          <p:nvSpPr>
            <p:cNvPr id="30" name="object 30"/>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31" name="object 31"/>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32" name="object 32"/>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003F83"/>
            </a:solidFill>
          </p:spPr>
          <p:txBody>
            <a:bodyPr wrap="square" lIns="0" tIns="0" rIns="0" bIns="0" rtlCol="0"/>
            <a:lstStyle/>
            <a:p>
              <a:endParaRPr/>
            </a:p>
          </p:txBody>
        </p:sp>
        <p:sp>
          <p:nvSpPr>
            <p:cNvPr id="33" name="object 33"/>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34" name="object 34"/>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grpSp>
        <p:nvGrpSpPr>
          <p:cNvPr id="35" name="object 35"/>
          <p:cNvGrpSpPr/>
          <p:nvPr/>
        </p:nvGrpSpPr>
        <p:grpSpPr>
          <a:xfrm>
            <a:off x="6104874" y="3555240"/>
            <a:ext cx="484505" cy="484505"/>
            <a:chOff x="6104874" y="3555240"/>
            <a:chExt cx="484505" cy="484505"/>
          </a:xfrm>
        </p:grpSpPr>
        <p:sp>
          <p:nvSpPr>
            <p:cNvPr id="36" name="object 36"/>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7" name="object 37"/>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8" name="object 38"/>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9" name="object 39"/>
          <p:cNvGrpSpPr/>
          <p:nvPr/>
        </p:nvGrpSpPr>
        <p:grpSpPr>
          <a:xfrm>
            <a:off x="6820179" y="3555240"/>
            <a:ext cx="484505" cy="484505"/>
            <a:chOff x="6820179" y="3555240"/>
            <a:chExt cx="484505" cy="484505"/>
          </a:xfrm>
        </p:grpSpPr>
        <p:sp>
          <p:nvSpPr>
            <p:cNvPr id="40" name="object 40"/>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1" name="object 41"/>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42" name="object 42"/>
          <p:cNvGrpSpPr/>
          <p:nvPr/>
        </p:nvGrpSpPr>
        <p:grpSpPr>
          <a:xfrm>
            <a:off x="7535484" y="3555240"/>
            <a:ext cx="484505" cy="484505"/>
            <a:chOff x="7535484" y="3555240"/>
            <a:chExt cx="484505" cy="484505"/>
          </a:xfrm>
        </p:grpSpPr>
        <p:sp>
          <p:nvSpPr>
            <p:cNvPr id="43" name="object 43"/>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44" name="object 44"/>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45" name="object 45"/>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003F83"/>
            </a:solidFill>
          </p:spPr>
          <p:txBody>
            <a:bodyPr wrap="square" lIns="0" tIns="0" rIns="0" bIns="0" rtlCol="0"/>
            <a:lstStyle/>
            <a:p>
              <a:endParaRPr/>
            </a:p>
          </p:txBody>
        </p:sp>
        <p:sp>
          <p:nvSpPr>
            <p:cNvPr id="46" name="object 46"/>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47" name="object 47"/>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8" name="object 48"/>
          <p:cNvGrpSpPr/>
          <p:nvPr/>
        </p:nvGrpSpPr>
        <p:grpSpPr>
          <a:xfrm>
            <a:off x="8250789" y="3555240"/>
            <a:ext cx="484505" cy="484505"/>
            <a:chOff x="8250789" y="3555240"/>
            <a:chExt cx="484505" cy="484505"/>
          </a:xfrm>
        </p:grpSpPr>
        <p:sp>
          <p:nvSpPr>
            <p:cNvPr id="49" name="object 49"/>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0" name="object 50"/>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51" name="object 51"/>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52" name="object 52"/>
          <p:cNvGrpSpPr/>
          <p:nvPr/>
        </p:nvGrpSpPr>
        <p:grpSpPr>
          <a:xfrm>
            <a:off x="1813042" y="4270545"/>
            <a:ext cx="484505" cy="484505"/>
            <a:chOff x="1813042" y="4270545"/>
            <a:chExt cx="484505" cy="484505"/>
          </a:xfrm>
        </p:grpSpPr>
        <p:sp>
          <p:nvSpPr>
            <p:cNvPr id="53" name="object 53"/>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4" name="object 54"/>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5" name="object 55"/>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56" name="object 56"/>
          <p:cNvGrpSpPr/>
          <p:nvPr/>
        </p:nvGrpSpPr>
        <p:grpSpPr>
          <a:xfrm>
            <a:off x="1097504" y="4270312"/>
            <a:ext cx="484505" cy="484505"/>
            <a:chOff x="1097504" y="4270312"/>
            <a:chExt cx="484505" cy="484505"/>
          </a:xfrm>
        </p:grpSpPr>
        <p:sp>
          <p:nvSpPr>
            <p:cNvPr id="57" name="object 57"/>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8" name="object 58"/>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9" name="object 59"/>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60" name="object 60"/>
          <p:cNvGrpSpPr/>
          <p:nvPr/>
        </p:nvGrpSpPr>
        <p:grpSpPr>
          <a:xfrm>
            <a:off x="3243653" y="4270545"/>
            <a:ext cx="484505" cy="484505"/>
            <a:chOff x="3243653" y="4270545"/>
            <a:chExt cx="484505" cy="484505"/>
          </a:xfrm>
        </p:grpSpPr>
        <p:sp>
          <p:nvSpPr>
            <p:cNvPr id="61" name="object 61"/>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62" name="object 62"/>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3" name="object 63"/>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64" name="object 64"/>
          <p:cNvGrpSpPr/>
          <p:nvPr/>
        </p:nvGrpSpPr>
        <p:grpSpPr>
          <a:xfrm>
            <a:off x="2528347" y="4270545"/>
            <a:ext cx="484505" cy="484505"/>
            <a:chOff x="2528347" y="4270545"/>
            <a:chExt cx="484505" cy="484505"/>
          </a:xfrm>
        </p:grpSpPr>
        <p:sp>
          <p:nvSpPr>
            <p:cNvPr id="65" name="object 65"/>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66" name="object 66"/>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7" name="object 67"/>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68" name="object 68"/>
          <p:cNvGrpSpPr/>
          <p:nvPr/>
        </p:nvGrpSpPr>
        <p:grpSpPr>
          <a:xfrm>
            <a:off x="3958958" y="4270545"/>
            <a:ext cx="484505" cy="484505"/>
            <a:chOff x="3958958" y="4270545"/>
            <a:chExt cx="484505" cy="484505"/>
          </a:xfrm>
        </p:grpSpPr>
        <p:sp>
          <p:nvSpPr>
            <p:cNvPr id="69" name="object 69"/>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70" name="object 70"/>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1" name="object 71"/>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72" name="object 72"/>
          <p:cNvGrpSpPr/>
          <p:nvPr/>
        </p:nvGrpSpPr>
        <p:grpSpPr>
          <a:xfrm>
            <a:off x="5389569" y="4270545"/>
            <a:ext cx="484505" cy="484505"/>
            <a:chOff x="5389569" y="4270545"/>
            <a:chExt cx="484505" cy="484505"/>
          </a:xfrm>
        </p:grpSpPr>
        <p:sp>
          <p:nvSpPr>
            <p:cNvPr id="73" name="object 73"/>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4" name="object 74"/>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5" name="object 75"/>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76" name="object 76"/>
          <p:cNvGrpSpPr/>
          <p:nvPr/>
        </p:nvGrpSpPr>
        <p:grpSpPr>
          <a:xfrm>
            <a:off x="4674263" y="4270545"/>
            <a:ext cx="484505" cy="484505"/>
            <a:chOff x="4674263" y="4270545"/>
            <a:chExt cx="484505" cy="484505"/>
          </a:xfrm>
        </p:grpSpPr>
        <p:sp>
          <p:nvSpPr>
            <p:cNvPr id="77" name="object 77"/>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8" name="object 78"/>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9" name="object 79"/>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80" name="object 80"/>
          <p:cNvGrpSpPr/>
          <p:nvPr/>
        </p:nvGrpSpPr>
        <p:grpSpPr>
          <a:xfrm>
            <a:off x="7535484" y="4270545"/>
            <a:ext cx="484505" cy="484505"/>
            <a:chOff x="7535484" y="4270545"/>
            <a:chExt cx="484505" cy="484505"/>
          </a:xfrm>
        </p:grpSpPr>
        <p:sp>
          <p:nvSpPr>
            <p:cNvPr id="81" name="object 81"/>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82" name="object 82"/>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83" name="object 83"/>
          <p:cNvGrpSpPr/>
          <p:nvPr/>
        </p:nvGrpSpPr>
        <p:grpSpPr>
          <a:xfrm>
            <a:off x="6104874" y="4270545"/>
            <a:ext cx="484505" cy="484505"/>
            <a:chOff x="6104874" y="4270545"/>
            <a:chExt cx="484505" cy="484505"/>
          </a:xfrm>
        </p:grpSpPr>
        <p:sp>
          <p:nvSpPr>
            <p:cNvPr id="84" name="object 84"/>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5" name="object 85"/>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86" name="object 86"/>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87" name="object 87"/>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8" name="object 88"/>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9" name="object 89"/>
          <p:cNvGrpSpPr/>
          <p:nvPr/>
        </p:nvGrpSpPr>
        <p:grpSpPr>
          <a:xfrm>
            <a:off x="6820179" y="4270545"/>
            <a:ext cx="484505" cy="484505"/>
            <a:chOff x="6820179" y="4270545"/>
            <a:chExt cx="484505" cy="484505"/>
          </a:xfrm>
        </p:grpSpPr>
        <p:sp>
          <p:nvSpPr>
            <p:cNvPr id="90" name="object 90"/>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1" name="object 91"/>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2" name="object 92"/>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93" name="object 93"/>
          <p:cNvGrpSpPr/>
          <p:nvPr/>
        </p:nvGrpSpPr>
        <p:grpSpPr>
          <a:xfrm>
            <a:off x="8250789" y="4270545"/>
            <a:ext cx="484505" cy="484505"/>
            <a:chOff x="8250789" y="4270545"/>
            <a:chExt cx="484505" cy="484505"/>
          </a:xfrm>
        </p:grpSpPr>
        <p:sp>
          <p:nvSpPr>
            <p:cNvPr id="94" name="object 94"/>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5" name="object 95"/>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6" name="object 96"/>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97" name="object 97"/>
          <p:cNvGrpSpPr/>
          <p:nvPr/>
        </p:nvGrpSpPr>
        <p:grpSpPr>
          <a:xfrm>
            <a:off x="3243653" y="4985850"/>
            <a:ext cx="484505" cy="484505"/>
            <a:chOff x="3243653" y="4985850"/>
            <a:chExt cx="484505" cy="484505"/>
          </a:xfrm>
        </p:grpSpPr>
        <p:sp>
          <p:nvSpPr>
            <p:cNvPr id="98" name="object 98"/>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00" name="object 100"/>
          <p:cNvGrpSpPr/>
          <p:nvPr/>
        </p:nvGrpSpPr>
        <p:grpSpPr>
          <a:xfrm>
            <a:off x="1813042" y="4985850"/>
            <a:ext cx="484505" cy="484505"/>
            <a:chOff x="1813042" y="4985850"/>
            <a:chExt cx="484505" cy="484505"/>
          </a:xfrm>
        </p:grpSpPr>
        <p:sp>
          <p:nvSpPr>
            <p:cNvPr id="101" name="object 101"/>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02" name="object 102"/>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3" name="object 103"/>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003F83"/>
            </a:solidFill>
          </p:spPr>
          <p:txBody>
            <a:bodyPr wrap="square" lIns="0" tIns="0" rIns="0" bIns="0" rtlCol="0"/>
            <a:lstStyle/>
            <a:p>
              <a:endParaRPr/>
            </a:p>
          </p:txBody>
        </p:sp>
        <p:sp>
          <p:nvSpPr>
            <p:cNvPr id="104" name="object 104"/>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105" name="object 105"/>
          <p:cNvGrpSpPr/>
          <p:nvPr/>
        </p:nvGrpSpPr>
        <p:grpSpPr>
          <a:xfrm>
            <a:off x="636386" y="3896456"/>
            <a:ext cx="961390" cy="1589405"/>
            <a:chOff x="636386" y="3896456"/>
            <a:chExt cx="961390" cy="1589405"/>
          </a:xfrm>
        </p:grpSpPr>
        <p:sp>
          <p:nvSpPr>
            <p:cNvPr id="106" name="object 106"/>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7" name="object 107"/>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8" name="object 108"/>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109" name="object 109"/>
            <p:cNvPicPr/>
            <p:nvPr/>
          </p:nvPicPr>
          <p:blipFill>
            <a:blip r:embed="rId2" cstate="print"/>
            <a:stretch>
              <a:fillRect/>
            </a:stretch>
          </p:blipFill>
          <p:spPr>
            <a:xfrm>
              <a:off x="1050770" y="4906265"/>
              <a:ext cx="83850" cy="102236"/>
            </a:xfrm>
            <a:prstGeom prst="rect">
              <a:avLst/>
            </a:prstGeom>
          </p:spPr>
        </p:pic>
        <p:sp>
          <p:nvSpPr>
            <p:cNvPr id="110" name="object 110"/>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11" name="object 111"/>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112" name="object 112"/>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113" name="object 113"/>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sp>
        <p:nvSpPr>
          <p:cNvPr id="114" name="object 114"/>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15" name="object 115"/>
          <p:cNvGrpSpPr/>
          <p:nvPr/>
        </p:nvGrpSpPr>
        <p:grpSpPr>
          <a:xfrm>
            <a:off x="2528347" y="4985850"/>
            <a:ext cx="484505" cy="484505"/>
            <a:chOff x="2528347" y="4985850"/>
            <a:chExt cx="484505" cy="484505"/>
          </a:xfrm>
        </p:grpSpPr>
        <p:sp>
          <p:nvSpPr>
            <p:cNvPr id="116" name="object 116"/>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7" name="object 117"/>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8" name="object 118"/>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9" name="object 119"/>
          <p:cNvGrpSpPr/>
          <p:nvPr/>
        </p:nvGrpSpPr>
        <p:grpSpPr>
          <a:xfrm>
            <a:off x="5389569" y="4985850"/>
            <a:ext cx="484505" cy="484505"/>
            <a:chOff x="5389569" y="4985850"/>
            <a:chExt cx="484505" cy="484505"/>
          </a:xfrm>
        </p:grpSpPr>
        <p:sp>
          <p:nvSpPr>
            <p:cNvPr id="120" name="object 120"/>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21" name="object 121"/>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2" name="object 122"/>
          <p:cNvGrpSpPr/>
          <p:nvPr/>
        </p:nvGrpSpPr>
        <p:grpSpPr>
          <a:xfrm>
            <a:off x="3958958" y="4985850"/>
            <a:ext cx="484505" cy="484505"/>
            <a:chOff x="3958958" y="4985850"/>
            <a:chExt cx="484505" cy="484505"/>
          </a:xfrm>
        </p:grpSpPr>
        <p:sp>
          <p:nvSpPr>
            <p:cNvPr id="123" name="object 123"/>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24" name="object 124"/>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5" name="object 125"/>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003F83"/>
            </a:solidFill>
          </p:spPr>
          <p:txBody>
            <a:bodyPr wrap="square" lIns="0" tIns="0" rIns="0" bIns="0" rtlCol="0"/>
            <a:lstStyle/>
            <a:p>
              <a:endParaRPr/>
            </a:p>
          </p:txBody>
        </p:sp>
        <p:sp>
          <p:nvSpPr>
            <p:cNvPr id="126" name="object 126"/>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7" name="object 127"/>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28" name="object 128"/>
          <p:cNvGrpSpPr/>
          <p:nvPr/>
        </p:nvGrpSpPr>
        <p:grpSpPr>
          <a:xfrm>
            <a:off x="6104874" y="4985850"/>
            <a:ext cx="484505" cy="484505"/>
            <a:chOff x="6104874" y="4985850"/>
            <a:chExt cx="484505" cy="484505"/>
          </a:xfrm>
        </p:grpSpPr>
        <p:sp>
          <p:nvSpPr>
            <p:cNvPr id="129" name="object 129"/>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30" name="object 130"/>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31" name="object 131"/>
          <p:cNvGrpSpPr/>
          <p:nvPr/>
        </p:nvGrpSpPr>
        <p:grpSpPr>
          <a:xfrm>
            <a:off x="4674263" y="4985850"/>
            <a:ext cx="484505" cy="484505"/>
            <a:chOff x="4674263" y="4985850"/>
            <a:chExt cx="484505" cy="484505"/>
          </a:xfrm>
        </p:grpSpPr>
        <p:sp>
          <p:nvSpPr>
            <p:cNvPr id="132" name="object 132"/>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33" name="object 133"/>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34" name="object 134"/>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003F83"/>
            </a:solidFill>
          </p:spPr>
          <p:txBody>
            <a:bodyPr wrap="square" lIns="0" tIns="0" rIns="0" bIns="0" rtlCol="0"/>
            <a:lstStyle/>
            <a:p>
              <a:endParaRPr/>
            </a:p>
          </p:txBody>
        </p:sp>
        <p:sp>
          <p:nvSpPr>
            <p:cNvPr id="135" name="object 135"/>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36" name="object 136"/>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37" name="object 137"/>
          <p:cNvGrpSpPr/>
          <p:nvPr/>
        </p:nvGrpSpPr>
        <p:grpSpPr>
          <a:xfrm>
            <a:off x="7535484" y="4985850"/>
            <a:ext cx="484505" cy="484505"/>
            <a:chOff x="7535484" y="4985850"/>
            <a:chExt cx="484505" cy="484505"/>
          </a:xfrm>
        </p:grpSpPr>
        <p:sp>
          <p:nvSpPr>
            <p:cNvPr id="138" name="object 138"/>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39" name="object 139"/>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40" name="object 140"/>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41" name="object 141"/>
          <p:cNvGrpSpPr/>
          <p:nvPr/>
        </p:nvGrpSpPr>
        <p:grpSpPr>
          <a:xfrm>
            <a:off x="8250789" y="4985850"/>
            <a:ext cx="484505" cy="484505"/>
            <a:chOff x="8250789" y="4985850"/>
            <a:chExt cx="484505" cy="484505"/>
          </a:xfrm>
        </p:grpSpPr>
        <p:sp>
          <p:nvSpPr>
            <p:cNvPr id="142" name="object 142"/>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3" name="object 143"/>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44" name="object 144"/>
          <p:cNvGrpSpPr/>
          <p:nvPr/>
        </p:nvGrpSpPr>
        <p:grpSpPr>
          <a:xfrm>
            <a:off x="6820179" y="4985850"/>
            <a:ext cx="484505" cy="484505"/>
            <a:chOff x="6820179" y="4985850"/>
            <a:chExt cx="484505" cy="484505"/>
          </a:xfrm>
        </p:grpSpPr>
        <p:sp>
          <p:nvSpPr>
            <p:cNvPr id="145" name="object 145"/>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6" name="object 146"/>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47" name="object 147"/>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48" name="object 148"/>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49" name="object 149"/>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50" name="object 150"/>
          <p:cNvGrpSpPr/>
          <p:nvPr/>
        </p:nvGrpSpPr>
        <p:grpSpPr>
          <a:xfrm>
            <a:off x="1813042" y="5701155"/>
            <a:ext cx="484505" cy="484505"/>
            <a:chOff x="1813042" y="5701155"/>
            <a:chExt cx="484505" cy="484505"/>
          </a:xfrm>
        </p:grpSpPr>
        <p:sp>
          <p:nvSpPr>
            <p:cNvPr id="151" name="object 151"/>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52" name="object 152"/>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3" name="object 153"/>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54" name="object 154"/>
          <p:cNvGrpSpPr/>
          <p:nvPr/>
        </p:nvGrpSpPr>
        <p:grpSpPr>
          <a:xfrm>
            <a:off x="1097737" y="5701155"/>
            <a:ext cx="484505" cy="484505"/>
            <a:chOff x="1097737" y="5701155"/>
            <a:chExt cx="484505" cy="484505"/>
          </a:xfrm>
        </p:grpSpPr>
        <p:sp>
          <p:nvSpPr>
            <p:cNvPr id="155" name="object 155"/>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6" name="object 156"/>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7" name="object 157"/>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58" name="object 158"/>
          <p:cNvGrpSpPr/>
          <p:nvPr/>
        </p:nvGrpSpPr>
        <p:grpSpPr>
          <a:xfrm>
            <a:off x="3243653" y="5701155"/>
            <a:ext cx="484505" cy="484505"/>
            <a:chOff x="3243653" y="5701155"/>
            <a:chExt cx="484505" cy="484505"/>
          </a:xfrm>
        </p:grpSpPr>
        <p:sp>
          <p:nvSpPr>
            <p:cNvPr id="159" name="object 159"/>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60" name="object 160"/>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1" name="object 161"/>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62" name="object 162"/>
          <p:cNvGrpSpPr/>
          <p:nvPr/>
        </p:nvGrpSpPr>
        <p:grpSpPr>
          <a:xfrm>
            <a:off x="2528347" y="5701155"/>
            <a:ext cx="484505" cy="484505"/>
            <a:chOff x="2528347" y="5701155"/>
            <a:chExt cx="484505" cy="484505"/>
          </a:xfrm>
        </p:grpSpPr>
        <p:sp>
          <p:nvSpPr>
            <p:cNvPr id="163" name="object 163"/>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4" name="object 164"/>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5" name="object 165"/>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6" name="object 166"/>
          <p:cNvGrpSpPr/>
          <p:nvPr/>
        </p:nvGrpSpPr>
        <p:grpSpPr>
          <a:xfrm>
            <a:off x="3958958" y="5701155"/>
            <a:ext cx="484505" cy="484505"/>
            <a:chOff x="3958958" y="5701155"/>
            <a:chExt cx="484505" cy="484505"/>
          </a:xfrm>
        </p:grpSpPr>
        <p:sp>
          <p:nvSpPr>
            <p:cNvPr id="167" name="object 167"/>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68" name="object 168"/>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9" name="object 169"/>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70" name="object 170"/>
          <p:cNvGrpSpPr/>
          <p:nvPr/>
        </p:nvGrpSpPr>
        <p:grpSpPr>
          <a:xfrm>
            <a:off x="5389569" y="5701155"/>
            <a:ext cx="484505" cy="484505"/>
            <a:chOff x="5389569" y="5701155"/>
            <a:chExt cx="484505" cy="484505"/>
          </a:xfrm>
        </p:grpSpPr>
        <p:sp>
          <p:nvSpPr>
            <p:cNvPr id="171" name="object 171"/>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72" name="object 172"/>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3" name="object 173"/>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74" name="object 174"/>
          <p:cNvGrpSpPr/>
          <p:nvPr/>
        </p:nvGrpSpPr>
        <p:grpSpPr>
          <a:xfrm>
            <a:off x="4674263" y="5701155"/>
            <a:ext cx="484505" cy="484505"/>
            <a:chOff x="4674263" y="5701155"/>
            <a:chExt cx="484505" cy="484505"/>
          </a:xfrm>
        </p:grpSpPr>
        <p:sp>
          <p:nvSpPr>
            <p:cNvPr id="175" name="object 175"/>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6" name="object 176"/>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7" name="object 177"/>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8" name="object 178"/>
          <p:cNvGrpSpPr/>
          <p:nvPr/>
        </p:nvGrpSpPr>
        <p:grpSpPr>
          <a:xfrm>
            <a:off x="6104874" y="5701155"/>
            <a:ext cx="484505" cy="484505"/>
            <a:chOff x="6104874" y="5701155"/>
            <a:chExt cx="484505" cy="484505"/>
          </a:xfrm>
        </p:grpSpPr>
        <p:sp>
          <p:nvSpPr>
            <p:cNvPr id="179" name="object 179"/>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80" name="object 180"/>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81" name="object 181"/>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82" name="object 182"/>
          <p:cNvGrpSpPr/>
          <p:nvPr/>
        </p:nvGrpSpPr>
        <p:grpSpPr>
          <a:xfrm>
            <a:off x="7535484" y="5701155"/>
            <a:ext cx="484505" cy="484505"/>
            <a:chOff x="7535484" y="5701155"/>
            <a:chExt cx="484505" cy="484505"/>
          </a:xfrm>
        </p:grpSpPr>
        <p:sp>
          <p:nvSpPr>
            <p:cNvPr id="183" name="object 183"/>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84" name="object 184"/>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5" name="object 185"/>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86" name="object 186"/>
          <p:cNvGrpSpPr/>
          <p:nvPr/>
        </p:nvGrpSpPr>
        <p:grpSpPr>
          <a:xfrm>
            <a:off x="6820179" y="5701155"/>
            <a:ext cx="484505" cy="484505"/>
            <a:chOff x="6820179" y="5701155"/>
            <a:chExt cx="484505" cy="484505"/>
          </a:xfrm>
        </p:grpSpPr>
        <p:sp>
          <p:nvSpPr>
            <p:cNvPr id="187" name="object 187"/>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8" name="object 188"/>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9" name="object 189"/>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90" name="object 190"/>
          <p:cNvGrpSpPr/>
          <p:nvPr/>
        </p:nvGrpSpPr>
        <p:grpSpPr>
          <a:xfrm>
            <a:off x="8250789" y="5701155"/>
            <a:ext cx="484505" cy="484505"/>
            <a:chOff x="8250789" y="5701155"/>
            <a:chExt cx="484505" cy="484505"/>
          </a:xfrm>
        </p:grpSpPr>
        <p:sp>
          <p:nvSpPr>
            <p:cNvPr id="191" name="object 191"/>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92" name="object 192"/>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93" name="object 193"/>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94" name="object 194"/>
          <p:cNvGrpSpPr/>
          <p:nvPr/>
        </p:nvGrpSpPr>
        <p:grpSpPr>
          <a:xfrm>
            <a:off x="1813042" y="6416461"/>
            <a:ext cx="484505" cy="484505"/>
            <a:chOff x="1813042" y="6416461"/>
            <a:chExt cx="484505" cy="484505"/>
          </a:xfrm>
        </p:grpSpPr>
        <p:sp>
          <p:nvSpPr>
            <p:cNvPr id="195" name="object 195"/>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96" name="object 196"/>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7" name="object 197"/>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98" name="object 198"/>
          <p:cNvGrpSpPr/>
          <p:nvPr/>
        </p:nvGrpSpPr>
        <p:grpSpPr>
          <a:xfrm>
            <a:off x="1097737" y="6416461"/>
            <a:ext cx="484505" cy="484505"/>
            <a:chOff x="1097737" y="6416461"/>
            <a:chExt cx="484505" cy="484505"/>
          </a:xfrm>
        </p:grpSpPr>
        <p:sp>
          <p:nvSpPr>
            <p:cNvPr id="199" name="object 199"/>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0" name="object 200"/>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1" name="object 201"/>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202" name="object 202"/>
          <p:cNvGrpSpPr/>
          <p:nvPr/>
        </p:nvGrpSpPr>
        <p:grpSpPr>
          <a:xfrm>
            <a:off x="2528347" y="6416461"/>
            <a:ext cx="484505" cy="484505"/>
            <a:chOff x="2528347" y="6416461"/>
            <a:chExt cx="484505" cy="484505"/>
          </a:xfrm>
        </p:grpSpPr>
        <p:sp>
          <p:nvSpPr>
            <p:cNvPr id="203" name="object 203"/>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04" name="object 204"/>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5" name="object 205"/>
          <p:cNvGrpSpPr/>
          <p:nvPr/>
        </p:nvGrpSpPr>
        <p:grpSpPr>
          <a:xfrm>
            <a:off x="3243653" y="6416461"/>
            <a:ext cx="484505" cy="484505"/>
            <a:chOff x="3243653" y="6416461"/>
            <a:chExt cx="484505" cy="484505"/>
          </a:xfrm>
        </p:grpSpPr>
        <p:sp>
          <p:nvSpPr>
            <p:cNvPr id="206" name="object 206"/>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7" name="object 207"/>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08" name="object 208"/>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209" name="object 209"/>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10" name="object 210"/>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211" name="object 211"/>
          <p:cNvGrpSpPr/>
          <p:nvPr/>
        </p:nvGrpSpPr>
        <p:grpSpPr>
          <a:xfrm>
            <a:off x="3958958" y="6416461"/>
            <a:ext cx="484505" cy="484505"/>
            <a:chOff x="3958958" y="6416461"/>
            <a:chExt cx="484505" cy="484505"/>
          </a:xfrm>
        </p:grpSpPr>
        <p:sp>
          <p:nvSpPr>
            <p:cNvPr id="212" name="object 212"/>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13" name="object 213"/>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4" name="object 214"/>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15" name="object 215"/>
          <p:cNvGrpSpPr/>
          <p:nvPr/>
        </p:nvGrpSpPr>
        <p:grpSpPr>
          <a:xfrm>
            <a:off x="5389569" y="6416461"/>
            <a:ext cx="484505" cy="484505"/>
            <a:chOff x="5389569" y="6416461"/>
            <a:chExt cx="484505" cy="484505"/>
          </a:xfrm>
        </p:grpSpPr>
        <p:sp>
          <p:nvSpPr>
            <p:cNvPr id="216" name="object 216"/>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17" name="object 217"/>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8" name="object 218"/>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19" name="object 219"/>
          <p:cNvGrpSpPr/>
          <p:nvPr/>
        </p:nvGrpSpPr>
        <p:grpSpPr>
          <a:xfrm>
            <a:off x="4674263" y="6416461"/>
            <a:ext cx="484505" cy="484505"/>
            <a:chOff x="4674263" y="6416461"/>
            <a:chExt cx="484505" cy="484505"/>
          </a:xfrm>
        </p:grpSpPr>
        <p:sp>
          <p:nvSpPr>
            <p:cNvPr id="220" name="object 220"/>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1" name="object 221"/>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2" name="object 222"/>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23" name="object 223"/>
          <p:cNvGrpSpPr/>
          <p:nvPr/>
        </p:nvGrpSpPr>
        <p:grpSpPr>
          <a:xfrm>
            <a:off x="6104874" y="6416461"/>
            <a:ext cx="484505" cy="484505"/>
            <a:chOff x="6104874" y="6416461"/>
            <a:chExt cx="484505" cy="484505"/>
          </a:xfrm>
        </p:grpSpPr>
        <p:sp>
          <p:nvSpPr>
            <p:cNvPr id="224" name="object 224"/>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5" name="object 225"/>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6" name="object 226"/>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27" name="object 227"/>
          <p:cNvGrpSpPr/>
          <p:nvPr/>
        </p:nvGrpSpPr>
        <p:grpSpPr>
          <a:xfrm>
            <a:off x="7535484" y="6416461"/>
            <a:ext cx="484505" cy="484505"/>
            <a:chOff x="7535484" y="6416461"/>
            <a:chExt cx="484505" cy="484505"/>
          </a:xfrm>
        </p:grpSpPr>
        <p:sp>
          <p:nvSpPr>
            <p:cNvPr id="228" name="object 228"/>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29" name="object 229"/>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0" name="object 230"/>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31" name="object 231"/>
          <p:cNvGrpSpPr/>
          <p:nvPr/>
        </p:nvGrpSpPr>
        <p:grpSpPr>
          <a:xfrm>
            <a:off x="6820179" y="6416461"/>
            <a:ext cx="484505" cy="484505"/>
            <a:chOff x="6820179" y="6416461"/>
            <a:chExt cx="484505" cy="484505"/>
          </a:xfrm>
        </p:grpSpPr>
        <p:sp>
          <p:nvSpPr>
            <p:cNvPr id="232" name="object 232"/>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33" name="object 233"/>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4" name="object 234"/>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46" name="object 246"/>
          <p:cNvSpPr txBox="1"/>
          <p:nvPr/>
        </p:nvSpPr>
        <p:spPr>
          <a:xfrm>
            <a:off x="4396681" y="7218245"/>
            <a:ext cx="525145" cy="207010"/>
          </a:xfrm>
          <a:prstGeom prst="rect">
            <a:avLst/>
          </a:prstGeom>
        </p:spPr>
        <p:txBody>
          <a:bodyPr vert="horz" wrap="square" lIns="0" tIns="3175" rIns="0" bIns="0" rtlCol="0">
            <a:spAutoFit/>
          </a:bodyPr>
          <a:lstStyle/>
          <a:p>
            <a:pPr marL="12700">
              <a:lnSpc>
                <a:spcPct val="100000"/>
              </a:lnSpc>
              <a:spcBef>
                <a:spcPts val="25"/>
              </a:spcBef>
            </a:pPr>
            <a:r>
              <a:rPr sz="1200" dirty="0">
                <a:solidFill>
                  <a:srgbClr val="8D3124"/>
                </a:solidFill>
                <a:latin typeface="Lucida Sans Unicode"/>
                <a:cs typeface="Lucida Sans Unicode"/>
              </a:rPr>
              <a:t>N </a:t>
            </a:r>
            <a:r>
              <a:rPr sz="1200" spc="-190" dirty="0">
                <a:solidFill>
                  <a:srgbClr val="8D3124"/>
                </a:solidFill>
                <a:latin typeface="Lucida Sans Unicode"/>
                <a:cs typeface="Lucida Sans Unicode"/>
              </a:rPr>
              <a:t>=</a:t>
            </a:r>
            <a:r>
              <a:rPr sz="1200" dirty="0">
                <a:solidFill>
                  <a:srgbClr val="8D3124"/>
                </a:solidFill>
                <a:latin typeface="Lucida Sans Unicode"/>
                <a:cs typeface="Lucida Sans Unicode"/>
              </a:rPr>
              <a:t> </a:t>
            </a:r>
            <a:r>
              <a:rPr sz="1200" spc="-25" dirty="0">
                <a:solidFill>
                  <a:srgbClr val="8D3124"/>
                </a:solidFill>
                <a:latin typeface="Lucida Sans Unicode"/>
                <a:cs typeface="Lucida Sans Unicode"/>
              </a:rPr>
              <a:t>54</a:t>
            </a:r>
            <a:endParaRPr sz="1200">
              <a:latin typeface="Lucida Sans Unicode"/>
              <a:cs typeface="Lucida Sans Unicode"/>
            </a:endParaRPr>
          </a:p>
        </p:txBody>
      </p:sp>
      <p:sp>
        <p:nvSpPr>
          <p:cNvPr id="247" name="object 24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58</a:t>
            </a:fld>
            <a:endParaRPr spc="-25" dirty="0"/>
          </a:p>
        </p:txBody>
      </p:sp>
      <p:sp>
        <p:nvSpPr>
          <p:cNvPr id="235" name="object 235"/>
          <p:cNvSpPr txBox="1"/>
          <p:nvPr/>
        </p:nvSpPr>
        <p:spPr>
          <a:xfrm>
            <a:off x="246691" y="3403056"/>
            <a:ext cx="794385" cy="399415"/>
          </a:xfrm>
          <a:prstGeom prst="rect">
            <a:avLst/>
          </a:prstGeom>
        </p:spPr>
        <p:txBody>
          <a:bodyPr vert="horz" wrap="square" lIns="0" tIns="5080" rIns="0" bIns="0" rtlCol="0">
            <a:spAutoFit/>
          </a:bodyPr>
          <a:lstStyle/>
          <a:p>
            <a:pPr marL="12700" marR="5080" indent="1206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dirty="0">
                <a:solidFill>
                  <a:srgbClr val="8D3124"/>
                </a:solidFill>
                <a:latin typeface="Lucida Sans Unicode"/>
                <a:cs typeface="Lucida Sans Unicode"/>
              </a:rPr>
              <a:t>medians </a:t>
            </a:r>
            <a:r>
              <a:rPr sz="1200" spc="-50" dirty="0">
                <a:solidFill>
                  <a:srgbClr val="8D3124"/>
                </a:solidFill>
                <a:latin typeface="Lucida Sans Unicode"/>
                <a:cs typeface="Lucida Sans Unicode"/>
              </a:rPr>
              <a:t>p</a:t>
            </a:r>
            <a:endParaRPr sz="1200">
              <a:latin typeface="Lucida Sans Unicode"/>
              <a:cs typeface="Lucida Sans Unicode"/>
            </a:endParaRPr>
          </a:p>
        </p:txBody>
      </p:sp>
      <p:sp>
        <p:nvSpPr>
          <p:cNvPr id="236" name="object 236"/>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38</a:t>
            </a:r>
            <a:endParaRPr sz="1500">
              <a:latin typeface="Lucida Sans Unicode"/>
              <a:cs typeface="Lucida Sans Unicode"/>
            </a:endParaRPr>
          </a:p>
        </p:txBody>
      </p:sp>
      <p:sp>
        <p:nvSpPr>
          <p:cNvPr id="237" name="object 237"/>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18</a:t>
            </a:r>
            <a:endParaRPr sz="1500">
              <a:latin typeface="Lucida Sans Unicode"/>
              <a:cs typeface="Lucida Sans Unicode"/>
            </a:endParaRPr>
          </a:p>
        </p:txBody>
      </p:sp>
      <p:sp>
        <p:nvSpPr>
          <p:cNvPr id="238" name="object 238"/>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35</a:t>
            </a:r>
            <a:endParaRPr sz="1500">
              <a:latin typeface="Lucida Sans Unicode"/>
              <a:cs typeface="Lucida Sans Unicode"/>
            </a:endParaRPr>
          </a:p>
        </p:txBody>
      </p:sp>
      <p:sp>
        <p:nvSpPr>
          <p:cNvPr id="239" name="object 239"/>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43</a:t>
            </a:r>
            <a:endParaRPr sz="1500">
              <a:latin typeface="Lucida Sans Unicode"/>
              <a:cs typeface="Lucida Sans Unicode"/>
            </a:endParaRPr>
          </a:p>
        </p:txBody>
      </p:sp>
      <p:sp>
        <p:nvSpPr>
          <p:cNvPr id="240" name="object 240"/>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23</a:t>
            </a:r>
            <a:endParaRPr sz="1500">
              <a:latin typeface="Lucida Sans Unicode"/>
              <a:cs typeface="Lucida Sans Unicode"/>
            </a:endParaRPr>
          </a:p>
        </p:txBody>
      </p:sp>
      <p:sp>
        <p:nvSpPr>
          <p:cNvPr id="241" name="object 241"/>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40</a:t>
            </a:r>
            <a:endParaRPr sz="1500">
              <a:latin typeface="Lucida Sans Unicode"/>
              <a:cs typeface="Lucida Sans Unicode"/>
            </a:endParaRPr>
          </a:p>
        </p:txBody>
      </p:sp>
      <p:sp>
        <p:nvSpPr>
          <p:cNvPr id="242" name="object 242"/>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19</a:t>
            </a:r>
            <a:endParaRPr sz="1500">
              <a:latin typeface="Lucida Sans Unicode"/>
              <a:cs typeface="Lucida Sans Unicode"/>
            </a:endParaRPr>
          </a:p>
        </p:txBody>
      </p:sp>
      <p:sp>
        <p:nvSpPr>
          <p:cNvPr id="243" name="object 243"/>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31</a:t>
            </a:r>
            <a:endParaRPr sz="1500">
              <a:latin typeface="Lucida Sans Unicode"/>
              <a:cs typeface="Lucida Sans Unicode"/>
            </a:endParaRPr>
          </a:p>
        </p:txBody>
      </p:sp>
      <p:sp>
        <p:nvSpPr>
          <p:cNvPr id="244" name="object 244"/>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15</a:t>
            </a:r>
            <a:endParaRPr sz="1500">
              <a:latin typeface="Lucida Sans Unicode"/>
              <a:cs typeface="Lucida Sans Unicode"/>
            </a:endParaRPr>
          </a:p>
        </p:txBody>
      </p:sp>
      <p:sp>
        <p:nvSpPr>
          <p:cNvPr id="245" name="object 245"/>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802541" y="1081652"/>
            <a:ext cx="5379085" cy="827405"/>
          </a:xfrm>
          <a:prstGeom prst="rect">
            <a:avLst/>
          </a:prstGeom>
        </p:spPr>
        <p:txBody>
          <a:bodyPr vert="horz" wrap="square" lIns="0" tIns="16510" rIns="0" bIns="0" rtlCol="0">
            <a:spAutoFit/>
          </a:bodyPr>
          <a:lstStyle/>
          <a:p>
            <a:pPr marL="50800">
              <a:lnSpc>
                <a:spcPts val="3135"/>
              </a:lnSpc>
              <a:spcBef>
                <a:spcPts val="130"/>
              </a:spcBef>
              <a:tabLst>
                <a:tab pos="4632325" algn="l"/>
              </a:tabLst>
            </a:pPr>
            <a:r>
              <a:rPr sz="4275" spc="2175" baseline="-5847" dirty="0">
                <a:latin typeface="Yu Gothic UI"/>
                <a:cs typeface="Yu Gothic UI"/>
              </a:rPr>
              <a:t>・</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20" dirty="0">
                <a:latin typeface="Lucida Sans Unicode"/>
                <a:cs typeface="Lucida Sans Unicode"/>
              </a:rPr>
              <a:t> </a:t>
            </a:r>
            <a:r>
              <a:rPr sz="1800" dirty="0">
                <a:latin typeface="Lucida Sans Unicode"/>
                <a:cs typeface="Lucida Sans Unicode"/>
              </a:rPr>
              <a:t>half</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spc="-60" dirty="0">
                <a:latin typeface="Lucida Sans Unicode"/>
                <a:cs typeface="Lucida Sans Unicode"/>
              </a:rPr>
              <a:t>5-</a:t>
            </a:r>
            <a:r>
              <a:rPr sz="1800" spc="-35"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medians</a:t>
            </a:r>
            <a:r>
              <a:rPr sz="1800" spc="-20" dirty="0">
                <a:latin typeface="Lucida Sans Unicode"/>
                <a:cs typeface="Lucida Sans Unicode"/>
              </a:rPr>
              <a:t>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50800">
              <a:lnSpc>
                <a:spcPts val="3135"/>
              </a:lnSpc>
              <a:tabLst>
                <a:tab pos="3804920" algn="l"/>
                <a:tab pos="5140960" algn="l"/>
              </a:tabLst>
            </a:pPr>
            <a:r>
              <a:rPr sz="4275" spc="2175" baseline="-7797" dirty="0">
                <a:latin typeface="Yu Gothic UI"/>
                <a:cs typeface="Yu Gothic UI"/>
              </a:rPr>
              <a:t>・</a:t>
            </a:r>
            <a:r>
              <a:rPr sz="1800" dirty="0">
                <a:latin typeface="Lucida Sans Unicode"/>
                <a:cs typeface="Lucida Sans Unicode"/>
              </a:rPr>
              <a:t>Symmetrically,</a:t>
            </a:r>
            <a:r>
              <a:rPr sz="1800" spc="-30" dirty="0">
                <a:latin typeface="Lucida Sans Unicode"/>
                <a:cs typeface="Lucida Sans Unicode"/>
              </a:rPr>
              <a:t> </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145" dirty="0">
                <a:latin typeface="Lucida Sans Unicode"/>
                <a:cs typeface="Lucida Sans Unicode"/>
              </a:rPr>
              <a:t> </a:t>
            </a:r>
            <a:r>
              <a:rPr sz="1800" dirty="0">
                <a:latin typeface="Symbol"/>
                <a:cs typeface="Symbol"/>
              </a:rPr>
              <a:t></a:t>
            </a:r>
            <a:r>
              <a:rPr sz="1800" i="1" dirty="0">
                <a:latin typeface="Times New Roman"/>
                <a:cs typeface="Times New Roman"/>
              </a:rPr>
              <a:t>n</a:t>
            </a:r>
            <a:r>
              <a:rPr sz="1800" i="1"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25" dirty="0">
                <a:latin typeface="Times New Roman"/>
                <a:cs typeface="Times New Roman"/>
              </a:rPr>
              <a:t>10</a:t>
            </a:r>
            <a:r>
              <a:rPr sz="1800" spc="-25" dirty="0">
                <a:latin typeface="Symbol"/>
                <a:cs typeface="Symbol"/>
              </a:rPr>
              <a:t></a:t>
            </a:r>
            <a:r>
              <a:rPr sz="1800" dirty="0">
                <a:latin typeface="Times New Roman"/>
                <a:cs typeface="Times New Roman"/>
              </a:rPr>
              <a:t>	</a:t>
            </a:r>
            <a:r>
              <a:rPr sz="1800" dirty="0">
                <a:latin typeface="Lucida Sans Unicode"/>
                <a:cs typeface="Lucida Sans Unicode"/>
              </a:rPr>
              <a:t>medians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60" dirty="0"/>
              <a:t> of </a:t>
            </a:r>
            <a:r>
              <a:rPr spc="-25" dirty="0"/>
              <a:t>median-</a:t>
            </a:r>
            <a:r>
              <a:rPr spc="-45" dirty="0"/>
              <a:t>of-</a:t>
            </a:r>
            <a:r>
              <a:rPr dirty="0"/>
              <a:t>medians</a:t>
            </a:r>
            <a:r>
              <a:rPr spc="60" dirty="0"/>
              <a:t> </a:t>
            </a:r>
            <a:r>
              <a:rPr dirty="0"/>
              <a:t>selection</a:t>
            </a:r>
            <a:r>
              <a:rPr spc="65" dirty="0"/>
              <a:t> </a:t>
            </a:r>
            <a:r>
              <a:rPr spc="35" dirty="0"/>
              <a:t>algorithm</a:t>
            </a:r>
          </a:p>
        </p:txBody>
      </p:sp>
      <p:grpSp>
        <p:nvGrpSpPr>
          <p:cNvPr id="5" name="object 5"/>
          <p:cNvGrpSpPr/>
          <p:nvPr/>
        </p:nvGrpSpPr>
        <p:grpSpPr>
          <a:xfrm>
            <a:off x="1813042" y="3555240"/>
            <a:ext cx="484505" cy="484505"/>
            <a:chOff x="1813042" y="3555240"/>
            <a:chExt cx="484505" cy="484505"/>
          </a:xfrm>
        </p:grpSpPr>
        <p:sp>
          <p:nvSpPr>
            <p:cNvPr id="6" name="object 6"/>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8" name="object 8"/>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9" name="object 9"/>
          <p:cNvGrpSpPr/>
          <p:nvPr/>
        </p:nvGrpSpPr>
        <p:grpSpPr>
          <a:xfrm>
            <a:off x="1097504" y="3555007"/>
            <a:ext cx="484505" cy="484505"/>
            <a:chOff x="1097504" y="3555007"/>
            <a:chExt cx="484505" cy="484505"/>
          </a:xfrm>
        </p:grpSpPr>
        <p:sp>
          <p:nvSpPr>
            <p:cNvPr id="10" name="object 10"/>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1" name="object 11"/>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 name="object 12"/>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29</a:t>
            </a:r>
            <a:endParaRPr sz="1500">
              <a:latin typeface="Lucida Sans Unicode"/>
              <a:cs typeface="Lucida Sans Unicode"/>
            </a:endParaRPr>
          </a:p>
        </p:txBody>
      </p:sp>
      <p:grpSp>
        <p:nvGrpSpPr>
          <p:cNvPr id="13" name="object 13"/>
          <p:cNvGrpSpPr/>
          <p:nvPr/>
        </p:nvGrpSpPr>
        <p:grpSpPr>
          <a:xfrm>
            <a:off x="3243653" y="3555240"/>
            <a:ext cx="484505" cy="484505"/>
            <a:chOff x="3243653" y="3555240"/>
            <a:chExt cx="484505" cy="484505"/>
          </a:xfrm>
        </p:grpSpPr>
        <p:sp>
          <p:nvSpPr>
            <p:cNvPr id="14" name="object 14"/>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 name="object 15"/>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 name="object 16"/>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7" name="object 17"/>
          <p:cNvGrpSpPr/>
          <p:nvPr/>
        </p:nvGrpSpPr>
        <p:grpSpPr>
          <a:xfrm>
            <a:off x="3958958" y="3555240"/>
            <a:ext cx="484505" cy="484505"/>
            <a:chOff x="3958958" y="3555240"/>
            <a:chExt cx="484505" cy="484505"/>
          </a:xfrm>
        </p:grpSpPr>
        <p:sp>
          <p:nvSpPr>
            <p:cNvPr id="18" name="object 18"/>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9" name="object 19"/>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 name="object 20"/>
          <p:cNvGrpSpPr/>
          <p:nvPr/>
        </p:nvGrpSpPr>
        <p:grpSpPr>
          <a:xfrm>
            <a:off x="2528347" y="3555240"/>
            <a:ext cx="484505" cy="484505"/>
            <a:chOff x="2528347" y="3555240"/>
            <a:chExt cx="484505" cy="484505"/>
          </a:xfrm>
        </p:grpSpPr>
        <p:sp>
          <p:nvSpPr>
            <p:cNvPr id="21" name="object 21"/>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2" name="object 22"/>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3" name="object 23"/>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4" name="object 24"/>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5" name="object 25"/>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6" name="object 26"/>
          <p:cNvGrpSpPr/>
          <p:nvPr/>
        </p:nvGrpSpPr>
        <p:grpSpPr>
          <a:xfrm>
            <a:off x="5389569" y="3555240"/>
            <a:ext cx="484505" cy="484505"/>
            <a:chOff x="5389569" y="3555240"/>
            <a:chExt cx="484505" cy="484505"/>
          </a:xfrm>
        </p:grpSpPr>
        <p:sp>
          <p:nvSpPr>
            <p:cNvPr id="27" name="object 27"/>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28" name="object 28"/>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9" name="object 29"/>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18</a:t>
            </a:r>
            <a:endParaRPr sz="1500">
              <a:latin typeface="Lucida Sans Unicode"/>
              <a:cs typeface="Lucida Sans Unicode"/>
            </a:endParaRPr>
          </a:p>
        </p:txBody>
      </p:sp>
      <p:grpSp>
        <p:nvGrpSpPr>
          <p:cNvPr id="30" name="object 30"/>
          <p:cNvGrpSpPr/>
          <p:nvPr/>
        </p:nvGrpSpPr>
        <p:grpSpPr>
          <a:xfrm>
            <a:off x="4674263" y="3555240"/>
            <a:ext cx="484505" cy="484505"/>
            <a:chOff x="4674263" y="3555240"/>
            <a:chExt cx="484505" cy="484505"/>
          </a:xfrm>
        </p:grpSpPr>
        <p:sp>
          <p:nvSpPr>
            <p:cNvPr id="31" name="object 31"/>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2" name="object 32"/>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3" name="object 33"/>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grpSp>
        <p:nvGrpSpPr>
          <p:cNvPr id="34" name="object 34"/>
          <p:cNvGrpSpPr/>
          <p:nvPr/>
        </p:nvGrpSpPr>
        <p:grpSpPr>
          <a:xfrm>
            <a:off x="6104874" y="3555240"/>
            <a:ext cx="484505" cy="484505"/>
            <a:chOff x="6104874" y="3555240"/>
            <a:chExt cx="484505" cy="484505"/>
          </a:xfrm>
        </p:grpSpPr>
        <p:sp>
          <p:nvSpPr>
            <p:cNvPr id="35" name="object 35"/>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6" name="object 36"/>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7" name="object 37"/>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8" name="object 38"/>
          <p:cNvGrpSpPr/>
          <p:nvPr/>
        </p:nvGrpSpPr>
        <p:grpSpPr>
          <a:xfrm>
            <a:off x="6820179" y="3555240"/>
            <a:ext cx="484505" cy="484505"/>
            <a:chOff x="6820179" y="3555240"/>
            <a:chExt cx="484505" cy="484505"/>
          </a:xfrm>
        </p:grpSpPr>
        <p:sp>
          <p:nvSpPr>
            <p:cNvPr id="39" name="object 39"/>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0" name="object 40"/>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41" name="object 41"/>
          <p:cNvGrpSpPr/>
          <p:nvPr/>
        </p:nvGrpSpPr>
        <p:grpSpPr>
          <a:xfrm>
            <a:off x="7535484" y="3555240"/>
            <a:ext cx="484505" cy="484505"/>
            <a:chOff x="7535484" y="3555240"/>
            <a:chExt cx="484505" cy="484505"/>
          </a:xfrm>
        </p:grpSpPr>
        <p:sp>
          <p:nvSpPr>
            <p:cNvPr id="42" name="object 42"/>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43" name="object 43"/>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44" name="object 44"/>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003F83"/>
            </a:solidFill>
          </p:spPr>
          <p:txBody>
            <a:bodyPr wrap="square" lIns="0" tIns="0" rIns="0" bIns="0" rtlCol="0"/>
            <a:lstStyle/>
            <a:p>
              <a:endParaRPr/>
            </a:p>
          </p:txBody>
        </p:sp>
        <p:sp>
          <p:nvSpPr>
            <p:cNvPr id="45" name="object 45"/>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46" name="object 46"/>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34</a:t>
            </a:r>
            <a:endParaRPr sz="1500">
              <a:latin typeface="Lucida Sans Unicode"/>
              <a:cs typeface="Lucida Sans Unicode"/>
            </a:endParaRPr>
          </a:p>
        </p:txBody>
      </p:sp>
      <p:grpSp>
        <p:nvGrpSpPr>
          <p:cNvPr id="47" name="object 47"/>
          <p:cNvGrpSpPr/>
          <p:nvPr/>
        </p:nvGrpSpPr>
        <p:grpSpPr>
          <a:xfrm>
            <a:off x="8250789" y="3555240"/>
            <a:ext cx="484505" cy="484505"/>
            <a:chOff x="8250789" y="3555240"/>
            <a:chExt cx="484505" cy="484505"/>
          </a:xfrm>
        </p:grpSpPr>
        <p:sp>
          <p:nvSpPr>
            <p:cNvPr id="48" name="object 48"/>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9" name="object 49"/>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50" name="object 50"/>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51" name="object 51"/>
          <p:cNvGrpSpPr/>
          <p:nvPr/>
        </p:nvGrpSpPr>
        <p:grpSpPr>
          <a:xfrm>
            <a:off x="1813042" y="4270545"/>
            <a:ext cx="484505" cy="484505"/>
            <a:chOff x="1813042" y="4270545"/>
            <a:chExt cx="484505" cy="484505"/>
          </a:xfrm>
        </p:grpSpPr>
        <p:sp>
          <p:nvSpPr>
            <p:cNvPr id="52" name="object 52"/>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3" name="object 53"/>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4" name="object 54"/>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grpSp>
        <p:nvGrpSpPr>
          <p:cNvPr id="55" name="object 55"/>
          <p:cNvGrpSpPr/>
          <p:nvPr/>
        </p:nvGrpSpPr>
        <p:grpSpPr>
          <a:xfrm>
            <a:off x="1097504" y="4270312"/>
            <a:ext cx="484505" cy="484505"/>
            <a:chOff x="1097504" y="4270312"/>
            <a:chExt cx="484505" cy="484505"/>
          </a:xfrm>
        </p:grpSpPr>
        <p:sp>
          <p:nvSpPr>
            <p:cNvPr id="56" name="object 56"/>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57" name="object 57"/>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8" name="object 58"/>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59" name="object 59"/>
          <p:cNvGrpSpPr/>
          <p:nvPr/>
        </p:nvGrpSpPr>
        <p:grpSpPr>
          <a:xfrm>
            <a:off x="3243653" y="4270545"/>
            <a:ext cx="484505" cy="484505"/>
            <a:chOff x="3243653" y="4270545"/>
            <a:chExt cx="484505" cy="484505"/>
          </a:xfrm>
        </p:grpSpPr>
        <p:sp>
          <p:nvSpPr>
            <p:cNvPr id="60" name="object 60"/>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61" name="object 61"/>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2" name="object 62"/>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63" name="object 63"/>
          <p:cNvGrpSpPr/>
          <p:nvPr/>
        </p:nvGrpSpPr>
        <p:grpSpPr>
          <a:xfrm>
            <a:off x="2528347" y="4270545"/>
            <a:ext cx="484505" cy="484505"/>
            <a:chOff x="2528347" y="4270545"/>
            <a:chExt cx="484505" cy="484505"/>
          </a:xfrm>
        </p:grpSpPr>
        <p:sp>
          <p:nvSpPr>
            <p:cNvPr id="64" name="object 64"/>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65" name="object 65"/>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6" name="object 66"/>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52</a:t>
            </a:r>
            <a:endParaRPr sz="1500">
              <a:latin typeface="Lucida Sans Unicode"/>
              <a:cs typeface="Lucida Sans Unicode"/>
            </a:endParaRPr>
          </a:p>
        </p:txBody>
      </p:sp>
      <p:grpSp>
        <p:nvGrpSpPr>
          <p:cNvPr id="67" name="object 67"/>
          <p:cNvGrpSpPr/>
          <p:nvPr/>
        </p:nvGrpSpPr>
        <p:grpSpPr>
          <a:xfrm>
            <a:off x="3958958" y="4270545"/>
            <a:ext cx="484505" cy="484505"/>
            <a:chOff x="3958958" y="4270545"/>
            <a:chExt cx="484505" cy="484505"/>
          </a:xfrm>
        </p:grpSpPr>
        <p:sp>
          <p:nvSpPr>
            <p:cNvPr id="68" name="object 68"/>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69" name="object 69"/>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0" name="object 70"/>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53</a:t>
            </a:r>
            <a:endParaRPr sz="1500">
              <a:latin typeface="Lucida Sans Unicode"/>
              <a:cs typeface="Lucida Sans Unicode"/>
            </a:endParaRPr>
          </a:p>
        </p:txBody>
      </p:sp>
      <p:grpSp>
        <p:nvGrpSpPr>
          <p:cNvPr id="71" name="object 71"/>
          <p:cNvGrpSpPr/>
          <p:nvPr/>
        </p:nvGrpSpPr>
        <p:grpSpPr>
          <a:xfrm>
            <a:off x="5389569" y="4270545"/>
            <a:ext cx="484505" cy="484505"/>
            <a:chOff x="5389569" y="4270545"/>
            <a:chExt cx="484505" cy="484505"/>
          </a:xfrm>
        </p:grpSpPr>
        <p:sp>
          <p:nvSpPr>
            <p:cNvPr id="72" name="object 72"/>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3" name="object 73"/>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4" name="object 74"/>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75" name="object 75"/>
          <p:cNvGrpSpPr/>
          <p:nvPr/>
        </p:nvGrpSpPr>
        <p:grpSpPr>
          <a:xfrm>
            <a:off x="4674263" y="4270545"/>
            <a:ext cx="484505" cy="484505"/>
            <a:chOff x="4674263" y="4270545"/>
            <a:chExt cx="484505" cy="484505"/>
          </a:xfrm>
        </p:grpSpPr>
        <p:sp>
          <p:nvSpPr>
            <p:cNvPr id="76" name="object 76"/>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7" name="object 77"/>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8" name="object 78"/>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79" name="object 79"/>
          <p:cNvGrpSpPr/>
          <p:nvPr/>
        </p:nvGrpSpPr>
        <p:grpSpPr>
          <a:xfrm>
            <a:off x="7535484" y="4270545"/>
            <a:ext cx="484505" cy="484505"/>
            <a:chOff x="7535484" y="4270545"/>
            <a:chExt cx="484505" cy="484505"/>
          </a:xfrm>
        </p:grpSpPr>
        <p:sp>
          <p:nvSpPr>
            <p:cNvPr id="80" name="object 80"/>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81" name="object 81"/>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82" name="object 82"/>
          <p:cNvGrpSpPr/>
          <p:nvPr/>
        </p:nvGrpSpPr>
        <p:grpSpPr>
          <a:xfrm>
            <a:off x="6104874" y="4270545"/>
            <a:ext cx="484505" cy="484505"/>
            <a:chOff x="6104874" y="4270545"/>
            <a:chExt cx="484505" cy="484505"/>
          </a:xfrm>
        </p:grpSpPr>
        <p:sp>
          <p:nvSpPr>
            <p:cNvPr id="83" name="object 83"/>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4" name="object 84"/>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85" name="object 85"/>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86" name="object 86"/>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7" name="object 87"/>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8" name="object 88"/>
          <p:cNvGrpSpPr/>
          <p:nvPr/>
        </p:nvGrpSpPr>
        <p:grpSpPr>
          <a:xfrm>
            <a:off x="6820179" y="4270545"/>
            <a:ext cx="484505" cy="484505"/>
            <a:chOff x="6820179" y="4270545"/>
            <a:chExt cx="484505" cy="484505"/>
          </a:xfrm>
        </p:grpSpPr>
        <p:sp>
          <p:nvSpPr>
            <p:cNvPr id="89" name="object 89"/>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0" name="object 90"/>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1" name="object 91"/>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92" name="object 92"/>
          <p:cNvGrpSpPr/>
          <p:nvPr/>
        </p:nvGrpSpPr>
        <p:grpSpPr>
          <a:xfrm>
            <a:off x="8250789" y="4270545"/>
            <a:ext cx="484505" cy="484505"/>
            <a:chOff x="8250789" y="4270545"/>
            <a:chExt cx="484505" cy="484505"/>
          </a:xfrm>
        </p:grpSpPr>
        <p:sp>
          <p:nvSpPr>
            <p:cNvPr id="93" name="object 93"/>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4" name="object 94"/>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5" name="object 95"/>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96" name="object 96"/>
          <p:cNvGrpSpPr/>
          <p:nvPr/>
        </p:nvGrpSpPr>
        <p:grpSpPr>
          <a:xfrm>
            <a:off x="1813042" y="4985850"/>
            <a:ext cx="484505" cy="484505"/>
            <a:chOff x="1813042" y="4985850"/>
            <a:chExt cx="484505" cy="484505"/>
          </a:xfrm>
        </p:grpSpPr>
        <p:sp>
          <p:nvSpPr>
            <p:cNvPr id="97" name="object 97"/>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98" name="object 98"/>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99" name="object 99"/>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23</a:t>
            </a:r>
            <a:endParaRPr sz="1500">
              <a:latin typeface="Lucida Sans Unicode"/>
              <a:cs typeface="Lucida Sans Unicode"/>
            </a:endParaRPr>
          </a:p>
        </p:txBody>
      </p:sp>
      <p:grpSp>
        <p:nvGrpSpPr>
          <p:cNvPr id="100" name="object 100"/>
          <p:cNvGrpSpPr/>
          <p:nvPr/>
        </p:nvGrpSpPr>
        <p:grpSpPr>
          <a:xfrm>
            <a:off x="3243653" y="4985850"/>
            <a:ext cx="484505" cy="484505"/>
            <a:chOff x="3243653" y="4985850"/>
            <a:chExt cx="484505" cy="484505"/>
          </a:xfrm>
        </p:grpSpPr>
        <p:sp>
          <p:nvSpPr>
            <p:cNvPr id="101" name="object 101"/>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2" name="object 102"/>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03" name="object 103"/>
          <p:cNvGrpSpPr/>
          <p:nvPr/>
        </p:nvGrpSpPr>
        <p:grpSpPr>
          <a:xfrm>
            <a:off x="636386" y="3896456"/>
            <a:ext cx="961390" cy="1589405"/>
            <a:chOff x="636386" y="3896456"/>
            <a:chExt cx="961390" cy="1589405"/>
          </a:xfrm>
        </p:grpSpPr>
        <p:sp>
          <p:nvSpPr>
            <p:cNvPr id="104" name="object 104"/>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5" name="object 105"/>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6" name="object 106"/>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107" name="object 107"/>
            <p:cNvPicPr/>
            <p:nvPr/>
          </p:nvPicPr>
          <p:blipFill>
            <a:blip r:embed="rId2" cstate="print"/>
            <a:stretch>
              <a:fillRect/>
            </a:stretch>
          </p:blipFill>
          <p:spPr>
            <a:xfrm>
              <a:off x="1050770" y="4906265"/>
              <a:ext cx="83850" cy="102236"/>
            </a:xfrm>
            <a:prstGeom prst="rect">
              <a:avLst/>
            </a:prstGeom>
          </p:spPr>
        </p:pic>
        <p:sp>
          <p:nvSpPr>
            <p:cNvPr id="108" name="object 108"/>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09" name="object 109"/>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110" name="object 110"/>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111" name="object 111"/>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sp>
        <p:nvSpPr>
          <p:cNvPr id="112" name="object 112"/>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13" name="object 113"/>
          <p:cNvGrpSpPr/>
          <p:nvPr/>
        </p:nvGrpSpPr>
        <p:grpSpPr>
          <a:xfrm>
            <a:off x="2528347" y="4985850"/>
            <a:ext cx="484505" cy="484505"/>
            <a:chOff x="2528347" y="4985850"/>
            <a:chExt cx="484505" cy="484505"/>
          </a:xfrm>
        </p:grpSpPr>
        <p:sp>
          <p:nvSpPr>
            <p:cNvPr id="114" name="object 114"/>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5" name="object 115"/>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6" name="object 116"/>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7" name="object 117"/>
          <p:cNvGrpSpPr/>
          <p:nvPr/>
        </p:nvGrpSpPr>
        <p:grpSpPr>
          <a:xfrm>
            <a:off x="5389569" y="4985850"/>
            <a:ext cx="484505" cy="484505"/>
            <a:chOff x="5389569" y="4985850"/>
            <a:chExt cx="484505" cy="484505"/>
          </a:xfrm>
        </p:grpSpPr>
        <p:sp>
          <p:nvSpPr>
            <p:cNvPr id="118" name="object 118"/>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19" name="object 119"/>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0" name="object 120"/>
          <p:cNvGrpSpPr/>
          <p:nvPr/>
        </p:nvGrpSpPr>
        <p:grpSpPr>
          <a:xfrm>
            <a:off x="3958958" y="4985850"/>
            <a:ext cx="484505" cy="484505"/>
            <a:chOff x="3958958" y="4985850"/>
            <a:chExt cx="484505" cy="484505"/>
          </a:xfrm>
        </p:grpSpPr>
        <p:sp>
          <p:nvSpPr>
            <p:cNvPr id="121" name="object 121"/>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22" name="object 122"/>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3" name="object 123"/>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003F83"/>
            </a:solidFill>
          </p:spPr>
          <p:txBody>
            <a:bodyPr wrap="square" lIns="0" tIns="0" rIns="0" bIns="0" rtlCol="0"/>
            <a:lstStyle/>
            <a:p>
              <a:endParaRPr/>
            </a:p>
          </p:txBody>
        </p:sp>
        <p:sp>
          <p:nvSpPr>
            <p:cNvPr id="124" name="object 124"/>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5" name="object 125"/>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26" name="object 126"/>
          <p:cNvGrpSpPr/>
          <p:nvPr/>
        </p:nvGrpSpPr>
        <p:grpSpPr>
          <a:xfrm>
            <a:off x="4674263" y="4985850"/>
            <a:ext cx="484505" cy="484505"/>
            <a:chOff x="4674263" y="4985850"/>
            <a:chExt cx="484505" cy="484505"/>
          </a:xfrm>
        </p:grpSpPr>
        <p:sp>
          <p:nvSpPr>
            <p:cNvPr id="127" name="object 127"/>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8" name="object 128"/>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29" name="object 129"/>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19</a:t>
            </a:r>
            <a:endParaRPr sz="1500">
              <a:latin typeface="Lucida Sans Unicode"/>
              <a:cs typeface="Lucida Sans Unicode"/>
            </a:endParaRPr>
          </a:p>
        </p:txBody>
      </p:sp>
      <p:grpSp>
        <p:nvGrpSpPr>
          <p:cNvPr id="130" name="object 130"/>
          <p:cNvGrpSpPr/>
          <p:nvPr/>
        </p:nvGrpSpPr>
        <p:grpSpPr>
          <a:xfrm>
            <a:off x="6104874" y="4985850"/>
            <a:ext cx="484505" cy="484505"/>
            <a:chOff x="6104874" y="4985850"/>
            <a:chExt cx="484505" cy="484505"/>
          </a:xfrm>
        </p:grpSpPr>
        <p:sp>
          <p:nvSpPr>
            <p:cNvPr id="131" name="object 131"/>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32" name="object 132"/>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33" name="object 133"/>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46</a:t>
            </a:r>
            <a:endParaRPr sz="1500">
              <a:latin typeface="Lucida Sans Unicode"/>
              <a:cs typeface="Lucida Sans Unicode"/>
            </a:endParaRPr>
          </a:p>
        </p:txBody>
      </p:sp>
      <p:grpSp>
        <p:nvGrpSpPr>
          <p:cNvPr id="134" name="object 134"/>
          <p:cNvGrpSpPr/>
          <p:nvPr/>
        </p:nvGrpSpPr>
        <p:grpSpPr>
          <a:xfrm>
            <a:off x="7535484" y="4985850"/>
            <a:ext cx="484505" cy="484505"/>
            <a:chOff x="7535484" y="4985850"/>
            <a:chExt cx="484505" cy="484505"/>
          </a:xfrm>
        </p:grpSpPr>
        <p:sp>
          <p:nvSpPr>
            <p:cNvPr id="135" name="object 135"/>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36" name="object 136"/>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37" name="object 137"/>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49</a:t>
            </a:r>
            <a:endParaRPr sz="1500">
              <a:latin typeface="Lucida Sans Unicode"/>
              <a:cs typeface="Lucida Sans Unicode"/>
            </a:endParaRPr>
          </a:p>
        </p:txBody>
      </p:sp>
      <p:grpSp>
        <p:nvGrpSpPr>
          <p:cNvPr id="138" name="object 138"/>
          <p:cNvGrpSpPr/>
          <p:nvPr/>
        </p:nvGrpSpPr>
        <p:grpSpPr>
          <a:xfrm>
            <a:off x="8250789" y="4985850"/>
            <a:ext cx="484505" cy="484505"/>
            <a:chOff x="8250789" y="4985850"/>
            <a:chExt cx="484505" cy="484505"/>
          </a:xfrm>
        </p:grpSpPr>
        <p:sp>
          <p:nvSpPr>
            <p:cNvPr id="139" name="object 139"/>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0" name="object 140"/>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41" name="object 141"/>
          <p:cNvGrpSpPr/>
          <p:nvPr/>
        </p:nvGrpSpPr>
        <p:grpSpPr>
          <a:xfrm>
            <a:off x="6820179" y="4985850"/>
            <a:ext cx="484505" cy="484505"/>
            <a:chOff x="6820179" y="4985850"/>
            <a:chExt cx="484505" cy="484505"/>
          </a:xfrm>
        </p:grpSpPr>
        <p:sp>
          <p:nvSpPr>
            <p:cNvPr id="142" name="object 142"/>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43" name="object 143"/>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44" name="object 144"/>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45" name="object 145"/>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46" name="object 146"/>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47" name="object 147"/>
          <p:cNvGrpSpPr/>
          <p:nvPr/>
        </p:nvGrpSpPr>
        <p:grpSpPr>
          <a:xfrm>
            <a:off x="1813042" y="5701155"/>
            <a:ext cx="484505" cy="484505"/>
            <a:chOff x="1813042" y="5701155"/>
            <a:chExt cx="484505" cy="484505"/>
          </a:xfrm>
        </p:grpSpPr>
        <p:sp>
          <p:nvSpPr>
            <p:cNvPr id="148" name="object 148"/>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49" name="object 149"/>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0" name="object 150"/>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51" name="object 151"/>
          <p:cNvGrpSpPr/>
          <p:nvPr/>
        </p:nvGrpSpPr>
        <p:grpSpPr>
          <a:xfrm>
            <a:off x="1097737" y="5701155"/>
            <a:ext cx="484505" cy="484505"/>
            <a:chOff x="1097737" y="5701155"/>
            <a:chExt cx="484505" cy="484505"/>
          </a:xfrm>
        </p:grpSpPr>
        <p:sp>
          <p:nvSpPr>
            <p:cNvPr id="152" name="object 152"/>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3" name="object 153"/>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4" name="object 154"/>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55" name="object 155"/>
          <p:cNvGrpSpPr/>
          <p:nvPr/>
        </p:nvGrpSpPr>
        <p:grpSpPr>
          <a:xfrm>
            <a:off x="3243653" y="5701155"/>
            <a:ext cx="484505" cy="484505"/>
            <a:chOff x="3243653" y="5701155"/>
            <a:chExt cx="484505" cy="484505"/>
          </a:xfrm>
        </p:grpSpPr>
        <p:sp>
          <p:nvSpPr>
            <p:cNvPr id="156" name="object 156"/>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7" name="object 157"/>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8" name="object 158"/>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59" name="object 159"/>
          <p:cNvGrpSpPr/>
          <p:nvPr/>
        </p:nvGrpSpPr>
        <p:grpSpPr>
          <a:xfrm>
            <a:off x="2528347" y="5701155"/>
            <a:ext cx="484505" cy="484505"/>
            <a:chOff x="2528347" y="5701155"/>
            <a:chExt cx="484505" cy="484505"/>
          </a:xfrm>
        </p:grpSpPr>
        <p:sp>
          <p:nvSpPr>
            <p:cNvPr id="160" name="object 160"/>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1" name="object 161"/>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2" name="object 162"/>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3" name="object 163"/>
          <p:cNvGrpSpPr/>
          <p:nvPr/>
        </p:nvGrpSpPr>
        <p:grpSpPr>
          <a:xfrm>
            <a:off x="3958958" y="5701155"/>
            <a:ext cx="484505" cy="484505"/>
            <a:chOff x="3958958" y="5701155"/>
            <a:chExt cx="484505" cy="484505"/>
          </a:xfrm>
        </p:grpSpPr>
        <p:sp>
          <p:nvSpPr>
            <p:cNvPr id="164" name="object 164"/>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65" name="object 165"/>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6" name="object 166"/>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54</a:t>
            </a:r>
            <a:endParaRPr sz="1500">
              <a:latin typeface="Lucida Sans Unicode"/>
              <a:cs typeface="Lucida Sans Unicode"/>
            </a:endParaRPr>
          </a:p>
        </p:txBody>
      </p:sp>
      <p:grpSp>
        <p:nvGrpSpPr>
          <p:cNvPr id="167" name="object 167"/>
          <p:cNvGrpSpPr/>
          <p:nvPr/>
        </p:nvGrpSpPr>
        <p:grpSpPr>
          <a:xfrm>
            <a:off x="5389569" y="5701155"/>
            <a:ext cx="484505" cy="484505"/>
            <a:chOff x="5389569" y="5701155"/>
            <a:chExt cx="484505" cy="484505"/>
          </a:xfrm>
        </p:grpSpPr>
        <p:sp>
          <p:nvSpPr>
            <p:cNvPr id="168" name="object 168"/>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69" name="object 169"/>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0" name="object 170"/>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71" name="object 171"/>
          <p:cNvGrpSpPr/>
          <p:nvPr/>
        </p:nvGrpSpPr>
        <p:grpSpPr>
          <a:xfrm>
            <a:off x="4674263" y="5701155"/>
            <a:ext cx="484505" cy="484505"/>
            <a:chOff x="4674263" y="5701155"/>
            <a:chExt cx="484505" cy="484505"/>
          </a:xfrm>
        </p:grpSpPr>
        <p:sp>
          <p:nvSpPr>
            <p:cNvPr id="172" name="object 172"/>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3" name="object 173"/>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4" name="object 174"/>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5" name="object 175"/>
          <p:cNvGrpSpPr/>
          <p:nvPr/>
        </p:nvGrpSpPr>
        <p:grpSpPr>
          <a:xfrm>
            <a:off x="6104874" y="5701155"/>
            <a:ext cx="484505" cy="484505"/>
            <a:chOff x="6104874" y="5701155"/>
            <a:chExt cx="484505" cy="484505"/>
          </a:xfrm>
        </p:grpSpPr>
        <p:sp>
          <p:nvSpPr>
            <p:cNvPr id="176" name="object 176"/>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7" name="object 177"/>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8" name="object 178"/>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47</a:t>
            </a:r>
            <a:endParaRPr sz="1500">
              <a:latin typeface="Lucida Sans Unicode"/>
              <a:cs typeface="Lucida Sans Unicode"/>
            </a:endParaRPr>
          </a:p>
        </p:txBody>
      </p:sp>
      <p:grpSp>
        <p:nvGrpSpPr>
          <p:cNvPr id="179" name="object 179"/>
          <p:cNvGrpSpPr/>
          <p:nvPr/>
        </p:nvGrpSpPr>
        <p:grpSpPr>
          <a:xfrm>
            <a:off x="7535484" y="5701155"/>
            <a:ext cx="484505" cy="484505"/>
            <a:chOff x="7535484" y="5701155"/>
            <a:chExt cx="484505" cy="484505"/>
          </a:xfrm>
        </p:grpSpPr>
        <p:sp>
          <p:nvSpPr>
            <p:cNvPr id="180" name="object 180"/>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81" name="object 181"/>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2" name="object 182"/>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51</a:t>
            </a:r>
            <a:endParaRPr sz="1500">
              <a:latin typeface="Lucida Sans Unicode"/>
              <a:cs typeface="Lucida Sans Unicode"/>
            </a:endParaRPr>
          </a:p>
        </p:txBody>
      </p:sp>
      <p:grpSp>
        <p:nvGrpSpPr>
          <p:cNvPr id="183" name="object 183"/>
          <p:cNvGrpSpPr/>
          <p:nvPr/>
        </p:nvGrpSpPr>
        <p:grpSpPr>
          <a:xfrm>
            <a:off x="6820179" y="5701155"/>
            <a:ext cx="484505" cy="484505"/>
            <a:chOff x="6820179" y="5701155"/>
            <a:chExt cx="484505" cy="484505"/>
          </a:xfrm>
        </p:grpSpPr>
        <p:sp>
          <p:nvSpPr>
            <p:cNvPr id="184" name="object 184"/>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5" name="object 185"/>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86" name="object 186"/>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32</a:t>
            </a:r>
            <a:endParaRPr sz="1500">
              <a:latin typeface="Lucida Sans Unicode"/>
              <a:cs typeface="Lucida Sans Unicode"/>
            </a:endParaRPr>
          </a:p>
        </p:txBody>
      </p:sp>
      <p:grpSp>
        <p:nvGrpSpPr>
          <p:cNvPr id="187" name="object 187"/>
          <p:cNvGrpSpPr/>
          <p:nvPr/>
        </p:nvGrpSpPr>
        <p:grpSpPr>
          <a:xfrm>
            <a:off x="8250789" y="5701155"/>
            <a:ext cx="484505" cy="484505"/>
            <a:chOff x="8250789" y="5701155"/>
            <a:chExt cx="484505" cy="484505"/>
          </a:xfrm>
        </p:grpSpPr>
        <p:sp>
          <p:nvSpPr>
            <p:cNvPr id="188" name="object 188"/>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9" name="object 189"/>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190" name="object 190"/>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91" name="object 191"/>
          <p:cNvGrpSpPr/>
          <p:nvPr/>
        </p:nvGrpSpPr>
        <p:grpSpPr>
          <a:xfrm>
            <a:off x="1813042" y="6416461"/>
            <a:ext cx="484505" cy="484505"/>
            <a:chOff x="1813042" y="6416461"/>
            <a:chExt cx="484505" cy="484505"/>
          </a:xfrm>
        </p:grpSpPr>
        <p:sp>
          <p:nvSpPr>
            <p:cNvPr id="192" name="object 192"/>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93" name="object 193"/>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4" name="object 194"/>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195" name="object 195"/>
          <p:cNvGrpSpPr/>
          <p:nvPr/>
        </p:nvGrpSpPr>
        <p:grpSpPr>
          <a:xfrm>
            <a:off x="1097737" y="6416461"/>
            <a:ext cx="484505" cy="484505"/>
            <a:chOff x="1097737" y="6416461"/>
            <a:chExt cx="484505" cy="484505"/>
          </a:xfrm>
        </p:grpSpPr>
        <p:sp>
          <p:nvSpPr>
            <p:cNvPr id="196" name="object 196"/>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97" name="object 197"/>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98" name="object 198"/>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45</a:t>
            </a:r>
            <a:endParaRPr sz="1500">
              <a:latin typeface="Lucida Sans Unicode"/>
              <a:cs typeface="Lucida Sans Unicode"/>
            </a:endParaRPr>
          </a:p>
        </p:txBody>
      </p:sp>
      <p:grpSp>
        <p:nvGrpSpPr>
          <p:cNvPr id="199" name="object 199"/>
          <p:cNvGrpSpPr/>
          <p:nvPr/>
        </p:nvGrpSpPr>
        <p:grpSpPr>
          <a:xfrm>
            <a:off x="3243653" y="6416461"/>
            <a:ext cx="484505" cy="484505"/>
            <a:chOff x="3243653" y="6416461"/>
            <a:chExt cx="484505" cy="484505"/>
          </a:xfrm>
        </p:grpSpPr>
        <p:sp>
          <p:nvSpPr>
            <p:cNvPr id="200" name="object 200"/>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1" name="object 201"/>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2" name="object 202"/>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15</a:t>
            </a:r>
            <a:endParaRPr sz="1500">
              <a:latin typeface="Lucida Sans Unicode"/>
              <a:cs typeface="Lucida Sans Unicode"/>
            </a:endParaRPr>
          </a:p>
        </p:txBody>
      </p:sp>
      <p:grpSp>
        <p:nvGrpSpPr>
          <p:cNvPr id="203" name="object 203"/>
          <p:cNvGrpSpPr/>
          <p:nvPr/>
        </p:nvGrpSpPr>
        <p:grpSpPr>
          <a:xfrm>
            <a:off x="2528347" y="6416461"/>
            <a:ext cx="484505" cy="484505"/>
            <a:chOff x="2528347" y="6416461"/>
            <a:chExt cx="484505" cy="484505"/>
          </a:xfrm>
        </p:grpSpPr>
        <p:sp>
          <p:nvSpPr>
            <p:cNvPr id="204" name="object 204"/>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05" name="object 205"/>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6" name="object 206"/>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50</a:t>
            </a:r>
            <a:endParaRPr sz="1500">
              <a:latin typeface="Lucida Sans Unicode"/>
              <a:cs typeface="Lucida Sans Unicode"/>
            </a:endParaRPr>
          </a:p>
        </p:txBody>
      </p:sp>
      <p:grpSp>
        <p:nvGrpSpPr>
          <p:cNvPr id="207" name="object 207"/>
          <p:cNvGrpSpPr/>
          <p:nvPr/>
        </p:nvGrpSpPr>
        <p:grpSpPr>
          <a:xfrm>
            <a:off x="3958958" y="6416461"/>
            <a:ext cx="484505" cy="484505"/>
            <a:chOff x="3958958" y="6416461"/>
            <a:chExt cx="484505" cy="484505"/>
          </a:xfrm>
        </p:grpSpPr>
        <p:sp>
          <p:nvSpPr>
            <p:cNvPr id="208" name="object 208"/>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09" name="object 209"/>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0" name="object 210"/>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11" name="object 211"/>
          <p:cNvGrpSpPr/>
          <p:nvPr/>
        </p:nvGrpSpPr>
        <p:grpSpPr>
          <a:xfrm>
            <a:off x="5389569" y="6416461"/>
            <a:ext cx="484505" cy="484505"/>
            <a:chOff x="5389569" y="6416461"/>
            <a:chExt cx="484505" cy="484505"/>
          </a:xfrm>
        </p:grpSpPr>
        <p:sp>
          <p:nvSpPr>
            <p:cNvPr id="212" name="object 212"/>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13" name="object 213"/>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4" name="object 214"/>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15" name="object 215"/>
          <p:cNvGrpSpPr/>
          <p:nvPr/>
        </p:nvGrpSpPr>
        <p:grpSpPr>
          <a:xfrm>
            <a:off x="4674263" y="6416461"/>
            <a:ext cx="484505" cy="484505"/>
            <a:chOff x="4674263" y="6416461"/>
            <a:chExt cx="484505" cy="484505"/>
          </a:xfrm>
        </p:grpSpPr>
        <p:sp>
          <p:nvSpPr>
            <p:cNvPr id="216" name="object 216"/>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7" name="object 217"/>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18" name="object 218"/>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19" name="object 219"/>
          <p:cNvGrpSpPr/>
          <p:nvPr/>
        </p:nvGrpSpPr>
        <p:grpSpPr>
          <a:xfrm>
            <a:off x="6104874" y="6416461"/>
            <a:ext cx="484505" cy="484505"/>
            <a:chOff x="6104874" y="6416461"/>
            <a:chExt cx="484505" cy="484505"/>
          </a:xfrm>
        </p:grpSpPr>
        <p:sp>
          <p:nvSpPr>
            <p:cNvPr id="220" name="object 220"/>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1" name="object 221"/>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2" name="object 222"/>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23" name="object 223"/>
          <p:cNvGrpSpPr/>
          <p:nvPr/>
        </p:nvGrpSpPr>
        <p:grpSpPr>
          <a:xfrm>
            <a:off x="7535484" y="6416461"/>
            <a:ext cx="484505" cy="484505"/>
            <a:chOff x="7535484" y="6416461"/>
            <a:chExt cx="484505" cy="484505"/>
          </a:xfrm>
        </p:grpSpPr>
        <p:sp>
          <p:nvSpPr>
            <p:cNvPr id="224" name="object 224"/>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25" name="object 225"/>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26" name="object 226"/>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27" name="object 227"/>
          <p:cNvGrpSpPr/>
          <p:nvPr/>
        </p:nvGrpSpPr>
        <p:grpSpPr>
          <a:xfrm>
            <a:off x="6820179" y="6416461"/>
            <a:ext cx="484505" cy="484505"/>
            <a:chOff x="6820179" y="6416461"/>
            <a:chExt cx="484505" cy="484505"/>
          </a:xfrm>
        </p:grpSpPr>
        <p:sp>
          <p:nvSpPr>
            <p:cNvPr id="228" name="object 228"/>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29" name="object 229"/>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0" name="object 230"/>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38" name="object 238"/>
          <p:cNvSpPr txBox="1"/>
          <p:nvPr/>
        </p:nvSpPr>
        <p:spPr>
          <a:xfrm>
            <a:off x="4396681" y="7218245"/>
            <a:ext cx="525145" cy="207010"/>
          </a:xfrm>
          <a:prstGeom prst="rect">
            <a:avLst/>
          </a:prstGeom>
        </p:spPr>
        <p:txBody>
          <a:bodyPr vert="horz" wrap="square" lIns="0" tIns="3175" rIns="0" bIns="0" rtlCol="0">
            <a:spAutoFit/>
          </a:bodyPr>
          <a:lstStyle/>
          <a:p>
            <a:pPr marL="12700">
              <a:lnSpc>
                <a:spcPct val="100000"/>
              </a:lnSpc>
              <a:spcBef>
                <a:spcPts val="25"/>
              </a:spcBef>
            </a:pPr>
            <a:r>
              <a:rPr sz="1200" dirty="0">
                <a:solidFill>
                  <a:srgbClr val="8D3124"/>
                </a:solidFill>
                <a:latin typeface="Lucida Sans Unicode"/>
                <a:cs typeface="Lucida Sans Unicode"/>
              </a:rPr>
              <a:t>N </a:t>
            </a:r>
            <a:r>
              <a:rPr sz="1200" spc="-190" dirty="0">
                <a:solidFill>
                  <a:srgbClr val="8D3124"/>
                </a:solidFill>
                <a:latin typeface="Lucida Sans Unicode"/>
                <a:cs typeface="Lucida Sans Unicode"/>
              </a:rPr>
              <a:t>=</a:t>
            </a:r>
            <a:r>
              <a:rPr sz="1200" dirty="0">
                <a:solidFill>
                  <a:srgbClr val="8D3124"/>
                </a:solidFill>
                <a:latin typeface="Lucida Sans Unicode"/>
                <a:cs typeface="Lucida Sans Unicode"/>
              </a:rPr>
              <a:t> </a:t>
            </a:r>
            <a:r>
              <a:rPr sz="1200" spc="-25" dirty="0">
                <a:solidFill>
                  <a:srgbClr val="8D3124"/>
                </a:solidFill>
                <a:latin typeface="Lucida Sans Unicode"/>
                <a:cs typeface="Lucida Sans Unicode"/>
              </a:rPr>
              <a:t>54</a:t>
            </a:r>
            <a:endParaRPr sz="1200">
              <a:latin typeface="Lucida Sans Unicode"/>
              <a:cs typeface="Lucida Sans Unicode"/>
            </a:endParaRPr>
          </a:p>
        </p:txBody>
      </p:sp>
      <p:sp>
        <p:nvSpPr>
          <p:cNvPr id="239" name="object 239"/>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59</a:t>
            </a:fld>
            <a:endParaRPr spc="-25" dirty="0"/>
          </a:p>
        </p:txBody>
      </p:sp>
      <p:sp>
        <p:nvSpPr>
          <p:cNvPr id="231" name="object 231"/>
          <p:cNvSpPr txBox="1"/>
          <p:nvPr/>
        </p:nvSpPr>
        <p:spPr>
          <a:xfrm>
            <a:off x="246691" y="3403056"/>
            <a:ext cx="794385" cy="399415"/>
          </a:xfrm>
          <a:prstGeom prst="rect">
            <a:avLst/>
          </a:prstGeom>
        </p:spPr>
        <p:txBody>
          <a:bodyPr vert="horz" wrap="square" lIns="0" tIns="5080" rIns="0" bIns="0" rtlCol="0">
            <a:spAutoFit/>
          </a:bodyPr>
          <a:lstStyle/>
          <a:p>
            <a:pPr marL="12700" marR="5080" indent="1206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dirty="0">
                <a:solidFill>
                  <a:srgbClr val="8D3124"/>
                </a:solidFill>
                <a:latin typeface="Lucida Sans Unicode"/>
                <a:cs typeface="Lucida Sans Unicode"/>
              </a:rPr>
              <a:t>medians </a:t>
            </a:r>
            <a:r>
              <a:rPr sz="1200" spc="-50" dirty="0">
                <a:solidFill>
                  <a:srgbClr val="8D3124"/>
                </a:solidFill>
                <a:latin typeface="Lucida Sans Unicode"/>
                <a:cs typeface="Lucida Sans Unicode"/>
              </a:rPr>
              <a:t>p</a:t>
            </a:r>
            <a:endParaRPr sz="1200">
              <a:latin typeface="Lucida Sans Unicode"/>
              <a:cs typeface="Lucida Sans Unicode"/>
            </a:endParaRPr>
          </a:p>
        </p:txBody>
      </p:sp>
      <p:sp>
        <p:nvSpPr>
          <p:cNvPr id="232" name="object 232"/>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38</a:t>
            </a:r>
            <a:endParaRPr sz="1500">
              <a:latin typeface="Lucida Sans Unicode"/>
              <a:cs typeface="Lucida Sans Unicode"/>
            </a:endParaRPr>
          </a:p>
        </p:txBody>
      </p:sp>
      <p:sp>
        <p:nvSpPr>
          <p:cNvPr id="233" name="object 233"/>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35</a:t>
            </a:r>
            <a:endParaRPr sz="1500">
              <a:latin typeface="Lucida Sans Unicode"/>
              <a:cs typeface="Lucida Sans Unicode"/>
            </a:endParaRPr>
          </a:p>
        </p:txBody>
      </p:sp>
      <p:sp>
        <p:nvSpPr>
          <p:cNvPr id="234" name="object 234"/>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43</a:t>
            </a:r>
            <a:endParaRPr sz="1500">
              <a:latin typeface="Lucida Sans Unicode"/>
              <a:cs typeface="Lucida Sans Unicode"/>
            </a:endParaRPr>
          </a:p>
        </p:txBody>
      </p:sp>
      <p:sp>
        <p:nvSpPr>
          <p:cNvPr id="235" name="object 235"/>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40</a:t>
            </a:r>
            <a:endParaRPr sz="1500">
              <a:latin typeface="Lucida Sans Unicode"/>
              <a:cs typeface="Lucida Sans Unicode"/>
            </a:endParaRPr>
          </a:p>
        </p:txBody>
      </p:sp>
      <p:sp>
        <p:nvSpPr>
          <p:cNvPr id="236" name="object 236"/>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31</a:t>
            </a:r>
            <a:endParaRPr sz="1500">
              <a:latin typeface="Lucida Sans Unicode"/>
              <a:cs typeface="Lucida Sans Unicode"/>
            </a:endParaRPr>
          </a:p>
        </p:txBody>
      </p:sp>
      <p:sp>
        <p:nvSpPr>
          <p:cNvPr id="237" name="object 237"/>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789841" y="1081652"/>
            <a:ext cx="5404485" cy="1189990"/>
          </a:xfrm>
          <a:prstGeom prst="rect">
            <a:avLst/>
          </a:prstGeom>
        </p:spPr>
        <p:txBody>
          <a:bodyPr vert="horz" wrap="square" lIns="0" tIns="16510" rIns="0" bIns="0" rtlCol="0">
            <a:spAutoFit/>
          </a:bodyPr>
          <a:lstStyle/>
          <a:p>
            <a:pPr marL="63500">
              <a:lnSpc>
                <a:spcPts val="3135"/>
              </a:lnSpc>
              <a:spcBef>
                <a:spcPts val="130"/>
              </a:spcBef>
              <a:tabLst>
                <a:tab pos="4645025" algn="l"/>
              </a:tabLst>
            </a:pPr>
            <a:r>
              <a:rPr sz="4275" spc="2175" baseline="-5847" dirty="0">
                <a:latin typeface="Yu Gothic UI"/>
                <a:cs typeface="Yu Gothic UI"/>
              </a:rPr>
              <a:t>・</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20" dirty="0">
                <a:latin typeface="Lucida Sans Unicode"/>
                <a:cs typeface="Lucida Sans Unicode"/>
              </a:rPr>
              <a:t> </a:t>
            </a:r>
            <a:r>
              <a:rPr sz="1800" dirty="0">
                <a:latin typeface="Lucida Sans Unicode"/>
                <a:cs typeface="Lucida Sans Unicode"/>
              </a:rPr>
              <a:t>half</a:t>
            </a:r>
            <a:r>
              <a:rPr sz="1800" spc="-20" dirty="0">
                <a:latin typeface="Lucida Sans Unicode"/>
                <a:cs typeface="Lucida Sans Unicode"/>
              </a:rPr>
              <a:t> </a:t>
            </a:r>
            <a:r>
              <a:rPr sz="1800" dirty="0">
                <a:latin typeface="Lucida Sans Unicode"/>
                <a:cs typeface="Lucida Sans Unicode"/>
              </a:rPr>
              <a:t>of</a:t>
            </a:r>
            <a:r>
              <a:rPr sz="1800" spc="-20" dirty="0">
                <a:latin typeface="Lucida Sans Unicode"/>
                <a:cs typeface="Lucida Sans Unicode"/>
              </a:rPr>
              <a:t> </a:t>
            </a:r>
            <a:r>
              <a:rPr sz="1800" spc="-60" dirty="0">
                <a:latin typeface="Lucida Sans Unicode"/>
                <a:cs typeface="Lucida Sans Unicode"/>
              </a:rPr>
              <a:t>5-</a:t>
            </a:r>
            <a:r>
              <a:rPr sz="1800" spc="-35" dirty="0">
                <a:latin typeface="Lucida Sans Unicode"/>
                <a:cs typeface="Lucida Sans Unicode"/>
              </a:rPr>
              <a:t>element</a:t>
            </a:r>
            <a:r>
              <a:rPr sz="1800" spc="-20" dirty="0">
                <a:latin typeface="Lucida Sans Unicode"/>
                <a:cs typeface="Lucida Sans Unicode"/>
              </a:rPr>
              <a:t> </a:t>
            </a:r>
            <a:r>
              <a:rPr sz="1800" dirty="0">
                <a:latin typeface="Lucida Sans Unicode"/>
                <a:cs typeface="Lucida Sans Unicode"/>
              </a:rPr>
              <a:t>medians</a:t>
            </a:r>
            <a:r>
              <a:rPr sz="1800" spc="-20" dirty="0">
                <a:latin typeface="Lucida Sans Unicode"/>
                <a:cs typeface="Lucida Sans Unicode"/>
              </a:rPr>
              <a:t>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63500">
              <a:lnSpc>
                <a:spcPts val="2855"/>
              </a:lnSpc>
              <a:tabLst>
                <a:tab pos="3817620" algn="l"/>
                <a:tab pos="5153660" algn="l"/>
              </a:tabLst>
            </a:pPr>
            <a:r>
              <a:rPr sz="4275" spc="2175" baseline="-7797" dirty="0">
                <a:latin typeface="Yu Gothic UI"/>
                <a:cs typeface="Yu Gothic UI"/>
              </a:rPr>
              <a:t>・</a:t>
            </a:r>
            <a:r>
              <a:rPr sz="1800" dirty="0">
                <a:latin typeface="Lucida Sans Unicode"/>
                <a:cs typeface="Lucida Sans Unicode"/>
              </a:rPr>
              <a:t>Symmetrically,</a:t>
            </a:r>
            <a:r>
              <a:rPr sz="1800" spc="-30" dirty="0">
                <a:latin typeface="Lucida Sans Unicode"/>
                <a:cs typeface="Lucida Sans Unicode"/>
              </a:rPr>
              <a:t> </a:t>
            </a:r>
            <a:r>
              <a:rPr sz="1800" dirty="0">
                <a:latin typeface="Lucida Sans Unicode"/>
                <a:cs typeface="Lucida Sans Unicode"/>
              </a:rPr>
              <a:t>at</a:t>
            </a:r>
            <a:r>
              <a:rPr sz="1800" spc="-25" dirty="0">
                <a:latin typeface="Lucida Sans Unicode"/>
                <a:cs typeface="Lucida Sans Unicode"/>
              </a:rPr>
              <a:t> </a:t>
            </a:r>
            <a:r>
              <a:rPr sz="1800" dirty="0">
                <a:latin typeface="Lucida Sans Unicode"/>
                <a:cs typeface="Lucida Sans Unicode"/>
              </a:rPr>
              <a:t>least</a:t>
            </a:r>
            <a:r>
              <a:rPr sz="1800" spc="-145" dirty="0">
                <a:latin typeface="Lucida Sans Unicode"/>
                <a:cs typeface="Lucida Sans Unicode"/>
              </a:rPr>
              <a:t> </a:t>
            </a:r>
            <a:r>
              <a:rPr sz="1800" dirty="0">
                <a:latin typeface="Symbol"/>
                <a:cs typeface="Symbol"/>
              </a:rPr>
              <a:t></a:t>
            </a:r>
            <a:r>
              <a:rPr sz="1800" i="1" dirty="0">
                <a:latin typeface="Times New Roman"/>
                <a:cs typeface="Times New Roman"/>
              </a:rPr>
              <a:t>n</a:t>
            </a:r>
            <a:r>
              <a:rPr sz="1800" i="1" spc="-2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25" dirty="0">
                <a:latin typeface="Times New Roman"/>
                <a:cs typeface="Times New Roman"/>
              </a:rPr>
              <a:t>10</a:t>
            </a:r>
            <a:r>
              <a:rPr sz="1800" spc="-25" dirty="0">
                <a:latin typeface="Symbol"/>
                <a:cs typeface="Symbol"/>
              </a:rPr>
              <a:t></a:t>
            </a:r>
            <a:r>
              <a:rPr sz="1800" dirty="0">
                <a:latin typeface="Times New Roman"/>
                <a:cs typeface="Times New Roman"/>
              </a:rPr>
              <a:t>	</a:t>
            </a:r>
            <a:r>
              <a:rPr sz="1800" dirty="0">
                <a:latin typeface="Lucida Sans Unicode"/>
                <a:cs typeface="Lucida Sans Unicode"/>
              </a:rPr>
              <a:t>medians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63500">
              <a:lnSpc>
                <a:spcPts val="3135"/>
              </a:lnSpc>
              <a:tabLst>
                <a:tab pos="3686810" algn="l"/>
              </a:tabLst>
            </a:pPr>
            <a:r>
              <a:rPr sz="4275" spc="2175" baseline="-7797" dirty="0">
                <a:latin typeface="Yu Gothic UI"/>
                <a:cs typeface="Yu Gothic UI"/>
              </a:rPr>
              <a:t>・</a:t>
            </a:r>
            <a:r>
              <a:rPr sz="1800" dirty="0">
                <a:latin typeface="Lucida Sans Unicode"/>
                <a:cs typeface="Lucida Sans Unicode"/>
              </a:rPr>
              <a:t>At least </a:t>
            </a:r>
            <a:r>
              <a:rPr sz="1800" dirty="0">
                <a:latin typeface="Times New Roman"/>
                <a:cs typeface="Times New Roman"/>
              </a:rPr>
              <a:t>3 </a:t>
            </a:r>
            <a:r>
              <a:rPr sz="1800" dirty="0">
                <a:latin typeface="Symbol"/>
                <a:cs typeface="Symbol"/>
              </a:rPr>
              <a:t></a:t>
            </a:r>
            <a:r>
              <a:rPr sz="1800" i="1" dirty="0">
                <a:latin typeface="Times New Roman"/>
                <a:cs typeface="Times New Roman"/>
              </a:rPr>
              <a:t>n </a:t>
            </a:r>
            <a:r>
              <a:rPr sz="1800" dirty="0">
                <a:latin typeface="Times New Roman"/>
                <a:cs typeface="Times New Roman"/>
              </a:rPr>
              <a:t>/ 10</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elements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Analysis</a:t>
            </a:r>
            <a:r>
              <a:rPr spc="60" dirty="0"/>
              <a:t> of </a:t>
            </a:r>
            <a:r>
              <a:rPr spc="-25" dirty="0"/>
              <a:t>median-</a:t>
            </a:r>
            <a:r>
              <a:rPr spc="-45" dirty="0"/>
              <a:t>of-</a:t>
            </a:r>
            <a:r>
              <a:rPr dirty="0"/>
              <a:t>medians</a:t>
            </a:r>
            <a:r>
              <a:rPr spc="60" dirty="0"/>
              <a:t> </a:t>
            </a:r>
            <a:r>
              <a:rPr dirty="0"/>
              <a:t>selection</a:t>
            </a:r>
            <a:r>
              <a:rPr spc="65" dirty="0"/>
              <a:t> </a:t>
            </a:r>
            <a:r>
              <a:rPr spc="35" dirty="0"/>
              <a:t>algorithm</a:t>
            </a:r>
          </a:p>
        </p:txBody>
      </p:sp>
      <p:grpSp>
        <p:nvGrpSpPr>
          <p:cNvPr id="5" name="object 5"/>
          <p:cNvGrpSpPr/>
          <p:nvPr/>
        </p:nvGrpSpPr>
        <p:grpSpPr>
          <a:xfrm>
            <a:off x="1813042" y="3555240"/>
            <a:ext cx="484505" cy="484505"/>
            <a:chOff x="1813042" y="3555240"/>
            <a:chExt cx="484505" cy="484505"/>
          </a:xfrm>
        </p:grpSpPr>
        <p:sp>
          <p:nvSpPr>
            <p:cNvPr id="6" name="object 6"/>
            <p:cNvSpPr/>
            <p:nvPr/>
          </p:nvSpPr>
          <p:spPr>
            <a:xfrm>
              <a:off x="1816619"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7" name="object 7"/>
            <p:cNvSpPr/>
            <p:nvPr/>
          </p:nvSpPr>
          <p:spPr>
            <a:xfrm>
              <a:off x="1816619"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8" name="object 8"/>
          <p:cNvSpPr txBox="1"/>
          <p:nvPr/>
        </p:nvSpPr>
        <p:spPr>
          <a:xfrm>
            <a:off x="192161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10</a:t>
            </a:r>
            <a:endParaRPr sz="1500">
              <a:latin typeface="Lucida Sans Unicode"/>
              <a:cs typeface="Lucida Sans Unicode"/>
            </a:endParaRPr>
          </a:p>
        </p:txBody>
      </p:sp>
      <p:grpSp>
        <p:nvGrpSpPr>
          <p:cNvPr id="9" name="object 9"/>
          <p:cNvGrpSpPr/>
          <p:nvPr/>
        </p:nvGrpSpPr>
        <p:grpSpPr>
          <a:xfrm>
            <a:off x="3243653" y="3555240"/>
            <a:ext cx="484505" cy="484505"/>
            <a:chOff x="3243653" y="3555240"/>
            <a:chExt cx="484505" cy="484505"/>
          </a:xfrm>
        </p:grpSpPr>
        <p:sp>
          <p:nvSpPr>
            <p:cNvPr id="10" name="object 10"/>
            <p:cNvSpPr/>
            <p:nvPr/>
          </p:nvSpPr>
          <p:spPr>
            <a:xfrm>
              <a:off x="3247229" y="3558817"/>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1" name="object 11"/>
            <p:cNvSpPr/>
            <p:nvPr/>
          </p:nvSpPr>
          <p:spPr>
            <a:xfrm>
              <a:off x="3247229"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 name="object 12"/>
          <p:cNvGrpSpPr/>
          <p:nvPr/>
        </p:nvGrpSpPr>
        <p:grpSpPr>
          <a:xfrm>
            <a:off x="1097504" y="3555007"/>
            <a:ext cx="484505" cy="1200150"/>
            <a:chOff x="1097504" y="3555007"/>
            <a:chExt cx="484505" cy="1200150"/>
          </a:xfrm>
        </p:grpSpPr>
        <p:sp>
          <p:nvSpPr>
            <p:cNvPr id="13" name="object 13"/>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4" name="object 14"/>
            <p:cNvSpPr/>
            <p:nvPr/>
          </p:nvSpPr>
          <p:spPr>
            <a:xfrm>
              <a:off x="1101314" y="3558817"/>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5" name="object 15"/>
            <p:cNvSpPr/>
            <p:nvPr/>
          </p:nvSpPr>
          <p:spPr>
            <a:xfrm>
              <a:off x="1101314" y="427412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6" name="object 16"/>
            <p:cNvSpPr/>
            <p:nvPr/>
          </p:nvSpPr>
          <p:spPr>
            <a:xfrm>
              <a:off x="1101314" y="427412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4"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 name="object 17"/>
          <p:cNvSpPr txBox="1"/>
          <p:nvPr/>
        </p:nvSpPr>
        <p:spPr>
          <a:xfrm>
            <a:off x="335222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37</a:t>
            </a:r>
            <a:endParaRPr sz="1500">
              <a:latin typeface="Lucida Sans Unicode"/>
              <a:cs typeface="Lucida Sans Unicode"/>
            </a:endParaRPr>
          </a:p>
        </p:txBody>
      </p:sp>
      <p:grpSp>
        <p:nvGrpSpPr>
          <p:cNvPr id="18" name="object 18"/>
          <p:cNvGrpSpPr/>
          <p:nvPr/>
        </p:nvGrpSpPr>
        <p:grpSpPr>
          <a:xfrm>
            <a:off x="3958958" y="3555240"/>
            <a:ext cx="484505" cy="484505"/>
            <a:chOff x="3958958" y="3555240"/>
            <a:chExt cx="484505" cy="484505"/>
          </a:xfrm>
        </p:grpSpPr>
        <p:sp>
          <p:nvSpPr>
            <p:cNvPr id="19" name="object 19"/>
            <p:cNvSpPr/>
            <p:nvPr/>
          </p:nvSpPr>
          <p:spPr>
            <a:xfrm>
              <a:off x="3962535"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7" y="459410"/>
                  </a:lnTo>
                  <a:lnTo>
                    <a:pt x="369629" y="437586"/>
                  </a:lnTo>
                  <a:lnTo>
                    <a:pt x="407033" y="407033"/>
                  </a:lnTo>
                  <a:lnTo>
                    <a:pt x="437586" y="369629"/>
                  </a:lnTo>
                  <a:lnTo>
                    <a:pt x="459410" y="328157"/>
                  </a:lnTo>
                  <a:lnTo>
                    <a:pt x="472504" y="283973"/>
                  </a:lnTo>
                  <a:lnTo>
                    <a:pt x="476869" y="238434"/>
                  </a:lnTo>
                  <a:lnTo>
                    <a:pt x="472504" y="192894"/>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20" name="object 20"/>
            <p:cNvSpPr/>
            <p:nvPr/>
          </p:nvSpPr>
          <p:spPr>
            <a:xfrm>
              <a:off x="3962534" y="3558816"/>
              <a:ext cx="476884" cy="476884"/>
            </a:xfrm>
            <a:custGeom>
              <a:avLst/>
              <a:gdLst/>
              <a:ahLst/>
              <a:cxnLst/>
              <a:rect l="l" t="t" r="r" b="b"/>
              <a:pathLst>
                <a:path w="476885" h="476885">
                  <a:moveTo>
                    <a:pt x="407034" y="69835"/>
                  </a:moveTo>
                  <a:lnTo>
                    <a:pt x="437587" y="107239"/>
                  </a:lnTo>
                  <a:lnTo>
                    <a:pt x="459411" y="148711"/>
                  </a:lnTo>
                  <a:lnTo>
                    <a:pt x="472505" y="192895"/>
                  </a:lnTo>
                  <a:lnTo>
                    <a:pt x="476869"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1" name="object 21"/>
          <p:cNvGrpSpPr/>
          <p:nvPr/>
        </p:nvGrpSpPr>
        <p:grpSpPr>
          <a:xfrm>
            <a:off x="2528347" y="3555240"/>
            <a:ext cx="484505" cy="484505"/>
            <a:chOff x="2528347" y="3555240"/>
            <a:chExt cx="484505" cy="484505"/>
          </a:xfrm>
        </p:grpSpPr>
        <p:sp>
          <p:nvSpPr>
            <p:cNvPr id="22" name="object 22"/>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23" name="object 23"/>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4" name="object 24"/>
            <p:cNvSpPr/>
            <p:nvPr/>
          </p:nvSpPr>
          <p:spPr>
            <a:xfrm>
              <a:off x="2531924" y="3558817"/>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25" name="object 25"/>
            <p:cNvSpPr/>
            <p:nvPr/>
          </p:nvSpPr>
          <p:spPr>
            <a:xfrm>
              <a:off x="2531924"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6" name="object 26"/>
          <p:cNvSpPr txBox="1"/>
          <p:nvPr/>
        </p:nvSpPr>
        <p:spPr>
          <a:xfrm>
            <a:off x="4127898" y="363195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2</a:t>
            </a:r>
            <a:endParaRPr sz="1500">
              <a:latin typeface="Lucida Sans Unicode"/>
              <a:cs typeface="Lucida Sans Unicode"/>
            </a:endParaRPr>
          </a:p>
        </p:txBody>
      </p:sp>
      <p:grpSp>
        <p:nvGrpSpPr>
          <p:cNvPr id="27" name="object 27"/>
          <p:cNvGrpSpPr/>
          <p:nvPr/>
        </p:nvGrpSpPr>
        <p:grpSpPr>
          <a:xfrm>
            <a:off x="5389569" y="3555240"/>
            <a:ext cx="484505" cy="484505"/>
            <a:chOff x="5389569" y="3555240"/>
            <a:chExt cx="484505" cy="484505"/>
          </a:xfrm>
        </p:grpSpPr>
        <p:sp>
          <p:nvSpPr>
            <p:cNvPr id="28" name="object 28"/>
            <p:cNvSpPr/>
            <p:nvPr/>
          </p:nvSpPr>
          <p:spPr>
            <a:xfrm>
              <a:off x="5393145" y="3558817"/>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29" name="object 29"/>
            <p:cNvSpPr/>
            <p:nvPr/>
          </p:nvSpPr>
          <p:spPr>
            <a:xfrm>
              <a:off x="5393145"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0" name="object 30"/>
          <p:cNvSpPr txBox="1"/>
          <p:nvPr/>
        </p:nvSpPr>
        <p:spPr>
          <a:xfrm>
            <a:off x="5498136"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18</a:t>
            </a:r>
            <a:endParaRPr sz="1500">
              <a:latin typeface="Lucida Sans Unicode"/>
              <a:cs typeface="Lucida Sans Unicode"/>
            </a:endParaRPr>
          </a:p>
        </p:txBody>
      </p:sp>
      <p:grpSp>
        <p:nvGrpSpPr>
          <p:cNvPr id="31" name="object 31"/>
          <p:cNvGrpSpPr/>
          <p:nvPr/>
        </p:nvGrpSpPr>
        <p:grpSpPr>
          <a:xfrm>
            <a:off x="4674263" y="3555240"/>
            <a:ext cx="484505" cy="484505"/>
            <a:chOff x="4674263" y="3555240"/>
            <a:chExt cx="484505" cy="484505"/>
          </a:xfrm>
        </p:grpSpPr>
        <p:sp>
          <p:nvSpPr>
            <p:cNvPr id="32" name="object 32"/>
            <p:cNvSpPr/>
            <p:nvPr/>
          </p:nvSpPr>
          <p:spPr>
            <a:xfrm>
              <a:off x="4677840" y="3558817"/>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4" y="476869"/>
                  </a:lnTo>
                  <a:lnTo>
                    <a:pt x="283974" y="472504"/>
                  </a:lnTo>
                  <a:lnTo>
                    <a:pt x="328158" y="459410"/>
                  </a:lnTo>
                  <a:lnTo>
                    <a:pt x="369629"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3" name="object 33"/>
            <p:cNvSpPr/>
            <p:nvPr/>
          </p:nvSpPr>
          <p:spPr>
            <a:xfrm>
              <a:off x="4677840" y="3558816"/>
              <a:ext cx="476884" cy="476884"/>
            </a:xfrm>
            <a:custGeom>
              <a:avLst/>
              <a:gdLst/>
              <a:ahLst/>
              <a:cxnLst/>
              <a:rect l="l" t="t" r="r" b="b"/>
              <a:pathLst>
                <a:path w="476885"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4" name="object 34"/>
          <p:cNvSpPr txBox="1"/>
          <p:nvPr/>
        </p:nvSpPr>
        <p:spPr>
          <a:xfrm>
            <a:off x="478283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55</a:t>
            </a:r>
            <a:endParaRPr sz="1500">
              <a:latin typeface="Lucida Sans Unicode"/>
              <a:cs typeface="Lucida Sans Unicode"/>
            </a:endParaRPr>
          </a:p>
        </p:txBody>
      </p:sp>
      <p:grpSp>
        <p:nvGrpSpPr>
          <p:cNvPr id="35" name="object 35"/>
          <p:cNvGrpSpPr/>
          <p:nvPr/>
        </p:nvGrpSpPr>
        <p:grpSpPr>
          <a:xfrm>
            <a:off x="6104874" y="3555240"/>
            <a:ext cx="484505" cy="484505"/>
            <a:chOff x="6104874" y="3555240"/>
            <a:chExt cx="484505" cy="484505"/>
          </a:xfrm>
        </p:grpSpPr>
        <p:sp>
          <p:nvSpPr>
            <p:cNvPr id="36" name="object 36"/>
            <p:cNvSpPr/>
            <p:nvPr/>
          </p:nvSpPr>
          <p:spPr>
            <a:xfrm>
              <a:off x="6108450" y="3558817"/>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4"/>
                  </a:lnTo>
                  <a:lnTo>
                    <a:pt x="0" y="238434"/>
                  </a:lnTo>
                  <a:lnTo>
                    <a:pt x="4364" y="283973"/>
                  </a:lnTo>
                  <a:lnTo>
                    <a:pt x="17458" y="328157"/>
                  </a:lnTo>
                  <a:lnTo>
                    <a:pt x="39282" y="369629"/>
                  </a:lnTo>
                  <a:lnTo>
                    <a:pt x="69835" y="407033"/>
                  </a:lnTo>
                  <a:lnTo>
                    <a:pt x="107239" y="437586"/>
                  </a:lnTo>
                  <a:lnTo>
                    <a:pt x="148711" y="459410"/>
                  </a:lnTo>
                  <a:lnTo>
                    <a:pt x="192895" y="472504"/>
                  </a:lnTo>
                  <a:lnTo>
                    <a:pt x="238434"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37" name="object 37"/>
            <p:cNvSpPr/>
            <p:nvPr/>
          </p:nvSpPr>
          <p:spPr>
            <a:xfrm>
              <a:off x="6108450" y="3558816"/>
              <a:ext cx="476884" cy="476884"/>
            </a:xfrm>
            <a:custGeom>
              <a:avLst/>
              <a:gdLst/>
              <a:ahLst/>
              <a:cxnLst/>
              <a:rect l="l" t="t" r="r" b="b"/>
              <a:pathLst>
                <a:path w="476884" h="476885">
                  <a:moveTo>
                    <a:pt x="407034" y="69835"/>
                  </a:moveTo>
                  <a:lnTo>
                    <a:pt x="437588" y="107239"/>
                  </a:lnTo>
                  <a:lnTo>
                    <a:pt x="459412" y="148711"/>
                  </a:lnTo>
                  <a:lnTo>
                    <a:pt x="472506" y="192895"/>
                  </a:lnTo>
                  <a:lnTo>
                    <a:pt x="476871" y="238434"/>
                  </a:lnTo>
                  <a:lnTo>
                    <a:pt x="472506" y="283974"/>
                  </a:lnTo>
                  <a:lnTo>
                    <a:pt x="459412" y="328158"/>
                  </a:lnTo>
                  <a:lnTo>
                    <a:pt x="437588" y="369629"/>
                  </a:lnTo>
                  <a:lnTo>
                    <a:pt x="407034" y="407033"/>
                  </a:lnTo>
                  <a:lnTo>
                    <a:pt x="369630" y="437586"/>
                  </a:lnTo>
                  <a:lnTo>
                    <a:pt x="328158" y="459410"/>
                  </a:lnTo>
                  <a:lnTo>
                    <a:pt x="283975"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38" name="object 38"/>
          <p:cNvSpPr txBox="1"/>
          <p:nvPr/>
        </p:nvSpPr>
        <p:spPr>
          <a:xfrm>
            <a:off x="6213441"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24</a:t>
            </a:r>
            <a:endParaRPr sz="1500">
              <a:latin typeface="Lucida Sans Unicode"/>
              <a:cs typeface="Lucida Sans Unicode"/>
            </a:endParaRPr>
          </a:p>
        </p:txBody>
      </p:sp>
      <p:grpSp>
        <p:nvGrpSpPr>
          <p:cNvPr id="39" name="object 39"/>
          <p:cNvGrpSpPr/>
          <p:nvPr/>
        </p:nvGrpSpPr>
        <p:grpSpPr>
          <a:xfrm>
            <a:off x="8250789" y="3555240"/>
            <a:ext cx="484505" cy="484505"/>
            <a:chOff x="8250789" y="3555240"/>
            <a:chExt cx="484505" cy="484505"/>
          </a:xfrm>
        </p:grpSpPr>
        <p:sp>
          <p:nvSpPr>
            <p:cNvPr id="40" name="object 40"/>
            <p:cNvSpPr/>
            <p:nvPr/>
          </p:nvSpPr>
          <p:spPr>
            <a:xfrm>
              <a:off x="8254366"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1" name="object 41"/>
            <p:cNvSpPr/>
            <p:nvPr/>
          </p:nvSpPr>
          <p:spPr>
            <a:xfrm>
              <a:off x="825436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42" name="object 42"/>
          <p:cNvGrpSpPr/>
          <p:nvPr/>
        </p:nvGrpSpPr>
        <p:grpSpPr>
          <a:xfrm>
            <a:off x="7535484" y="3555240"/>
            <a:ext cx="484505" cy="484505"/>
            <a:chOff x="7535484" y="3555240"/>
            <a:chExt cx="484505" cy="484505"/>
          </a:xfrm>
        </p:grpSpPr>
        <p:sp>
          <p:nvSpPr>
            <p:cNvPr id="43" name="object 43"/>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44" name="object 44"/>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45" name="object 45"/>
            <p:cNvSpPr/>
            <p:nvPr/>
          </p:nvSpPr>
          <p:spPr>
            <a:xfrm>
              <a:off x="7539060" y="3558817"/>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2" y="459410"/>
                  </a:lnTo>
                  <a:lnTo>
                    <a:pt x="192896" y="472504"/>
                  </a:lnTo>
                  <a:lnTo>
                    <a:pt x="238435" y="476869"/>
                  </a:lnTo>
                  <a:lnTo>
                    <a:pt x="283975" y="472504"/>
                  </a:lnTo>
                  <a:lnTo>
                    <a:pt x="328159" y="459410"/>
                  </a:lnTo>
                  <a:lnTo>
                    <a:pt x="369631" y="437586"/>
                  </a:lnTo>
                  <a:lnTo>
                    <a:pt x="407035" y="407033"/>
                  </a:lnTo>
                  <a:lnTo>
                    <a:pt x="437588" y="369629"/>
                  </a:lnTo>
                  <a:lnTo>
                    <a:pt x="459412" y="328157"/>
                  </a:lnTo>
                  <a:lnTo>
                    <a:pt x="472506" y="283973"/>
                  </a:lnTo>
                  <a:lnTo>
                    <a:pt x="476871" y="238434"/>
                  </a:lnTo>
                  <a:lnTo>
                    <a:pt x="472506" y="192894"/>
                  </a:lnTo>
                  <a:lnTo>
                    <a:pt x="459412" y="148711"/>
                  </a:lnTo>
                  <a:lnTo>
                    <a:pt x="437588" y="107239"/>
                  </a:lnTo>
                  <a:lnTo>
                    <a:pt x="407035" y="69835"/>
                  </a:lnTo>
                  <a:lnTo>
                    <a:pt x="369631" y="39282"/>
                  </a:lnTo>
                  <a:lnTo>
                    <a:pt x="328159" y="17458"/>
                  </a:lnTo>
                  <a:lnTo>
                    <a:pt x="283975" y="4364"/>
                  </a:lnTo>
                  <a:lnTo>
                    <a:pt x="238435" y="0"/>
                  </a:lnTo>
                  <a:close/>
                </a:path>
              </a:pathLst>
            </a:custGeom>
            <a:solidFill>
              <a:srgbClr val="003F83"/>
            </a:solidFill>
          </p:spPr>
          <p:txBody>
            <a:bodyPr wrap="square" lIns="0" tIns="0" rIns="0" bIns="0" rtlCol="0"/>
            <a:lstStyle/>
            <a:p>
              <a:endParaRPr/>
            </a:p>
          </p:txBody>
        </p:sp>
        <p:sp>
          <p:nvSpPr>
            <p:cNvPr id="46" name="object 46"/>
            <p:cNvSpPr/>
            <p:nvPr/>
          </p:nvSpPr>
          <p:spPr>
            <a:xfrm>
              <a:off x="7539060"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grpSp>
        <p:nvGrpSpPr>
          <p:cNvPr id="47" name="object 47"/>
          <p:cNvGrpSpPr/>
          <p:nvPr/>
        </p:nvGrpSpPr>
        <p:grpSpPr>
          <a:xfrm>
            <a:off x="6820179" y="3555240"/>
            <a:ext cx="484505" cy="484505"/>
            <a:chOff x="6820179" y="3555240"/>
            <a:chExt cx="484505" cy="484505"/>
          </a:xfrm>
        </p:grpSpPr>
        <p:sp>
          <p:nvSpPr>
            <p:cNvPr id="48" name="object 48"/>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49" name="object 49"/>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50" name="object 50"/>
            <p:cNvSpPr/>
            <p:nvPr/>
          </p:nvSpPr>
          <p:spPr>
            <a:xfrm>
              <a:off x="6823755" y="3558817"/>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40"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1" y="328157"/>
                  </a:lnTo>
                  <a:lnTo>
                    <a:pt x="472505" y="283973"/>
                  </a:lnTo>
                  <a:lnTo>
                    <a:pt x="476870" y="238434"/>
                  </a:lnTo>
                  <a:lnTo>
                    <a:pt x="472505" y="192894"/>
                  </a:lnTo>
                  <a:lnTo>
                    <a:pt x="459411"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51" name="object 51"/>
            <p:cNvSpPr/>
            <p:nvPr/>
          </p:nvSpPr>
          <p:spPr>
            <a:xfrm>
              <a:off x="6823755" y="3558816"/>
              <a:ext cx="476884" cy="476884"/>
            </a:xfrm>
            <a:custGeom>
              <a:avLst/>
              <a:gdLst/>
              <a:ahLst/>
              <a:cxnLst/>
              <a:rect l="l" t="t" r="r" b="b"/>
              <a:pathLst>
                <a:path w="476884" h="476885">
                  <a:moveTo>
                    <a:pt x="407035" y="69835"/>
                  </a:moveTo>
                  <a:lnTo>
                    <a:pt x="437588" y="107239"/>
                  </a:lnTo>
                  <a:lnTo>
                    <a:pt x="459412" y="148711"/>
                  </a:lnTo>
                  <a:lnTo>
                    <a:pt x="472507" y="192895"/>
                  </a:lnTo>
                  <a:lnTo>
                    <a:pt x="476872" y="238434"/>
                  </a:lnTo>
                  <a:lnTo>
                    <a:pt x="472507" y="283974"/>
                  </a:lnTo>
                  <a:lnTo>
                    <a:pt x="459412" y="328158"/>
                  </a:lnTo>
                  <a:lnTo>
                    <a:pt x="437588" y="369629"/>
                  </a:lnTo>
                  <a:lnTo>
                    <a:pt x="407035" y="407033"/>
                  </a:lnTo>
                  <a:lnTo>
                    <a:pt x="369631" y="437586"/>
                  </a:lnTo>
                  <a:lnTo>
                    <a:pt x="328159" y="459410"/>
                  </a:lnTo>
                  <a:lnTo>
                    <a:pt x="283975" y="472504"/>
                  </a:lnTo>
                  <a:lnTo>
                    <a:pt x="238436" y="476869"/>
                  </a:lnTo>
                  <a:lnTo>
                    <a:pt x="192896" y="472504"/>
                  </a:lnTo>
                  <a:lnTo>
                    <a:pt x="148712" y="459410"/>
                  </a:lnTo>
                  <a:lnTo>
                    <a:pt x="107240" y="437586"/>
                  </a:lnTo>
                  <a:lnTo>
                    <a:pt x="69836" y="407033"/>
                  </a:lnTo>
                  <a:lnTo>
                    <a:pt x="39283" y="369629"/>
                  </a:lnTo>
                  <a:lnTo>
                    <a:pt x="17459" y="328158"/>
                  </a:lnTo>
                  <a:lnTo>
                    <a:pt x="4364" y="283974"/>
                  </a:lnTo>
                  <a:lnTo>
                    <a:pt x="0" y="238434"/>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52" name="object 52"/>
          <p:cNvSpPr txBox="1"/>
          <p:nvPr/>
        </p:nvSpPr>
        <p:spPr>
          <a:xfrm>
            <a:off x="835935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36</a:t>
            </a:r>
            <a:endParaRPr sz="1500">
              <a:latin typeface="Lucida Sans Unicode"/>
              <a:cs typeface="Lucida Sans Unicode"/>
            </a:endParaRPr>
          </a:p>
        </p:txBody>
      </p:sp>
      <p:grpSp>
        <p:nvGrpSpPr>
          <p:cNvPr id="53" name="object 53"/>
          <p:cNvGrpSpPr/>
          <p:nvPr/>
        </p:nvGrpSpPr>
        <p:grpSpPr>
          <a:xfrm>
            <a:off x="1813042" y="4270545"/>
            <a:ext cx="484505" cy="484505"/>
            <a:chOff x="1813042" y="4270545"/>
            <a:chExt cx="484505" cy="484505"/>
          </a:xfrm>
        </p:grpSpPr>
        <p:sp>
          <p:nvSpPr>
            <p:cNvPr id="54" name="object 54"/>
            <p:cNvSpPr/>
            <p:nvPr/>
          </p:nvSpPr>
          <p:spPr>
            <a:xfrm>
              <a:off x="1816619"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55" name="object 55"/>
            <p:cNvSpPr/>
            <p:nvPr/>
          </p:nvSpPr>
          <p:spPr>
            <a:xfrm>
              <a:off x="1816619"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56" name="object 56"/>
          <p:cNvSpPr txBox="1"/>
          <p:nvPr/>
        </p:nvSpPr>
        <p:spPr>
          <a:xfrm>
            <a:off x="192161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44</a:t>
            </a:r>
            <a:endParaRPr sz="1500">
              <a:latin typeface="Lucida Sans Unicode"/>
              <a:cs typeface="Lucida Sans Unicode"/>
            </a:endParaRPr>
          </a:p>
        </p:txBody>
      </p:sp>
      <p:sp>
        <p:nvSpPr>
          <p:cNvPr id="57" name="object 57"/>
          <p:cNvSpPr txBox="1"/>
          <p:nvPr/>
        </p:nvSpPr>
        <p:spPr>
          <a:xfrm>
            <a:off x="120630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grpSp>
        <p:nvGrpSpPr>
          <p:cNvPr id="58" name="object 58"/>
          <p:cNvGrpSpPr/>
          <p:nvPr/>
        </p:nvGrpSpPr>
        <p:grpSpPr>
          <a:xfrm>
            <a:off x="3243653" y="4270545"/>
            <a:ext cx="484505" cy="484505"/>
            <a:chOff x="3243653" y="4270545"/>
            <a:chExt cx="484505" cy="484505"/>
          </a:xfrm>
        </p:grpSpPr>
        <p:sp>
          <p:nvSpPr>
            <p:cNvPr id="59" name="object 59"/>
            <p:cNvSpPr/>
            <p:nvPr/>
          </p:nvSpPr>
          <p:spPr>
            <a:xfrm>
              <a:off x="3247229" y="427412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60" name="object 60"/>
            <p:cNvSpPr/>
            <p:nvPr/>
          </p:nvSpPr>
          <p:spPr>
            <a:xfrm>
              <a:off x="3247229"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61" name="object 61"/>
          <p:cNvSpPr txBox="1"/>
          <p:nvPr/>
        </p:nvSpPr>
        <p:spPr>
          <a:xfrm>
            <a:off x="335222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11</a:t>
            </a:r>
            <a:endParaRPr sz="1500">
              <a:latin typeface="Lucida Sans Unicode"/>
              <a:cs typeface="Lucida Sans Unicode"/>
            </a:endParaRPr>
          </a:p>
        </p:txBody>
      </p:sp>
      <p:grpSp>
        <p:nvGrpSpPr>
          <p:cNvPr id="62" name="object 62"/>
          <p:cNvGrpSpPr/>
          <p:nvPr/>
        </p:nvGrpSpPr>
        <p:grpSpPr>
          <a:xfrm>
            <a:off x="5389569" y="4270545"/>
            <a:ext cx="484505" cy="484505"/>
            <a:chOff x="5389569" y="4270545"/>
            <a:chExt cx="484505" cy="484505"/>
          </a:xfrm>
        </p:grpSpPr>
        <p:sp>
          <p:nvSpPr>
            <p:cNvPr id="63" name="object 63"/>
            <p:cNvSpPr/>
            <p:nvPr/>
          </p:nvSpPr>
          <p:spPr>
            <a:xfrm>
              <a:off x="5393145" y="427412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64" name="object 64"/>
            <p:cNvSpPr/>
            <p:nvPr/>
          </p:nvSpPr>
          <p:spPr>
            <a:xfrm>
              <a:off x="5393145"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65" name="object 65"/>
          <p:cNvGrpSpPr/>
          <p:nvPr/>
        </p:nvGrpSpPr>
        <p:grpSpPr>
          <a:xfrm>
            <a:off x="2528347" y="4270545"/>
            <a:ext cx="484505" cy="484505"/>
            <a:chOff x="2528347" y="4270545"/>
            <a:chExt cx="484505" cy="484505"/>
          </a:xfrm>
        </p:grpSpPr>
        <p:sp>
          <p:nvSpPr>
            <p:cNvPr id="66" name="object 66"/>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67" name="object 67"/>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68" name="object 68"/>
            <p:cNvSpPr/>
            <p:nvPr/>
          </p:nvSpPr>
          <p:spPr>
            <a:xfrm>
              <a:off x="2531924"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000000"/>
            </a:solidFill>
          </p:spPr>
          <p:txBody>
            <a:bodyPr wrap="square" lIns="0" tIns="0" rIns="0" bIns="0" rtlCol="0"/>
            <a:lstStyle/>
            <a:p>
              <a:endParaRPr/>
            </a:p>
          </p:txBody>
        </p:sp>
        <p:sp>
          <p:nvSpPr>
            <p:cNvPr id="69" name="object 69"/>
            <p:cNvSpPr/>
            <p:nvPr/>
          </p:nvSpPr>
          <p:spPr>
            <a:xfrm>
              <a:off x="2531924"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70" name="object 70"/>
          <p:cNvGrpSpPr/>
          <p:nvPr/>
        </p:nvGrpSpPr>
        <p:grpSpPr>
          <a:xfrm>
            <a:off x="3958958" y="4270545"/>
            <a:ext cx="484505" cy="484505"/>
            <a:chOff x="3958958" y="4270545"/>
            <a:chExt cx="484505" cy="484505"/>
          </a:xfrm>
        </p:grpSpPr>
        <p:sp>
          <p:nvSpPr>
            <p:cNvPr id="71" name="object 71"/>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72" name="object 72"/>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73" name="object 73"/>
            <p:cNvSpPr/>
            <p:nvPr/>
          </p:nvSpPr>
          <p:spPr>
            <a:xfrm>
              <a:off x="3962535" y="427412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000000"/>
            </a:solidFill>
          </p:spPr>
          <p:txBody>
            <a:bodyPr wrap="square" lIns="0" tIns="0" rIns="0" bIns="0" rtlCol="0"/>
            <a:lstStyle/>
            <a:p>
              <a:endParaRPr/>
            </a:p>
          </p:txBody>
        </p:sp>
        <p:sp>
          <p:nvSpPr>
            <p:cNvPr id="74" name="object 74"/>
            <p:cNvSpPr/>
            <p:nvPr/>
          </p:nvSpPr>
          <p:spPr>
            <a:xfrm>
              <a:off x="3962534" y="427412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75" name="object 75"/>
          <p:cNvSpPr txBox="1"/>
          <p:nvPr/>
        </p:nvSpPr>
        <p:spPr>
          <a:xfrm>
            <a:off x="549813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13</a:t>
            </a:r>
            <a:endParaRPr sz="1500">
              <a:latin typeface="Lucida Sans Unicode"/>
              <a:cs typeface="Lucida Sans Unicode"/>
            </a:endParaRPr>
          </a:p>
        </p:txBody>
      </p:sp>
      <p:grpSp>
        <p:nvGrpSpPr>
          <p:cNvPr id="76" name="object 76"/>
          <p:cNvGrpSpPr/>
          <p:nvPr/>
        </p:nvGrpSpPr>
        <p:grpSpPr>
          <a:xfrm>
            <a:off x="4674263" y="4270545"/>
            <a:ext cx="484505" cy="484505"/>
            <a:chOff x="4674263" y="4270545"/>
            <a:chExt cx="484505" cy="484505"/>
          </a:xfrm>
        </p:grpSpPr>
        <p:sp>
          <p:nvSpPr>
            <p:cNvPr id="77" name="object 77"/>
            <p:cNvSpPr/>
            <p:nvPr/>
          </p:nvSpPr>
          <p:spPr>
            <a:xfrm>
              <a:off x="4677840" y="427412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78" name="object 78"/>
            <p:cNvSpPr/>
            <p:nvPr/>
          </p:nvSpPr>
          <p:spPr>
            <a:xfrm>
              <a:off x="4677840" y="427412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4"/>
                  </a:lnTo>
                  <a:lnTo>
                    <a:pt x="459411" y="328158"/>
                  </a:lnTo>
                  <a:lnTo>
                    <a:pt x="437587"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79" name="object 79"/>
          <p:cNvSpPr txBox="1"/>
          <p:nvPr/>
        </p:nvSpPr>
        <p:spPr>
          <a:xfrm>
            <a:off x="4782832"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12</a:t>
            </a:r>
            <a:endParaRPr sz="1500">
              <a:latin typeface="Lucida Sans Unicode"/>
              <a:cs typeface="Lucida Sans Unicode"/>
            </a:endParaRPr>
          </a:p>
        </p:txBody>
      </p:sp>
      <p:grpSp>
        <p:nvGrpSpPr>
          <p:cNvPr id="80" name="object 80"/>
          <p:cNvGrpSpPr/>
          <p:nvPr/>
        </p:nvGrpSpPr>
        <p:grpSpPr>
          <a:xfrm>
            <a:off x="7535484" y="4270545"/>
            <a:ext cx="484505" cy="484505"/>
            <a:chOff x="7535484" y="4270545"/>
            <a:chExt cx="484505" cy="484505"/>
          </a:xfrm>
        </p:grpSpPr>
        <p:sp>
          <p:nvSpPr>
            <p:cNvPr id="81" name="object 81"/>
            <p:cNvSpPr/>
            <p:nvPr/>
          </p:nvSpPr>
          <p:spPr>
            <a:xfrm>
              <a:off x="7539060" y="427412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82" name="object 82"/>
            <p:cNvSpPr/>
            <p:nvPr/>
          </p:nvSpPr>
          <p:spPr>
            <a:xfrm>
              <a:off x="7539060"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83" name="object 83"/>
          <p:cNvGrpSpPr/>
          <p:nvPr/>
        </p:nvGrpSpPr>
        <p:grpSpPr>
          <a:xfrm>
            <a:off x="6104874" y="4270545"/>
            <a:ext cx="484505" cy="484505"/>
            <a:chOff x="6104874" y="4270545"/>
            <a:chExt cx="484505" cy="484505"/>
          </a:xfrm>
        </p:grpSpPr>
        <p:sp>
          <p:nvSpPr>
            <p:cNvPr id="84" name="object 84"/>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85" name="object 85"/>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86" name="object 86"/>
            <p:cNvSpPr/>
            <p:nvPr/>
          </p:nvSpPr>
          <p:spPr>
            <a:xfrm>
              <a:off x="6108450" y="427412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3F83"/>
            </a:solidFill>
          </p:spPr>
          <p:txBody>
            <a:bodyPr wrap="square" lIns="0" tIns="0" rIns="0" bIns="0" rtlCol="0"/>
            <a:lstStyle/>
            <a:p>
              <a:endParaRPr/>
            </a:p>
          </p:txBody>
        </p:sp>
        <p:sp>
          <p:nvSpPr>
            <p:cNvPr id="87" name="object 87"/>
            <p:cNvSpPr/>
            <p:nvPr/>
          </p:nvSpPr>
          <p:spPr>
            <a:xfrm>
              <a:off x="6108450" y="427412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4"/>
                  </a:lnTo>
                  <a:lnTo>
                    <a:pt x="459412" y="328158"/>
                  </a:lnTo>
                  <a:lnTo>
                    <a:pt x="437588" y="369630"/>
                  </a:lnTo>
                  <a:lnTo>
                    <a:pt x="407034" y="407033"/>
                  </a:lnTo>
                  <a:lnTo>
                    <a:pt x="369630" y="437587"/>
                  </a:lnTo>
                  <a:lnTo>
                    <a:pt x="328158" y="459411"/>
                  </a:lnTo>
                  <a:lnTo>
                    <a:pt x="283975" y="472505"/>
                  </a:lnTo>
                  <a:lnTo>
                    <a:pt x="238435" y="476870"/>
                  </a:lnTo>
                  <a:lnTo>
                    <a:pt x="192895" y="472505"/>
                  </a:lnTo>
                  <a:lnTo>
                    <a:pt x="148711" y="459411"/>
                  </a:lnTo>
                  <a:lnTo>
                    <a:pt x="107239" y="437587"/>
                  </a:lnTo>
                  <a:lnTo>
                    <a:pt x="69835" y="407033"/>
                  </a:lnTo>
                  <a:lnTo>
                    <a:pt x="39282" y="369630"/>
                  </a:lnTo>
                  <a:lnTo>
                    <a:pt x="17458" y="328158"/>
                  </a:lnTo>
                  <a:lnTo>
                    <a:pt x="4364" y="283974"/>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88" name="object 88"/>
          <p:cNvSpPr txBox="1"/>
          <p:nvPr/>
        </p:nvSpPr>
        <p:spPr>
          <a:xfrm>
            <a:off x="7704423" y="4347257"/>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4</a:t>
            </a:r>
            <a:endParaRPr sz="1500">
              <a:latin typeface="Lucida Sans Unicode"/>
              <a:cs typeface="Lucida Sans Unicode"/>
            </a:endParaRPr>
          </a:p>
        </p:txBody>
      </p:sp>
      <p:grpSp>
        <p:nvGrpSpPr>
          <p:cNvPr id="89" name="object 89"/>
          <p:cNvGrpSpPr/>
          <p:nvPr/>
        </p:nvGrpSpPr>
        <p:grpSpPr>
          <a:xfrm>
            <a:off x="6820179" y="4270545"/>
            <a:ext cx="484505" cy="484505"/>
            <a:chOff x="6820179" y="4270545"/>
            <a:chExt cx="484505" cy="484505"/>
          </a:xfrm>
        </p:grpSpPr>
        <p:sp>
          <p:nvSpPr>
            <p:cNvPr id="90" name="object 90"/>
            <p:cNvSpPr/>
            <p:nvPr/>
          </p:nvSpPr>
          <p:spPr>
            <a:xfrm>
              <a:off x="6823755"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1" name="object 91"/>
            <p:cNvSpPr/>
            <p:nvPr/>
          </p:nvSpPr>
          <p:spPr>
            <a:xfrm>
              <a:off x="682375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2" name="object 92"/>
          <p:cNvSpPr txBox="1"/>
          <p:nvPr/>
        </p:nvSpPr>
        <p:spPr>
          <a:xfrm>
            <a:off x="692874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20</a:t>
            </a:r>
            <a:endParaRPr sz="1500">
              <a:latin typeface="Lucida Sans Unicode"/>
              <a:cs typeface="Lucida Sans Unicode"/>
            </a:endParaRPr>
          </a:p>
        </p:txBody>
      </p:sp>
      <p:grpSp>
        <p:nvGrpSpPr>
          <p:cNvPr id="93" name="object 93"/>
          <p:cNvGrpSpPr/>
          <p:nvPr/>
        </p:nvGrpSpPr>
        <p:grpSpPr>
          <a:xfrm>
            <a:off x="8250789" y="4270545"/>
            <a:ext cx="484505" cy="484505"/>
            <a:chOff x="8250789" y="4270545"/>
            <a:chExt cx="484505" cy="484505"/>
          </a:xfrm>
        </p:grpSpPr>
        <p:sp>
          <p:nvSpPr>
            <p:cNvPr id="94" name="object 94"/>
            <p:cNvSpPr/>
            <p:nvPr/>
          </p:nvSpPr>
          <p:spPr>
            <a:xfrm>
              <a:off x="8254366" y="427412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95" name="object 95"/>
            <p:cNvSpPr/>
            <p:nvPr/>
          </p:nvSpPr>
          <p:spPr>
            <a:xfrm>
              <a:off x="8254365" y="427412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4"/>
                  </a:lnTo>
                  <a:lnTo>
                    <a:pt x="459412" y="328158"/>
                  </a:lnTo>
                  <a:lnTo>
                    <a:pt x="437588" y="369630"/>
                  </a:lnTo>
                  <a:lnTo>
                    <a:pt x="407035" y="407033"/>
                  </a:lnTo>
                  <a:lnTo>
                    <a:pt x="369631" y="437587"/>
                  </a:lnTo>
                  <a:lnTo>
                    <a:pt x="328159" y="459411"/>
                  </a:lnTo>
                  <a:lnTo>
                    <a:pt x="283975" y="472505"/>
                  </a:lnTo>
                  <a:lnTo>
                    <a:pt x="238436" y="476870"/>
                  </a:lnTo>
                  <a:lnTo>
                    <a:pt x="192896" y="472505"/>
                  </a:lnTo>
                  <a:lnTo>
                    <a:pt x="148712" y="459411"/>
                  </a:lnTo>
                  <a:lnTo>
                    <a:pt x="107240" y="437587"/>
                  </a:lnTo>
                  <a:lnTo>
                    <a:pt x="69836" y="407033"/>
                  </a:lnTo>
                  <a:lnTo>
                    <a:pt x="39283" y="369630"/>
                  </a:lnTo>
                  <a:lnTo>
                    <a:pt x="17459" y="328158"/>
                  </a:lnTo>
                  <a:lnTo>
                    <a:pt x="4364" y="283974"/>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96" name="object 96"/>
          <p:cNvSpPr txBox="1"/>
          <p:nvPr/>
        </p:nvSpPr>
        <p:spPr>
          <a:xfrm>
            <a:off x="8359357"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27</a:t>
            </a:r>
            <a:endParaRPr sz="1500">
              <a:latin typeface="Lucida Sans Unicode"/>
              <a:cs typeface="Lucida Sans Unicode"/>
            </a:endParaRPr>
          </a:p>
        </p:txBody>
      </p:sp>
      <p:grpSp>
        <p:nvGrpSpPr>
          <p:cNvPr id="97" name="object 97"/>
          <p:cNvGrpSpPr/>
          <p:nvPr/>
        </p:nvGrpSpPr>
        <p:grpSpPr>
          <a:xfrm>
            <a:off x="1813042" y="4985850"/>
            <a:ext cx="484505" cy="484505"/>
            <a:chOff x="1813042" y="4985850"/>
            <a:chExt cx="484505" cy="484505"/>
          </a:xfrm>
        </p:grpSpPr>
        <p:sp>
          <p:nvSpPr>
            <p:cNvPr id="98" name="object 98"/>
            <p:cNvSpPr/>
            <p:nvPr/>
          </p:nvSpPr>
          <p:spPr>
            <a:xfrm>
              <a:off x="1816619"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99" name="object 99"/>
            <p:cNvSpPr/>
            <p:nvPr/>
          </p:nvSpPr>
          <p:spPr>
            <a:xfrm>
              <a:off x="1816619"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00" name="object 100"/>
          <p:cNvSpPr txBox="1"/>
          <p:nvPr/>
        </p:nvSpPr>
        <p:spPr>
          <a:xfrm>
            <a:off x="192161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23</a:t>
            </a:r>
            <a:endParaRPr sz="1500">
              <a:latin typeface="Lucida Sans Unicode"/>
              <a:cs typeface="Lucida Sans Unicode"/>
            </a:endParaRPr>
          </a:p>
        </p:txBody>
      </p:sp>
      <p:grpSp>
        <p:nvGrpSpPr>
          <p:cNvPr id="101" name="object 101"/>
          <p:cNvGrpSpPr/>
          <p:nvPr/>
        </p:nvGrpSpPr>
        <p:grpSpPr>
          <a:xfrm>
            <a:off x="3243653" y="4985850"/>
            <a:ext cx="484505" cy="484505"/>
            <a:chOff x="3243653" y="4985850"/>
            <a:chExt cx="484505" cy="484505"/>
          </a:xfrm>
        </p:grpSpPr>
        <p:sp>
          <p:nvSpPr>
            <p:cNvPr id="102" name="object 102"/>
            <p:cNvSpPr/>
            <p:nvPr/>
          </p:nvSpPr>
          <p:spPr>
            <a:xfrm>
              <a:off x="3247229" y="4989427"/>
              <a:ext cx="476884" cy="476884"/>
            </a:xfrm>
            <a:custGeom>
              <a:avLst/>
              <a:gdLst/>
              <a:ahLst/>
              <a:cxnLst/>
              <a:rect l="l" t="t" r="r" b="b"/>
              <a:pathLst>
                <a:path w="476885" h="476885">
                  <a:moveTo>
                    <a:pt x="238435" y="0"/>
                  </a:moveTo>
                  <a:lnTo>
                    <a:pt x="192895"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3" name="object 103"/>
            <p:cNvSpPr/>
            <p:nvPr/>
          </p:nvSpPr>
          <p:spPr>
            <a:xfrm>
              <a:off x="3247229"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04" name="object 104"/>
          <p:cNvGrpSpPr/>
          <p:nvPr/>
        </p:nvGrpSpPr>
        <p:grpSpPr>
          <a:xfrm>
            <a:off x="636081" y="3896151"/>
            <a:ext cx="962025" cy="1590040"/>
            <a:chOff x="636081" y="3896151"/>
            <a:chExt cx="962025" cy="1590040"/>
          </a:xfrm>
        </p:grpSpPr>
        <p:sp>
          <p:nvSpPr>
            <p:cNvPr id="105" name="object 105"/>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06" name="object 106"/>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07" name="object 107"/>
            <p:cNvSpPr/>
            <p:nvPr/>
          </p:nvSpPr>
          <p:spPr>
            <a:xfrm>
              <a:off x="645924" y="3905993"/>
              <a:ext cx="460375" cy="1048385"/>
            </a:xfrm>
            <a:custGeom>
              <a:avLst/>
              <a:gdLst/>
              <a:ahLst/>
              <a:cxnLst/>
              <a:rect l="l" t="t" r="r" b="b"/>
              <a:pathLst>
                <a:path w="460375" h="1048385">
                  <a:moveTo>
                    <a:pt x="459795" y="1048355"/>
                  </a:moveTo>
                  <a:lnTo>
                    <a:pt x="455964" y="1039620"/>
                  </a:lnTo>
                  <a:lnTo>
                    <a:pt x="0" y="0"/>
                  </a:lnTo>
                </a:path>
              </a:pathLst>
            </a:custGeom>
            <a:ln w="19074">
              <a:solidFill>
                <a:srgbClr val="8D3124"/>
              </a:solidFill>
            </a:ln>
          </p:spPr>
          <p:txBody>
            <a:bodyPr wrap="square" lIns="0" tIns="0" rIns="0" bIns="0" rtlCol="0"/>
            <a:lstStyle/>
            <a:p>
              <a:endParaRPr/>
            </a:p>
          </p:txBody>
        </p:sp>
        <p:pic>
          <p:nvPicPr>
            <p:cNvPr id="108" name="object 108"/>
            <p:cNvPicPr/>
            <p:nvPr/>
          </p:nvPicPr>
          <p:blipFill>
            <a:blip r:embed="rId2" cstate="print"/>
            <a:stretch>
              <a:fillRect/>
            </a:stretch>
          </p:blipFill>
          <p:spPr>
            <a:xfrm>
              <a:off x="1050770" y="4906265"/>
              <a:ext cx="83850" cy="102236"/>
            </a:xfrm>
            <a:prstGeom prst="rect">
              <a:avLst/>
            </a:prstGeom>
          </p:spPr>
        </p:pic>
        <p:sp>
          <p:nvSpPr>
            <p:cNvPr id="109" name="object 109"/>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10" name="object 110"/>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sp>
          <p:nvSpPr>
            <p:cNvPr id="111" name="object 111"/>
            <p:cNvSpPr/>
            <p:nvPr/>
          </p:nvSpPr>
          <p:spPr>
            <a:xfrm>
              <a:off x="1101314" y="4989427"/>
              <a:ext cx="476884" cy="476884"/>
            </a:xfrm>
            <a:custGeom>
              <a:avLst/>
              <a:gdLst/>
              <a:ahLst/>
              <a:cxnLst/>
              <a:rect l="l" t="t" r="r" b="b"/>
              <a:pathLst>
                <a:path w="476884" h="476885">
                  <a:moveTo>
                    <a:pt x="238435"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5" y="0"/>
                  </a:lnTo>
                  <a:close/>
                </a:path>
              </a:pathLst>
            </a:custGeom>
            <a:solidFill>
              <a:srgbClr val="8D3124"/>
            </a:solidFill>
          </p:spPr>
          <p:txBody>
            <a:bodyPr wrap="square" lIns="0" tIns="0" rIns="0" bIns="0" rtlCol="0"/>
            <a:lstStyle/>
            <a:p>
              <a:endParaRPr/>
            </a:p>
          </p:txBody>
        </p:sp>
        <p:sp>
          <p:nvSpPr>
            <p:cNvPr id="112" name="object 112"/>
            <p:cNvSpPr/>
            <p:nvPr/>
          </p:nvSpPr>
          <p:spPr>
            <a:xfrm>
              <a:off x="1101314" y="4989427"/>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38149">
              <a:solidFill>
                <a:srgbClr val="003F83"/>
              </a:solidFill>
            </a:ln>
          </p:spPr>
          <p:txBody>
            <a:bodyPr wrap="square" lIns="0" tIns="0" rIns="0" bIns="0" rtlCol="0"/>
            <a:lstStyle/>
            <a:p>
              <a:endParaRPr/>
            </a:p>
          </p:txBody>
        </p:sp>
      </p:grpSp>
      <p:sp>
        <p:nvSpPr>
          <p:cNvPr id="113" name="object 113"/>
          <p:cNvSpPr txBox="1"/>
          <p:nvPr/>
        </p:nvSpPr>
        <p:spPr>
          <a:xfrm>
            <a:off x="335222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26</a:t>
            </a:r>
            <a:endParaRPr sz="1500">
              <a:latin typeface="Lucida Sans Unicode"/>
              <a:cs typeface="Lucida Sans Unicode"/>
            </a:endParaRPr>
          </a:p>
        </p:txBody>
      </p:sp>
      <p:grpSp>
        <p:nvGrpSpPr>
          <p:cNvPr id="114" name="object 114"/>
          <p:cNvGrpSpPr/>
          <p:nvPr/>
        </p:nvGrpSpPr>
        <p:grpSpPr>
          <a:xfrm>
            <a:off x="2528347" y="4985850"/>
            <a:ext cx="484505" cy="484505"/>
            <a:chOff x="2528347" y="4985850"/>
            <a:chExt cx="484505" cy="484505"/>
          </a:xfrm>
        </p:grpSpPr>
        <p:sp>
          <p:nvSpPr>
            <p:cNvPr id="115" name="object 115"/>
            <p:cNvSpPr/>
            <p:nvPr/>
          </p:nvSpPr>
          <p:spPr>
            <a:xfrm>
              <a:off x="2531924"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16" name="object 116"/>
            <p:cNvSpPr/>
            <p:nvPr/>
          </p:nvSpPr>
          <p:spPr>
            <a:xfrm>
              <a:off x="2531924"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17" name="object 117"/>
          <p:cNvSpPr txBox="1"/>
          <p:nvPr/>
        </p:nvSpPr>
        <p:spPr>
          <a:xfrm>
            <a:off x="2697287"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6</a:t>
            </a:r>
            <a:endParaRPr sz="1500">
              <a:latin typeface="Lucida Sans Unicode"/>
              <a:cs typeface="Lucida Sans Unicode"/>
            </a:endParaRPr>
          </a:p>
        </p:txBody>
      </p:sp>
      <p:grpSp>
        <p:nvGrpSpPr>
          <p:cNvPr id="118" name="object 118"/>
          <p:cNvGrpSpPr/>
          <p:nvPr/>
        </p:nvGrpSpPr>
        <p:grpSpPr>
          <a:xfrm>
            <a:off x="5389569" y="4985850"/>
            <a:ext cx="484505" cy="484505"/>
            <a:chOff x="5389569" y="4985850"/>
            <a:chExt cx="484505" cy="484505"/>
          </a:xfrm>
        </p:grpSpPr>
        <p:sp>
          <p:nvSpPr>
            <p:cNvPr id="119" name="object 119"/>
            <p:cNvSpPr/>
            <p:nvPr/>
          </p:nvSpPr>
          <p:spPr>
            <a:xfrm>
              <a:off x="5393145" y="4989427"/>
              <a:ext cx="476884" cy="476884"/>
            </a:xfrm>
            <a:custGeom>
              <a:avLst/>
              <a:gdLst/>
              <a:ahLst/>
              <a:cxnLst/>
              <a:rect l="l" t="t" r="r" b="b"/>
              <a:pathLst>
                <a:path w="476885"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120" name="object 120"/>
            <p:cNvSpPr/>
            <p:nvPr/>
          </p:nvSpPr>
          <p:spPr>
            <a:xfrm>
              <a:off x="5393145"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21" name="object 121"/>
          <p:cNvGrpSpPr/>
          <p:nvPr/>
        </p:nvGrpSpPr>
        <p:grpSpPr>
          <a:xfrm>
            <a:off x="3958958" y="4985850"/>
            <a:ext cx="484505" cy="484505"/>
            <a:chOff x="3958958" y="4985850"/>
            <a:chExt cx="484505" cy="484505"/>
          </a:xfrm>
        </p:grpSpPr>
        <p:sp>
          <p:nvSpPr>
            <p:cNvPr id="122" name="object 122"/>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123" name="object 123"/>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24" name="object 124"/>
            <p:cNvSpPr/>
            <p:nvPr/>
          </p:nvSpPr>
          <p:spPr>
            <a:xfrm>
              <a:off x="3962535" y="4989427"/>
              <a:ext cx="476884" cy="476884"/>
            </a:xfrm>
            <a:custGeom>
              <a:avLst/>
              <a:gdLst/>
              <a:ahLst/>
              <a:cxnLst/>
              <a:rect l="l" t="t" r="r" b="b"/>
              <a:pathLst>
                <a:path w="476885"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2"/>
                  </a:lnTo>
                  <a:lnTo>
                    <a:pt x="437586" y="107240"/>
                  </a:lnTo>
                  <a:lnTo>
                    <a:pt x="407033" y="69836"/>
                  </a:lnTo>
                  <a:lnTo>
                    <a:pt x="369629" y="39282"/>
                  </a:lnTo>
                  <a:lnTo>
                    <a:pt x="328157" y="17459"/>
                  </a:lnTo>
                  <a:lnTo>
                    <a:pt x="283974" y="4364"/>
                  </a:lnTo>
                  <a:lnTo>
                    <a:pt x="238434" y="0"/>
                  </a:lnTo>
                  <a:close/>
                </a:path>
              </a:pathLst>
            </a:custGeom>
            <a:solidFill>
              <a:srgbClr val="003F83"/>
            </a:solidFill>
          </p:spPr>
          <p:txBody>
            <a:bodyPr wrap="square" lIns="0" tIns="0" rIns="0" bIns="0" rtlCol="0"/>
            <a:lstStyle/>
            <a:p>
              <a:endParaRPr/>
            </a:p>
          </p:txBody>
        </p:sp>
        <p:sp>
          <p:nvSpPr>
            <p:cNvPr id="125" name="object 125"/>
            <p:cNvSpPr/>
            <p:nvPr/>
          </p:nvSpPr>
          <p:spPr>
            <a:xfrm>
              <a:off x="3962534" y="4989427"/>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26" name="object 126"/>
          <p:cNvSpPr txBox="1"/>
          <p:nvPr/>
        </p:nvSpPr>
        <p:spPr>
          <a:xfrm>
            <a:off x="5558508"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1</a:t>
            </a:r>
            <a:endParaRPr sz="1500">
              <a:latin typeface="Lucida Sans Unicode"/>
              <a:cs typeface="Lucida Sans Unicode"/>
            </a:endParaRPr>
          </a:p>
        </p:txBody>
      </p:sp>
      <p:grpSp>
        <p:nvGrpSpPr>
          <p:cNvPr id="127" name="object 127"/>
          <p:cNvGrpSpPr/>
          <p:nvPr/>
        </p:nvGrpSpPr>
        <p:grpSpPr>
          <a:xfrm>
            <a:off x="4674263" y="4985850"/>
            <a:ext cx="484505" cy="484505"/>
            <a:chOff x="4674263" y="4985850"/>
            <a:chExt cx="484505" cy="484505"/>
          </a:xfrm>
        </p:grpSpPr>
        <p:sp>
          <p:nvSpPr>
            <p:cNvPr id="128" name="object 128"/>
            <p:cNvSpPr/>
            <p:nvPr/>
          </p:nvSpPr>
          <p:spPr>
            <a:xfrm>
              <a:off x="4677840" y="4989427"/>
              <a:ext cx="476884" cy="476884"/>
            </a:xfrm>
            <a:custGeom>
              <a:avLst/>
              <a:gdLst/>
              <a:ahLst/>
              <a:cxnLst/>
              <a:rect l="l" t="t" r="r" b="b"/>
              <a:pathLst>
                <a:path w="476885" h="476885">
                  <a:moveTo>
                    <a:pt x="238434" y="0"/>
                  </a:moveTo>
                  <a:lnTo>
                    <a:pt x="192895" y="4364"/>
                  </a:lnTo>
                  <a:lnTo>
                    <a:pt x="148711" y="17459"/>
                  </a:lnTo>
                  <a:lnTo>
                    <a:pt x="107239"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29" name="object 129"/>
            <p:cNvSpPr/>
            <p:nvPr/>
          </p:nvSpPr>
          <p:spPr>
            <a:xfrm>
              <a:off x="4677840" y="4989427"/>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30" name="object 130"/>
          <p:cNvSpPr txBox="1"/>
          <p:nvPr/>
        </p:nvSpPr>
        <p:spPr>
          <a:xfrm>
            <a:off x="478283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19</a:t>
            </a:r>
            <a:endParaRPr sz="1500">
              <a:latin typeface="Lucida Sans Unicode"/>
              <a:cs typeface="Lucida Sans Unicode"/>
            </a:endParaRPr>
          </a:p>
        </p:txBody>
      </p:sp>
      <p:grpSp>
        <p:nvGrpSpPr>
          <p:cNvPr id="131" name="object 131"/>
          <p:cNvGrpSpPr/>
          <p:nvPr/>
        </p:nvGrpSpPr>
        <p:grpSpPr>
          <a:xfrm>
            <a:off x="8250789" y="4985850"/>
            <a:ext cx="484505" cy="484505"/>
            <a:chOff x="8250789" y="4985850"/>
            <a:chExt cx="484505" cy="484505"/>
          </a:xfrm>
        </p:grpSpPr>
        <p:sp>
          <p:nvSpPr>
            <p:cNvPr id="132" name="object 132"/>
            <p:cNvSpPr/>
            <p:nvPr/>
          </p:nvSpPr>
          <p:spPr>
            <a:xfrm>
              <a:off x="8254366"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3" name="object 133"/>
            <p:cNvSpPr/>
            <p:nvPr/>
          </p:nvSpPr>
          <p:spPr>
            <a:xfrm>
              <a:off x="825436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34" name="object 134"/>
          <p:cNvGrpSpPr/>
          <p:nvPr/>
        </p:nvGrpSpPr>
        <p:grpSpPr>
          <a:xfrm>
            <a:off x="6820179" y="4985850"/>
            <a:ext cx="484505" cy="484505"/>
            <a:chOff x="6820179" y="4985850"/>
            <a:chExt cx="484505" cy="484505"/>
          </a:xfrm>
        </p:grpSpPr>
        <p:sp>
          <p:nvSpPr>
            <p:cNvPr id="135" name="object 135"/>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136" name="object 136"/>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37" name="object 137"/>
            <p:cNvSpPr/>
            <p:nvPr/>
          </p:nvSpPr>
          <p:spPr>
            <a:xfrm>
              <a:off x="6823755" y="4989427"/>
              <a:ext cx="476884" cy="476884"/>
            </a:xfrm>
            <a:custGeom>
              <a:avLst/>
              <a:gdLst/>
              <a:ahLst/>
              <a:cxnLst/>
              <a:rect l="l" t="t" r="r" b="b"/>
              <a:pathLst>
                <a:path w="476884" h="476885">
                  <a:moveTo>
                    <a:pt x="238435" y="0"/>
                  </a:moveTo>
                  <a:lnTo>
                    <a:pt x="192895" y="4364"/>
                  </a:lnTo>
                  <a:lnTo>
                    <a:pt x="148711"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5" y="0"/>
                  </a:lnTo>
                  <a:close/>
                </a:path>
              </a:pathLst>
            </a:custGeom>
            <a:solidFill>
              <a:srgbClr val="003F83"/>
            </a:solidFill>
          </p:spPr>
          <p:txBody>
            <a:bodyPr wrap="square" lIns="0" tIns="0" rIns="0" bIns="0" rtlCol="0"/>
            <a:lstStyle/>
            <a:p>
              <a:endParaRPr/>
            </a:p>
          </p:txBody>
        </p:sp>
        <p:sp>
          <p:nvSpPr>
            <p:cNvPr id="138" name="object 138"/>
            <p:cNvSpPr/>
            <p:nvPr/>
          </p:nvSpPr>
          <p:spPr>
            <a:xfrm>
              <a:off x="6823755"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grpSp>
        <p:nvGrpSpPr>
          <p:cNvPr id="139" name="object 139"/>
          <p:cNvGrpSpPr/>
          <p:nvPr/>
        </p:nvGrpSpPr>
        <p:grpSpPr>
          <a:xfrm>
            <a:off x="6104874" y="4985850"/>
            <a:ext cx="484505" cy="484505"/>
            <a:chOff x="6104874" y="4985850"/>
            <a:chExt cx="484505" cy="484505"/>
          </a:xfrm>
        </p:grpSpPr>
        <p:sp>
          <p:nvSpPr>
            <p:cNvPr id="140" name="object 140"/>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141" name="object 141"/>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42" name="object 142"/>
            <p:cNvSpPr/>
            <p:nvPr/>
          </p:nvSpPr>
          <p:spPr>
            <a:xfrm>
              <a:off x="6108450" y="4989427"/>
              <a:ext cx="476884" cy="476884"/>
            </a:xfrm>
            <a:custGeom>
              <a:avLst/>
              <a:gdLst/>
              <a:ahLst/>
              <a:cxnLst/>
              <a:rect l="l" t="t" r="r" b="b"/>
              <a:pathLst>
                <a:path w="476884" h="476885">
                  <a:moveTo>
                    <a:pt x="238434" y="0"/>
                  </a:moveTo>
                  <a:lnTo>
                    <a:pt x="192895" y="4364"/>
                  </a:lnTo>
                  <a:lnTo>
                    <a:pt x="148711" y="17459"/>
                  </a:lnTo>
                  <a:lnTo>
                    <a:pt x="107239" y="39282"/>
                  </a:lnTo>
                  <a:lnTo>
                    <a:pt x="69835" y="69836"/>
                  </a:lnTo>
                  <a:lnTo>
                    <a:pt x="39282" y="107240"/>
                  </a:lnTo>
                  <a:lnTo>
                    <a:pt x="17458" y="148712"/>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2"/>
                  </a:lnTo>
                  <a:lnTo>
                    <a:pt x="437587" y="107240"/>
                  </a:lnTo>
                  <a:lnTo>
                    <a:pt x="407034" y="69836"/>
                  </a:lnTo>
                  <a:lnTo>
                    <a:pt x="369630" y="39282"/>
                  </a:lnTo>
                  <a:lnTo>
                    <a:pt x="328158" y="17459"/>
                  </a:lnTo>
                  <a:lnTo>
                    <a:pt x="283974" y="4364"/>
                  </a:lnTo>
                  <a:lnTo>
                    <a:pt x="238434" y="0"/>
                  </a:lnTo>
                  <a:close/>
                </a:path>
              </a:pathLst>
            </a:custGeom>
            <a:solidFill>
              <a:srgbClr val="000000"/>
            </a:solidFill>
          </p:spPr>
          <p:txBody>
            <a:bodyPr wrap="square" lIns="0" tIns="0" rIns="0" bIns="0" rtlCol="0"/>
            <a:lstStyle/>
            <a:p>
              <a:endParaRPr/>
            </a:p>
          </p:txBody>
        </p:sp>
        <p:sp>
          <p:nvSpPr>
            <p:cNvPr id="143" name="object 143"/>
            <p:cNvSpPr/>
            <p:nvPr/>
          </p:nvSpPr>
          <p:spPr>
            <a:xfrm>
              <a:off x="6108450" y="4989427"/>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144" name="object 144"/>
          <p:cNvGrpSpPr/>
          <p:nvPr/>
        </p:nvGrpSpPr>
        <p:grpSpPr>
          <a:xfrm>
            <a:off x="7535484" y="4985850"/>
            <a:ext cx="484505" cy="484505"/>
            <a:chOff x="7535484" y="4985850"/>
            <a:chExt cx="484505" cy="484505"/>
          </a:xfrm>
        </p:grpSpPr>
        <p:sp>
          <p:nvSpPr>
            <p:cNvPr id="145" name="object 145"/>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146" name="object 146"/>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47" name="object 147"/>
            <p:cNvSpPr/>
            <p:nvPr/>
          </p:nvSpPr>
          <p:spPr>
            <a:xfrm>
              <a:off x="7539060" y="4989427"/>
              <a:ext cx="476884" cy="476884"/>
            </a:xfrm>
            <a:custGeom>
              <a:avLst/>
              <a:gdLst/>
              <a:ahLst/>
              <a:cxnLst/>
              <a:rect l="l" t="t" r="r" b="b"/>
              <a:pathLst>
                <a:path w="476884" h="476885">
                  <a:moveTo>
                    <a:pt x="238435" y="0"/>
                  </a:moveTo>
                  <a:lnTo>
                    <a:pt x="192896" y="4364"/>
                  </a:lnTo>
                  <a:lnTo>
                    <a:pt x="148712" y="17459"/>
                  </a:lnTo>
                  <a:lnTo>
                    <a:pt x="107240" y="39282"/>
                  </a:lnTo>
                  <a:lnTo>
                    <a:pt x="69836" y="69836"/>
                  </a:lnTo>
                  <a:lnTo>
                    <a:pt x="39282" y="107240"/>
                  </a:lnTo>
                  <a:lnTo>
                    <a:pt x="17459" y="148712"/>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2"/>
                  </a:lnTo>
                  <a:lnTo>
                    <a:pt x="437588" y="107240"/>
                  </a:lnTo>
                  <a:lnTo>
                    <a:pt x="407035" y="69836"/>
                  </a:lnTo>
                  <a:lnTo>
                    <a:pt x="369631" y="39282"/>
                  </a:lnTo>
                  <a:lnTo>
                    <a:pt x="328159" y="17459"/>
                  </a:lnTo>
                  <a:lnTo>
                    <a:pt x="283975" y="4364"/>
                  </a:lnTo>
                  <a:lnTo>
                    <a:pt x="238435" y="0"/>
                  </a:lnTo>
                  <a:close/>
                </a:path>
              </a:pathLst>
            </a:custGeom>
            <a:solidFill>
              <a:srgbClr val="000000"/>
            </a:solidFill>
          </p:spPr>
          <p:txBody>
            <a:bodyPr wrap="square" lIns="0" tIns="0" rIns="0" bIns="0" rtlCol="0"/>
            <a:lstStyle/>
            <a:p>
              <a:endParaRPr/>
            </a:p>
          </p:txBody>
        </p:sp>
        <p:sp>
          <p:nvSpPr>
            <p:cNvPr id="148" name="object 148"/>
            <p:cNvSpPr/>
            <p:nvPr/>
          </p:nvSpPr>
          <p:spPr>
            <a:xfrm>
              <a:off x="7539060" y="4989427"/>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49" name="object 149"/>
          <p:cNvSpPr txBox="1"/>
          <p:nvPr/>
        </p:nvSpPr>
        <p:spPr>
          <a:xfrm>
            <a:off x="8419729" y="5062563"/>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8</a:t>
            </a:r>
            <a:endParaRPr sz="1500">
              <a:latin typeface="Lucida Sans Unicode"/>
              <a:cs typeface="Lucida Sans Unicode"/>
            </a:endParaRPr>
          </a:p>
        </p:txBody>
      </p:sp>
      <p:grpSp>
        <p:nvGrpSpPr>
          <p:cNvPr id="150" name="object 150"/>
          <p:cNvGrpSpPr/>
          <p:nvPr/>
        </p:nvGrpSpPr>
        <p:grpSpPr>
          <a:xfrm>
            <a:off x="1813042" y="5701155"/>
            <a:ext cx="484505" cy="484505"/>
            <a:chOff x="1813042" y="5701155"/>
            <a:chExt cx="484505" cy="484505"/>
          </a:xfrm>
        </p:grpSpPr>
        <p:sp>
          <p:nvSpPr>
            <p:cNvPr id="151" name="object 151"/>
            <p:cNvSpPr/>
            <p:nvPr/>
          </p:nvSpPr>
          <p:spPr>
            <a:xfrm>
              <a:off x="1816619"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52" name="object 152"/>
            <p:cNvSpPr/>
            <p:nvPr/>
          </p:nvSpPr>
          <p:spPr>
            <a:xfrm>
              <a:off x="1816619"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3" name="object 153"/>
          <p:cNvSpPr txBox="1"/>
          <p:nvPr/>
        </p:nvSpPr>
        <p:spPr>
          <a:xfrm>
            <a:off x="1981982"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9</a:t>
            </a:r>
            <a:endParaRPr sz="1500">
              <a:latin typeface="Lucida Sans Unicode"/>
              <a:cs typeface="Lucida Sans Unicode"/>
            </a:endParaRPr>
          </a:p>
        </p:txBody>
      </p:sp>
      <p:grpSp>
        <p:nvGrpSpPr>
          <p:cNvPr id="154" name="object 154"/>
          <p:cNvGrpSpPr/>
          <p:nvPr/>
        </p:nvGrpSpPr>
        <p:grpSpPr>
          <a:xfrm>
            <a:off x="1097737" y="5701155"/>
            <a:ext cx="484505" cy="484505"/>
            <a:chOff x="1097737" y="5701155"/>
            <a:chExt cx="484505" cy="484505"/>
          </a:xfrm>
        </p:grpSpPr>
        <p:sp>
          <p:nvSpPr>
            <p:cNvPr id="155" name="object 155"/>
            <p:cNvSpPr/>
            <p:nvPr/>
          </p:nvSpPr>
          <p:spPr>
            <a:xfrm>
              <a:off x="1101314" y="5704732"/>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56" name="object 156"/>
            <p:cNvSpPr/>
            <p:nvPr/>
          </p:nvSpPr>
          <p:spPr>
            <a:xfrm>
              <a:off x="1101314" y="5704732"/>
              <a:ext cx="476884" cy="476884"/>
            </a:xfrm>
            <a:custGeom>
              <a:avLst/>
              <a:gdLst/>
              <a:ahLst/>
              <a:cxnLst/>
              <a:rect l="l" t="t" r="r" b="b"/>
              <a:pathLst>
                <a:path w="476884"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57" name="object 157"/>
          <p:cNvSpPr txBox="1"/>
          <p:nvPr/>
        </p:nvSpPr>
        <p:spPr>
          <a:xfrm>
            <a:off x="1206305"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14</a:t>
            </a:r>
            <a:endParaRPr sz="1500">
              <a:latin typeface="Lucida Sans Unicode"/>
              <a:cs typeface="Lucida Sans Unicode"/>
            </a:endParaRPr>
          </a:p>
        </p:txBody>
      </p:sp>
      <p:grpSp>
        <p:nvGrpSpPr>
          <p:cNvPr id="158" name="object 158"/>
          <p:cNvGrpSpPr/>
          <p:nvPr/>
        </p:nvGrpSpPr>
        <p:grpSpPr>
          <a:xfrm>
            <a:off x="3243653" y="5701155"/>
            <a:ext cx="484505" cy="484505"/>
            <a:chOff x="3243653" y="5701155"/>
            <a:chExt cx="484505" cy="484505"/>
          </a:xfrm>
        </p:grpSpPr>
        <p:sp>
          <p:nvSpPr>
            <p:cNvPr id="159" name="object 159"/>
            <p:cNvSpPr/>
            <p:nvPr/>
          </p:nvSpPr>
          <p:spPr>
            <a:xfrm>
              <a:off x="3247229" y="5704732"/>
              <a:ext cx="476884" cy="476884"/>
            </a:xfrm>
            <a:custGeom>
              <a:avLst/>
              <a:gdLst/>
              <a:ahLst/>
              <a:cxnLst/>
              <a:rect l="l" t="t" r="r" b="b"/>
              <a:pathLst>
                <a:path w="476885" h="476885">
                  <a:moveTo>
                    <a:pt x="238435" y="0"/>
                  </a:moveTo>
                  <a:lnTo>
                    <a:pt x="192895"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60" name="object 160"/>
            <p:cNvSpPr/>
            <p:nvPr/>
          </p:nvSpPr>
          <p:spPr>
            <a:xfrm>
              <a:off x="3247229"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1" name="object 161"/>
          <p:cNvSpPr txBox="1"/>
          <p:nvPr/>
        </p:nvSpPr>
        <p:spPr>
          <a:xfrm>
            <a:off x="3412593"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3</a:t>
            </a:r>
            <a:endParaRPr sz="1500">
              <a:latin typeface="Lucida Sans Unicode"/>
              <a:cs typeface="Lucida Sans Unicode"/>
            </a:endParaRPr>
          </a:p>
        </p:txBody>
      </p:sp>
      <p:grpSp>
        <p:nvGrpSpPr>
          <p:cNvPr id="162" name="object 162"/>
          <p:cNvGrpSpPr/>
          <p:nvPr/>
        </p:nvGrpSpPr>
        <p:grpSpPr>
          <a:xfrm>
            <a:off x="2528347" y="5701155"/>
            <a:ext cx="484505" cy="484505"/>
            <a:chOff x="2528347" y="5701155"/>
            <a:chExt cx="484505" cy="484505"/>
          </a:xfrm>
        </p:grpSpPr>
        <p:sp>
          <p:nvSpPr>
            <p:cNvPr id="163" name="object 163"/>
            <p:cNvSpPr/>
            <p:nvPr/>
          </p:nvSpPr>
          <p:spPr>
            <a:xfrm>
              <a:off x="2531924"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0" y="328158"/>
                  </a:lnTo>
                  <a:lnTo>
                    <a:pt x="472505" y="283974"/>
                  </a:lnTo>
                  <a:lnTo>
                    <a:pt x="476869" y="238434"/>
                  </a:lnTo>
                  <a:lnTo>
                    <a:pt x="472505" y="192895"/>
                  </a:lnTo>
                  <a:lnTo>
                    <a:pt x="459410"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64" name="object 164"/>
            <p:cNvSpPr/>
            <p:nvPr/>
          </p:nvSpPr>
          <p:spPr>
            <a:xfrm>
              <a:off x="2531924"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65" name="object 165"/>
          <p:cNvSpPr txBox="1"/>
          <p:nvPr/>
        </p:nvSpPr>
        <p:spPr>
          <a:xfrm>
            <a:off x="2697287" y="5777868"/>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5</a:t>
            </a:r>
            <a:endParaRPr sz="1500">
              <a:latin typeface="Lucida Sans Unicode"/>
              <a:cs typeface="Lucida Sans Unicode"/>
            </a:endParaRPr>
          </a:p>
        </p:txBody>
      </p:sp>
      <p:grpSp>
        <p:nvGrpSpPr>
          <p:cNvPr id="166" name="object 166"/>
          <p:cNvGrpSpPr/>
          <p:nvPr/>
        </p:nvGrpSpPr>
        <p:grpSpPr>
          <a:xfrm>
            <a:off x="5389569" y="5701155"/>
            <a:ext cx="484505" cy="484505"/>
            <a:chOff x="5389569" y="5701155"/>
            <a:chExt cx="484505" cy="484505"/>
          </a:xfrm>
        </p:grpSpPr>
        <p:sp>
          <p:nvSpPr>
            <p:cNvPr id="167" name="object 167"/>
            <p:cNvSpPr/>
            <p:nvPr/>
          </p:nvSpPr>
          <p:spPr>
            <a:xfrm>
              <a:off x="5393145" y="5704732"/>
              <a:ext cx="476884" cy="476884"/>
            </a:xfrm>
            <a:custGeom>
              <a:avLst/>
              <a:gdLst/>
              <a:ahLst/>
              <a:cxnLst/>
              <a:rect l="l" t="t" r="r" b="b"/>
              <a:pathLst>
                <a:path w="476885"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5" y="4364"/>
                  </a:lnTo>
                  <a:lnTo>
                    <a:pt x="238435" y="0"/>
                  </a:lnTo>
                  <a:close/>
                </a:path>
              </a:pathLst>
            </a:custGeom>
            <a:solidFill>
              <a:srgbClr val="D5D5D5"/>
            </a:solidFill>
          </p:spPr>
          <p:txBody>
            <a:bodyPr wrap="square" lIns="0" tIns="0" rIns="0" bIns="0" rtlCol="0"/>
            <a:lstStyle/>
            <a:p>
              <a:endParaRPr/>
            </a:p>
          </p:txBody>
        </p:sp>
        <p:sp>
          <p:nvSpPr>
            <p:cNvPr id="168" name="object 168"/>
            <p:cNvSpPr/>
            <p:nvPr/>
          </p:nvSpPr>
          <p:spPr>
            <a:xfrm>
              <a:off x="5393145"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169" name="object 169"/>
          <p:cNvGrpSpPr/>
          <p:nvPr/>
        </p:nvGrpSpPr>
        <p:grpSpPr>
          <a:xfrm>
            <a:off x="3958958" y="5701155"/>
            <a:ext cx="484505" cy="484505"/>
            <a:chOff x="3958958" y="5701155"/>
            <a:chExt cx="484505" cy="484505"/>
          </a:xfrm>
        </p:grpSpPr>
        <p:sp>
          <p:nvSpPr>
            <p:cNvPr id="170" name="object 170"/>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D5D5D5"/>
            </a:solidFill>
          </p:spPr>
          <p:txBody>
            <a:bodyPr wrap="square" lIns="0" tIns="0" rIns="0" bIns="0" rtlCol="0"/>
            <a:lstStyle/>
            <a:p>
              <a:endParaRPr/>
            </a:p>
          </p:txBody>
        </p:sp>
        <p:sp>
          <p:nvSpPr>
            <p:cNvPr id="171" name="object 171"/>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72" name="object 172"/>
            <p:cNvSpPr/>
            <p:nvPr/>
          </p:nvSpPr>
          <p:spPr>
            <a:xfrm>
              <a:off x="3962535" y="5704732"/>
              <a:ext cx="476884" cy="476884"/>
            </a:xfrm>
            <a:custGeom>
              <a:avLst/>
              <a:gdLst/>
              <a:ahLst/>
              <a:cxnLst/>
              <a:rect l="l" t="t" r="r" b="b"/>
              <a:pathLst>
                <a:path w="476885"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7" y="459410"/>
                  </a:lnTo>
                  <a:lnTo>
                    <a:pt x="369629" y="437587"/>
                  </a:lnTo>
                  <a:lnTo>
                    <a:pt x="407033" y="407034"/>
                  </a:lnTo>
                  <a:lnTo>
                    <a:pt x="437586" y="369630"/>
                  </a:lnTo>
                  <a:lnTo>
                    <a:pt x="459410" y="328158"/>
                  </a:lnTo>
                  <a:lnTo>
                    <a:pt x="472504" y="283974"/>
                  </a:lnTo>
                  <a:lnTo>
                    <a:pt x="476869" y="238434"/>
                  </a:lnTo>
                  <a:lnTo>
                    <a:pt x="472504" y="192895"/>
                  </a:lnTo>
                  <a:lnTo>
                    <a:pt x="459410" y="148711"/>
                  </a:lnTo>
                  <a:lnTo>
                    <a:pt x="437586" y="107239"/>
                  </a:lnTo>
                  <a:lnTo>
                    <a:pt x="407033" y="69835"/>
                  </a:lnTo>
                  <a:lnTo>
                    <a:pt x="369629" y="39282"/>
                  </a:lnTo>
                  <a:lnTo>
                    <a:pt x="328157" y="17458"/>
                  </a:lnTo>
                  <a:lnTo>
                    <a:pt x="283974" y="4364"/>
                  </a:lnTo>
                  <a:lnTo>
                    <a:pt x="238434" y="0"/>
                  </a:lnTo>
                  <a:close/>
                </a:path>
              </a:pathLst>
            </a:custGeom>
            <a:solidFill>
              <a:srgbClr val="000000"/>
            </a:solidFill>
          </p:spPr>
          <p:txBody>
            <a:bodyPr wrap="square" lIns="0" tIns="0" rIns="0" bIns="0" rtlCol="0"/>
            <a:lstStyle/>
            <a:p>
              <a:endParaRPr/>
            </a:p>
          </p:txBody>
        </p:sp>
        <p:sp>
          <p:nvSpPr>
            <p:cNvPr id="173" name="object 173"/>
            <p:cNvSpPr/>
            <p:nvPr/>
          </p:nvSpPr>
          <p:spPr>
            <a:xfrm>
              <a:off x="3962534" y="5704732"/>
              <a:ext cx="476884" cy="476884"/>
            </a:xfrm>
            <a:custGeom>
              <a:avLst/>
              <a:gdLst/>
              <a:ahLst/>
              <a:cxnLst/>
              <a:rect l="l" t="t" r="r" b="b"/>
              <a:pathLst>
                <a:path w="476885" h="476885">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174" name="object 174"/>
          <p:cNvSpPr txBox="1"/>
          <p:nvPr/>
        </p:nvSpPr>
        <p:spPr>
          <a:xfrm>
            <a:off x="549813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48</a:t>
            </a:r>
            <a:endParaRPr sz="1500">
              <a:latin typeface="Lucida Sans Unicode"/>
              <a:cs typeface="Lucida Sans Unicode"/>
            </a:endParaRPr>
          </a:p>
        </p:txBody>
      </p:sp>
      <p:grpSp>
        <p:nvGrpSpPr>
          <p:cNvPr id="175" name="object 175"/>
          <p:cNvGrpSpPr/>
          <p:nvPr/>
        </p:nvGrpSpPr>
        <p:grpSpPr>
          <a:xfrm>
            <a:off x="4674263" y="5701155"/>
            <a:ext cx="484505" cy="484505"/>
            <a:chOff x="4674263" y="5701155"/>
            <a:chExt cx="484505" cy="484505"/>
          </a:xfrm>
        </p:grpSpPr>
        <p:sp>
          <p:nvSpPr>
            <p:cNvPr id="176" name="object 176"/>
            <p:cNvSpPr/>
            <p:nvPr/>
          </p:nvSpPr>
          <p:spPr>
            <a:xfrm>
              <a:off x="4677840" y="5704732"/>
              <a:ext cx="476884" cy="476884"/>
            </a:xfrm>
            <a:custGeom>
              <a:avLst/>
              <a:gdLst/>
              <a:ahLst/>
              <a:cxnLst/>
              <a:rect l="l" t="t" r="r" b="b"/>
              <a:pathLst>
                <a:path w="476885" h="476885">
                  <a:moveTo>
                    <a:pt x="238434" y="0"/>
                  </a:moveTo>
                  <a:lnTo>
                    <a:pt x="192895" y="4364"/>
                  </a:lnTo>
                  <a:lnTo>
                    <a:pt x="148711" y="17458"/>
                  </a:lnTo>
                  <a:lnTo>
                    <a:pt x="107239"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39" y="437587"/>
                  </a:lnTo>
                  <a:lnTo>
                    <a:pt x="148711" y="459410"/>
                  </a:lnTo>
                  <a:lnTo>
                    <a:pt x="192895" y="472505"/>
                  </a:lnTo>
                  <a:lnTo>
                    <a:pt x="238434" y="476869"/>
                  </a:lnTo>
                  <a:lnTo>
                    <a:pt x="283974" y="472505"/>
                  </a:lnTo>
                  <a:lnTo>
                    <a:pt x="328158" y="459410"/>
                  </a:lnTo>
                  <a:lnTo>
                    <a:pt x="369629"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29"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77" name="object 177"/>
            <p:cNvSpPr/>
            <p:nvPr/>
          </p:nvSpPr>
          <p:spPr>
            <a:xfrm>
              <a:off x="4677840" y="5704732"/>
              <a:ext cx="476884" cy="476884"/>
            </a:xfrm>
            <a:custGeom>
              <a:avLst/>
              <a:gdLst/>
              <a:ahLst/>
              <a:cxnLst/>
              <a:rect l="l" t="t" r="r" b="b"/>
              <a:pathLst>
                <a:path w="476885" h="476885">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178" name="object 178"/>
          <p:cNvSpPr txBox="1"/>
          <p:nvPr/>
        </p:nvSpPr>
        <p:spPr>
          <a:xfrm>
            <a:off x="478283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30</a:t>
            </a:r>
            <a:endParaRPr sz="1500">
              <a:latin typeface="Lucida Sans Unicode"/>
              <a:cs typeface="Lucida Sans Unicode"/>
            </a:endParaRPr>
          </a:p>
        </p:txBody>
      </p:sp>
      <p:grpSp>
        <p:nvGrpSpPr>
          <p:cNvPr id="179" name="object 179"/>
          <p:cNvGrpSpPr/>
          <p:nvPr/>
        </p:nvGrpSpPr>
        <p:grpSpPr>
          <a:xfrm>
            <a:off x="8250789" y="5701155"/>
            <a:ext cx="484505" cy="484505"/>
            <a:chOff x="8250789" y="5701155"/>
            <a:chExt cx="484505" cy="484505"/>
          </a:xfrm>
        </p:grpSpPr>
        <p:sp>
          <p:nvSpPr>
            <p:cNvPr id="180" name="object 180"/>
            <p:cNvSpPr/>
            <p:nvPr/>
          </p:nvSpPr>
          <p:spPr>
            <a:xfrm>
              <a:off x="8254366"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81" name="object 181"/>
            <p:cNvSpPr/>
            <p:nvPr/>
          </p:nvSpPr>
          <p:spPr>
            <a:xfrm>
              <a:off x="825436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grpSp>
        <p:nvGrpSpPr>
          <p:cNvPr id="182" name="object 182"/>
          <p:cNvGrpSpPr/>
          <p:nvPr/>
        </p:nvGrpSpPr>
        <p:grpSpPr>
          <a:xfrm>
            <a:off x="7535484" y="5701155"/>
            <a:ext cx="484505" cy="484505"/>
            <a:chOff x="7535484" y="5701155"/>
            <a:chExt cx="484505" cy="484505"/>
          </a:xfrm>
        </p:grpSpPr>
        <p:sp>
          <p:nvSpPr>
            <p:cNvPr id="183" name="object 183"/>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D5D5D5"/>
            </a:solidFill>
          </p:spPr>
          <p:txBody>
            <a:bodyPr wrap="square" lIns="0" tIns="0" rIns="0" bIns="0" rtlCol="0"/>
            <a:lstStyle/>
            <a:p>
              <a:endParaRPr/>
            </a:p>
          </p:txBody>
        </p:sp>
        <p:sp>
          <p:nvSpPr>
            <p:cNvPr id="184" name="object 184"/>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85" name="object 185"/>
            <p:cNvSpPr/>
            <p:nvPr/>
          </p:nvSpPr>
          <p:spPr>
            <a:xfrm>
              <a:off x="7539060" y="5704732"/>
              <a:ext cx="476884" cy="476884"/>
            </a:xfrm>
            <a:custGeom>
              <a:avLst/>
              <a:gdLst/>
              <a:ahLst/>
              <a:cxnLst/>
              <a:rect l="l" t="t" r="r" b="b"/>
              <a:pathLst>
                <a:path w="476884" h="476885">
                  <a:moveTo>
                    <a:pt x="238435" y="0"/>
                  </a:moveTo>
                  <a:lnTo>
                    <a:pt x="192896" y="4364"/>
                  </a:lnTo>
                  <a:lnTo>
                    <a:pt x="148712"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2" y="459410"/>
                  </a:lnTo>
                  <a:lnTo>
                    <a:pt x="192896" y="472505"/>
                  </a:lnTo>
                  <a:lnTo>
                    <a:pt x="238435" y="476869"/>
                  </a:lnTo>
                  <a:lnTo>
                    <a:pt x="283975" y="472505"/>
                  </a:lnTo>
                  <a:lnTo>
                    <a:pt x="328159" y="459410"/>
                  </a:lnTo>
                  <a:lnTo>
                    <a:pt x="369631" y="437587"/>
                  </a:lnTo>
                  <a:lnTo>
                    <a:pt x="407035" y="407034"/>
                  </a:lnTo>
                  <a:lnTo>
                    <a:pt x="437588" y="369630"/>
                  </a:lnTo>
                  <a:lnTo>
                    <a:pt x="459412" y="328158"/>
                  </a:lnTo>
                  <a:lnTo>
                    <a:pt x="472506" y="283974"/>
                  </a:lnTo>
                  <a:lnTo>
                    <a:pt x="476871" y="238434"/>
                  </a:lnTo>
                  <a:lnTo>
                    <a:pt x="472506" y="192895"/>
                  </a:lnTo>
                  <a:lnTo>
                    <a:pt x="459412" y="148711"/>
                  </a:lnTo>
                  <a:lnTo>
                    <a:pt x="437588" y="107239"/>
                  </a:lnTo>
                  <a:lnTo>
                    <a:pt x="407035" y="69835"/>
                  </a:lnTo>
                  <a:lnTo>
                    <a:pt x="369631" y="39282"/>
                  </a:lnTo>
                  <a:lnTo>
                    <a:pt x="328159" y="17458"/>
                  </a:lnTo>
                  <a:lnTo>
                    <a:pt x="283975" y="4364"/>
                  </a:lnTo>
                  <a:lnTo>
                    <a:pt x="238435" y="0"/>
                  </a:lnTo>
                  <a:close/>
                </a:path>
              </a:pathLst>
            </a:custGeom>
            <a:solidFill>
              <a:srgbClr val="000000"/>
            </a:solidFill>
          </p:spPr>
          <p:txBody>
            <a:bodyPr wrap="square" lIns="0" tIns="0" rIns="0" bIns="0" rtlCol="0"/>
            <a:lstStyle/>
            <a:p>
              <a:endParaRPr/>
            </a:p>
          </p:txBody>
        </p:sp>
        <p:sp>
          <p:nvSpPr>
            <p:cNvPr id="186" name="object 186"/>
            <p:cNvSpPr/>
            <p:nvPr/>
          </p:nvSpPr>
          <p:spPr>
            <a:xfrm>
              <a:off x="7539060"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grpSp>
        <p:nvGrpSpPr>
          <p:cNvPr id="187" name="object 187"/>
          <p:cNvGrpSpPr/>
          <p:nvPr/>
        </p:nvGrpSpPr>
        <p:grpSpPr>
          <a:xfrm>
            <a:off x="6104874" y="5701155"/>
            <a:ext cx="484505" cy="484505"/>
            <a:chOff x="6104874" y="5701155"/>
            <a:chExt cx="484505" cy="484505"/>
          </a:xfrm>
        </p:grpSpPr>
        <p:sp>
          <p:nvSpPr>
            <p:cNvPr id="188" name="object 188"/>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D5D5D5"/>
            </a:solidFill>
          </p:spPr>
          <p:txBody>
            <a:bodyPr wrap="square" lIns="0" tIns="0" rIns="0" bIns="0" rtlCol="0"/>
            <a:lstStyle/>
            <a:p>
              <a:endParaRPr/>
            </a:p>
          </p:txBody>
        </p:sp>
        <p:sp>
          <p:nvSpPr>
            <p:cNvPr id="189" name="object 189"/>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190" name="object 190"/>
            <p:cNvSpPr/>
            <p:nvPr/>
          </p:nvSpPr>
          <p:spPr>
            <a:xfrm>
              <a:off x="6108450" y="5704732"/>
              <a:ext cx="476884" cy="476884"/>
            </a:xfrm>
            <a:custGeom>
              <a:avLst/>
              <a:gdLst/>
              <a:ahLst/>
              <a:cxnLst/>
              <a:rect l="l" t="t" r="r" b="b"/>
              <a:pathLst>
                <a:path w="476884" h="476885">
                  <a:moveTo>
                    <a:pt x="238434" y="0"/>
                  </a:moveTo>
                  <a:lnTo>
                    <a:pt x="192895" y="4364"/>
                  </a:lnTo>
                  <a:lnTo>
                    <a:pt x="148711" y="17458"/>
                  </a:lnTo>
                  <a:lnTo>
                    <a:pt x="107239" y="39282"/>
                  </a:lnTo>
                  <a:lnTo>
                    <a:pt x="69835" y="69835"/>
                  </a:lnTo>
                  <a:lnTo>
                    <a:pt x="39282" y="107239"/>
                  </a:lnTo>
                  <a:lnTo>
                    <a:pt x="17458" y="148711"/>
                  </a:lnTo>
                  <a:lnTo>
                    <a:pt x="4364" y="192895"/>
                  </a:lnTo>
                  <a:lnTo>
                    <a:pt x="0" y="238434"/>
                  </a:lnTo>
                  <a:lnTo>
                    <a:pt x="4364" y="283974"/>
                  </a:lnTo>
                  <a:lnTo>
                    <a:pt x="17458" y="328158"/>
                  </a:lnTo>
                  <a:lnTo>
                    <a:pt x="39282" y="369630"/>
                  </a:lnTo>
                  <a:lnTo>
                    <a:pt x="69835" y="407034"/>
                  </a:lnTo>
                  <a:lnTo>
                    <a:pt x="107239" y="437587"/>
                  </a:lnTo>
                  <a:lnTo>
                    <a:pt x="148711" y="459410"/>
                  </a:lnTo>
                  <a:lnTo>
                    <a:pt x="192895" y="472505"/>
                  </a:lnTo>
                  <a:lnTo>
                    <a:pt x="238434"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4" y="0"/>
                  </a:lnTo>
                  <a:close/>
                </a:path>
              </a:pathLst>
            </a:custGeom>
            <a:solidFill>
              <a:srgbClr val="000000"/>
            </a:solidFill>
          </p:spPr>
          <p:txBody>
            <a:bodyPr wrap="square" lIns="0" tIns="0" rIns="0" bIns="0" rtlCol="0"/>
            <a:lstStyle/>
            <a:p>
              <a:endParaRPr/>
            </a:p>
          </p:txBody>
        </p:sp>
        <p:sp>
          <p:nvSpPr>
            <p:cNvPr id="191" name="object 191"/>
            <p:cNvSpPr/>
            <p:nvPr/>
          </p:nvSpPr>
          <p:spPr>
            <a:xfrm>
              <a:off x="6108450" y="5704732"/>
              <a:ext cx="476884" cy="476884"/>
            </a:xfrm>
            <a:custGeom>
              <a:avLst/>
              <a:gdLst/>
              <a:ahLst/>
              <a:cxnLst/>
              <a:rect l="l" t="t" r="r" b="b"/>
              <a:pathLst>
                <a:path w="476884" h="476885">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grpSp>
        <p:nvGrpSpPr>
          <p:cNvPr id="192" name="object 192"/>
          <p:cNvGrpSpPr/>
          <p:nvPr/>
        </p:nvGrpSpPr>
        <p:grpSpPr>
          <a:xfrm>
            <a:off x="6820179" y="5701155"/>
            <a:ext cx="484505" cy="484505"/>
            <a:chOff x="6820179" y="5701155"/>
            <a:chExt cx="484505" cy="484505"/>
          </a:xfrm>
        </p:grpSpPr>
        <p:sp>
          <p:nvSpPr>
            <p:cNvPr id="193" name="object 193"/>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D5D5D5"/>
            </a:solidFill>
          </p:spPr>
          <p:txBody>
            <a:bodyPr wrap="square" lIns="0" tIns="0" rIns="0" bIns="0" rtlCol="0"/>
            <a:lstStyle/>
            <a:p>
              <a:endParaRPr/>
            </a:p>
          </p:txBody>
        </p:sp>
        <p:sp>
          <p:nvSpPr>
            <p:cNvPr id="194" name="object 194"/>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sp>
          <p:nvSpPr>
            <p:cNvPr id="195" name="object 195"/>
            <p:cNvSpPr/>
            <p:nvPr/>
          </p:nvSpPr>
          <p:spPr>
            <a:xfrm>
              <a:off x="6823755" y="5704732"/>
              <a:ext cx="476884" cy="476884"/>
            </a:xfrm>
            <a:custGeom>
              <a:avLst/>
              <a:gdLst/>
              <a:ahLst/>
              <a:cxnLst/>
              <a:rect l="l" t="t" r="r" b="b"/>
              <a:pathLst>
                <a:path w="476884" h="476885">
                  <a:moveTo>
                    <a:pt x="238435" y="0"/>
                  </a:moveTo>
                  <a:lnTo>
                    <a:pt x="192895" y="4364"/>
                  </a:lnTo>
                  <a:lnTo>
                    <a:pt x="148711" y="17458"/>
                  </a:lnTo>
                  <a:lnTo>
                    <a:pt x="107240" y="39282"/>
                  </a:lnTo>
                  <a:lnTo>
                    <a:pt x="69836" y="69835"/>
                  </a:lnTo>
                  <a:lnTo>
                    <a:pt x="39282" y="107239"/>
                  </a:lnTo>
                  <a:lnTo>
                    <a:pt x="17459" y="148711"/>
                  </a:lnTo>
                  <a:lnTo>
                    <a:pt x="4364" y="192895"/>
                  </a:lnTo>
                  <a:lnTo>
                    <a:pt x="0" y="238434"/>
                  </a:lnTo>
                  <a:lnTo>
                    <a:pt x="4364" y="283974"/>
                  </a:lnTo>
                  <a:lnTo>
                    <a:pt x="17459" y="328158"/>
                  </a:lnTo>
                  <a:lnTo>
                    <a:pt x="39282" y="369630"/>
                  </a:lnTo>
                  <a:lnTo>
                    <a:pt x="69836" y="407034"/>
                  </a:lnTo>
                  <a:lnTo>
                    <a:pt x="107240" y="437587"/>
                  </a:lnTo>
                  <a:lnTo>
                    <a:pt x="148711" y="459410"/>
                  </a:lnTo>
                  <a:lnTo>
                    <a:pt x="192895" y="472505"/>
                  </a:lnTo>
                  <a:lnTo>
                    <a:pt x="238435" y="476869"/>
                  </a:lnTo>
                  <a:lnTo>
                    <a:pt x="283974" y="472505"/>
                  </a:lnTo>
                  <a:lnTo>
                    <a:pt x="328158" y="459410"/>
                  </a:lnTo>
                  <a:lnTo>
                    <a:pt x="369630" y="437587"/>
                  </a:lnTo>
                  <a:lnTo>
                    <a:pt x="407034" y="407034"/>
                  </a:lnTo>
                  <a:lnTo>
                    <a:pt x="437587" y="369630"/>
                  </a:lnTo>
                  <a:lnTo>
                    <a:pt x="459411" y="328158"/>
                  </a:lnTo>
                  <a:lnTo>
                    <a:pt x="472505" y="283974"/>
                  </a:lnTo>
                  <a:lnTo>
                    <a:pt x="476870" y="238434"/>
                  </a:lnTo>
                  <a:lnTo>
                    <a:pt x="472505" y="192895"/>
                  </a:lnTo>
                  <a:lnTo>
                    <a:pt x="459411"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196" name="object 196"/>
            <p:cNvSpPr/>
            <p:nvPr/>
          </p:nvSpPr>
          <p:spPr>
            <a:xfrm>
              <a:off x="6823755" y="5704732"/>
              <a:ext cx="476884" cy="476884"/>
            </a:xfrm>
            <a:custGeom>
              <a:avLst/>
              <a:gdLst/>
              <a:ahLst/>
              <a:cxnLst/>
              <a:rect l="l" t="t" r="r" b="b"/>
              <a:pathLst>
                <a:path w="476884" h="476885">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000000"/>
              </a:solidFill>
            </a:ln>
          </p:spPr>
          <p:txBody>
            <a:bodyPr wrap="square" lIns="0" tIns="0" rIns="0" bIns="0" rtlCol="0"/>
            <a:lstStyle/>
            <a:p>
              <a:endParaRPr/>
            </a:p>
          </p:txBody>
        </p:sp>
      </p:grpSp>
      <p:sp>
        <p:nvSpPr>
          <p:cNvPr id="197" name="object 197"/>
          <p:cNvSpPr txBox="1"/>
          <p:nvPr/>
        </p:nvSpPr>
        <p:spPr>
          <a:xfrm>
            <a:off x="835935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21</a:t>
            </a:r>
            <a:endParaRPr sz="1500">
              <a:latin typeface="Lucida Sans Unicode"/>
              <a:cs typeface="Lucida Sans Unicode"/>
            </a:endParaRPr>
          </a:p>
        </p:txBody>
      </p:sp>
      <p:grpSp>
        <p:nvGrpSpPr>
          <p:cNvPr id="198" name="object 198"/>
          <p:cNvGrpSpPr/>
          <p:nvPr/>
        </p:nvGrpSpPr>
        <p:grpSpPr>
          <a:xfrm>
            <a:off x="1813042" y="6416461"/>
            <a:ext cx="484505" cy="484505"/>
            <a:chOff x="1813042" y="6416461"/>
            <a:chExt cx="484505" cy="484505"/>
          </a:xfrm>
        </p:grpSpPr>
        <p:sp>
          <p:nvSpPr>
            <p:cNvPr id="199" name="object 199"/>
            <p:cNvSpPr/>
            <p:nvPr/>
          </p:nvSpPr>
          <p:spPr>
            <a:xfrm>
              <a:off x="1816619"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00" name="object 200"/>
            <p:cNvSpPr/>
            <p:nvPr/>
          </p:nvSpPr>
          <p:spPr>
            <a:xfrm>
              <a:off x="1816619"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01" name="object 201"/>
          <p:cNvSpPr txBox="1"/>
          <p:nvPr/>
        </p:nvSpPr>
        <p:spPr>
          <a:xfrm>
            <a:off x="192161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39</a:t>
            </a:r>
            <a:endParaRPr sz="1500">
              <a:latin typeface="Lucida Sans Unicode"/>
              <a:cs typeface="Lucida Sans Unicode"/>
            </a:endParaRPr>
          </a:p>
        </p:txBody>
      </p:sp>
      <p:grpSp>
        <p:nvGrpSpPr>
          <p:cNvPr id="202" name="object 202"/>
          <p:cNvGrpSpPr/>
          <p:nvPr/>
        </p:nvGrpSpPr>
        <p:grpSpPr>
          <a:xfrm>
            <a:off x="3243653" y="6416461"/>
            <a:ext cx="484505" cy="484505"/>
            <a:chOff x="3243653" y="6416461"/>
            <a:chExt cx="484505" cy="484505"/>
          </a:xfrm>
        </p:grpSpPr>
        <p:sp>
          <p:nvSpPr>
            <p:cNvPr id="203" name="object 203"/>
            <p:cNvSpPr/>
            <p:nvPr/>
          </p:nvSpPr>
          <p:spPr>
            <a:xfrm>
              <a:off x="3247229" y="6420037"/>
              <a:ext cx="476884" cy="476884"/>
            </a:xfrm>
            <a:custGeom>
              <a:avLst/>
              <a:gdLst/>
              <a:ahLst/>
              <a:cxnLst/>
              <a:rect l="l" t="t" r="r" b="b"/>
              <a:pathLst>
                <a:path w="476885" h="476884">
                  <a:moveTo>
                    <a:pt x="238435" y="0"/>
                  </a:moveTo>
                  <a:lnTo>
                    <a:pt x="192895"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4" name="object 204"/>
            <p:cNvSpPr/>
            <p:nvPr/>
          </p:nvSpPr>
          <p:spPr>
            <a:xfrm>
              <a:off x="3247229"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05" name="object 205"/>
          <p:cNvGrpSpPr/>
          <p:nvPr/>
        </p:nvGrpSpPr>
        <p:grpSpPr>
          <a:xfrm>
            <a:off x="1097737" y="6416461"/>
            <a:ext cx="484505" cy="484505"/>
            <a:chOff x="1097737" y="6416461"/>
            <a:chExt cx="484505" cy="484505"/>
          </a:xfrm>
        </p:grpSpPr>
        <p:sp>
          <p:nvSpPr>
            <p:cNvPr id="206" name="object 206"/>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07" name="object 207"/>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08" name="object 208"/>
            <p:cNvSpPr/>
            <p:nvPr/>
          </p:nvSpPr>
          <p:spPr>
            <a:xfrm>
              <a:off x="1101314" y="6420037"/>
              <a:ext cx="476884" cy="476884"/>
            </a:xfrm>
            <a:custGeom>
              <a:avLst/>
              <a:gdLst/>
              <a:ahLst/>
              <a:cxnLst/>
              <a:rect l="l" t="t" r="r" b="b"/>
              <a:pathLst>
                <a:path w="476884" h="476884">
                  <a:moveTo>
                    <a:pt x="238435"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5" y="0"/>
                  </a:lnTo>
                  <a:close/>
                </a:path>
              </a:pathLst>
            </a:custGeom>
            <a:solidFill>
              <a:srgbClr val="000000"/>
            </a:solidFill>
          </p:spPr>
          <p:txBody>
            <a:bodyPr wrap="square" lIns="0" tIns="0" rIns="0" bIns="0" rtlCol="0"/>
            <a:lstStyle/>
            <a:p>
              <a:endParaRPr/>
            </a:p>
          </p:txBody>
        </p:sp>
        <p:sp>
          <p:nvSpPr>
            <p:cNvPr id="209" name="object 209"/>
            <p:cNvSpPr/>
            <p:nvPr/>
          </p:nvSpPr>
          <p:spPr>
            <a:xfrm>
              <a:off x="1101314" y="6420037"/>
              <a:ext cx="476884" cy="476884"/>
            </a:xfrm>
            <a:custGeom>
              <a:avLst/>
              <a:gdLst/>
              <a:ahLst/>
              <a:cxnLst/>
              <a:rect l="l" t="t" r="r" b="b"/>
              <a:pathLst>
                <a:path w="476884"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4"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10" name="object 210"/>
          <p:cNvSpPr txBox="1"/>
          <p:nvPr/>
        </p:nvSpPr>
        <p:spPr>
          <a:xfrm>
            <a:off x="335222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15</a:t>
            </a:r>
            <a:endParaRPr sz="1500">
              <a:latin typeface="Lucida Sans Unicode"/>
              <a:cs typeface="Lucida Sans Unicode"/>
            </a:endParaRPr>
          </a:p>
        </p:txBody>
      </p:sp>
      <p:grpSp>
        <p:nvGrpSpPr>
          <p:cNvPr id="211" name="object 211"/>
          <p:cNvGrpSpPr/>
          <p:nvPr/>
        </p:nvGrpSpPr>
        <p:grpSpPr>
          <a:xfrm>
            <a:off x="3958958" y="6416461"/>
            <a:ext cx="484505" cy="484505"/>
            <a:chOff x="3958958" y="6416461"/>
            <a:chExt cx="484505" cy="484505"/>
          </a:xfrm>
        </p:grpSpPr>
        <p:sp>
          <p:nvSpPr>
            <p:cNvPr id="212" name="object 212"/>
            <p:cNvSpPr/>
            <p:nvPr/>
          </p:nvSpPr>
          <p:spPr>
            <a:xfrm>
              <a:off x="3962535"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7" y="459411"/>
                  </a:lnTo>
                  <a:lnTo>
                    <a:pt x="369629" y="437587"/>
                  </a:lnTo>
                  <a:lnTo>
                    <a:pt x="407033" y="407034"/>
                  </a:lnTo>
                  <a:lnTo>
                    <a:pt x="437586" y="369630"/>
                  </a:lnTo>
                  <a:lnTo>
                    <a:pt x="459410" y="328158"/>
                  </a:lnTo>
                  <a:lnTo>
                    <a:pt x="472504" y="283974"/>
                  </a:lnTo>
                  <a:lnTo>
                    <a:pt x="476869" y="238435"/>
                  </a:lnTo>
                  <a:lnTo>
                    <a:pt x="472504" y="192895"/>
                  </a:lnTo>
                  <a:lnTo>
                    <a:pt x="459410" y="148711"/>
                  </a:lnTo>
                  <a:lnTo>
                    <a:pt x="437586" y="107240"/>
                  </a:lnTo>
                  <a:lnTo>
                    <a:pt x="407033" y="69836"/>
                  </a:lnTo>
                  <a:lnTo>
                    <a:pt x="369629" y="39282"/>
                  </a:lnTo>
                  <a:lnTo>
                    <a:pt x="328157" y="17459"/>
                  </a:lnTo>
                  <a:lnTo>
                    <a:pt x="283974" y="4364"/>
                  </a:lnTo>
                  <a:lnTo>
                    <a:pt x="238434" y="0"/>
                  </a:lnTo>
                  <a:close/>
                </a:path>
              </a:pathLst>
            </a:custGeom>
            <a:solidFill>
              <a:srgbClr val="D5D5D5"/>
            </a:solidFill>
          </p:spPr>
          <p:txBody>
            <a:bodyPr wrap="square" lIns="0" tIns="0" rIns="0" bIns="0" rtlCol="0"/>
            <a:lstStyle/>
            <a:p>
              <a:endParaRPr/>
            </a:p>
          </p:txBody>
        </p:sp>
        <p:sp>
          <p:nvSpPr>
            <p:cNvPr id="213" name="object 213"/>
            <p:cNvSpPr/>
            <p:nvPr/>
          </p:nvSpPr>
          <p:spPr>
            <a:xfrm>
              <a:off x="3962534" y="6420037"/>
              <a:ext cx="476884" cy="476884"/>
            </a:xfrm>
            <a:custGeom>
              <a:avLst/>
              <a:gdLst/>
              <a:ahLst/>
              <a:cxnLst/>
              <a:rect l="l" t="t" r="r" b="b"/>
              <a:pathLst>
                <a:path w="476885" h="476884">
                  <a:moveTo>
                    <a:pt x="407034" y="69835"/>
                  </a:moveTo>
                  <a:lnTo>
                    <a:pt x="437587" y="107239"/>
                  </a:lnTo>
                  <a:lnTo>
                    <a:pt x="459411" y="148711"/>
                  </a:lnTo>
                  <a:lnTo>
                    <a:pt x="472505" y="192895"/>
                  </a:lnTo>
                  <a:lnTo>
                    <a:pt x="476869"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grpSp>
        <p:nvGrpSpPr>
          <p:cNvPr id="214" name="object 214"/>
          <p:cNvGrpSpPr/>
          <p:nvPr/>
        </p:nvGrpSpPr>
        <p:grpSpPr>
          <a:xfrm>
            <a:off x="2528347" y="6416461"/>
            <a:ext cx="484505" cy="484505"/>
            <a:chOff x="2528347" y="6416461"/>
            <a:chExt cx="484505" cy="484505"/>
          </a:xfrm>
        </p:grpSpPr>
        <p:sp>
          <p:nvSpPr>
            <p:cNvPr id="215" name="object 215"/>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16" name="object 216"/>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sp>
          <p:nvSpPr>
            <p:cNvPr id="217" name="object 217"/>
            <p:cNvSpPr/>
            <p:nvPr/>
          </p:nvSpPr>
          <p:spPr>
            <a:xfrm>
              <a:off x="2531924" y="6420037"/>
              <a:ext cx="476884" cy="476884"/>
            </a:xfrm>
            <a:custGeom>
              <a:avLst/>
              <a:gdLst/>
              <a:ahLst/>
              <a:cxnLst/>
              <a:rect l="l" t="t" r="r" b="b"/>
              <a:pathLst>
                <a:path w="476885"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0" y="328158"/>
                  </a:lnTo>
                  <a:lnTo>
                    <a:pt x="472505" y="283974"/>
                  </a:lnTo>
                  <a:lnTo>
                    <a:pt x="476869" y="238435"/>
                  </a:lnTo>
                  <a:lnTo>
                    <a:pt x="472505" y="192895"/>
                  </a:lnTo>
                  <a:lnTo>
                    <a:pt x="459410" y="148711"/>
                  </a:lnTo>
                  <a:lnTo>
                    <a:pt x="437587" y="107240"/>
                  </a:lnTo>
                  <a:lnTo>
                    <a:pt x="407034" y="69836"/>
                  </a:lnTo>
                  <a:lnTo>
                    <a:pt x="369630" y="39282"/>
                  </a:lnTo>
                  <a:lnTo>
                    <a:pt x="328158" y="17459"/>
                  </a:lnTo>
                  <a:lnTo>
                    <a:pt x="283974" y="4364"/>
                  </a:lnTo>
                  <a:lnTo>
                    <a:pt x="238434" y="0"/>
                  </a:lnTo>
                  <a:close/>
                </a:path>
              </a:pathLst>
            </a:custGeom>
            <a:solidFill>
              <a:srgbClr val="000000"/>
            </a:solidFill>
          </p:spPr>
          <p:txBody>
            <a:bodyPr wrap="square" lIns="0" tIns="0" rIns="0" bIns="0" rtlCol="0"/>
            <a:lstStyle/>
            <a:p>
              <a:endParaRPr/>
            </a:p>
          </p:txBody>
        </p:sp>
        <p:sp>
          <p:nvSpPr>
            <p:cNvPr id="218" name="object 218"/>
            <p:cNvSpPr/>
            <p:nvPr/>
          </p:nvSpPr>
          <p:spPr>
            <a:xfrm>
              <a:off x="2531924"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19" name="object 219"/>
          <p:cNvSpPr txBox="1"/>
          <p:nvPr/>
        </p:nvSpPr>
        <p:spPr>
          <a:xfrm>
            <a:off x="406752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25</a:t>
            </a:r>
            <a:endParaRPr sz="1500">
              <a:latin typeface="Lucida Sans Unicode"/>
              <a:cs typeface="Lucida Sans Unicode"/>
            </a:endParaRPr>
          </a:p>
        </p:txBody>
      </p:sp>
      <p:grpSp>
        <p:nvGrpSpPr>
          <p:cNvPr id="220" name="object 220"/>
          <p:cNvGrpSpPr/>
          <p:nvPr/>
        </p:nvGrpSpPr>
        <p:grpSpPr>
          <a:xfrm>
            <a:off x="5389569" y="6416461"/>
            <a:ext cx="484505" cy="484505"/>
            <a:chOff x="5389569" y="6416461"/>
            <a:chExt cx="484505" cy="484505"/>
          </a:xfrm>
        </p:grpSpPr>
        <p:sp>
          <p:nvSpPr>
            <p:cNvPr id="221" name="object 221"/>
            <p:cNvSpPr/>
            <p:nvPr/>
          </p:nvSpPr>
          <p:spPr>
            <a:xfrm>
              <a:off x="5393145" y="6420037"/>
              <a:ext cx="476884" cy="476884"/>
            </a:xfrm>
            <a:custGeom>
              <a:avLst/>
              <a:gdLst/>
              <a:ahLst/>
              <a:cxnLst/>
              <a:rect l="l" t="t" r="r" b="b"/>
              <a:pathLst>
                <a:path w="476885"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5" y="4364"/>
                  </a:lnTo>
                  <a:lnTo>
                    <a:pt x="238435" y="0"/>
                  </a:lnTo>
                  <a:close/>
                </a:path>
              </a:pathLst>
            </a:custGeom>
            <a:solidFill>
              <a:srgbClr val="D5D5D5"/>
            </a:solidFill>
          </p:spPr>
          <p:txBody>
            <a:bodyPr wrap="square" lIns="0" tIns="0" rIns="0" bIns="0" rtlCol="0"/>
            <a:lstStyle/>
            <a:p>
              <a:endParaRPr/>
            </a:p>
          </p:txBody>
        </p:sp>
        <p:sp>
          <p:nvSpPr>
            <p:cNvPr id="222" name="object 222"/>
            <p:cNvSpPr/>
            <p:nvPr/>
          </p:nvSpPr>
          <p:spPr>
            <a:xfrm>
              <a:off x="5393145"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3" name="object 223"/>
          <p:cNvSpPr txBox="1"/>
          <p:nvPr/>
        </p:nvSpPr>
        <p:spPr>
          <a:xfrm>
            <a:off x="5498136"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41</a:t>
            </a:r>
            <a:endParaRPr sz="1500">
              <a:latin typeface="Lucida Sans Unicode"/>
              <a:cs typeface="Lucida Sans Unicode"/>
            </a:endParaRPr>
          </a:p>
        </p:txBody>
      </p:sp>
      <p:grpSp>
        <p:nvGrpSpPr>
          <p:cNvPr id="224" name="object 224"/>
          <p:cNvGrpSpPr/>
          <p:nvPr/>
        </p:nvGrpSpPr>
        <p:grpSpPr>
          <a:xfrm>
            <a:off x="4674263" y="6416461"/>
            <a:ext cx="484505" cy="484505"/>
            <a:chOff x="4674263" y="6416461"/>
            <a:chExt cx="484505" cy="484505"/>
          </a:xfrm>
        </p:grpSpPr>
        <p:sp>
          <p:nvSpPr>
            <p:cNvPr id="225" name="object 225"/>
            <p:cNvSpPr/>
            <p:nvPr/>
          </p:nvSpPr>
          <p:spPr>
            <a:xfrm>
              <a:off x="4677840" y="6420037"/>
              <a:ext cx="476884" cy="476884"/>
            </a:xfrm>
            <a:custGeom>
              <a:avLst/>
              <a:gdLst/>
              <a:ahLst/>
              <a:cxnLst/>
              <a:rect l="l" t="t" r="r" b="b"/>
              <a:pathLst>
                <a:path w="476885" h="476884">
                  <a:moveTo>
                    <a:pt x="238434" y="0"/>
                  </a:moveTo>
                  <a:lnTo>
                    <a:pt x="192895" y="4364"/>
                  </a:lnTo>
                  <a:lnTo>
                    <a:pt x="148711" y="17459"/>
                  </a:lnTo>
                  <a:lnTo>
                    <a:pt x="107239"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39" y="437587"/>
                  </a:lnTo>
                  <a:lnTo>
                    <a:pt x="148711" y="459411"/>
                  </a:lnTo>
                  <a:lnTo>
                    <a:pt x="192895" y="472505"/>
                  </a:lnTo>
                  <a:lnTo>
                    <a:pt x="238434" y="476870"/>
                  </a:lnTo>
                  <a:lnTo>
                    <a:pt x="283974" y="472505"/>
                  </a:lnTo>
                  <a:lnTo>
                    <a:pt x="328158" y="459411"/>
                  </a:lnTo>
                  <a:lnTo>
                    <a:pt x="369629"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29"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26" name="object 226"/>
            <p:cNvSpPr/>
            <p:nvPr/>
          </p:nvSpPr>
          <p:spPr>
            <a:xfrm>
              <a:off x="4677840" y="6420037"/>
              <a:ext cx="476884" cy="476884"/>
            </a:xfrm>
            <a:custGeom>
              <a:avLst/>
              <a:gdLst/>
              <a:ahLst/>
              <a:cxnLst/>
              <a:rect l="l" t="t" r="r" b="b"/>
              <a:pathLst>
                <a:path w="476885" h="476884">
                  <a:moveTo>
                    <a:pt x="407034" y="69835"/>
                  </a:moveTo>
                  <a:lnTo>
                    <a:pt x="437587" y="107239"/>
                  </a:lnTo>
                  <a:lnTo>
                    <a:pt x="459411" y="148711"/>
                  </a:lnTo>
                  <a:lnTo>
                    <a:pt x="472505" y="192895"/>
                  </a:lnTo>
                  <a:lnTo>
                    <a:pt x="476870" y="238435"/>
                  </a:lnTo>
                  <a:lnTo>
                    <a:pt x="472505" y="283975"/>
                  </a:lnTo>
                  <a:lnTo>
                    <a:pt x="459411" y="328158"/>
                  </a:lnTo>
                  <a:lnTo>
                    <a:pt x="437587"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27" name="object 227"/>
          <p:cNvSpPr txBox="1"/>
          <p:nvPr/>
        </p:nvSpPr>
        <p:spPr>
          <a:xfrm>
            <a:off x="4782832"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16</a:t>
            </a:r>
            <a:endParaRPr sz="1500">
              <a:latin typeface="Lucida Sans Unicode"/>
              <a:cs typeface="Lucida Sans Unicode"/>
            </a:endParaRPr>
          </a:p>
        </p:txBody>
      </p:sp>
      <p:grpSp>
        <p:nvGrpSpPr>
          <p:cNvPr id="228" name="object 228"/>
          <p:cNvGrpSpPr/>
          <p:nvPr/>
        </p:nvGrpSpPr>
        <p:grpSpPr>
          <a:xfrm>
            <a:off x="6104874" y="6416461"/>
            <a:ext cx="484505" cy="484505"/>
            <a:chOff x="6104874" y="6416461"/>
            <a:chExt cx="484505" cy="484505"/>
          </a:xfrm>
        </p:grpSpPr>
        <p:sp>
          <p:nvSpPr>
            <p:cNvPr id="229" name="object 229"/>
            <p:cNvSpPr/>
            <p:nvPr/>
          </p:nvSpPr>
          <p:spPr>
            <a:xfrm>
              <a:off x="6108450" y="6420037"/>
              <a:ext cx="476884" cy="476884"/>
            </a:xfrm>
            <a:custGeom>
              <a:avLst/>
              <a:gdLst/>
              <a:ahLst/>
              <a:cxnLst/>
              <a:rect l="l" t="t" r="r" b="b"/>
              <a:pathLst>
                <a:path w="476884" h="476884">
                  <a:moveTo>
                    <a:pt x="238434" y="0"/>
                  </a:moveTo>
                  <a:lnTo>
                    <a:pt x="192895" y="4364"/>
                  </a:lnTo>
                  <a:lnTo>
                    <a:pt x="148711" y="17459"/>
                  </a:lnTo>
                  <a:lnTo>
                    <a:pt x="107239" y="39282"/>
                  </a:lnTo>
                  <a:lnTo>
                    <a:pt x="69835" y="69836"/>
                  </a:lnTo>
                  <a:lnTo>
                    <a:pt x="39282" y="107240"/>
                  </a:lnTo>
                  <a:lnTo>
                    <a:pt x="17458" y="148711"/>
                  </a:lnTo>
                  <a:lnTo>
                    <a:pt x="4364" y="192895"/>
                  </a:lnTo>
                  <a:lnTo>
                    <a:pt x="0" y="238435"/>
                  </a:lnTo>
                  <a:lnTo>
                    <a:pt x="4364" y="283974"/>
                  </a:lnTo>
                  <a:lnTo>
                    <a:pt x="17458" y="328158"/>
                  </a:lnTo>
                  <a:lnTo>
                    <a:pt x="39282" y="369630"/>
                  </a:lnTo>
                  <a:lnTo>
                    <a:pt x="69835" y="407034"/>
                  </a:lnTo>
                  <a:lnTo>
                    <a:pt x="107239" y="437587"/>
                  </a:lnTo>
                  <a:lnTo>
                    <a:pt x="148711" y="459411"/>
                  </a:lnTo>
                  <a:lnTo>
                    <a:pt x="192895" y="472505"/>
                  </a:lnTo>
                  <a:lnTo>
                    <a:pt x="238434"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4" y="0"/>
                  </a:lnTo>
                  <a:close/>
                </a:path>
              </a:pathLst>
            </a:custGeom>
            <a:solidFill>
              <a:srgbClr val="D5D5D5"/>
            </a:solidFill>
          </p:spPr>
          <p:txBody>
            <a:bodyPr wrap="square" lIns="0" tIns="0" rIns="0" bIns="0" rtlCol="0"/>
            <a:lstStyle/>
            <a:p>
              <a:endParaRPr/>
            </a:p>
          </p:txBody>
        </p:sp>
        <p:sp>
          <p:nvSpPr>
            <p:cNvPr id="230" name="object 230"/>
            <p:cNvSpPr/>
            <p:nvPr/>
          </p:nvSpPr>
          <p:spPr>
            <a:xfrm>
              <a:off x="6108450" y="6420037"/>
              <a:ext cx="476884" cy="476884"/>
            </a:xfrm>
            <a:custGeom>
              <a:avLst/>
              <a:gdLst/>
              <a:ahLst/>
              <a:cxnLst/>
              <a:rect l="l" t="t" r="r" b="b"/>
              <a:pathLst>
                <a:path w="476884" h="476884">
                  <a:moveTo>
                    <a:pt x="407034" y="69835"/>
                  </a:moveTo>
                  <a:lnTo>
                    <a:pt x="437588" y="107239"/>
                  </a:lnTo>
                  <a:lnTo>
                    <a:pt x="459412" y="148711"/>
                  </a:lnTo>
                  <a:lnTo>
                    <a:pt x="472506" y="192895"/>
                  </a:lnTo>
                  <a:lnTo>
                    <a:pt x="476871" y="238435"/>
                  </a:lnTo>
                  <a:lnTo>
                    <a:pt x="472506" y="283975"/>
                  </a:lnTo>
                  <a:lnTo>
                    <a:pt x="459412" y="328158"/>
                  </a:lnTo>
                  <a:lnTo>
                    <a:pt x="437588" y="369630"/>
                  </a:lnTo>
                  <a:lnTo>
                    <a:pt x="407034" y="407034"/>
                  </a:lnTo>
                  <a:lnTo>
                    <a:pt x="369630" y="437587"/>
                  </a:lnTo>
                  <a:lnTo>
                    <a:pt x="328158" y="459411"/>
                  </a:lnTo>
                  <a:lnTo>
                    <a:pt x="283975" y="472505"/>
                  </a:lnTo>
                  <a:lnTo>
                    <a:pt x="238435" y="476870"/>
                  </a:lnTo>
                  <a:lnTo>
                    <a:pt x="192895" y="472505"/>
                  </a:lnTo>
                  <a:lnTo>
                    <a:pt x="148711" y="459411"/>
                  </a:lnTo>
                  <a:lnTo>
                    <a:pt x="107239" y="437587"/>
                  </a:lnTo>
                  <a:lnTo>
                    <a:pt x="69835" y="407034"/>
                  </a:lnTo>
                  <a:lnTo>
                    <a:pt x="39282" y="369630"/>
                  </a:lnTo>
                  <a:lnTo>
                    <a:pt x="17458" y="328158"/>
                  </a:lnTo>
                  <a:lnTo>
                    <a:pt x="4364" y="283975"/>
                  </a:lnTo>
                  <a:lnTo>
                    <a:pt x="0" y="238435"/>
                  </a:lnTo>
                  <a:lnTo>
                    <a:pt x="4364" y="192895"/>
                  </a:lnTo>
                  <a:lnTo>
                    <a:pt x="17458" y="148711"/>
                  </a:lnTo>
                  <a:lnTo>
                    <a:pt x="39282" y="107239"/>
                  </a:lnTo>
                  <a:lnTo>
                    <a:pt x="69835" y="69835"/>
                  </a:lnTo>
                  <a:lnTo>
                    <a:pt x="107239" y="39282"/>
                  </a:lnTo>
                  <a:lnTo>
                    <a:pt x="148711" y="17458"/>
                  </a:lnTo>
                  <a:lnTo>
                    <a:pt x="192895" y="4364"/>
                  </a:lnTo>
                  <a:lnTo>
                    <a:pt x="238435" y="0"/>
                  </a:lnTo>
                  <a:lnTo>
                    <a:pt x="283975" y="4364"/>
                  </a:lnTo>
                  <a:lnTo>
                    <a:pt x="328158" y="17458"/>
                  </a:lnTo>
                  <a:lnTo>
                    <a:pt x="369630" y="39282"/>
                  </a:lnTo>
                  <a:lnTo>
                    <a:pt x="407034" y="69835"/>
                  </a:lnTo>
                </a:path>
              </a:pathLst>
            </a:custGeom>
            <a:ln w="7153">
              <a:solidFill>
                <a:srgbClr val="929292"/>
              </a:solidFill>
            </a:ln>
          </p:spPr>
          <p:txBody>
            <a:bodyPr wrap="square" lIns="0" tIns="0" rIns="0" bIns="0" rtlCol="0"/>
            <a:lstStyle/>
            <a:p>
              <a:endParaRPr/>
            </a:p>
          </p:txBody>
        </p:sp>
      </p:grpSp>
      <p:sp>
        <p:nvSpPr>
          <p:cNvPr id="231" name="object 231"/>
          <p:cNvSpPr txBox="1"/>
          <p:nvPr/>
        </p:nvSpPr>
        <p:spPr>
          <a:xfrm>
            <a:off x="6213441"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17</a:t>
            </a:r>
            <a:endParaRPr sz="1500">
              <a:latin typeface="Lucida Sans Unicode"/>
              <a:cs typeface="Lucida Sans Unicode"/>
            </a:endParaRPr>
          </a:p>
        </p:txBody>
      </p:sp>
      <p:grpSp>
        <p:nvGrpSpPr>
          <p:cNvPr id="232" name="object 232"/>
          <p:cNvGrpSpPr/>
          <p:nvPr/>
        </p:nvGrpSpPr>
        <p:grpSpPr>
          <a:xfrm>
            <a:off x="7535484" y="6416461"/>
            <a:ext cx="484505" cy="484505"/>
            <a:chOff x="7535484" y="6416461"/>
            <a:chExt cx="484505" cy="484505"/>
          </a:xfrm>
        </p:grpSpPr>
        <p:sp>
          <p:nvSpPr>
            <p:cNvPr id="233" name="object 233"/>
            <p:cNvSpPr/>
            <p:nvPr/>
          </p:nvSpPr>
          <p:spPr>
            <a:xfrm>
              <a:off x="7539060" y="6420037"/>
              <a:ext cx="476884" cy="476884"/>
            </a:xfrm>
            <a:custGeom>
              <a:avLst/>
              <a:gdLst/>
              <a:ahLst/>
              <a:cxnLst/>
              <a:rect l="l" t="t" r="r" b="b"/>
              <a:pathLst>
                <a:path w="476884" h="476884">
                  <a:moveTo>
                    <a:pt x="238435" y="0"/>
                  </a:moveTo>
                  <a:lnTo>
                    <a:pt x="192896" y="4364"/>
                  </a:lnTo>
                  <a:lnTo>
                    <a:pt x="148712"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2" y="459411"/>
                  </a:lnTo>
                  <a:lnTo>
                    <a:pt x="192896" y="472505"/>
                  </a:lnTo>
                  <a:lnTo>
                    <a:pt x="238435" y="476870"/>
                  </a:lnTo>
                  <a:lnTo>
                    <a:pt x="283975" y="472505"/>
                  </a:lnTo>
                  <a:lnTo>
                    <a:pt x="328159" y="459411"/>
                  </a:lnTo>
                  <a:lnTo>
                    <a:pt x="369631" y="437587"/>
                  </a:lnTo>
                  <a:lnTo>
                    <a:pt x="407035" y="407034"/>
                  </a:lnTo>
                  <a:lnTo>
                    <a:pt x="437588" y="369630"/>
                  </a:lnTo>
                  <a:lnTo>
                    <a:pt x="459412" y="328158"/>
                  </a:lnTo>
                  <a:lnTo>
                    <a:pt x="472506" y="283974"/>
                  </a:lnTo>
                  <a:lnTo>
                    <a:pt x="476871" y="238435"/>
                  </a:lnTo>
                  <a:lnTo>
                    <a:pt x="472506" y="192895"/>
                  </a:lnTo>
                  <a:lnTo>
                    <a:pt x="459412" y="148711"/>
                  </a:lnTo>
                  <a:lnTo>
                    <a:pt x="437588" y="107240"/>
                  </a:lnTo>
                  <a:lnTo>
                    <a:pt x="407035" y="69836"/>
                  </a:lnTo>
                  <a:lnTo>
                    <a:pt x="369631" y="39282"/>
                  </a:lnTo>
                  <a:lnTo>
                    <a:pt x="328159" y="17459"/>
                  </a:lnTo>
                  <a:lnTo>
                    <a:pt x="283975" y="4364"/>
                  </a:lnTo>
                  <a:lnTo>
                    <a:pt x="238435" y="0"/>
                  </a:lnTo>
                  <a:close/>
                </a:path>
              </a:pathLst>
            </a:custGeom>
            <a:solidFill>
              <a:srgbClr val="D5D5D5"/>
            </a:solidFill>
          </p:spPr>
          <p:txBody>
            <a:bodyPr wrap="square" lIns="0" tIns="0" rIns="0" bIns="0" rtlCol="0"/>
            <a:lstStyle/>
            <a:p>
              <a:endParaRPr/>
            </a:p>
          </p:txBody>
        </p:sp>
        <p:sp>
          <p:nvSpPr>
            <p:cNvPr id="234" name="object 234"/>
            <p:cNvSpPr/>
            <p:nvPr/>
          </p:nvSpPr>
          <p:spPr>
            <a:xfrm>
              <a:off x="7539060"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5" name="object 235"/>
          <p:cNvSpPr txBox="1"/>
          <p:nvPr/>
        </p:nvSpPr>
        <p:spPr>
          <a:xfrm>
            <a:off x="7704423" y="6493174"/>
            <a:ext cx="146685" cy="254635"/>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29292"/>
                </a:solidFill>
                <a:latin typeface="Lucida Sans Unicode"/>
                <a:cs typeface="Lucida Sans Unicode"/>
              </a:rPr>
              <a:t>7</a:t>
            </a:r>
            <a:endParaRPr sz="1500">
              <a:latin typeface="Lucida Sans Unicode"/>
              <a:cs typeface="Lucida Sans Unicode"/>
            </a:endParaRPr>
          </a:p>
        </p:txBody>
      </p:sp>
      <p:grpSp>
        <p:nvGrpSpPr>
          <p:cNvPr id="236" name="object 236"/>
          <p:cNvGrpSpPr/>
          <p:nvPr/>
        </p:nvGrpSpPr>
        <p:grpSpPr>
          <a:xfrm>
            <a:off x="6820179" y="6416461"/>
            <a:ext cx="484505" cy="484505"/>
            <a:chOff x="6820179" y="6416461"/>
            <a:chExt cx="484505" cy="484505"/>
          </a:xfrm>
        </p:grpSpPr>
        <p:sp>
          <p:nvSpPr>
            <p:cNvPr id="237" name="object 237"/>
            <p:cNvSpPr/>
            <p:nvPr/>
          </p:nvSpPr>
          <p:spPr>
            <a:xfrm>
              <a:off x="6823755" y="6420037"/>
              <a:ext cx="476884" cy="476884"/>
            </a:xfrm>
            <a:custGeom>
              <a:avLst/>
              <a:gdLst/>
              <a:ahLst/>
              <a:cxnLst/>
              <a:rect l="l" t="t" r="r" b="b"/>
              <a:pathLst>
                <a:path w="476884" h="476884">
                  <a:moveTo>
                    <a:pt x="238435" y="0"/>
                  </a:moveTo>
                  <a:lnTo>
                    <a:pt x="192895" y="4364"/>
                  </a:lnTo>
                  <a:lnTo>
                    <a:pt x="148711" y="17459"/>
                  </a:lnTo>
                  <a:lnTo>
                    <a:pt x="107240" y="39282"/>
                  </a:lnTo>
                  <a:lnTo>
                    <a:pt x="69836" y="69836"/>
                  </a:lnTo>
                  <a:lnTo>
                    <a:pt x="39282" y="107240"/>
                  </a:lnTo>
                  <a:lnTo>
                    <a:pt x="17459" y="148711"/>
                  </a:lnTo>
                  <a:lnTo>
                    <a:pt x="4364" y="192895"/>
                  </a:lnTo>
                  <a:lnTo>
                    <a:pt x="0" y="238435"/>
                  </a:lnTo>
                  <a:lnTo>
                    <a:pt x="4364" y="283974"/>
                  </a:lnTo>
                  <a:lnTo>
                    <a:pt x="17459" y="328158"/>
                  </a:lnTo>
                  <a:lnTo>
                    <a:pt x="39282" y="369630"/>
                  </a:lnTo>
                  <a:lnTo>
                    <a:pt x="69836" y="407034"/>
                  </a:lnTo>
                  <a:lnTo>
                    <a:pt x="107240" y="437587"/>
                  </a:lnTo>
                  <a:lnTo>
                    <a:pt x="148711" y="459411"/>
                  </a:lnTo>
                  <a:lnTo>
                    <a:pt x="192895" y="472505"/>
                  </a:lnTo>
                  <a:lnTo>
                    <a:pt x="238435" y="476870"/>
                  </a:lnTo>
                  <a:lnTo>
                    <a:pt x="283974" y="472505"/>
                  </a:lnTo>
                  <a:lnTo>
                    <a:pt x="328158" y="459411"/>
                  </a:lnTo>
                  <a:lnTo>
                    <a:pt x="369630" y="437587"/>
                  </a:lnTo>
                  <a:lnTo>
                    <a:pt x="407034" y="407034"/>
                  </a:lnTo>
                  <a:lnTo>
                    <a:pt x="437587" y="369630"/>
                  </a:lnTo>
                  <a:lnTo>
                    <a:pt x="459411" y="328158"/>
                  </a:lnTo>
                  <a:lnTo>
                    <a:pt x="472505" y="283974"/>
                  </a:lnTo>
                  <a:lnTo>
                    <a:pt x="476870" y="238435"/>
                  </a:lnTo>
                  <a:lnTo>
                    <a:pt x="472505" y="192895"/>
                  </a:lnTo>
                  <a:lnTo>
                    <a:pt x="459411" y="148711"/>
                  </a:lnTo>
                  <a:lnTo>
                    <a:pt x="437587" y="107240"/>
                  </a:lnTo>
                  <a:lnTo>
                    <a:pt x="407034" y="69836"/>
                  </a:lnTo>
                  <a:lnTo>
                    <a:pt x="369630" y="39282"/>
                  </a:lnTo>
                  <a:lnTo>
                    <a:pt x="328158" y="17459"/>
                  </a:lnTo>
                  <a:lnTo>
                    <a:pt x="283974" y="4364"/>
                  </a:lnTo>
                  <a:lnTo>
                    <a:pt x="238435" y="0"/>
                  </a:lnTo>
                  <a:close/>
                </a:path>
              </a:pathLst>
            </a:custGeom>
            <a:solidFill>
              <a:srgbClr val="D5D5D5"/>
            </a:solidFill>
          </p:spPr>
          <p:txBody>
            <a:bodyPr wrap="square" lIns="0" tIns="0" rIns="0" bIns="0" rtlCol="0"/>
            <a:lstStyle/>
            <a:p>
              <a:endParaRPr/>
            </a:p>
          </p:txBody>
        </p:sp>
        <p:sp>
          <p:nvSpPr>
            <p:cNvPr id="238" name="object 238"/>
            <p:cNvSpPr/>
            <p:nvPr/>
          </p:nvSpPr>
          <p:spPr>
            <a:xfrm>
              <a:off x="6823755" y="6420037"/>
              <a:ext cx="476884" cy="476884"/>
            </a:xfrm>
            <a:custGeom>
              <a:avLst/>
              <a:gdLst/>
              <a:ahLst/>
              <a:cxnLst/>
              <a:rect l="l" t="t" r="r" b="b"/>
              <a:pathLst>
                <a:path w="476884" h="476884">
                  <a:moveTo>
                    <a:pt x="407035" y="69835"/>
                  </a:moveTo>
                  <a:lnTo>
                    <a:pt x="437588" y="107239"/>
                  </a:lnTo>
                  <a:lnTo>
                    <a:pt x="459412" y="148711"/>
                  </a:lnTo>
                  <a:lnTo>
                    <a:pt x="472507" y="192895"/>
                  </a:lnTo>
                  <a:lnTo>
                    <a:pt x="476872" y="238435"/>
                  </a:lnTo>
                  <a:lnTo>
                    <a:pt x="472507" y="283975"/>
                  </a:lnTo>
                  <a:lnTo>
                    <a:pt x="459412" y="328158"/>
                  </a:lnTo>
                  <a:lnTo>
                    <a:pt x="437588" y="369630"/>
                  </a:lnTo>
                  <a:lnTo>
                    <a:pt x="407035" y="407034"/>
                  </a:lnTo>
                  <a:lnTo>
                    <a:pt x="369631" y="437587"/>
                  </a:lnTo>
                  <a:lnTo>
                    <a:pt x="328159" y="459411"/>
                  </a:lnTo>
                  <a:lnTo>
                    <a:pt x="283975" y="472505"/>
                  </a:lnTo>
                  <a:lnTo>
                    <a:pt x="238436" y="476870"/>
                  </a:lnTo>
                  <a:lnTo>
                    <a:pt x="192896" y="472505"/>
                  </a:lnTo>
                  <a:lnTo>
                    <a:pt x="148712" y="459411"/>
                  </a:lnTo>
                  <a:lnTo>
                    <a:pt x="107240" y="437587"/>
                  </a:lnTo>
                  <a:lnTo>
                    <a:pt x="69836" y="407034"/>
                  </a:lnTo>
                  <a:lnTo>
                    <a:pt x="39283" y="369630"/>
                  </a:lnTo>
                  <a:lnTo>
                    <a:pt x="17459" y="328158"/>
                  </a:lnTo>
                  <a:lnTo>
                    <a:pt x="4364" y="283975"/>
                  </a:lnTo>
                  <a:lnTo>
                    <a:pt x="0" y="238435"/>
                  </a:lnTo>
                  <a:lnTo>
                    <a:pt x="4364" y="192895"/>
                  </a:lnTo>
                  <a:lnTo>
                    <a:pt x="17459" y="148711"/>
                  </a:lnTo>
                  <a:lnTo>
                    <a:pt x="39283" y="107239"/>
                  </a:lnTo>
                  <a:lnTo>
                    <a:pt x="69836" y="69835"/>
                  </a:lnTo>
                  <a:lnTo>
                    <a:pt x="107240" y="39282"/>
                  </a:lnTo>
                  <a:lnTo>
                    <a:pt x="148712" y="17458"/>
                  </a:lnTo>
                  <a:lnTo>
                    <a:pt x="192896" y="4364"/>
                  </a:lnTo>
                  <a:lnTo>
                    <a:pt x="238436" y="0"/>
                  </a:lnTo>
                  <a:lnTo>
                    <a:pt x="283975" y="4364"/>
                  </a:lnTo>
                  <a:lnTo>
                    <a:pt x="328159" y="17458"/>
                  </a:lnTo>
                  <a:lnTo>
                    <a:pt x="369631" y="39282"/>
                  </a:lnTo>
                  <a:lnTo>
                    <a:pt x="407035" y="69835"/>
                  </a:lnTo>
                </a:path>
              </a:pathLst>
            </a:custGeom>
            <a:ln w="7153">
              <a:solidFill>
                <a:srgbClr val="929292"/>
              </a:solidFill>
            </a:ln>
          </p:spPr>
          <p:txBody>
            <a:bodyPr wrap="square" lIns="0" tIns="0" rIns="0" bIns="0" rtlCol="0"/>
            <a:lstStyle/>
            <a:p>
              <a:endParaRPr/>
            </a:p>
          </p:txBody>
        </p:sp>
      </p:grpSp>
      <p:sp>
        <p:nvSpPr>
          <p:cNvPr id="239" name="object 239"/>
          <p:cNvSpPr txBox="1"/>
          <p:nvPr/>
        </p:nvSpPr>
        <p:spPr>
          <a:xfrm>
            <a:off x="6928747"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929292"/>
                </a:solidFill>
                <a:latin typeface="Lucida Sans Unicode"/>
                <a:cs typeface="Lucida Sans Unicode"/>
              </a:rPr>
              <a:t>22</a:t>
            </a:r>
            <a:endParaRPr sz="1500">
              <a:latin typeface="Lucida Sans Unicode"/>
              <a:cs typeface="Lucida Sans Unicode"/>
            </a:endParaRPr>
          </a:p>
        </p:txBody>
      </p:sp>
      <p:sp>
        <p:nvSpPr>
          <p:cNvPr id="240" name="object 240"/>
          <p:cNvSpPr txBox="1"/>
          <p:nvPr/>
        </p:nvSpPr>
        <p:spPr>
          <a:xfrm>
            <a:off x="246691" y="3403056"/>
            <a:ext cx="794385" cy="399415"/>
          </a:xfrm>
          <a:prstGeom prst="rect">
            <a:avLst/>
          </a:prstGeom>
        </p:spPr>
        <p:txBody>
          <a:bodyPr vert="horz" wrap="square" lIns="0" tIns="5080" rIns="0" bIns="0" rtlCol="0">
            <a:spAutoFit/>
          </a:bodyPr>
          <a:lstStyle/>
          <a:p>
            <a:pPr marL="12700" marR="5080" indent="1206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dirty="0">
                <a:solidFill>
                  <a:srgbClr val="8D3124"/>
                </a:solidFill>
                <a:latin typeface="Lucida Sans Unicode"/>
                <a:cs typeface="Lucida Sans Unicode"/>
              </a:rPr>
              <a:t>medians </a:t>
            </a:r>
            <a:r>
              <a:rPr sz="1200" spc="-50" dirty="0">
                <a:solidFill>
                  <a:srgbClr val="8D3124"/>
                </a:solidFill>
                <a:latin typeface="Lucida Sans Unicode"/>
                <a:cs typeface="Lucida Sans Unicode"/>
              </a:rPr>
              <a:t>p</a:t>
            </a:r>
            <a:endParaRPr sz="1200">
              <a:latin typeface="Lucida Sans Unicode"/>
              <a:cs typeface="Lucida Sans Unicode"/>
            </a:endParaRPr>
          </a:p>
        </p:txBody>
      </p:sp>
      <p:sp>
        <p:nvSpPr>
          <p:cNvPr id="241" name="object 241"/>
          <p:cNvSpPr txBox="1"/>
          <p:nvPr/>
        </p:nvSpPr>
        <p:spPr>
          <a:xfrm>
            <a:off x="263691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38</a:t>
            </a:r>
            <a:endParaRPr sz="1500">
              <a:latin typeface="Lucida Sans Unicode"/>
              <a:cs typeface="Lucida Sans Unicode"/>
            </a:endParaRPr>
          </a:p>
        </p:txBody>
      </p:sp>
      <p:sp>
        <p:nvSpPr>
          <p:cNvPr id="242" name="object 242"/>
          <p:cNvSpPr txBox="1"/>
          <p:nvPr/>
        </p:nvSpPr>
        <p:spPr>
          <a:xfrm>
            <a:off x="7644052"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35</a:t>
            </a:r>
            <a:endParaRPr sz="1500">
              <a:latin typeface="Lucida Sans Unicode"/>
              <a:cs typeface="Lucida Sans Unicode"/>
            </a:endParaRPr>
          </a:p>
        </p:txBody>
      </p:sp>
      <p:sp>
        <p:nvSpPr>
          <p:cNvPr id="243" name="object 243"/>
          <p:cNvSpPr txBox="1"/>
          <p:nvPr/>
        </p:nvSpPr>
        <p:spPr>
          <a:xfrm>
            <a:off x="6213441"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43</a:t>
            </a:r>
            <a:endParaRPr sz="1500">
              <a:latin typeface="Lucida Sans Unicode"/>
              <a:cs typeface="Lucida Sans Unicode"/>
            </a:endParaRPr>
          </a:p>
        </p:txBody>
      </p:sp>
      <p:sp>
        <p:nvSpPr>
          <p:cNvPr id="244" name="object 244"/>
          <p:cNvSpPr txBox="1"/>
          <p:nvPr/>
        </p:nvSpPr>
        <p:spPr>
          <a:xfrm>
            <a:off x="4067526"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40</a:t>
            </a:r>
            <a:endParaRPr sz="1500">
              <a:latin typeface="Lucida Sans Unicode"/>
              <a:cs typeface="Lucida Sans Unicode"/>
            </a:endParaRPr>
          </a:p>
        </p:txBody>
      </p:sp>
      <p:sp>
        <p:nvSpPr>
          <p:cNvPr id="245" name="object 245"/>
          <p:cNvSpPr txBox="1"/>
          <p:nvPr/>
        </p:nvSpPr>
        <p:spPr>
          <a:xfrm>
            <a:off x="6928747"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31</a:t>
            </a:r>
            <a:endParaRPr sz="1500">
              <a:latin typeface="Lucida Sans Unicode"/>
              <a:cs typeface="Lucida Sans Unicode"/>
            </a:endParaRPr>
          </a:p>
        </p:txBody>
      </p:sp>
      <p:sp>
        <p:nvSpPr>
          <p:cNvPr id="246" name="object 246"/>
          <p:cNvSpPr txBox="1"/>
          <p:nvPr/>
        </p:nvSpPr>
        <p:spPr>
          <a:xfrm>
            <a:off x="1206305"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28</a:t>
            </a:r>
            <a:endParaRPr sz="1500">
              <a:latin typeface="Lucida Sans Unicode"/>
              <a:cs typeface="Lucida Sans Unicode"/>
            </a:endParaRPr>
          </a:p>
        </p:txBody>
      </p:sp>
      <p:sp>
        <p:nvSpPr>
          <p:cNvPr id="247" name="object 247"/>
          <p:cNvSpPr txBox="1"/>
          <p:nvPr/>
        </p:nvSpPr>
        <p:spPr>
          <a:xfrm>
            <a:off x="7644052"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51</a:t>
            </a:r>
            <a:endParaRPr sz="1500">
              <a:latin typeface="Lucida Sans Unicode"/>
              <a:cs typeface="Lucida Sans Unicode"/>
            </a:endParaRPr>
          </a:p>
        </p:txBody>
      </p:sp>
      <p:sp>
        <p:nvSpPr>
          <p:cNvPr id="248" name="object 248"/>
          <p:cNvSpPr txBox="1"/>
          <p:nvPr/>
        </p:nvSpPr>
        <p:spPr>
          <a:xfrm>
            <a:off x="6213441"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47</a:t>
            </a:r>
            <a:endParaRPr sz="1500">
              <a:latin typeface="Lucida Sans Unicode"/>
              <a:cs typeface="Lucida Sans Unicode"/>
            </a:endParaRPr>
          </a:p>
        </p:txBody>
      </p:sp>
      <p:sp>
        <p:nvSpPr>
          <p:cNvPr id="249" name="object 249"/>
          <p:cNvSpPr txBox="1"/>
          <p:nvPr/>
        </p:nvSpPr>
        <p:spPr>
          <a:xfrm>
            <a:off x="2636915"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52</a:t>
            </a:r>
            <a:endParaRPr sz="1500">
              <a:latin typeface="Lucida Sans Unicode"/>
              <a:cs typeface="Lucida Sans Unicode"/>
            </a:endParaRPr>
          </a:p>
        </p:txBody>
      </p:sp>
      <p:grpSp>
        <p:nvGrpSpPr>
          <p:cNvPr id="250" name="object 250"/>
          <p:cNvGrpSpPr/>
          <p:nvPr/>
        </p:nvGrpSpPr>
        <p:grpSpPr>
          <a:xfrm>
            <a:off x="1097737" y="3555240"/>
            <a:ext cx="484505" cy="484505"/>
            <a:chOff x="1097737" y="3555240"/>
            <a:chExt cx="484505" cy="484505"/>
          </a:xfrm>
        </p:grpSpPr>
        <p:sp>
          <p:nvSpPr>
            <p:cNvPr id="251" name="object 251"/>
            <p:cNvSpPr/>
            <p:nvPr/>
          </p:nvSpPr>
          <p:spPr>
            <a:xfrm>
              <a:off x="1101314" y="3558817"/>
              <a:ext cx="476884" cy="476884"/>
            </a:xfrm>
            <a:custGeom>
              <a:avLst/>
              <a:gdLst/>
              <a:ahLst/>
              <a:cxnLst/>
              <a:rect l="l" t="t" r="r" b="b"/>
              <a:pathLst>
                <a:path w="476884" h="476885">
                  <a:moveTo>
                    <a:pt x="238435" y="0"/>
                  </a:moveTo>
                  <a:lnTo>
                    <a:pt x="192895" y="4364"/>
                  </a:lnTo>
                  <a:lnTo>
                    <a:pt x="148711" y="17458"/>
                  </a:lnTo>
                  <a:lnTo>
                    <a:pt x="107239" y="39282"/>
                  </a:lnTo>
                  <a:lnTo>
                    <a:pt x="69836" y="69835"/>
                  </a:lnTo>
                  <a:lnTo>
                    <a:pt x="39282" y="107239"/>
                  </a:lnTo>
                  <a:lnTo>
                    <a:pt x="17459" y="148711"/>
                  </a:lnTo>
                  <a:lnTo>
                    <a:pt x="4364" y="192894"/>
                  </a:lnTo>
                  <a:lnTo>
                    <a:pt x="0" y="238434"/>
                  </a:lnTo>
                  <a:lnTo>
                    <a:pt x="4364" y="283973"/>
                  </a:lnTo>
                  <a:lnTo>
                    <a:pt x="17459" y="328157"/>
                  </a:lnTo>
                  <a:lnTo>
                    <a:pt x="39282" y="369629"/>
                  </a:lnTo>
                  <a:lnTo>
                    <a:pt x="69836" y="407033"/>
                  </a:lnTo>
                  <a:lnTo>
                    <a:pt x="107239" y="437586"/>
                  </a:lnTo>
                  <a:lnTo>
                    <a:pt x="148711" y="459410"/>
                  </a:lnTo>
                  <a:lnTo>
                    <a:pt x="192895" y="472504"/>
                  </a:lnTo>
                  <a:lnTo>
                    <a:pt x="238435" y="476869"/>
                  </a:lnTo>
                  <a:lnTo>
                    <a:pt x="283974" y="472504"/>
                  </a:lnTo>
                  <a:lnTo>
                    <a:pt x="328158" y="459410"/>
                  </a:lnTo>
                  <a:lnTo>
                    <a:pt x="369630" y="437586"/>
                  </a:lnTo>
                  <a:lnTo>
                    <a:pt x="407034" y="407033"/>
                  </a:lnTo>
                  <a:lnTo>
                    <a:pt x="437587" y="369629"/>
                  </a:lnTo>
                  <a:lnTo>
                    <a:pt x="459410" y="328157"/>
                  </a:lnTo>
                  <a:lnTo>
                    <a:pt x="472505" y="283973"/>
                  </a:lnTo>
                  <a:lnTo>
                    <a:pt x="476869" y="238434"/>
                  </a:lnTo>
                  <a:lnTo>
                    <a:pt x="472505" y="192894"/>
                  </a:lnTo>
                  <a:lnTo>
                    <a:pt x="459410" y="148711"/>
                  </a:lnTo>
                  <a:lnTo>
                    <a:pt x="437587" y="107239"/>
                  </a:lnTo>
                  <a:lnTo>
                    <a:pt x="407034" y="69835"/>
                  </a:lnTo>
                  <a:lnTo>
                    <a:pt x="369630" y="39282"/>
                  </a:lnTo>
                  <a:lnTo>
                    <a:pt x="328158" y="17458"/>
                  </a:lnTo>
                  <a:lnTo>
                    <a:pt x="283974" y="4364"/>
                  </a:lnTo>
                  <a:lnTo>
                    <a:pt x="238435" y="0"/>
                  </a:lnTo>
                  <a:close/>
                </a:path>
              </a:pathLst>
            </a:custGeom>
            <a:solidFill>
              <a:srgbClr val="000000"/>
            </a:solidFill>
          </p:spPr>
          <p:txBody>
            <a:bodyPr wrap="square" lIns="0" tIns="0" rIns="0" bIns="0" rtlCol="0"/>
            <a:lstStyle/>
            <a:p>
              <a:endParaRPr/>
            </a:p>
          </p:txBody>
        </p:sp>
        <p:sp>
          <p:nvSpPr>
            <p:cNvPr id="252" name="object 252"/>
            <p:cNvSpPr/>
            <p:nvPr/>
          </p:nvSpPr>
          <p:spPr>
            <a:xfrm>
              <a:off x="1101314" y="3558816"/>
              <a:ext cx="476884" cy="476884"/>
            </a:xfrm>
            <a:custGeom>
              <a:avLst/>
              <a:gdLst/>
              <a:ahLst/>
              <a:cxnLst/>
              <a:rect l="l" t="t" r="r" b="b"/>
              <a:pathLst>
                <a:path w="476884" h="476885">
                  <a:moveTo>
                    <a:pt x="407034" y="69835"/>
                  </a:moveTo>
                  <a:lnTo>
                    <a:pt x="437587" y="107239"/>
                  </a:lnTo>
                  <a:lnTo>
                    <a:pt x="459411" y="148711"/>
                  </a:lnTo>
                  <a:lnTo>
                    <a:pt x="472505" y="192895"/>
                  </a:lnTo>
                  <a:lnTo>
                    <a:pt x="476870" y="238434"/>
                  </a:lnTo>
                  <a:lnTo>
                    <a:pt x="472505" y="283974"/>
                  </a:lnTo>
                  <a:lnTo>
                    <a:pt x="459411" y="328158"/>
                  </a:lnTo>
                  <a:lnTo>
                    <a:pt x="437587" y="369629"/>
                  </a:lnTo>
                  <a:lnTo>
                    <a:pt x="407034" y="407033"/>
                  </a:lnTo>
                  <a:lnTo>
                    <a:pt x="369630" y="437586"/>
                  </a:lnTo>
                  <a:lnTo>
                    <a:pt x="328158" y="459410"/>
                  </a:lnTo>
                  <a:lnTo>
                    <a:pt x="283974" y="472504"/>
                  </a:lnTo>
                  <a:lnTo>
                    <a:pt x="238435" y="476869"/>
                  </a:lnTo>
                  <a:lnTo>
                    <a:pt x="192895" y="472504"/>
                  </a:lnTo>
                  <a:lnTo>
                    <a:pt x="148711" y="459410"/>
                  </a:lnTo>
                  <a:lnTo>
                    <a:pt x="107239" y="437586"/>
                  </a:lnTo>
                  <a:lnTo>
                    <a:pt x="69835" y="407033"/>
                  </a:lnTo>
                  <a:lnTo>
                    <a:pt x="39282" y="369629"/>
                  </a:lnTo>
                  <a:lnTo>
                    <a:pt x="17458" y="328158"/>
                  </a:lnTo>
                  <a:lnTo>
                    <a:pt x="4364" y="283974"/>
                  </a:lnTo>
                  <a:lnTo>
                    <a:pt x="0" y="238434"/>
                  </a:lnTo>
                  <a:lnTo>
                    <a:pt x="4364" y="192895"/>
                  </a:lnTo>
                  <a:lnTo>
                    <a:pt x="17458" y="148711"/>
                  </a:lnTo>
                  <a:lnTo>
                    <a:pt x="39282" y="107239"/>
                  </a:lnTo>
                  <a:lnTo>
                    <a:pt x="69835" y="69835"/>
                  </a:lnTo>
                  <a:lnTo>
                    <a:pt x="107239" y="39282"/>
                  </a:lnTo>
                  <a:lnTo>
                    <a:pt x="148711" y="17458"/>
                  </a:lnTo>
                  <a:lnTo>
                    <a:pt x="192895" y="4364"/>
                  </a:lnTo>
                  <a:lnTo>
                    <a:pt x="238435" y="0"/>
                  </a:lnTo>
                  <a:lnTo>
                    <a:pt x="283974" y="4364"/>
                  </a:lnTo>
                  <a:lnTo>
                    <a:pt x="328158" y="17458"/>
                  </a:lnTo>
                  <a:lnTo>
                    <a:pt x="369630" y="39282"/>
                  </a:lnTo>
                  <a:lnTo>
                    <a:pt x="407034" y="69835"/>
                  </a:lnTo>
                </a:path>
              </a:pathLst>
            </a:custGeom>
            <a:ln w="7153">
              <a:solidFill>
                <a:srgbClr val="000000"/>
              </a:solidFill>
            </a:ln>
          </p:spPr>
          <p:txBody>
            <a:bodyPr wrap="square" lIns="0" tIns="0" rIns="0" bIns="0" rtlCol="0"/>
            <a:lstStyle/>
            <a:p>
              <a:endParaRPr/>
            </a:p>
          </p:txBody>
        </p:sp>
      </p:grpSp>
      <p:sp>
        <p:nvSpPr>
          <p:cNvPr id="253" name="object 253"/>
          <p:cNvSpPr txBox="1"/>
          <p:nvPr/>
        </p:nvSpPr>
        <p:spPr>
          <a:xfrm>
            <a:off x="1206305"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29</a:t>
            </a:r>
            <a:endParaRPr sz="1500">
              <a:latin typeface="Lucida Sans Unicode"/>
              <a:cs typeface="Lucida Sans Unicode"/>
            </a:endParaRPr>
          </a:p>
        </p:txBody>
      </p:sp>
      <p:sp>
        <p:nvSpPr>
          <p:cNvPr id="262" name="object 262"/>
          <p:cNvSpPr txBox="1"/>
          <p:nvPr/>
        </p:nvSpPr>
        <p:spPr>
          <a:xfrm>
            <a:off x="4396681" y="7218245"/>
            <a:ext cx="525145" cy="207010"/>
          </a:xfrm>
          <a:prstGeom prst="rect">
            <a:avLst/>
          </a:prstGeom>
        </p:spPr>
        <p:txBody>
          <a:bodyPr vert="horz" wrap="square" lIns="0" tIns="3175" rIns="0" bIns="0" rtlCol="0">
            <a:spAutoFit/>
          </a:bodyPr>
          <a:lstStyle/>
          <a:p>
            <a:pPr marL="12700">
              <a:lnSpc>
                <a:spcPct val="100000"/>
              </a:lnSpc>
              <a:spcBef>
                <a:spcPts val="25"/>
              </a:spcBef>
            </a:pPr>
            <a:r>
              <a:rPr sz="1200" dirty="0">
                <a:solidFill>
                  <a:srgbClr val="8D3124"/>
                </a:solidFill>
                <a:latin typeface="Lucida Sans Unicode"/>
                <a:cs typeface="Lucida Sans Unicode"/>
              </a:rPr>
              <a:t>N </a:t>
            </a:r>
            <a:r>
              <a:rPr sz="1200" spc="-190" dirty="0">
                <a:solidFill>
                  <a:srgbClr val="8D3124"/>
                </a:solidFill>
                <a:latin typeface="Lucida Sans Unicode"/>
                <a:cs typeface="Lucida Sans Unicode"/>
              </a:rPr>
              <a:t>=</a:t>
            </a:r>
            <a:r>
              <a:rPr sz="1200" dirty="0">
                <a:solidFill>
                  <a:srgbClr val="8D3124"/>
                </a:solidFill>
                <a:latin typeface="Lucida Sans Unicode"/>
                <a:cs typeface="Lucida Sans Unicode"/>
              </a:rPr>
              <a:t> </a:t>
            </a:r>
            <a:r>
              <a:rPr sz="1200" spc="-25" dirty="0">
                <a:solidFill>
                  <a:srgbClr val="8D3124"/>
                </a:solidFill>
                <a:latin typeface="Lucida Sans Unicode"/>
                <a:cs typeface="Lucida Sans Unicode"/>
              </a:rPr>
              <a:t>54</a:t>
            </a:r>
            <a:endParaRPr sz="1200">
              <a:latin typeface="Lucida Sans Unicode"/>
              <a:cs typeface="Lucida Sans Unicode"/>
            </a:endParaRPr>
          </a:p>
        </p:txBody>
      </p:sp>
      <p:sp>
        <p:nvSpPr>
          <p:cNvPr id="263" name="object 263"/>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60</a:t>
            </a:fld>
            <a:endParaRPr spc="-25" dirty="0"/>
          </a:p>
        </p:txBody>
      </p:sp>
      <p:sp>
        <p:nvSpPr>
          <p:cNvPr id="254" name="object 254"/>
          <p:cNvSpPr txBox="1"/>
          <p:nvPr/>
        </p:nvSpPr>
        <p:spPr>
          <a:xfrm>
            <a:off x="6928747" y="3641490"/>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34</a:t>
            </a:r>
            <a:endParaRPr sz="1500">
              <a:latin typeface="Lucida Sans Unicode"/>
              <a:cs typeface="Lucida Sans Unicode"/>
            </a:endParaRPr>
          </a:p>
        </p:txBody>
      </p:sp>
      <p:sp>
        <p:nvSpPr>
          <p:cNvPr id="255" name="object 255"/>
          <p:cNvSpPr txBox="1"/>
          <p:nvPr/>
        </p:nvSpPr>
        <p:spPr>
          <a:xfrm>
            <a:off x="6213441"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46</a:t>
            </a:r>
            <a:endParaRPr sz="1500">
              <a:latin typeface="Lucida Sans Unicode"/>
              <a:cs typeface="Lucida Sans Unicode"/>
            </a:endParaRPr>
          </a:p>
        </p:txBody>
      </p:sp>
      <p:sp>
        <p:nvSpPr>
          <p:cNvPr id="256" name="object 256"/>
          <p:cNvSpPr txBox="1"/>
          <p:nvPr/>
        </p:nvSpPr>
        <p:spPr>
          <a:xfrm>
            <a:off x="7644052" y="507210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49</a:t>
            </a:r>
            <a:endParaRPr sz="1500">
              <a:latin typeface="Lucida Sans Unicode"/>
              <a:cs typeface="Lucida Sans Unicode"/>
            </a:endParaRPr>
          </a:p>
        </p:txBody>
      </p:sp>
      <p:sp>
        <p:nvSpPr>
          <p:cNvPr id="257" name="object 257"/>
          <p:cNvSpPr txBox="1"/>
          <p:nvPr/>
        </p:nvSpPr>
        <p:spPr>
          <a:xfrm>
            <a:off x="4067526" y="4356795"/>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53</a:t>
            </a:r>
            <a:endParaRPr sz="1500">
              <a:latin typeface="Lucida Sans Unicode"/>
              <a:cs typeface="Lucida Sans Unicode"/>
            </a:endParaRPr>
          </a:p>
        </p:txBody>
      </p:sp>
      <p:sp>
        <p:nvSpPr>
          <p:cNvPr id="258" name="object 258"/>
          <p:cNvSpPr txBox="1"/>
          <p:nvPr/>
        </p:nvSpPr>
        <p:spPr>
          <a:xfrm>
            <a:off x="4067526"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54</a:t>
            </a:r>
            <a:endParaRPr sz="1500">
              <a:latin typeface="Lucida Sans Unicode"/>
              <a:cs typeface="Lucida Sans Unicode"/>
            </a:endParaRPr>
          </a:p>
        </p:txBody>
      </p:sp>
      <p:sp>
        <p:nvSpPr>
          <p:cNvPr id="259" name="object 259"/>
          <p:cNvSpPr txBox="1"/>
          <p:nvPr/>
        </p:nvSpPr>
        <p:spPr>
          <a:xfrm>
            <a:off x="120630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45</a:t>
            </a:r>
            <a:endParaRPr sz="1500">
              <a:latin typeface="Lucida Sans Unicode"/>
              <a:cs typeface="Lucida Sans Unicode"/>
            </a:endParaRPr>
          </a:p>
        </p:txBody>
      </p:sp>
      <p:sp>
        <p:nvSpPr>
          <p:cNvPr id="260" name="object 260"/>
          <p:cNvSpPr txBox="1"/>
          <p:nvPr/>
        </p:nvSpPr>
        <p:spPr>
          <a:xfrm>
            <a:off x="2636915" y="6502711"/>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50</a:t>
            </a:r>
            <a:endParaRPr sz="1500">
              <a:latin typeface="Lucida Sans Unicode"/>
              <a:cs typeface="Lucida Sans Unicode"/>
            </a:endParaRPr>
          </a:p>
        </p:txBody>
      </p:sp>
      <p:sp>
        <p:nvSpPr>
          <p:cNvPr id="261" name="object 261"/>
          <p:cNvSpPr txBox="1"/>
          <p:nvPr/>
        </p:nvSpPr>
        <p:spPr>
          <a:xfrm>
            <a:off x="6928747" y="5787406"/>
            <a:ext cx="267335" cy="254635"/>
          </a:xfrm>
          <a:prstGeom prst="rect">
            <a:avLst/>
          </a:prstGeom>
        </p:spPr>
        <p:txBody>
          <a:bodyPr vert="horz" wrap="square" lIns="0" tIns="12700" rIns="0" bIns="0" rtlCol="0">
            <a:spAutoFit/>
          </a:bodyPr>
          <a:lstStyle/>
          <a:p>
            <a:pPr marL="12700">
              <a:lnSpc>
                <a:spcPct val="100000"/>
              </a:lnSpc>
              <a:spcBef>
                <a:spcPts val="100"/>
              </a:spcBef>
            </a:pPr>
            <a:r>
              <a:rPr sz="1500" spc="-25" dirty="0">
                <a:solidFill>
                  <a:srgbClr val="FFFFFF"/>
                </a:solidFill>
                <a:latin typeface="Lucida Sans Unicode"/>
                <a:cs typeface="Lucida Sans Unicode"/>
              </a:rPr>
              <a:t>32</a:t>
            </a:r>
            <a:endParaRPr sz="1500">
              <a:latin typeface="Lucida Sans Unicode"/>
              <a:cs typeface="Lucida Sans Unicode"/>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681767" y="475073"/>
            <a:ext cx="7828915" cy="3218815"/>
          </a:xfrm>
          <a:prstGeom prst="rect">
            <a:avLst/>
          </a:prstGeom>
        </p:spPr>
        <p:txBody>
          <a:bodyPr vert="horz" wrap="square" lIns="0" tIns="12700" rIns="0" bIns="0" rtlCol="0">
            <a:spAutoFit/>
          </a:bodyPr>
          <a:lstStyle/>
          <a:p>
            <a:pPr marL="76200">
              <a:lnSpc>
                <a:spcPct val="100000"/>
              </a:lnSpc>
              <a:spcBef>
                <a:spcPts val="100"/>
              </a:spcBef>
            </a:pPr>
            <a:r>
              <a:rPr sz="2100" dirty="0">
                <a:latin typeface="Arial MT"/>
                <a:cs typeface="Arial MT"/>
              </a:rPr>
              <a:t>Median-</a:t>
            </a:r>
            <a:r>
              <a:rPr sz="2100" spc="-45" dirty="0">
                <a:latin typeface="Arial MT"/>
                <a:cs typeface="Arial MT"/>
              </a:rPr>
              <a:t>of-</a:t>
            </a:r>
            <a:r>
              <a:rPr sz="2100" dirty="0">
                <a:latin typeface="Arial MT"/>
                <a:cs typeface="Arial MT"/>
              </a:rPr>
              <a:t>medians</a:t>
            </a:r>
            <a:r>
              <a:rPr sz="2100" spc="100" dirty="0">
                <a:latin typeface="Arial MT"/>
                <a:cs typeface="Arial MT"/>
              </a:rPr>
              <a:t> </a:t>
            </a:r>
            <a:r>
              <a:rPr sz="2100" dirty="0">
                <a:latin typeface="Arial MT"/>
                <a:cs typeface="Arial MT"/>
              </a:rPr>
              <a:t>selection</a:t>
            </a:r>
            <a:r>
              <a:rPr sz="2100" spc="100" dirty="0">
                <a:latin typeface="Arial MT"/>
                <a:cs typeface="Arial MT"/>
              </a:rPr>
              <a:t> </a:t>
            </a:r>
            <a:r>
              <a:rPr sz="2100" spc="45" dirty="0">
                <a:latin typeface="Arial MT"/>
                <a:cs typeface="Arial MT"/>
              </a:rPr>
              <a:t>algorithm</a:t>
            </a:r>
            <a:r>
              <a:rPr sz="2100" spc="100" dirty="0">
                <a:latin typeface="Arial MT"/>
                <a:cs typeface="Arial MT"/>
              </a:rPr>
              <a:t> </a:t>
            </a:r>
            <a:r>
              <a:rPr sz="2100" spc="-10" dirty="0">
                <a:latin typeface="Arial MT"/>
                <a:cs typeface="Arial MT"/>
              </a:rPr>
              <a:t>recurrence</a:t>
            </a:r>
            <a:endParaRPr sz="2100">
              <a:latin typeface="Arial MT"/>
              <a:cs typeface="Arial MT"/>
            </a:endParaRPr>
          </a:p>
          <a:p>
            <a:pPr>
              <a:lnSpc>
                <a:spcPct val="100000"/>
              </a:lnSpc>
              <a:spcBef>
                <a:spcPts val="925"/>
              </a:spcBef>
            </a:pPr>
            <a:endParaRPr sz="2100">
              <a:latin typeface="Arial MT"/>
              <a:cs typeface="Arial MT"/>
            </a:endParaRPr>
          </a:p>
          <a:p>
            <a:pPr marL="76200">
              <a:lnSpc>
                <a:spcPts val="1980"/>
              </a:lnSpc>
            </a:pPr>
            <a:r>
              <a:rPr sz="1800" spc="-70" dirty="0">
                <a:solidFill>
                  <a:srgbClr val="0048AA"/>
                </a:solidFill>
                <a:latin typeface="Lucida Sans Unicode"/>
                <a:cs typeface="Lucida Sans Unicode"/>
              </a:rPr>
              <a:t>Median-</a:t>
            </a:r>
            <a:r>
              <a:rPr sz="1800" spc="-65" dirty="0">
                <a:solidFill>
                  <a:srgbClr val="0048AA"/>
                </a:solidFill>
                <a:latin typeface="Lucida Sans Unicode"/>
                <a:cs typeface="Lucida Sans Unicode"/>
              </a:rPr>
              <a:t>of-</a:t>
            </a:r>
            <a:r>
              <a:rPr sz="1800" spc="-50" dirty="0">
                <a:solidFill>
                  <a:srgbClr val="0048AA"/>
                </a:solidFill>
                <a:latin typeface="Lucida Sans Unicode"/>
                <a:cs typeface="Lucida Sans Unicode"/>
              </a:rPr>
              <a:t>medians</a:t>
            </a:r>
            <a:r>
              <a:rPr sz="1800" spc="-10" dirty="0">
                <a:solidFill>
                  <a:srgbClr val="0048AA"/>
                </a:solidFill>
                <a:latin typeface="Lucida Sans Unicode"/>
                <a:cs typeface="Lucida Sans Unicode"/>
              </a:rPr>
              <a:t> </a:t>
            </a:r>
            <a:r>
              <a:rPr sz="1800" dirty="0">
                <a:solidFill>
                  <a:srgbClr val="0048AA"/>
                </a:solidFill>
                <a:latin typeface="Lucida Sans Unicode"/>
                <a:cs typeface="Lucida Sans Unicode"/>
              </a:rPr>
              <a:t>selection</a:t>
            </a:r>
            <a:r>
              <a:rPr sz="1800" spc="-5" dirty="0">
                <a:solidFill>
                  <a:srgbClr val="0048AA"/>
                </a:solidFill>
                <a:latin typeface="Lucida Sans Unicode"/>
                <a:cs typeface="Lucida Sans Unicode"/>
              </a:rPr>
              <a:t> </a:t>
            </a:r>
            <a:r>
              <a:rPr sz="1800" dirty="0">
                <a:solidFill>
                  <a:srgbClr val="0048AA"/>
                </a:solidFill>
                <a:latin typeface="Lucida Sans Unicode"/>
                <a:cs typeface="Lucida Sans Unicode"/>
              </a:rPr>
              <a:t>algorithm</a:t>
            </a:r>
            <a:r>
              <a:rPr sz="1800" spc="-5" dirty="0">
                <a:solidFill>
                  <a:srgbClr val="0048AA"/>
                </a:solidFill>
                <a:latin typeface="Lucida Sans Unicode"/>
                <a:cs typeface="Lucida Sans Unicode"/>
              </a:rPr>
              <a:t> </a:t>
            </a:r>
            <a:r>
              <a:rPr sz="1800" spc="-10" dirty="0">
                <a:solidFill>
                  <a:srgbClr val="0048AA"/>
                </a:solidFill>
                <a:latin typeface="Lucida Sans Unicode"/>
                <a:cs typeface="Lucida Sans Unicode"/>
              </a:rPr>
              <a:t>recurrence.</a:t>
            </a:r>
            <a:endParaRPr sz="1800">
              <a:latin typeface="Lucida Sans Unicode"/>
              <a:cs typeface="Lucida Sans Unicode"/>
            </a:endParaRPr>
          </a:p>
          <a:p>
            <a:pPr marL="171450">
              <a:lnSpc>
                <a:spcPts val="2960"/>
              </a:lnSpc>
            </a:pPr>
            <a:r>
              <a:rPr sz="4275" spc="2175" baseline="-8771" dirty="0">
                <a:latin typeface="Yu Gothic UI"/>
                <a:cs typeface="Yu Gothic UI"/>
              </a:rPr>
              <a:t>・</a:t>
            </a:r>
            <a:r>
              <a:rPr sz="1800" dirty="0">
                <a:latin typeface="Lucida Sans Unicode"/>
                <a:cs typeface="Lucida Sans Unicode"/>
              </a:rPr>
              <a:t>Select</a:t>
            </a:r>
            <a:r>
              <a:rPr sz="1800" spc="15" dirty="0">
                <a:latin typeface="Lucida Sans Unicode"/>
                <a:cs typeface="Lucida Sans Unicode"/>
              </a:rPr>
              <a:t> </a:t>
            </a:r>
            <a:r>
              <a:rPr sz="1800" dirty="0">
                <a:latin typeface="Lucida Sans Unicode"/>
                <a:cs typeface="Lucida Sans Unicode"/>
              </a:rPr>
              <a:t>called</a:t>
            </a:r>
            <a:r>
              <a:rPr sz="1800" spc="20" dirty="0">
                <a:latin typeface="Lucida Sans Unicode"/>
                <a:cs typeface="Lucida Sans Unicode"/>
              </a:rPr>
              <a:t> </a:t>
            </a:r>
            <a:r>
              <a:rPr sz="1800" dirty="0">
                <a:latin typeface="Lucida Sans Unicode"/>
                <a:cs typeface="Lucida Sans Unicode"/>
              </a:rPr>
              <a:t>recursively</a:t>
            </a:r>
            <a:r>
              <a:rPr sz="1800" spc="15" dirty="0">
                <a:latin typeface="Lucida Sans Unicode"/>
                <a:cs typeface="Lucida Sans Unicode"/>
              </a:rPr>
              <a:t> </a:t>
            </a:r>
            <a:r>
              <a:rPr sz="1800" dirty="0">
                <a:latin typeface="Lucida Sans Unicode"/>
                <a:cs typeface="Lucida Sans Unicode"/>
              </a:rPr>
              <a:t>with</a:t>
            </a:r>
            <a:r>
              <a:rPr sz="1800" spc="20" dirty="0">
                <a:latin typeface="Lucida Sans Unicode"/>
                <a:cs typeface="Lucida Sans Unicode"/>
              </a:rPr>
              <a:t> </a:t>
            </a:r>
            <a:r>
              <a:rPr sz="1800" dirty="0">
                <a:latin typeface="Symbol"/>
                <a:cs typeface="Symbol"/>
              </a:rPr>
              <a:t></a:t>
            </a:r>
            <a:r>
              <a:rPr sz="1800" i="1" dirty="0">
                <a:latin typeface="Times New Roman"/>
                <a:cs typeface="Times New Roman"/>
              </a:rPr>
              <a:t>n</a:t>
            </a:r>
            <a:r>
              <a:rPr sz="1800" i="1" spc="15" dirty="0">
                <a:latin typeface="Times New Roman"/>
                <a:cs typeface="Times New Roman"/>
              </a:rPr>
              <a:t> </a:t>
            </a:r>
            <a:r>
              <a:rPr sz="1800" spc="5" dirty="0">
                <a:latin typeface="Times New Roman"/>
                <a:cs typeface="Times New Roman"/>
              </a:rPr>
              <a:t>/ </a:t>
            </a:r>
            <a:r>
              <a:rPr sz="1800" dirty="0">
                <a:latin typeface="Times New Roman"/>
                <a:cs typeface="Times New Roman"/>
              </a:rPr>
              <a:t>5</a:t>
            </a:r>
            <a:r>
              <a:rPr sz="1800" dirty="0">
                <a:latin typeface="Symbol"/>
                <a:cs typeface="Symbol"/>
              </a:rPr>
              <a:t></a:t>
            </a:r>
            <a:r>
              <a:rPr sz="1800" spc="135" dirty="0">
                <a:latin typeface="Times New Roman"/>
                <a:cs typeface="Times New Roman"/>
              </a:rPr>
              <a:t> </a:t>
            </a:r>
            <a:r>
              <a:rPr sz="1800" dirty="0">
                <a:latin typeface="Lucida Sans Unicode"/>
                <a:cs typeface="Lucida Sans Unicode"/>
              </a:rPr>
              <a:t>elements</a:t>
            </a:r>
            <a:r>
              <a:rPr sz="1800" spc="15" dirty="0">
                <a:latin typeface="Lucida Sans Unicode"/>
                <a:cs typeface="Lucida Sans Unicode"/>
              </a:rPr>
              <a:t> </a:t>
            </a:r>
            <a:r>
              <a:rPr sz="1800" dirty="0">
                <a:latin typeface="Lucida Sans Unicode"/>
                <a:cs typeface="Lucida Sans Unicode"/>
              </a:rPr>
              <a:t>to</a:t>
            </a:r>
            <a:r>
              <a:rPr sz="1800" spc="20" dirty="0">
                <a:latin typeface="Lucida Sans Unicode"/>
                <a:cs typeface="Lucida Sans Unicode"/>
              </a:rPr>
              <a:t> </a:t>
            </a:r>
            <a:r>
              <a:rPr sz="1800" dirty="0">
                <a:latin typeface="Lucida Sans Unicode"/>
                <a:cs typeface="Lucida Sans Unicode"/>
              </a:rPr>
              <a:t>compute</a:t>
            </a:r>
            <a:r>
              <a:rPr sz="1800" spc="20" dirty="0">
                <a:latin typeface="Lucida Sans Unicode"/>
                <a:cs typeface="Lucida Sans Unicode"/>
              </a:rPr>
              <a:t> </a:t>
            </a:r>
            <a:r>
              <a:rPr sz="1800" dirty="0">
                <a:latin typeface="Lucida Sans Unicode"/>
                <a:cs typeface="Lucida Sans Unicode"/>
              </a:rPr>
              <a:t>MOM</a:t>
            </a:r>
            <a:r>
              <a:rPr sz="1800" spc="15"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171450">
              <a:lnSpc>
                <a:spcPts val="2855"/>
              </a:lnSpc>
              <a:tabLst>
                <a:tab pos="3794760" algn="l"/>
              </a:tabLst>
            </a:pPr>
            <a:r>
              <a:rPr sz="4275" spc="2175" baseline="-7797" dirty="0">
                <a:latin typeface="Yu Gothic UI"/>
                <a:cs typeface="Yu Gothic UI"/>
              </a:rPr>
              <a:t>・</a:t>
            </a:r>
            <a:r>
              <a:rPr sz="1800" dirty="0">
                <a:latin typeface="Lucida Sans Unicode"/>
                <a:cs typeface="Lucida Sans Unicode"/>
              </a:rPr>
              <a:t>At least </a:t>
            </a:r>
            <a:r>
              <a:rPr sz="1800" dirty="0">
                <a:latin typeface="Times New Roman"/>
                <a:cs typeface="Times New Roman"/>
              </a:rPr>
              <a:t>3 </a:t>
            </a:r>
            <a:r>
              <a:rPr sz="1800" dirty="0">
                <a:latin typeface="Symbol"/>
                <a:cs typeface="Symbol"/>
              </a:rPr>
              <a:t></a:t>
            </a:r>
            <a:r>
              <a:rPr sz="1800" i="1" dirty="0">
                <a:latin typeface="Times New Roman"/>
                <a:cs typeface="Times New Roman"/>
              </a:rPr>
              <a:t>n </a:t>
            </a:r>
            <a:r>
              <a:rPr sz="1800" dirty="0">
                <a:latin typeface="Times New Roman"/>
                <a:cs typeface="Times New Roman"/>
              </a:rPr>
              <a:t>/ 10</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elements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171450">
              <a:lnSpc>
                <a:spcPts val="2855"/>
              </a:lnSpc>
              <a:tabLst>
                <a:tab pos="3794760" algn="l"/>
              </a:tabLst>
            </a:pPr>
            <a:r>
              <a:rPr sz="4275" spc="2175" baseline="-7797" dirty="0">
                <a:latin typeface="Yu Gothic UI"/>
                <a:cs typeface="Yu Gothic UI"/>
              </a:rPr>
              <a:t>・</a:t>
            </a:r>
            <a:r>
              <a:rPr sz="1800" dirty="0">
                <a:latin typeface="Lucida Sans Unicode"/>
                <a:cs typeface="Lucida Sans Unicode"/>
              </a:rPr>
              <a:t>At least </a:t>
            </a:r>
            <a:r>
              <a:rPr sz="1800" dirty="0">
                <a:latin typeface="Times New Roman"/>
                <a:cs typeface="Times New Roman"/>
              </a:rPr>
              <a:t>3 </a:t>
            </a:r>
            <a:r>
              <a:rPr sz="1800" dirty="0">
                <a:latin typeface="Symbol"/>
                <a:cs typeface="Symbol"/>
              </a:rPr>
              <a:t></a:t>
            </a:r>
            <a:r>
              <a:rPr sz="1800" i="1" dirty="0">
                <a:latin typeface="Times New Roman"/>
                <a:cs typeface="Times New Roman"/>
              </a:rPr>
              <a:t>n </a:t>
            </a:r>
            <a:r>
              <a:rPr sz="1800" dirty="0">
                <a:latin typeface="Times New Roman"/>
                <a:cs typeface="Times New Roman"/>
              </a:rPr>
              <a:t>/ 10</a:t>
            </a:r>
            <a:r>
              <a:rPr sz="1800" dirty="0">
                <a:latin typeface="Symbol"/>
                <a:cs typeface="Symbol"/>
              </a:rPr>
              <a:t></a:t>
            </a:r>
            <a:r>
              <a:rPr sz="1800" spc="114" dirty="0">
                <a:latin typeface="Times New Roman"/>
                <a:cs typeface="Times New Roman"/>
              </a:rPr>
              <a:t> </a:t>
            </a:r>
            <a:r>
              <a:rPr sz="1800" dirty="0">
                <a:latin typeface="Lucida Sans Unicode"/>
                <a:cs typeface="Lucida Sans Unicode"/>
              </a:rPr>
              <a:t>elements </a:t>
            </a:r>
            <a:r>
              <a:rPr sz="1800" spc="-50" dirty="0">
                <a:latin typeface="Lucida Sans Unicode"/>
                <a:cs typeface="Lucida Sans Unicode"/>
              </a:rPr>
              <a:t>≥</a:t>
            </a:r>
            <a:r>
              <a:rPr sz="1800" dirty="0">
                <a:latin typeface="Lucida Sans Unicode"/>
                <a:cs typeface="Lucida Sans Unicode"/>
              </a:rPr>
              <a:t>	</a:t>
            </a:r>
            <a:r>
              <a:rPr sz="1800" i="1" spc="-25" dirty="0">
                <a:latin typeface="Times New Roman"/>
                <a:cs typeface="Times New Roman"/>
              </a:rPr>
              <a:t>p</a:t>
            </a:r>
            <a:r>
              <a:rPr sz="1800" spc="-25" dirty="0">
                <a:latin typeface="Lucida Sans Unicode"/>
                <a:cs typeface="Lucida Sans Unicode"/>
              </a:rPr>
              <a:t>.</a:t>
            </a:r>
            <a:endParaRPr sz="1800">
              <a:latin typeface="Lucida Sans Unicode"/>
              <a:cs typeface="Lucida Sans Unicode"/>
            </a:endParaRPr>
          </a:p>
          <a:p>
            <a:pPr marL="171450">
              <a:lnSpc>
                <a:spcPts val="3135"/>
              </a:lnSpc>
            </a:pPr>
            <a:r>
              <a:rPr sz="4275" spc="2175" baseline="-8771" dirty="0">
                <a:latin typeface="Yu Gothic UI"/>
                <a:cs typeface="Yu Gothic UI"/>
              </a:rPr>
              <a:t>・</a:t>
            </a:r>
            <a:r>
              <a:rPr sz="1800" dirty="0">
                <a:latin typeface="Lucida Sans Unicode"/>
                <a:cs typeface="Lucida Sans Unicode"/>
              </a:rPr>
              <a:t>Select</a:t>
            </a:r>
            <a:r>
              <a:rPr sz="1800" spc="10" dirty="0">
                <a:latin typeface="Lucida Sans Unicode"/>
                <a:cs typeface="Lucida Sans Unicode"/>
              </a:rPr>
              <a:t> </a:t>
            </a:r>
            <a:r>
              <a:rPr sz="1800" dirty="0">
                <a:latin typeface="Lucida Sans Unicode"/>
                <a:cs typeface="Lucida Sans Unicode"/>
              </a:rPr>
              <a:t>called</a:t>
            </a:r>
            <a:r>
              <a:rPr sz="1800" spc="15" dirty="0">
                <a:latin typeface="Lucida Sans Unicode"/>
                <a:cs typeface="Lucida Sans Unicode"/>
              </a:rPr>
              <a:t> </a:t>
            </a:r>
            <a:r>
              <a:rPr sz="1800" dirty="0">
                <a:latin typeface="Lucida Sans Unicode"/>
                <a:cs typeface="Lucida Sans Unicode"/>
              </a:rPr>
              <a:t>recursively</a:t>
            </a:r>
            <a:r>
              <a:rPr sz="1800" spc="15" dirty="0">
                <a:latin typeface="Lucida Sans Unicode"/>
                <a:cs typeface="Lucida Sans Unicode"/>
              </a:rPr>
              <a:t> </a:t>
            </a:r>
            <a:r>
              <a:rPr sz="1800" dirty="0">
                <a:latin typeface="Lucida Sans Unicode"/>
                <a:cs typeface="Lucida Sans Unicode"/>
              </a:rPr>
              <a:t>with</a:t>
            </a:r>
            <a:r>
              <a:rPr sz="1800" spc="15" dirty="0">
                <a:latin typeface="Lucida Sans Unicode"/>
                <a:cs typeface="Lucida Sans Unicode"/>
              </a:rPr>
              <a:t> </a:t>
            </a:r>
            <a:r>
              <a:rPr sz="1800" dirty="0">
                <a:latin typeface="Lucida Sans Unicode"/>
                <a:cs typeface="Lucida Sans Unicode"/>
              </a:rPr>
              <a:t>at</a:t>
            </a:r>
            <a:r>
              <a:rPr sz="1800" spc="15" dirty="0">
                <a:latin typeface="Lucida Sans Unicode"/>
                <a:cs typeface="Lucida Sans Unicode"/>
              </a:rPr>
              <a:t> </a:t>
            </a:r>
            <a:r>
              <a:rPr sz="1800" dirty="0">
                <a:latin typeface="Lucida Sans Unicode"/>
                <a:cs typeface="Lucida Sans Unicode"/>
              </a:rPr>
              <a:t>most</a:t>
            </a:r>
            <a:r>
              <a:rPr sz="1800" spc="15" dirty="0">
                <a:latin typeface="Lucida Sans Unicode"/>
                <a:cs typeface="Lucida Sans Unicode"/>
              </a:rPr>
              <a:t> </a:t>
            </a:r>
            <a:r>
              <a:rPr sz="1800" i="1" dirty="0">
                <a:latin typeface="Times New Roman"/>
                <a:cs typeface="Times New Roman"/>
              </a:rPr>
              <a:t>n</a:t>
            </a:r>
            <a:r>
              <a:rPr sz="1800" i="1" spc="160" dirty="0">
                <a:latin typeface="Times New Roman"/>
                <a:cs typeface="Times New Roman"/>
              </a:rPr>
              <a:t> – </a:t>
            </a:r>
            <a:r>
              <a:rPr sz="1800" dirty="0">
                <a:latin typeface="Times New Roman"/>
                <a:cs typeface="Times New Roman"/>
              </a:rPr>
              <a:t>3</a:t>
            </a:r>
            <a:r>
              <a:rPr sz="1800" spc="10" dirty="0">
                <a:latin typeface="Times New Roman"/>
                <a:cs typeface="Times New Roman"/>
              </a:rPr>
              <a:t> </a:t>
            </a:r>
            <a:r>
              <a:rPr sz="1800" dirty="0">
                <a:latin typeface="Symbol"/>
                <a:cs typeface="Symbol"/>
              </a:rPr>
              <a:t></a:t>
            </a:r>
            <a:r>
              <a:rPr sz="1800" i="1" dirty="0">
                <a:latin typeface="Times New Roman"/>
                <a:cs typeface="Times New Roman"/>
              </a:rPr>
              <a:t>n</a:t>
            </a:r>
            <a:r>
              <a:rPr sz="1800" i="1" spc="15" dirty="0">
                <a:latin typeface="Times New Roman"/>
                <a:cs typeface="Times New Roman"/>
              </a:rPr>
              <a:t> </a:t>
            </a:r>
            <a:r>
              <a:rPr sz="1800" spc="5" dirty="0">
                <a:latin typeface="Times New Roman"/>
                <a:cs typeface="Times New Roman"/>
              </a:rPr>
              <a:t>/ </a:t>
            </a:r>
            <a:r>
              <a:rPr sz="1800" dirty="0">
                <a:latin typeface="Times New Roman"/>
                <a:cs typeface="Times New Roman"/>
              </a:rPr>
              <a:t>10</a:t>
            </a:r>
            <a:r>
              <a:rPr sz="1800" dirty="0">
                <a:latin typeface="Symbol"/>
                <a:cs typeface="Symbol"/>
              </a:rPr>
              <a:t></a:t>
            </a:r>
            <a:r>
              <a:rPr sz="1800" spc="130" dirty="0">
                <a:latin typeface="Times New Roman"/>
                <a:cs typeface="Times New Roman"/>
              </a:rPr>
              <a:t> </a:t>
            </a:r>
            <a:r>
              <a:rPr sz="1800" spc="-10" dirty="0">
                <a:latin typeface="Lucida Sans Unicode"/>
                <a:cs typeface="Lucida Sans Unicode"/>
              </a:rPr>
              <a:t>elements.</a:t>
            </a:r>
            <a:endParaRPr sz="1800">
              <a:latin typeface="Lucida Sans Unicode"/>
              <a:cs typeface="Lucida Sans Unicode"/>
            </a:endParaRPr>
          </a:p>
          <a:p>
            <a:pPr>
              <a:lnSpc>
                <a:spcPct val="100000"/>
              </a:lnSpc>
              <a:spcBef>
                <a:spcPts val="570"/>
              </a:spcBef>
            </a:pPr>
            <a:endParaRPr sz="1800">
              <a:latin typeface="Lucida Sans Unicode"/>
              <a:cs typeface="Lucida Sans Unicode"/>
            </a:endParaRPr>
          </a:p>
          <a:p>
            <a:pPr marL="76200">
              <a:lnSpc>
                <a:spcPct val="100000"/>
              </a:lnSpc>
              <a:tabLst>
                <a:tab pos="675640" algn="l"/>
              </a:tabLst>
            </a:pPr>
            <a:r>
              <a:rPr sz="1800" spc="-20" dirty="0">
                <a:solidFill>
                  <a:srgbClr val="0048AA"/>
                </a:solidFill>
                <a:latin typeface="Lucida Sans Unicode"/>
                <a:cs typeface="Lucida Sans Unicode"/>
              </a:rPr>
              <a:t>Def.</a:t>
            </a:r>
            <a:r>
              <a:rPr sz="1800" dirty="0">
                <a:solidFill>
                  <a:srgbClr val="0048AA"/>
                </a:solidFill>
                <a:latin typeface="Lucida Sans Unicode"/>
                <a:cs typeface="Lucida Sans Unicode"/>
              </a:rPr>
              <a:t>	</a:t>
            </a:r>
            <a:r>
              <a:rPr sz="1800" i="1" dirty="0">
                <a:latin typeface="Times New Roman"/>
                <a:cs typeface="Times New Roman"/>
              </a:rPr>
              <a:t>C</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114" dirty="0">
                <a:latin typeface="Times New Roman"/>
                <a:cs typeface="Times New Roman"/>
              </a:rPr>
              <a:t> </a:t>
            </a:r>
            <a:r>
              <a:rPr sz="1800" spc="-285" dirty="0">
                <a:latin typeface="Lucida Sans Unicode"/>
                <a:cs typeface="Lucida Sans Unicode"/>
              </a:rPr>
              <a:t>=</a:t>
            </a:r>
            <a:r>
              <a:rPr sz="1800" dirty="0">
                <a:latin typeface="Lucida Sans Unicode"/>
                <a:cs typeface="Lucida Sans Unicode"/>
              </a:rPr>
              <a:t> max # compares on an array of </a:t>
            </a:r>
            <a:r>
              <a:rPr sz="1800" i="1" dirty="0">
                <a:latin typeface="Times New Roman"/>
                <a:cs typeface="Times New Roman"/>
              </a:rPr>
              <a:t>n</a:t>
            </a:r>
            <a:r>
              <a:rPr sz="1800" i="1" spc="114" dirty="0">
                <a:latin typeface="Times New Roman"/>
                <a:cs typeface="Times New Roman"/>
              </a:rPr>
              <a:t> </a:t>
            </a:r>
            <a:r>
              <a:rPr sz="1800" spc="-10" dirty="0">
                <a:latin typeface="Lucida Sans Unicode"/>
                <a:cs typeface="Lucida Sans Unicode"/>
              </a:rPr>
              <a:t>elements.</a:t>
            </a:r>
            <a:endParaRPr sz="1800">
              <a:latin typeface="Lucida Sans Unicode"/>
              <a:cs typeface="Lucida Sans Unicode"/>
            </a:endParaRPr>
          </a:p>
        </p:txBody>
      </p:sp>
      <p:sp>
        <p:nvSpPr>
          <p:cNvPr id="3" name="object 3"/>
          <p:cNvSpPr txBox="1"/>
          <p:nvPr/>
        </p:nvSpPr>
        <p:spPr>
          <a:xfrm>
            <a:off x="719867" y="5568046"/>
            <a:ext cx="6157595" cy="1052830"/>
          </a:xfrm>
          <a:prstGeom prst="rect">
            <a:avLst/>
          </a:prstGeom>
        </p:spPr>
        <p:txBody>
          <a:bodyPr vert="horz" wrap="square" lIns="0" tIns="12700" rIns="0" bIns="0" rtlCol="0">
            <a:spAutoFit/>
          </a:bodyPr>
          <a:lstStyle/>
          <a:p>
            <a:pPr marL="38100">
              <a:lnSpc>
                <a:spcPts val="1980"/>
              </a:lnSpc>
              <a:spcBef>
                <a:spcPts val="100"/>
              </a:spcBef>
            </a:pPr>
            <a:r>
              <a:rPr sz="1800" dirty="0">
                <a:solidFill>
                  <a:srgbClr val="0048AA"/>
                </a:solidFill>
                <a:latin typeface="Lucida Sans Unicode"/>
                <a:cs typeface="Lucida Sans Unicode"/>
              </a:rPr>
              <a:t>Now,</a:t>
            </a:r>
            <a:r>
              <a:rPr sz="1800" spc="20" dirty="0">
                <a:solidFill>
                  <a:srgbClr val="0048AA"/>
                </a:solidFill>
                <a:latin typeface="Lucida Sans Unicode"/>
                <a:cs typeface="Lucida Sans Unicode"/>
              </a:rPr>
              <a:t> </a:t>
            </a:r>
            <a:r>
              <a:rPr sz="1800" dirty="0">
                <a:solidFill>
                  <a:srgbClr val="0048AA"/>
                </a:solidFill>
                <a:latin typeface="Lucida Sans Unicode"/>
                <a:cs typeface="Lucida Sans Unicode"/>
              </a:rPr>
              <a:t>solve</a:t>
            </a:r>
            <a:r>
              <a:rPr sz="1800" spc="20" dirty="0">
                <a:solidFill>
                  <a:srgbClr val="0048AA"/>
                </a:solidFill>
                <a:latin typeface="Lucida Sans Unicode"/>
                <a:cs typeface="Lucida Sans Unicode"/>
              </a:rPr>
              <a:t> </a:t>
            </a:r>
            <a:r>
              <a:rPr sz="1800" spc="-10" dirty="0">
                <a:solidFill>
                  <a:srgbClr val="0048AA"/>
                </a:solidFill>
                <a:latin typeface="Lucida Sans Unicode"/>
                <a:cs typeface="Lucida Sans Unicode"/>
              </a:rPr>
              <a:t>recurrence.</a:t>
            </a:r>
            <a:endParaRPr sz="1800">
              <a:latin typeface="Lucida Sans Unicode"/>
              <a:cs typeface="Lucida Sans Unicode"/>
            </a:endParaRPr>
          </a:p>
          <a:p>
            <a:pPr marL="133350">
              <a:lnSpc>
                <a:spcPts val="2960"/>
              </a:lnSpc>
            </a:pPr>
            <a:r>
              <a:rPr sz="4275" spc="2175" baseline="-7797" dirty="0">
                <a:latin typeface="Yu Gothic UI"/>
                <a:cs typeface="Yu Gothic UI"/>
              </a:rPr>
              <a:t>・</a:t>
            </a:r>
            <a:r>
              <a:rPr sz="1800" dirty="0">
                <a:latin typeface="Lucida Sans Unicode"/>
                <a:cs typeface="Lucida Sans Unicode"/>
              </a:rPr>
              <a:t>Assume</a:t>
            </a:r>
            <a:r>
              <a:rPr sz="1800" spc="10" dirty="0">
                <a:latin typeface="Lucida Sans Unicode"/>
                <a:cs typeface="Lucida Sans Unicode"/>
              </a:rPr>
              <a:t> </a:t>
            </a:r>
            <a:r>
              <a:rPr sz="1800" i="1" dirty="0">
                <a:latin typeface="Times New Roman"/>
                <a:cs typeface="Times New Roman"/>
              </a:rPr>
              <a:t>n</a:t>
            </a:r>
            <a:r>
              <a:rPr sz="1800" i="1" spc="130" dirty="0">
                <a:latin typeface="Times New Roman"/>
                <a:cs typeface="Times New Roman"/>
              </a:rPr>
              <a:t> </a:t>
            </a:r>
            <a:r>
              <a:rPr sz="1800" dirty="0">
                <a:latin typeface="Lucida Sans Unicode"/>
                <a:cs typeface="Lucida Sans Unicode"/>
              </a:rPr>
              <a:t>is</a:t>
            </a:r>
            <a:r>
              <a:rPr sz="1800" spc="15" dirty="0">
                <a:latin typeface="Lucida Sans Unicode"/>
                <a:cs typeface="Lucida Sans Unicode"/>
              </a:rPr>
              <a:t> </a:t>
            </a:r>
            <a:r>
              <a:rPr sz="1800" dirty="0">
                <a:latin typeface="Lucida Sans Unicode"/>
                <a:cs typeface="Lucida Sans Unicode"/>
              </a:rPr>
              <a:t>both</a:t>
            </a:r>
            <a:r>
              <a:rPr sz="1800" spc="15" dirty="0">
                <a:latin typeface="Lucida Sans Unicode"/>
                <a:cs typeface="Lucida Sans Unicode"/>
              </a:rPr>
              <a:t> </a:t>
            </a:r>
            <a:r>
              <a:rPr sz="1800" dirty="0">
                <a:latin typeface="Lucida Sans Unicode"/>
                <a:cs typeface="Lucida Sans Unicode"/>
              </a:rPr>
              <a:t>a</a:t>
            </a:r>
            <a:r>
              <a:rPr sz="1800" spc="10" dirty="0">
                <a:latin typeface="Lucida Sans Unicode"/>
                <a:cs typeface="Lucida Sans Unicode"/>
              </a:rPr>
              <a:t> </a:t>
            </a:r>
            <a:r>
              <a:rPr sz="1800" dirty="0">
                <a:latin typeface="Lucida Sans Unicode"/>
                <a:cs typeface="Lucida Sans Unicode"/>
              </a:rPr>
              <a:t>power</a:t>
            </a:r>
            <a:r>
              <a:rPr sz="1800" spc="15" dirty="0">
                <a:latin typeface="Lucida Sans Unicode"/>
                <a:cs typeface="Lucida Sans Unicode"/>
              </a:rPr>
              <a:t> </a:t>
            </a:r>
            <a:r>
              <a:rPr sz="1800" dirty="0">
                <a:latin typeface="Lucida Sans Unicode"/>
                <a:cs typeface="Lucida Sans Unicode"/>
              </a:rPr>
              <a:t>of</a:t>
            </a:r>
            <a:r>
              <a:rPr sz="1800" spc="15" dirty="0">
                <a:latin typeface="Lucida Sans Unicode"/>
                <a:cs typeface="Lucida Sans Unicode"/>
              </a:rPr>
              <a:t> </a:t>
            </a:r>
            <a:r>
              <a:rPr sz="1800" dirty="0">
                <a:latin typeface="Lucida Sans Unicode"/>
                <a:cs typeface="Lucida Sans Unicode"/>
              </a:rPr>
              <a:t>5</a:t>
            </a:r>
            <a:r>
              <a:rPr sz="1800" spc="15" dirty="0">
                <a:latin typeface="Lucida Sans Unicode"/>
                <a:cs typeface="Lucida Sans Unicode"/>
              </a:rPr>
              <a:t> </a:t>
            </a:r>
            <a:r>
              <a:rPr sz="1800" dirty="0">
                <a:latin typeface="Lucida Sans Unicode"/>
                <a:cs typeface="Lucida Sans Unicode"/>
              </a:rPr>
              <a:t>and</a:t>
            </a:r>
            <a:r>
              <a:rPr sz="1800" spc="10" dirty="0">
                <a:latin typeface="Lucida Sans Unicode"/>
                <a:cs typeface="Lucida Sans Unicode"/>
              </a:rPr>
              <a:t> </a:t>
            </a:r>
            <a:r>
              <a:rPr sz="1800" dirty="0">
                <a:latin typeface="Lucida Sans Unicode"/>
                <a:cs typeface="Lucida Sans Unicode"/>
              </a:rPr>
              <a:t>a</a:t>
            </a:r>
            <a:r>
              <a:rPr sz="1800" spc="15" dirty="0">
                <a:latin typeface="Lucida Sans Unicode"/>
                <a:cs typeface="Lucida Sans Unicode"/>
              </a:rPr>
              <a:t> </a:t>
            </a:r>
            <a:r>
              <a:rPr sz="1800" dirty="0">
                <a:latin typeface="Lucida Sans Unicode"/>
                <a:cs typeface="Lucida Sans Unicode"/>
              </a:rPr>
              <a:t>power</a:t>
            </a:r>
            <a:r>
              <a:rPr sz="1800" spc="15" dirty="0">
                <a:latin typeface="Lucida Sans Unicode"/>
                <a:cs typeface="Lucida Sans Unicode"/>
              </a:rPr>
              <a:t> </a:t>
            </a:r>
            <a:r>
              <a:rPr sz="1800" dirty="0">
                <a:latin typeface="Lucida Sans Unicode"/>
                <a:cs typeface="Lucida Sans Unicode"/>
              </a:rPr>
              <a:t>of</a:t>
            </a:r>
            <a:r>
              <a:rPr sz="1800" spc="15" dirty="0">
                <a:latin typeface="Lucida Sans Unicode"/>
                <a:cs typeface="Lucida Sans Unicode"/>
              </a:rPr>
              <a:t> </a:t>
            </a:r>
            <a:r>
              <a:rPr sz="1800" spc="-25" dirty="0">
                <a:latin typeface="Lucida Sans Unicode"/>
                <a:cs typeface="Lucida Sans Unicode"/>
              </a:rPr>
              <a:t>10?</a:t>
            </a:r>
            <a:endParaRPr sz="1800">
              <a:latin typeface="Lucida Sans Unicode"/>
              <a:cs typeface="Lucida Sans Unicode"/>
            </a:endParaRPr>
          </a:p>
          <a:p>
            <a:pPr marL="133350">
              <a:lnSpc>
                <a:spcPts val="3135"/>
              </a:lnSpc>
            </a:pPr>
            <a:r>
              <a:rPr sz="4275" spc="2175" baseline="-7797" dirty="0">
                <a:latin typeface="Yu Gothic UI"/>
                <a:cs typeface="Yu Gothic UI"/>
              </a:rPr>
              <a:t>・</a:t>
            </a:r>
            <a:r>
              <a:rPr sz="1800" dirty="0">
                <a:latin typeface="Lucida Sans Unicode"/>
                <a:cs typeface="Lucida Sans Unicode"/>
              </a:rPr>
              <a:t>Assume </a:t>
            </a:r>
            <a:r>
              <a:rPr sz="1800" i="1" dirty="0">
                <a:latin typeface="Times New Roman"/>
                <a:cs typeface="Times New Roman"/>
              </a:rPr>
              <a:t>C</a:t>
            </a:r>
            <a:r>
              <a:rPr sz="1800" dirty="0">
                <a:latin typeface="Times New Roman"/>
                <a:cs typeface="Times New Roman"/>
              </a:rPr>
              <a:t>(</a:t>
            </a:r>
            <a:r>
              <a:rPr sz="1800" i="1" dirty="0">
                <a:latin typeface="Times New Roman"/>
                <a:cs typeface="Times New Roman"/>
              </a:rPr>
              <a:t>n</a:t>
            </a:r>
            <a:r>
              <a:rPr sz="1800" spc="55" dirty="0">
                <a:latin typeface="Times New Roman"/>
                <a:cs typeface="Times New Roman"/>
              </a:rPr>
              <a:t>) </a:t>
            </a:r>
            <a:r>
              <a:rPr sz="1800" dirty="0">
                <a:latin typeface="Lucida Sans Unicode"/>
                <a:cs typeface="Lucida Sans Unicode"/>
              </a:rPr>
              <a:t>is monotone </a:t>
            </a:r>
            <a:r>
              <a:rPr sz="1800" spc="-10" dirty="0">
                <a:latin typeface="Lucida Sans Unicode"/>
                <a:cs typeface="Lucida Sans Unicode"/>
              </a:rPr>
              <a:t>nondecreasing?</a:t>
            </a:r>
            <a:endParaRPr sz="1800">
              <a:latin typeface="Lucida Sans Unicode"/>
              <a:cs typeface="Lucida Sans Unicode"/>
            </a:endParaRPr>
          </a:p>
        </p:txBody>
      </p:sp>
      <p:sp>
        <p:nvSpPr>
          <p:cNvPr id="4" name="object 4"/>
          <p:cNvSpPr txBox="1"/>
          <p:nvPr/>
        </p:nvSpPr>
        <p:spPr>
          <a:xfrm>
            <a:off x="2329518" y="3865297"/>
            <a:ext cx="4206875" cy="350520"/>
          </a:xfrm>
          <a:prstGeom prst="rect">
            <a:avLst/>
          </a:prstGeom>
        </p:spPr>
        <p:txBody>
          <a:bodyPr vert="horz" wrap="square" lIns="0" tIns="16510" rIns="0" bIns="0" rtlCol="0">
            <a:spAutoFit/>
          </a:bodyPr>
          <a:lstStyle/>
          <a:p>
            <a:pPr marL="50800">
              <a:lnSpc>
                <a:spcPct val="100000"/>
              </a:lnSpc>
              <a:spcBef>
                <a:spcPts val="130"/>
              </a:spcBef>
            </a:pPr>
            <a:r>
              <a:rPr sz="2050" i="1" spc="70" dirty="0">
                <a:latin typeface="Times New Roman"/>
                <a:cs typeface="Times New Roman"/>
              </a:rPr>
              <a:t>C</a:t>
            </a:r>
            <a:r>
              <a:rPr sz="2050" spc="70" dirty="0">
                <a:latin typeface="Times New Roman"/>
                <a:cs typeface="Times New Roman"/>
              </a:rPr>
              <a:t>(</a:t>
            </a:r>
            <a:r>
              <a:rPr sz="2050" i="1" spc="70" dirty="0">
                <a:latin typeface="Times New Roman"/>
                <a:cs typeface="Times New Roman"/>
              </a:rPr>
              <a:t>n</a:t>
            </a:r>
            <a:r>
              <a:rPr sz="2050" spc="70" dirty="0">
                <a:latin typeface="Times New Roman"/>
                <a:cs typeface="Times New Roman"/>
              </a:rPr>
              <a:t>)</a:t>
            </a:r>
            <a:r>
              <a:rPr sz="2050" spc="430" dirty="0">
                <a:latin typeface="Times New Roman"/>
                <a:cs typeface="Times New Roman"/>
              </a:rPr>
              <a:t> </a:t>
            </a:r>
            <a:r>
              <a:rPr sz="2050" dirty="0">
                <a:latin typeface="Symbol"/>
                <a:cs typeface="Symbol"/>
              </a:rPr>
              <a:t></a:t>
            </a:r>
            <a:r>
              <a:rPr sz="2050" spc="45" dirty="0">
                <a:latin typeface="Times New Roman"/>
                <a:cs typeface="Times New Roman"/>
              </a:rPr>
              <a:t> </a:t>
            </a:r>
            <a:r>
              <a:rPr sz="2050" i="1" dirty="0">
                <a:latin typeface="Times New Roman"/>
                <a:cs typeface="Times New Roman"/>
              </a:rPr>
              <a:t>C</a:t>
            </a:r>
            <a:r>
              <a:rPr sz="2050" dirty="0">
                <a:latin typeface="Times New Roman"/>
                <a:cs typeface="Times New Roman"/>
              </a:rPr>
              <a:t>(</a:t>
            </a:r>
            <a:r>
              <a:rPr sz="2050" spc="-229" dirty="0">
                <a:latin typeface="Times New Roman"/>
                <a:cs typeface="Times New Roman"/>
              </a:rPr>
              <a:t> </a:t>
            </a:r>
            <a:r>
              <a:rPr sz="3150" baseline="-7936" dirty="0">
                <a:latin typeface="Symbol"/>
                <a:cs typeface="Symbol"/>
              </a:rPr>
              <a:t></a:t>
            </a:r>
            <a:r>
              <a:rPr sz="2050" i="1" dirty="0">
                <a:latin typeface="Times New Roman"/>
                <a:cs typeface="Times New Roman"/>
              </a:rPr>
              <a:t>n</a:t>
            </a:r>
            <a:r>
              <a:rPr sz="2050" i="1" spc="-130" dirty="0">
                <a:latin typeface="Times New Roman"/>
                <a:cs typeface="Times New Roman"/>
              </a:rPr>
              <a:t> </a:t>
            </a:r>
            <a:r>
              <a:rPr sz="2050" spc="105" dirty="0">
                <a:latin typeface="Times New Roman"/>
                <a:cs typeface="Times New Roman"/>
              </a:rPr>
              <a:t>/5</a:t>
            </a:r>
            <a:r>
              <a:rPr sz="3150" spc="157" baseline="-7936" dirty="0">
                <a:latin typeface="Symbol"/>
                <a:cs typeface="Symbol"/>
              </a:rPr>
              <a:t></a:t>
            </a:r>
            <a:r>
              <a:rPr sz="2050" spc="105" dirty="0">
                <a:latin typeface="Times New Roman"/>
                <a:cs typeface="Times New Roman"/>
              </a:rPr>
              <a:t>)</a:t>
            </a:r>
            <a:r>
              <a:rPr sz="2050" spc="105" dirty="0">
                <a:latin typeface="Symbol"/>
                <a:cs typeface="Symbol"/>
              </a:rPr>
              <a:t></a:t>
            </a:r>
            <a:r>
              <a:rPr sz="2050" spc="-50" dirty="0">
                <a:latin typeface="Times New Roman"/>
                <a:cs typeface="Times New Roman"/>
              </a:rPr>
              <a:t> </a:t>
            </a:r>
            <a:r>
              <a:rPr sz="2050" i="1" dirty="0">
                <a:latin typeface="Times New Roman"/>
                <a:cs typeface="Times New Roman"/>
              </a:rPr>
              <a:t>C</a:t>
            </a:r>
            <a:r>
              <a:rPr sz="2050" i="1" spc="180" dirty="0">
                <a:latin typeface="Times New Roman"/>
                <a:cs typeface="Times New Roman"/>
              </a:rPr>
              <a:t> </a:t>
            </a:r>
            <a:r>
              <a:rPr sz="2050" dirty="0">
                <a:latin typeface="Times New Roman"/>
                <a:cs typeface="Times New Roman"/>
              </a:rPr>
              <a:t>(</a:t>
            </a:r>
            <a:r>
              <a:rPr sz="2050" i="1" dirty="0">
                <a:latin typeface="Times New Roman"/>
                <a:cs typeface="Times New Roman"/>
              </a:rPr>
              <a:t>n</a:t>
            </a:r>
            <a:r>
              <a:rPr sz="2050" i="1" spc="60" dirty="0">
                <a:latin typeface="Times New Roman"/>
                <a:cs typeface="Times New Roman"/>
              </a:rPr>
              <a:t> </a:t>
            </a:r>
            <a:r>
              <a:rPr sz="2050" dirty="0">
                <a:latin typeface="Symbol"/>
                <a:cs typeface="Symbol"/>
              </a:rPr>
              <a:t></a:t>
            </a:r>
            <a:r>
              <a:rPr sz="2050" spc="-50" dirty="0">
                <a:latin typeface="Times New Roman"/>
                <a:cs typeface="Times New Roman"/>
              </a:rPr>
              <a:t> </a:t>
            </a:r>
            <a:r>
              <a:rPr sz="2050" dirty="0">
                <a:latin typeface="Times New Roman"/>
                <a:cs typeface="Times New Roman"/>
              </a:rPr>
              <a:t>3</a:t>
            </a:r>
            <a:r>
              <a:rPr sz="2050" spc="-35" dirty="0">
                <a:latin typeface="Times New Roman"/>
                <a:cs typeface="Times New Roman"/>
              </a:rPr>
              <a:t> </a:t>
            </a:r>
            <a:r>
              <a:rPr sz="3150" baseline="-7936" dirty="0">
                <a:latin typeface="Symbol"/>
                <a:cs typeface="Symbol"/>
              </a:rPr>
              <a:t></a:t>
            </a:r>
            <a:r>
              <a:rPr sz="2050" i="1" dirty="0">
                <a:latin typeface="Times New Roman"/>
                <a:cs typeface="Times New Roman"/>
              </a:rPr>
              <a:t>n</a:t>
            </a:r>
            <a:r>
              <a:rPr sz="2050" i="1" spc="-130" dirty="0">
                <a:latin typeface="Times New Roman"/>
                <a:cs typeface="Times New Roman"/>
              </a:rPr>
              <a:t> </a:t>
            </a:r>
            <a:r>
              <a:rPr sz="2050" dirty="0">
                <a:latin typeface="Times New Roman"/>
                <a:cs typeface="Times New Roman"/>
              </a:rPr>
              <a:t>/10</a:t>
            </a:r>
            <a:r>
              <a:rPr sz="3150" baseline="-7936" dirty="0">
                <a:latin typeface="Symbol"/>
                <a:cs typeface="Symbol"/>
              </a:rPr>
              <a:t></a:t>
            </a:r>
            <a:r>
              <a:rPr sz="2050" dirty="0">
                <a:latin typeface="Times New Roman"/>
                <a:cs typeface="Times New Roman"/>
              </a:rPr>
              <a:t>)</a:t>
            </a:r>
            <a:r>
              <a:rPr sz="2050" spc="445" dirty="0">
                <a:latin typeface="Times New Roman"/>
                <a:cs typeface="Times New Roman"/>
              </a:rPr>
              <a:t> </a:t>
            </a:r>
            <a:r>
              <a:rPr sz="2050" spc="-50" dirty="0">
                <a:latin typeface="Symbol"/>
                <a:cs typeface="Symbol"/>
              </a:rPr>
              <a:t></a:t>
            </a:r>
            <a:endParaRPr sz="2050">
              <a:latin typeface="Symbol"/>
              <a:cs typeface="Symbol"/>
            </a:endParaRPr>
          </a:p>
        </p:txBody>
      </p:sp>
      <p:pic>
        <p:nvPicPr>
          <p:cNvPr id="5" name="object 5"/>
          <p:cNvPicPr/>
          <p:nvPr/>
        </p:nvPicPr>
        <p:blipFill>
          <a:blip r:embed="rId2" cstate="print"/>
          <a:stretch>
            <a:fillRect/>
          </a:stretch>
        </p:blipFill>
        <p:spPr>
          <a:xfrm>
            <a:off x="6700477" y="3957284"/>
            <a:ext cx="176557" cy="229657"/>
          </a:xfrm>
          <a:prstGeom prst="rect">
            <a:avLst/>
          </a:prstGeom>
        </p:spPr>
      </p:pic>
      <p:sp>
        <p:nvSpPr>
          <p:cNvPr id="6" name="object 6"/>
          <p:cNvSpPr txBox="1"/>
          <p:nvPr/>
        </p:nvSpPr>
        <p:spPr>
          <a:xfrm>
            <a:off x="3453852" y="4356795"/>
            <a:ext cx="770255" cy="399415"/>
          </a:xfrm>
          <a:prstGeom prst="rect">
            <a:avLst/>
          </a:prstGeom>
        </p:spPr>
        <p:txBody>
          <a:bodyPr vert="horz" wrap="square" lIns="0" tIns="5080" rIns="0" bIns="0" rtlCol="0">
            <a:spAutoFit/>
          </a:bodyPr>
          <a:lstStyle/>
          <a:p>
            <a:pPr marL="72390" marR="5080" indent="-60325">
              <a:lnSpc>
                <a:spcPct val="104299"/>
              </a:lnSpc>
              <a:spcBef>
                <a:spcPts val="40"/>
              </a:spcBef>
            </a:pPr>
            <a:r>
              <a:rPr sz="1200" dirty="0">
                <a:solidFill>
                  <a:srgbClr val="8D3124"/>
                </a:solidFill>
                <a:latin typeface="Lucida Sans Unicode"/>
                <a:cs typeface="Lucida Sans Unicode"/>
              </a:rPr>
              <a:t>median </a:t>
            </a:r>
            <a:r>
              <a:rPr sz="1200" spc="-25" dirty="0">
                <a:solidFill>
                  <a:srgbClr val="8D3124"/>
                </a:solidFill>
                <a:latin typeface="Lucida Sans Unicode"/>
                <a:cs typeface="Lucida Sans Unicode"/>
              </a:rPr>
              <a:t>of </a:t>
            </a:r>
            <a:r>
              <a:rPr sz="1200" spc="-10" dirty="0">
                <a:solidFill>
                  <a:srgbClr val="8D3124"/>
                </a:solidFill>
                <a:latin typeface="Lucida Sans Unicode"/>
                <a:cs typeface="Lucida Sans Unicode"/>
              </a:rPr>
              <a:t>medians</a:t>
            </a:r>
            <a:endParaRPr sz="1200">
              <a:latin typeface="Lucida Sans Unicode"/>
              <a:cs typeface="Lucida Sans Unicode"/>
            </a:endParaRPr>
          </a:p>
        </p:txBody>
      </p:sp>
      <p:sp>
        <p:nvSpPr>
          <p:cNvPr id="9" name="object 9"/>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61</a:t>
            </a:fld>
            <a:endParaRPr spc="-25" dirty="0"/>
          </a:p>
        </p:txBody>
      </p:sp>
      <p:sp>
        <p:nvSpPr>
          <p:cNvPr id="7" name="object 7"/>
          <p:cNvSpPr txBox="1"/>
          <p:nvPr/>
        </p:nvSpPr>
        <p:spPr>
          <a:xfrm>
            <a:off x="5315246" y="4356795"/>
            <a:ext cx="700405" cy="399415"/>
          </a:xfrm>
          <a:prstGeom prst="rect">
            <a:avLst/>
          </a:prstGeom>
        </p:spPr>
        <p:txBody>
          <a:bodyPr vert="horz" wrap="square" lIns="0" tIns="5080" rIns="0" bIns="0" rtlCol="0">
            <a:spAutoFit/>
          </a:bodyPr>
          <a:lstStyle/>
          <a:p>
            <a:pPr marL="135890" marR="5080" indent="-123825">
              <a:lnSpc>
                <a:spcPct val="104299"/>
              </a:lnSpc>
              <a:spcBef>
                <a:spcPts val="40"/>
              </a:spcBef>
            </a:pPr>
            <a:r>
              <a:rPr sz="1200" spc="-10" dirty="0">
                <a:solidFill>
                  <a:srgbClr val="8D3124"/>
                </a:solidFill>
                <a:latin typeface="Lucida Sans Unicode"/>
                <a:cs typeface="Lucida Sans Unicode"/>
              </a:rPr>
              <a:t>recursive select</a:t>
            </a:r>
            <a:endParaRPr sz="1200">
              <a:latin typeface="Lucida Sans Unicode"/>
              <a:cs typeface="Lucida Sans Unicode"/>
            </a:endParaRPr>
          </a:p>
        </p:txBody>
      </p:sp>
      <p:sp>
        <p:nvSpPr>
          <p:cNvPr id="8" name="object 8"/>
          <p:cNvSpPr txBox="1"/>
          <p:nvPr/>
        </p:nvSpPr>
        <p:spPr>
          <a:xfrm>
            <a:off x="6514909" y="3796947"/>
            <a:ext cx="1817370" cy="1417320"/>
          </a:xfrm>
          <a:prstGeom prst="rect">
            <a:avLst/>
          </a:prstGeom>
        </p:spPr>
        <p:txBody>
          <a:bodyPr vert="horz" wrap="square" lIns="0" tIns="14604" rIns="0" bIns="0" rtlCol="0">
            <a:spAutoFit/>
          </a:bodyPr>
          <a:lstStyle/>
          <a:p>
            <a:pPr marL="124460">
              <a:lnSpc>
                <a:spcPts val="2105"/>
              </a:lnSpc>
              <a:spcBef>
                <a:spcPts val="114"/>
              </a:spcBef>
              <a:tabLst>
                <a:tab pos="450215" algn="l"/>
              </a:tabLst>
            </a:pPr>
            <a:r>
              <a:rPr sz="1200" spc="-25" dirty="0">
                <a:latin typeface="Times New Roman"/>
                <a:cs typeface="Times New Roman"/>
              </a:rPr>
              <a:t>11</a:t>
            </a:r>
            <a:r>
              <a:rPr sz="1200" dirty="0">
                <a:latin typeface="Times New Roman"/>
                <a:cs typeface="Times New Roman"/>
              </a:rPr>
              <a:t>	</a:t>
            </a:r>
            <a:r>
              <a:rPr sz="3075" i="1" spc="-75" baseline="-16260" dirty="0">
                <a:latin typeface="Times New Roman"/>
                <a:cs typeface="Times New Roman"/>
              </a:rPr>
              <a:t>n</a:t>
            </a:r>
            <a:endParaRPr sz="3075" baseline="-16260">
              <a:latin typeface="Times New Roman"/>
              <a:cs typeface="Times New Roman"/>
            </a:endParaRPr>
          </a:p>
          <a:p>
            <a:pPr marL="292735">
              <a:lnSpc>
                <a:spcPts val="1085"/>
              </a:lnSpc>
            </a:pPr>
            <a:r>
              <a:rPr sz="1200" spc="-50" dirty="0">
                <a:latin typeface="Times New Roman"/>
                <a:cs typeface="Times New Roman"/>
              </a:rPr>
              <a:t>5</a:t>
            </a:r>
            <a:endParaRPr sz="1200">
              <a:latin typeface="Times New Roman"/>
              <a:cs typeface="Times New Roman"/>
            </a:endParaRPr>
          </a:p>
          <a:p>
            <a:pPr marL="38100" marR="30480" indent="-1905" algn="ctr">
              <a:lnSpc>
                <a:spcPct val="104299"/>
              </a:lnSpc>
              <a:spcBef>
                <a:spcPts val="1135"/>
              </a:spcBef>
            </a:pPr>
            <a:r>
              <a:rPr sz="1200" dirty="0">
                <a:solidFill>
                  <a:srgbClr val="8D3124"/>
                </a:solidFill>
                <a:latin typeface="Lucida Sans Unicode"/>
                <a:cs typeface="Lucida Sans Unicode"/>
              </a:rPr>
              <a:t>computing</a:t>
            </a:r>
            <a:r>
              <a:rPr sz="1200" spc="-30" dirty="0">
                <a:solidFill>
                  <a:srgbClr val="8D3124"/>
                </a:solidFill>
                <a:latin typeface="Lucida Sans Unicode"/>
                <a:cs typeface="Lucida Sans Unicode"/>
              </a:rPr>
              <a:t> </a:t>
            </a:r>
            <a:r>
              <a:rPr sz="1200" dirty="0">
                <a:solidFill>
                  <a:srgbClr val="8D3124"/>
                </a:solidFill>
                <a:latin typeface="Lucida Sans Unicode"/>
                <a:cs typeface="Lucida Sans Unicode"/>
              </a:rPr>
              <a:t>median</a:t>
            </a:r>
            <a:r>
              <a:rPr sz="1200" spc="-20" dirty="0">
                <a:solidFill>
                  <a:srgbClr val="8D3124"/>
                </a:solidFill>
                <a:latin typeface="Lucida Sans Unicode"/>
                <a:cs typeface="Lucida Sans Unicode"/>
              </a:rPr>
              <a:t> </a:t>
            </a:r>
            <a:r>
              <a:rPr sz="1200" dirty="0">
                <a:solidFill>
                  <a:srgbClr val="8D3124"/>
                </a:solidFill>
                <a:latin typeface="Lucida Sans Unicode"/>
                <a:cs typeface="Lucida Sans Unicode"/>
              </a:rPr>
              <a:t>of</a:t>
            </a:r>
            <a:r>
              <a:rPr sz="1200" spc="-20" dirty="0">
                <a:solidFill>
                  <a:srgbClr val="8D3124"/>
                </a:solidFill>
                <a:latin typeface="Lucida Sans Unicode"/>
                <a:cs typeface="Lucida Sans Unicode"/>
              </a:rPr>
              <a:t> </a:t>
            </a:r>
            <a:r>
              <a:rPr sz="1200" spc="-50" dirty="0">
                <a:solidFill>
                  <a:srgbClr val="8D3124"/>
                </a:solidFill>
                <a:latin typeface="Lucida Sans Unicode"/>
                <a:cs typeface="Lucida Sans Unicode"/>
              </a:rPr>
              <a:t>5 </a:t>
            </a:r>
            <a:r>
              <a:rPr sz="1200" dirty="0">
                <a:solidFill>
                  <a:srgbClr val="8D3124"/>
                </a:solidFill>
                <a:latin typeface="Lucida Sans Unicode"/>
                <a:cs typeface="Lucida Sans Unicode"/>
              </a:rPr>
              <a:t>(6</a:t>
            </a:r>
            <a:r>
              <a:rPr sz="1200" spc="-20" dirty="0">
                <a:solidFill>
                  <a:srgbClr val="8D3124"/>
                </a:solidFill>
                <a:latin typeface="Lucida Sans Unicode"/>
                <a:cs typeface="Lucida Sans Unicode"/>
              </a:rPr>
              <a:t> </a:t>
            </a:r>
            <a:r>
              <a:rPr sz="1200" dirty="0">
                <a:solidFill>
                  <a:srgbClr val="8D3124"/>
                </a:solidFill>
                <a:latin typeface="Lucida Sans Unicode"/>
                <a:cs typeface="Lucida Sans Unicode"/>
              </a:rPr>
              <a:t>compares</a:t>
            </a:r>
            <a:r>
              <a:rPr sz="1200" spc="-10" dirty="0">
                <a:solidFill>
                  <a:srgbClr val="8D3124"/>
                </a:solidFill>
                <a:latin typeface="Lucida Sans Unicode"/>
                <a:cs typeface="Lucida Sans Unicode"/>
              </a:rPr>
              <a:t> </a:t>
            </a:r>
            <a:r>
              <a:rPr sz="1200" dirty="0">
                <a:solidFill>
                  <a:srgbClr val="8D3124"/>
                </a:solidFill>
                <a:latin typeface="Lucida Sans Unicode"/>
                <a:cs typeface="Lucida Sans Unicode"/>
              </a:rPr>
              <a:t>per</a:t>
            </a:r>
            <a:r>
              <a:rPr sz="1200" spc="-5" dirty="0">
                <a:solidFill>
                  <a:srgbClr val="8D3124"/>
                </a:solidFill>
                <a:latin typeface="Lucida Sans Unicode"/>
                <a:cs typeface="Lucida Sans Unicode"/>
              </a:rPr>
              <a:t> </a:t>
            </a:r>
            <a:r>
              <a:rPr sz="1200" spc="-10" dirty="0">
                <a:solidFill>
                  <a:srgbClr val="8D3124"/>
                </a:solidFill>
                <a:latin typeface="Lucida Sans Unicode"/>
                <a:cs typeface="Lucida Sans Unicode"/>
              </a:rPr>
              <a:t>group)</a:t>
            </a:r>
            <a:endParaRPr sz="1200">
              <a:latin typeface="Lucida Sans Unicode"/>
              <a:cs typeface="Lucida Sans Unicode"/>
            </a:endParaRPr>
          </a:p>
          <a:p>
            <a:pPr marL="427990" marR="420370" indent="8255" algn="ctr">
              <a:lnSpc>
                <a:spcPct val="104299"/>
              </a:lnSpc>
              <a:spcBef>
                <a:spcPts val="605"/>
              </a:spcBef>
            </a:pPr>
            <a:r>
              <a:rPr sz="1200" spc="-10" dirty="0">
                <a:solidFill>
                  <a:srgbClr val="8D3124"/>
                </a:solidFill>
                <a:latin typeface="Lucida Sans Unicode"/>
                <a:cs typeface="Lucida Sans Unicode"/>
              </a:rPr>
              <a:t>partitioning </a:t>
            </a:r>
            <a:r>
              <a:rPr sz="1200" dirty="0">
                <a:solidFill>
                  <a:srgbClr val="8D3124"/>
                </a:solidFill>
                <a:latin typeface="Lucida Sans Unicode"/>
                <a:cs typeface="Lucida Sans Unicode"/>
              </a:rPr>
              <a:t>(n</a:t>
            </a:r>
            <a:r>
              <a:rPr sz="1200" spc="-15" dirty="0">
                <a:solidFill>
                  <a:srgbClr val="8D3124"/>
                </a:solidFill>
                <a:latin typeface="Lucida Sans Unicode"/>
                <a:cs typeface="Lucida Sans Unicode"/>
              </a:rPr>
              <a:t> </a:t>
            </a:r>
            <a:r>
              <a:rPr sz="1200" spc="-10" dirty="0">
                <a:solidFill>
                  <a:srgbClr val="8D3124"/>
                </a:solidFill>
                <a:latin typeface="Lucida Sans Unicode"/>
                <a:cs typeface="Lucida Sans Unicode"/>
              </a:rPr>
              <a:t>compares)</a:t>
            </a:r>
            <a:endParaRPr sz="1200">
              <a:latin typeface="Lucida Sans Unicode"/>
              <a:cs typeface="Lucida Sans Unicode"/>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732567" y="1218991"/>
            <a:ext cx="6296025" cy="690245"/>
          </a:xfrm>
          <a:prstGeom prst="rect">
            <a:avLst/>
          </a:prstGeom>
        </p:spPr>
        <p:txBody>
          <a:bodyPr vert="horz" wrap="square" lIns="0" tIns="12700" rIns="0" bIns="0" rtlCol="0">
            <a:spAutoFit/>
          </a:bodyPr>
          <a:lstStyle/>
          <a:p>
            <a:pPr marL="25400">
              <a:lnSpc>
                <a:spcPts val="1980"/>
              </a:lnSpc>
              <a:spcBef>
                <a:spcPts val="100"/>
              </a:spcBef>
            </a:pPr>
            <a:r>
              <a:rPr sz="1800" dirty="0">
                <a:solidFill>
                  <a:srgbClr val="0048AA"/>
                </a:solidFill>
                <a:latin typeface="Lucida Sans Unicode"/>
                <a:cs typeface="Lucida Sans Unicode"/>
              </a:rPr>
              <a:t>Analysis</a:t>
            </a:r>
            <a:r>
              <a:rPr sz="1800" spc="15" dirty="0">
                <a:solidFill>
                  <a:srgbClr val="0048AA"/>
                </a:solidFill>
                <a:latin typeface="Lucida Sans Unicode"/>
                <a:cs typeface="Lucida Sans Unicode"/>
              </a:rPr>
              <a:t> </a:t>
            </a:r>
            <a:r>
              <a:rPr sz="1800" dirty="0">
                <a:solidFill>
                  <a:srgbClr val="0048AA"/>
                </a:solidFill>
                <a:latin typeface="Lucida Sans Unicode"/>
                <a:cs typeface="Lucida Sans Unicode"/>
              </a:rPr>
              <a:t>of</a:t>
            </a:r>
            <a:r>
              <a:rPr sz="1800" spc="20" dirty="0">
                <a:solidFill>
                  <a:srgbClr val="0048AA"/>
                </a:solidFill>
                <a:latin typeface="Lucida Sans Unicode"/>
                <a:cs typeface="Lucida Sans Unicode"/>
              </a:rPr>
              <a:t> </a:t>
            </a:r>
            <a:r>
              <a:rPr sz="1800" dirty="0">
                <a:solidFill>
                  <a:srgbClr val="0048AA"/>
                </a:solidFill>
                <a:latin typeface="Lucida Sans Unicode"/>
                <a:cs typeface="Lucida Sans Unicode"/>
              </a:rPr>
              <a:t>selection</a:t>
            </a:r>
            <a:r>
              <a:rPr sz="1800" spc="15" dirty="0">
                <a:solidFill>
                  <a:srgbClr val="0048AA"/>
                </a:solidFill>
                <a:latin typeface="Lucida Sans Unicode"/>
                <a:cs typeface="Lucida Sans Unicode"/>
              </a:rPr>
              <a:t> </a:t>
            </a:r>
            <a:r>
              <a:rPr sz="1800" dirty="0">
                <a:solidFill>
                  <a:srgbClr val="0048AA"/>
                </a:solidFill>
                <a:latin typeface="Lucida Sans Unicode"/>
                <a:cs typeface="Lucida Sans Unicode"/>
              </a:rPr>
              <a:t>algorithm</a:t>
            </a:r>
            <a:r>
              <a:rPr sz="1800" spc="20" dirty="0">
                <a:solidFill>
                  <a:srgbClr val="0048AA"/>
                </a:solidFill>
                <a:latin typeface="Lucida Sans Unicode"/>
                <a:cs typeface="Lucida Sans Unicode"/>
              </a:rPr>
              <a:t> </a:t>
            </a:r>
            <a:r>
              <a:rPr sz="1800" spc="-10" dirty="0">
                <a:solidFill>
                  <a:srgbClr val="0048AA"/>
                </a:solidFill>
                <a:latin typeface="Lucida Sans Unicode"/>
                <a:cs typeface="Lucida Sans Unicode"/>
              </a:rPr>
              <a:t>recurrence.</a:t>
            </a:r>
            <a:endParaRPr sz="1800">
              <a:latin typeface="Lucida Sans Unicode"/>
              <a:cs typeface="Lucida Sans Unicode"/>
            </a:endParaRPr>
          </a:p>
          <a:p>
            <a:pPr marL="120650">
              <a:lnSpc>
                <a:spcPts val="3240"/>
              </a:lnSpc>
            </a:pPr>
            <a:r>
              <a:rPr sz="4275" spc="2175" baseline="-5847" dirty="0">
                <a:latin typeface="Yu Gothic UI"/>
                <a:cs typeface="Yu Gothic UI"/>
              </a:rPr>
              <a:t>・</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spc="55" dirty="0">
                <a:latin typeface="Times New Roman"/>
                <a:cs typeface="Times New Roman"/>
              </a:rPr>
              <a:t>) </a:t>
            </a:r>
            <a:r>
              <a:rPr sz="1800" spc="-145" dirty="0">
                <a:latin typeface="Lucida Sans Unicode"/>
                <a:cs typeface="Lucida Sans Unicode"/>
              </a:rPr>
              <a:t>= </a:t>
            </a:r>
            <a:r>
              <a:rPr sz="1800" dirty="0">
                <a:latin typeface="Lucida Sans Unicode"/>
                <a:cs typeface="Lucida Sans Unicode"/>
              </a:rPr>
              <a:t>max # compares on an array</a:t>
            </a:r>
            <a:r>
              <a:rPr sz="1800" spc="5" dirty="0">
                <a:latin typeface="Lucida Sans Unicode"/>
                <a:cs typeface="Lucida Sans Unicode"/>
              </a:rPr>
              <a:t> </a:t>
            </a:r>
            <a:r>
              <a:rPr sz="1800" dirty="0">
                <a:latin typeface="Lucida Sans Unicode"/>
                <a:cs typeface="Lucida Sans Unicode"/>
              </a:rPr>
              <a:t>of ≤ </a:t>
            </a:r>
            <a:r>
              <a:rPr sz="1800" i="1" dirty="0">
                <a:latin typeface="Times New Roman"/>
                <a:cs typeface="Times New Roman"/>
              </a:rPr>
              <a:t>n</a:t>
            </a:r>
            <a:r>
              <a:rPr sz="1800" i="1" spc="114" dirty="0">
                <a:latin typeface="Times New Roman"/>
                <a:cs typeface="Times New Roman"/>
              </a:rPr>
              <a:t> </a:t>
            </a:r>
            <a:r>
              <a:rPr sz="1800" spc="-10" dirty="0">
                <a:latin typeface="Lucida Sans Unicode"/>
                <a:cs typeface="Lucida Sans Unicode"/>
              </a:rPr>
              <a:t>elements.</a:t>
            </a:r>
            <a:endParaRPr sz="1800">
              <a:latin typeface="Lucida Sans Unicode"/>
              <a:cs typeface="Lucida Sans Unicode"/>
            </a:endParaRPr>
          </a:p>
        </p:txBody>
      </p:sp>
      <p:sp>
        <p:nvSpPr>
          <p:cNvPr id="3" name="object 3"/>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Median-</a:t>
            </a:r>
            <a:r>
              <a:rPr spc="-45" dirty="0"/>
              <a:t>of-</a:t>
            </a:r>
            <a:r>
              <a:rPr dirty="0"/>
              <a:t>medians</a:t>
            </a:r>
            <a:r>
              <a:rPr spc="100" dirty="0"/>
              <a:t> </a:t>
            </a:r>
            <a:r>
              <a:rPr dirty="0"/>
              <a:t>selection</a:t>
            </a:r>
            <a:r>
              <a:rPr spc="100" dirty="0"/>
              <a:t> </a:t>
            </a:r>
            <a:r>
              <a:rPr spc="45" dirty="0"/>
              <a:t>algorithm</a:t>
            </a:r>
            <a:r>
              <a:rPr spc="100" dirty="0"/>
              <a:t> </a:t>
            </a:r>
            <a:r>
              <a:rPr spc="-10" dirty="0"/>
              <a:t>recurrence</a:t>
            </a:r>
          </a:p>
        </p:txBody>
      </p:sp>
      <p:pic>
        <p:nvPicPr>
          <p:cNvPr id="5" name="object 5"/>
          <p:cNvPicPr/>
          <p:nvPr/>
        </p:nvPicPr>
        <p:blipFill>
          <a:blip r:embed="rId2" cstate="print"/>
          <a:stretch>
            <a:fillRect/>
          </a:stretch>
        </p:blipFill>
        <p:spPr>
          <a:xfrm>
            <a:off x="5999479" y="2967911"/>
            <a:ext cx="154432" cy="203358"/>
          </a:xfrm>
          <a:prstGeom prst="rect">
            <a:avLst/>
          </a:prstGeom>
        </p:spPr>
      </p:pic>
      <p:sp>
        <p:nvSpPr>
          <p:cNvPr id="6" name="object 6"/>
          <p:cNvSpPr txBox="1"/>
          <p:nvPr/>
        </p:nvSpPr>
        <p:spPr>
          <a:xfrm>
            <a:off x="5908294" y="2824480"/>
            <a:ext cx="467359" cy="386715"/>
          </a:xfrm>
          <a:prstGeom prst="rect">
            <a:avLst/>
          </a:prstGeom>
        </p:spPr>
        <p:txBody>
          <a:bodyPr vert="horz" wrap="square" lIns="0" tIns="16510" rIns="0" bIns="0" rtlCol="0">
            <a:spAutoFit/>
          </a:bodyPr>
          <a:lstStyle/>
          <a:p>
            <a:pPr marL="38100">
              <a:lnSpc>
                <a:spcPts val="1855"/>
              </a:lnSpc>
              <a:spcBef>
                <a:spcPts val="130"/>
              </a:spcBef>
              <a:tabLst>
                <a:tab pos="313055" algn="l"/>
              </a:tabLst>
            </a:pPr>
            <a:r>
              <a:rPr sz="1050" spc="-25" dirty="0">
                <a:latin typeface="Times New Roman"/>
                <a:cs typeface="Times New Roman"/>
              </a:rPr>
              <a:t>11</a:t>
            </a:r>
            <a:r>
              <a:rPr sz="1050" dirty="0">
                <a:latin typeface="Times New Roman"/>
                <a:cs typeface="Times New Roman"/>
              </a:rPr>
              <a:t>	</a:t>
            </a:r>
            <a:r>
              <a:rPr sz="2700" i="1" spc="-75" baseline="-16975" dirty="0">
                <a:latin typeface="Times New Roman"/>
                <a:cs typeface="Times New Roman"/>
              </a:rPr>
              <a:t>n</a:t>
            </a:r>
            <a:endParaRPr sz="2700" baseline="-16975">
              <a:latin typeface="Times New Roman"/>
              <a:cs typeface="Times New Roman"/>
            </a:endParaRPr>
          </a:p>
          <a:p>
            <a:pPr marR="26034" algn="ctr">
              <a:lnSpc>
                <a:spcPts val="955"/>
              </a:lnSpc>
            </a:pPr>
            <a:r>
              <a:rPr sz="1050" spc="-50" dirty="0">
                <a:latin typeface="Times New Roman"/>
                <a:cs typeface="Times New Roman"/>
              </a:rPr>
              <a:t>5</a:t>
            </a:r>
            <a:endParaRPr sz="1050">
              <a:latin typeface="Times New Roman"/>
              <a:cs typeface="Times New Roman"/>
            </a:endParaRPr>
          </a:p>
        </p:txBody>
      </p:sp>
      <p:sp>
        <p:nvSpPr>
          <p:cNvPr id="7" name="object 7"/>
          <p:cNvSpPr txBox="1"/>
          <p:nvPr/>
        </p:nvSpPr>
        <p:spPr>
          <a:xfrm>
            <a:off x="6546595" y="2473928"/>
            <a:ext cx="926465" cy="722630"/>
          </a:xfrm>
          <a:prstGeom prst="rect">
            <a:avLst/>
          </a:prstGeom>
        </p:spPr>
        <p:txBody>
          <a:bodyPr vert="horz" wrap="square" lIns="0" tIns="11430" rIns="0" bIns="0" rtlCol="0">
            <a:spAutoFit/>
          </a:bodyPr>
          <a:lstStyle/>
          <a:p>
            <a:pPr marL="12700" marR="5080">
              <a:lnSpc>
                <a:spcPct val="127099"/>
              </a:lnSpc>
              <a:spcBef>
                <a:spcPts val="90"/>
              </a:spcBef>
            </a:pPr>
            <a:r>
              <a:rPr sz="1800" dirty="0">
                <a:latin typeface="Times New Roman"/>
                <a:cs typeface="Times New Roman"/>
              </a:rPr>
              <a:t>if</a:t>
            </a:r>
            <a:r>
              <a:rPr sz="1800" spc="455" dirty="0">
                <a:latin typeface="Times New Roman"/>
                <a:cs typeface="Times New Roman"/>
              </a:rPr>
              <a:t> </a:t>
            </a:r>
            <a:r>
              <a:rPr sz="1800" i="1" dirty="0">
                <a:latin typeface="Times New Roman"/>
                <a:cs typeface="Times New Roman"/>
              </a:rPr>
              <a:t>n</a:t>
            </a:r>
            <a:r>
              <a:rPr sz="1800" i="1" spc="85" dirty="0">
                <a:latin typeface="Times New Roman"/>
                <a:cs typeface="Times New Roman"/>
              </a:rPr>
              <a:t> </a:t>
            </a:r>
            <a:r>
              <a:rPr sz="1800" dirty="0">
                <a:latin typeface="Symbol"/>
                <a:cs typeface="Symbol"/>
              </a:rPr>
              <a:t></a:t>
            </a:r>
            <a:r>
              <a:rPr sz="1800" spc="-80" dirty="0">
                <a:latin typeface="Times New Roman"/>
                <a:cs typeface="Times New Roman"/>
              </a:rPr>
              <a:t> </a:t>
            </a:r>
            <a:r>
              <a:rPr sz="1800" spc="-35" dirty="0">
                <a:latin typeface="Times New Roman"/>
                <a:cs typeface="Times New Roman"/>
              </a:rPr>
              <a:t>50 </a:t>
            </a:r>
            <a:r>
              <a:rPr sz="1800" spc="-10" dirty="0">
                <a:latin typeface="Times New Roman"/>
                <a:cs typeface="Times New Roman"/>
              </a:rPr>
              <a:t>otherwise</a:t>
            </a:r>
            <a:endParaRPr sz="1800">
              <a:latin typeface="Times New Roman"/>
              <a:cs typeface="Times New Roman"/>
            </a:endParaRPr>
          </a:p>
        </p:txBody>
      </p:sp>
      <p:sp>
        <p:nvSpPr>
          <p:cNvPr id="8" name="object 8"/>
          <p:cNvSpPr txBox="1"/>
          <p:nvPr/>
        </p:nvSpPr>
        <p:spPr>
          <a:xfrm>
            <a:off x="1865376" y="2727642"/>
            <a:ext cx="916940" cy="304800"/>
          </a:xfrm>
          <a:prstGeom prst="rect">
            <a:avLst/>
          </a:prstGeom>
        </p:spPr>
        <p:txBody>
          <a:bodyPr vert="horz" wrap="square" lIns="0" tIns="16510" rIns="0" bIns="0" rtlCol="0">
            <a:spAutoFit/>
          </a:bodyPr>
          <a:lstStyle/>
          <a:p>
            <a:pPr marL="12700">
              <a:lnSpc>
                <a:spcPct val="100000"/>
              </a:lnSpc>
              <a:spcBef>
                <a:spcPts val="130"/>
              </a:spcBef>
            </a:pPr>
            <a:r>
              <a:rPr sz="1800" dirty="0">
                <a:latin typeface="Times New Roman"/>
                <a:cs typeface="Times New Roman"/>
              </a:rPr>
              <a:t>T(</a:t>
            </a:r>
            <a:r>
              <a:rPr sz="1800" i="1" dirty="0">
                <a:latin typeface="Times New Roman"/>
                <a:cs typeface="Times New Roman"/>
              </a:rPr>
              <a:t>n</a:t>
            </a:r>
            <a:r>
              <a:rPr sz="1800" dirty="0">
                <a:latin typeface="Times New Roman"/>
                <a:cs typeface="Times New Roman"/>
              </a:rPr>
              <a:t>)</a:t>
            </a:r>
            <a:r>
              <a:rPr sz="1800" spc="50" dirty="0">
                <a:latin typeface="Times New Roman"/>
                <a:cs typeface="Times New Roman"/>
              </a:rPr>
              <a:t>  </a:t>
            </a:r>
            <a:r>
              <a:rPr sz="1800" dirty="0">
                <a:latin typeface="Symbol"/>
                <a:cs typeface="Symbol"/>
              </a:rPr>
              <a:t></a:t>
            </a:r>
            <a:r>
              <a:rPr sz="1800" spc="450" dirty="0">
                <a:latin typeface="Times New Roman"/>
                <a:cs typeface="Times New Roman"/>
              </a:rPr>
              <a:t> </a:t>
            </a:r>
            <a:r>
              <a:rPr sz="2700" spc="-75" baseline="1543" dirty="0">
                <a:latin typeface="Symbol"/>
                <a:cs typeface="Symbol"/>
              </a:rPr>
              <a:t></a:t>
            </a:r>
            <a:endParaRPr sz="2700" baseline="1543">
              <a:latin typeface="Symbol"/>
              <a:cs typeface="Symbol"/>
            </a:endParaRPr>
          </a:p>
        </p:txBody>
      </p:sp>
      <p:sp>
        <p:nvSpPr>
          <p:cNvPr id="9" name="object 9"/>
          <p:cNvSpPr txBox="1"/>
          <p:nvPr/>
        </p:nvSpPr>
        <p:spPr>
          <a:xfrm>
            <a:off x="815241" y="1806495"/>
            <a:ext cx="5064760" cy="1391920"/>
          </a:xfrm>
          <a:prstGeom prst="rect">
            <a:avLst/>
          </a:prstGeom>
        </p:spPr>
        <p:txBody>
          <a:bodyPr vert="horz" wrap="square" lIns="0" tIns="16510" rIns="0" bIns="0" rtlCol="0">
            <a:spAutoFit/>
          </a:bodyPr>
          <a:lstStyle/>
          <a:p>
            <a:pPr marL="38100">
              <a:lnSpc>
                <a:spcPct val="100000"/>
              </a:lnSpc>
              <a:spcBef>
                <a:spcPts val="130"/>
              </a:spcBef>
            </a:pPr>
            <a:r>
              <a:rPr sz="4275" spc="2175" baseline="-7797" dirty="0">
                <a:latin typeface="Yu Gothic UI"/>
                <a:cs typeface="Yu Gothic UI"/>
              </a:rPr>
              <a:t>・</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spc="55" dirty="0">
                <a:latin typeface="Times New Roman"/>
                <a:cs typeface="Times New Roman"/>
              </a:rPr>
              <a:t>) </a:t>
            </a:r>
            <a:r>
              <a:rPr sz="1800" dirty="0">
                <a:latin typeface="Lucida Sans Unicode"/>
                <a:cs typeface="Lucida Sans Unicode"/>
              </a:rPr>
              <a:t>is monotone, but </a:t>
            </a:r>
            <a:r>
              <a:rPr sz="1800" i="1" dirty="0">
                <a:latin typeface="Times New Roman"/>
                <a:cs typeface="Times New Roman"/>
              </a:rPr>
              <a:t>C</a:t>
            </a:r>
            <a:r>
              <a:rPr sz="1800" dirty="0">
                <a:latin typeface="Times New Roman"/>
                <a:cs typeface="Times New Roman"/>
              </a:rPr>
              <a:t>(</a:t>
            </a:r>
            <a:r>
              <a:rPr sz="1800" i="1" dirty="0">
                <a:latin typeface="Times New Roman"/>
                <a:cs typeface="Times New Roman"/>
              </a:rPr>
              <a:t>n</a:t>
            </a:r>
            <a:r>
              <a:rPr sz="1800" spc="55" dirty="0">
                <a:latin typeface="Times New Roman"/>
                <a:cs typeface="Times New Roman"/>
              </a:rPr>
              <a:t>) </a:t>
            </a:r>
            <a:r>
              <a:rPr sz="1800" dirty="0">
                <a:latin typeface="Lucida Sans Unicode"/>
                <a:cs typeface="Lucida Sans Unicode"/>
              </a:rPr>
              <a:t>is </a:t>
            </a:r>
            <a:r>
              <a:rPr sz="1800" spc="-20" dirty="0">
                <a:latin typeface="Lucida Sans Unicode"/>
                <a:cs typeface="Lucida Sans Unicode"/>
              </a:rPr>
              <a:t>not!</a:t>
            </a:r>
            <a:endParaRPr sz="1800">
              <a:latin typeface="Lucida Sans Unicode"/>
              <a:cs typeface="Lucida Sans Unicode"/>
            </a:endParaRPr>
          </a:p>
          <a:p>
            <a:pPr marL="1839595">
              <a:lnSpc>
                <a:spcPct val="100000"/>
              </a:lnSpc>
              <a:spcBef>
                <a:spcPts val="2385"/>
              </a:spcBef>
            </a:pPr>
            <a:r>
              <a:rPr sz="2700" baseline="4629" dirty="0">
                <a:latin typeface="Symbol"/>
                <a:cs typeface="Symbol"/>
              </a:rPr>
              <a:t></a:t>
            </a:r>
            <a:r>
              <a:rPr sz="2700" spc="120" baseline="4629" dirty="0">
                <a:latin typeface="Times New Roman"/>
                <a:cs typeface="Times New Roman"/>
              </a:rPr>
              <a:t> </a:t>
            </a:r>
            <a:r>
              <a:rPr sz="1800" dirty="0">
                <a:latin typeface="Times New Roman"/>
                <a:cs typeface="Times New Roman"/>
              </a:rPr>
              <a:t>6</a:t>
            </a:r>
            <a:r>
              <a:rPr sz="1800" spc="-220" dirty="0">
                <a:latin typeface="Times New Roman"/>
                <a:cs typeface="Times New Roman"/>
              </a:rPr>
              <a:t> </a:t>
            </a:r>
            <a:r>
              <a:rPr sz="1800" i="1" spc="-50" dirty="0">
                <a:latin typeface="Times New Roman"/>
                <a:cs typeface="Times New Roman"/>
              </a:rPr>
              <a:t>n</a:t>
            </a:r>
            <a:endParaRPr sz="1800">
              <a:latin typeface="Times New Roman"/>
              <a:cs typeface="Times New Roman"/>
            </a:endParaRPr>
          </a:p>
          <a:p>
            <a:pPr marL="1839595">
              <a:lnSpc>
                <a:spcPct val="100000"/>
              </a:lnSpc>
              <a:spcBef>
                <a:spcPts val="535"/>
              </a:spcBef>
            </a:pPr>
            <a:r>
              <a:rPr sz="2700" baseline="-6172" dirty="0">
                <a:latin typeface="Symbol"/>
                <a:cs typeface="Symbol"/>
              </a:rPr>
              <a:t></a:t>
            </a:r>
            <a:r>
              <a:rPr sz="2700" spc="120" baseline="-6172" dirty="0">
                <a:latin typeface="Times New Roman"/>
                <a:cs typeface="Times New Roman"/>
              </a:rPr>
              <a:t> </a:t>
            </a:r>
            <a:r>
              <a:rPr sz="1800" i="1" spc="70" dirty="0">
                <a:latin typeface="Times New Roman"/>
                <a:cs typeface="Times New Roman"/>
              </a:rPr>
              <a:t>T</a:t>
            </a:r>
            <a:r>
              <a:rPr sz="1800" spc="70" dirty="0">
                <a:latin typeface="Times New Roman"/>
                <a:cs typeface="Times New Roman"/>
              </a:rPr>
              <a:t>(</a:t>
            </a:r>
            <a:r>
              <a:rPr sz="1800" spc="-220" dirty="0">
                <a:latin typeface="Times New Roman"/>
                <a:cs typeface="Times New Roman"/>
              </a:rPr>
              <a:t> </a:t>
            </a:r>
            <a:r>
              <a:rPr sz="2775" baseline="-7507" dirty="0">
                <a:latin typeface="Symbol"/>
                <a:cs typeface="Symbol"/>
              </a:rPr>
              <a:t></a:t>
            </a:r>
            <a:r>
              <a:rPr sz="1800" i="1" dirty="0">
                <a:latin typeface="Times New Roman"/>
                <a:cs typeface="Times New Roman"/>
              </a:rPr>
              <a:t>n</a:t>
            </a:r>
            <a:r>
              <a:rPr sz="1800" i="1" spc="-140" dirty="0">
                <a:latin typeface="Times New Roman"/>
                <a:cs typeface="Times New Roman"/>
              </a:rPr>
              <a:t> </a:t>
            </a:r>
            <a:r>
              <a:rPr sz="1800" spc="55" dirty="0">
                <a:latin typeface="Times New Roman"/>
                <a:cs typeface="Times New Roman"/>
              </a:rPr>
              <a:t>/5</a:t>
            </a:r>
            <a:r>
              <a:rPr sz="2775" spc="82" baseline="-7507" dirty="0">
                <a:latin typeface="Symbol"/>
                <a:cs typeface="Symbol"/>
              </a:rPr>
              <a:t></a:t>
            </a:r>
            <a:r>
              <a:rPr sz="2775" spc="-142" baseline="-7507" dirty="0">
                <a:latin typeface="Times New Roman"/>
                <a:cs typeface="Times New Roman"/>
              </a:rPr>
              <a:t> </a:t>
            </a:r>
            <a:r>
              <a:rPr sz="1800" dirty="0">
                <a:latin typeface="Times New Roman"/>
                <a:cs typeface="Times New Roman"/>
              </a:rPr>
              <a:t>)</a:t>
            </a:r>
            <a:r>
              <a:rPr sz="1800" spc="484" dirty="0">
                <a:latin typeface="Times New Roman"/>
                <a:cs typeface="Times New Roman"/>
              </a:rPr>
              <a:t> </a:t>
            </a:r>
            <a:r>
              <a:rPr sz="1800" dirty="0">
                <a:latin typeface="Symbol"/>
                <a:cs typeface="Symbol"/>
              </a:rPr>
              <a:t></a:t>
            </a:r>
            <a:r>
              <a:rPr sz="1800" spc="465" dirty="0">
                <a:latin typeface="Times New Roman"/>
                <a:cs typeface="Times New Roman"/>
              </a:rPr>
              <a:t> </a:t>
            </a:r>
            <a:r>
              <a:rPr sz="1800" i="1" spc="65" dirty="0">
                <a:latin typeface="Times New Roman"/>
                <a:cs typeface="Times New Roman"/>
              </a:rPr>
              <a:t>T</a:t>
            </a:r>
            <a:r>
              <a:rPr sz="1800" spc="65" dirty="0">
                <a:latin typeface="Times New Roman"/>
                <a:cs typeface="Times New Roman"/>
              </a:rPr>
              <a:t>(</a:t>
            </a:r>
            <a:r>
              <a:rPr sz="1800" i="1" spc="65" dirty="0">
                <a:latin typeface="Times New Roman"/>
                <a:cs typeface="Times New Roman"/>
              </a:rPr>
              <a:t>n</a:t>
            </a:r>
            <a:r>
              <a:rPr sz="1800" i="1" spc="95" dirty="0">
                <a:latin typeface="Times New Roman"/>
                <a:cs typeface="Times New Roman"/>
              </a:rPr>
              <a:t> </a:t>
            </a:r>
            <a:r>
              <a:rPr sz="1800" dirty="0">
                <a:latin typeface="Symbol"/>
                <a:cs typeface="Symbol"/>
              </a:rPr>
              <a:t></a:t>
            </a:r>
            <a:r>
              <a:rPr sz="1800" dirty="0">
                <a:latin typeface="Times New Roman"/>
                <a:cs typeface="Times New Roman"/>
              </a:rPr>
              <a:t> </a:t>
            </a:r>
            <a:r>
              <a:rPr sz="1800" spc="60" dirty="0">
                <a:latin typeface="Times New Roman"/>
                <a:cs typeface="Times New Roman"/>
              </a:rPr>
              <a:t>3</a:t>
            </a:r>
            <a:r>
              <a:rPr sz="2775" spc="89" baseline="-7507" dirty="0">
                <a:latin typeface="Symbol"/>
                <a:cs typeface="Symbol"/>
              </a:rPr>
              <a:t></a:t>
            </a:r>
            <a:r>
              <a:rPr sz="1800" i="1" spc="60" dirty="0">
                <a:latin typeface="Times New Roman"/>
                <a:cs typeface="Times New Roman"/>
              </a:rPr>
              <a:t>n</a:t>
            </a:r>
            <a:r>
              <a:rPr sz="1800" i="1" spc="-145" dirty="0">
                <a:latin typeface="Times New Roman"/>
                <a:cs typeface="Times New Roman"/>
              </a:rPr>
              <a:t> </a:t>
            </a:r>
            <a:r>
              <a:rPr sz="1800" dirty="0">
                <a:latin typeface="Times New Roman"/>
                <a:cs typeface="Times New Roman"/>
              </a:rPr>
              <a:t>/10</a:t>
            </a:r>
            <a:r>
              <a:rPr sz="2775" baseline="-7507" dirty="0">
                <a:latin typeface="Symbol"/>
                <a:cs typeface="Symbol"/>
              </a:rPr>
              <a:t></a:t>
            </a:r>
            <a:r>
              <a:rPr sz="2775" spc="-135" baseline="-7507" dirty="0">
                <a:latin typeface="Times New Roman"/>
                <a:cs typeface="Times New Roman"/>
              </a:rPr>
              <a:t> </a:t>
            </a:r>
            <a:r>
              <a:rPr sz="1800" dirty="0">
                <a:latin typeface="Times New Roman"/>
                <a:cs typeface="Times New Roman"/>
              </a:rPr>
              <a:t>)</a:t>
            </a:r>
            <a:r>
              <a:rPr sz="1800" spc="480" dirty="0">
                <a:latin typeface="Times New Roman"/>
                <a:cs typeface="Times New Roman"/>
              </a:rPr>
              <a:t> </a:t>
            </a:r>
            <a:r>
              <a:rPr sz="1800" spc="-50" dirty="0">
                <a:latin typeface="Symbol"/>
                <a:cs typeface="Symbol"/>
              </a:rPr>
              <a:t></a:t>
            </a:r>
            <a:endParaRPr sz="1800">
              <a:latin typeface="Symbol"/>
              <a:cs typeface="Symbol"/>
            </a:endParaRPr>
          </a:p>
        </p:txBody>
      </p:sp>
      <p:sp>
        <p:nvSpPr>
          <p:cNvPr id="10" name="object 10"/>
          <p:cNvSpPr txBox="1"/>
          <p:nvPr/>
        </p:nvSpPr>
        <p:spPr>
          <a:xfrm>
            <a:off x="681767" y="3755940"/>
            <a:ext cx="6308725" cy="2455545"/>
          </a:xfrm>
          <a:prstGeom prst="rect">
            <a:avLst/>
          </a:prstGeom>
        </p:spPr>
        <p:txBody>
          <a:bodyPr vert="horz" wrap="square" lIns="0" tIns="12700" rIns="0" bIns="0" rtlCol="0">
            <a:spAutoFit/>
          </a:bodyPr>
          <a:lstStyle/>
          <a:p>
            <a:pPr marL="76200">
              <a:lnSpc>
                <a:spcPts val="1980"/>
              </a:lnSpc>
              <a:spcBef>
                <a:spcPts val="100"/>
              </a:spcBef>
              <a:tabLst>
                <a:tab pos="923925" algn="l"/>
              </a:tabLst>
            </a:pPr>
            <a:r>
              <a:rPr sz="1800" spc="-10" dirty="0">
                <a:solidFill>
                  <a:srgbClr val="0048AA"/>
                </a:solidFill>
                <a:latin typeface="Lucida Sans Unicode"/>
                <a:cs typeface="Lucida Sans Unicode"/>
              </a:rPr>
              <a:t>Claim.</a:t>
            </a:r>
            <a:r>
              <a:rPr sz="1800" dirty="0">
                <a:solidFill>
                  <a:srgbClr val="0048AA"/>
                </a:solidFill>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44</a:t>
            </a:r>
            <a:r>
              <a:rPr sz="1800" spc="-150" dirty="0">
                <a:latin typeface="Times New Roman"/>
                <a:cs typeface="Times New Roman"/>
              </a:rPr>
              <a:t> </a:t>
            </a:r>
            <a:r>
              <a:rPr sz="1800" i="1" spc="-25" dirty="0">
                <a:latin typeface="Times New Roman"/>
                <a:cs typeface="Times New Roman"/>
              </a:rPr>
              <a:t>n</a:t>
            </a:r>
            <a:r>
              <a:rPr sz="1800" spc="-25" dirty="0">
                <a:latin typeface="Lucida Sans Unicode"/>
                <a:cs typeface="Lucida Sans Unicode"/>
              </a:rPr>
              <a:t>.</a:t>
            </a:r>
            <a:endParaRPr sz="1800">
              <a:latin typeface="Lucida Sans Unicode"/>
              <a:cs typeface="Lucida Sans Unicode"/>
            </a:endParaRPr>
          </a:p>
          <a:p>
            <a:pPr marL="171450">
              <a:lnSpc>
                <a:spcPts val="2960"/>
              </a:lnSpc>
              <a:tabLst>
                <a:tab pos="1818005" algn="l"/>
              </a:tabLst>
            </a:pPr>
            <a:r>
              <a:rPr sz="4275" spc="2175" baseline="-7797" dirty="0">
                <a:latin typeface="Yu Gothic UI"/>
                <a:cs typeface="Yu Gothic UI"/>
              </a:rPr>
              <a:t>・</a:t>
            </a:r>
            <a:r>
              <a:rPr sz="1800" dirty="0">
                <a:latin typeface="Lucida Sans Unicode"/>
                <a:cs typeface="Lucida Sans Unicode"/>
              </a:rPr>
              <a:t>Base </a:t>
            </a:r>
            <a:r>
              <a:rPr sz="1800" spc="-10" dirty="0">
                <a:latin typeface="Lucida Sans Unicode"/>
                <a:cs typeface="Lucida Sans Unicode"/>
              </a:rPr>
              <a:t>case:</a:t>
            </a:r>
            <a:r>
              <a:rPr sz="1800" dirty="0">
                <a:latin typeface="Lucida Sans Unicode"/>
                <a:cs typeface="Lucida Sans Unicode"/>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6</a:t>
            </a:r>
            <a:r>
              <a:rPr sz="1800" spc="-150" dirty="0">
                <a:latin typeface="Times New Roman"/>
                <a:cs typeface="Times New Roman"/>
              </a:rPr>
              <a:t> </a:t>
            </a:r>
            <a:r>
              <a:rPr sz="1800" i="1" dirty="0">
                <a:latin typeface="Times New Roman"/>
                <a:cs typeface="Times New Roman"/>
              </a:rPr>
              <a:t>n</a:t>
            </a:r>
            <a:r>
              <a:rPr sz="1800" i="1" spc="114" dirty="0">
                <a:latin typeface="Times New Roman"/>
                <a:cs typeface="Times New Roman"/>
              </a:rPr>
              <a:t> </a:t>
            </a:r>
            <a:r>
              <a:rPr sz="1800" dirty="0">
                <a:latin typeface="Lucida Sans Unicode"/>
                <a:cs typeface="Lucida Sans Unicode"/>
              </a:rPr>
              <a:t>for </a:t>
            </a:r>
            <a:r>
              <a:rPr sz="1800" i="1" dirty="0">
                <a:latin typeface="Times New Roman"/>
                <a:cs typeface="Times New Roman"/>
              </a:rPr>
              <a:t>n</a:t>
            </a:r>
            <a:r>
              <a:rPr sz="1800" i="1" spc="450" dirty="0">
                <a:latin typeface="Times New Roman"/>
                <a:cs typeface="Times New Roman"/>
              </a:rPr>
              <a:t> </a:t>
            </a:r>
            <a:r>
              <a:rPr sz="1800" dirty="0">
                <a:latin typeface="Times New Roman"/>
                <a:cs typeface="Times New Roman"/>
              </a:rPr>
              <a:t>&lt;</a:t>
            </a:r>
            <a:r>
              <a:rPr sz="1800" spc="450" dirty="0">
                <a:latin typeface="Times New Roman"/>
                <a:cs typeface="Times New Roman"/>
              </a:rPr>
              <a:t> </a:t>
            </a:r>
            <a:r>
              <a:rPr sz="1800" dirty="0">
                <a:latin typeface="Times New Roman"/>
                <a:cs typeface="Times New Roman"/>
              </a:rPr>
              <a:t>50</a:t>
            </a:r>
            <a:r>
              <a:rPr sz="1800" spc="114" dirty="0">
                <a:latin typeface="Times New Roman"/>
                <a:cs typeface="Times New Roman"/>
              </a:rPr>
              <a:t> </a:t>
            </a:r>
            <a:r>
              <a:rPr sz="1800" spc="-10" dirty="0">
                <a:latin typeface="Lucida Sans Unicode"/>
                <a:cs typeface="Lucida Sans Unicode"/>
              </a:rPr>
              <a:t>(mergesort).</a:t>
            </a:r>
            <a:endParaRPr sz="1800">
              <a:latin typeface="Lucida Sans Unicode"/>
              <a:cs typeface="Lucida Sans Unicode"/>
            </a:endParaRPr>
          </a:p>
          <a:p>
            <a:pPr marL="171450">
              <a:lnSpc>
                <a:spcPts val="2855"/>
              </a:lnSpc>
              <a:tabLst>
                <a:tab pos="3060700" algn="l"/>
              </a:tabLst>
            </a:pPr>
            <a:r>
              <a:rPr sz="4275" spc="2175" baseline="-7797" dirty="0">
                <a:latin typeface="Yu Gothic UI"/>
                <a:cs typeface="Yu Gothic UI"/>
              </a:rPr>
              <a:t>・</a:t>
            </a:r>
            <a:r>
              <a:rPr sz="1800" dirty="0">
                <a:latin typeface="Lucida Sans Unicode"/>
                <a:cs typeface="Lucida Sans Unicode"/>
              </a:rPr>
              <a:t>Inductive</a:t>
            </a:r>
            <a:r>
              <a:rPr sz="1800" spc="80" dirty="0">
                <a:latin typeface="Lucida Sans Unicode"/>
                <a:cs typeface="Lucida Sans Unicode"/>
              </a:rPr>
              <a:t> </a:t>
            </a:r>
            <a:r>
              <a:rPr sz="1800" spc="-10" dirty="0">
                <a:latin typeface="Lucida Sans Unicode"/>
                <a:cs typeface="Lucida Sans Unicode"/>
              </a:rPr>
              <a:t>hypothesis:</a:t>
            </a:r>
            <a:r>
              <a:rPr sz="1800" dirty="0">
                <a:latin typeface="Lucida Sans Unicode"/>
                <a:cs typeface="Lucida Sans Unicode"/>
              </a:rPr>
              <a:t>	assume true for </a:t>
            </a:r>
            <a:r>
              <a:rPr sz="1800" dirty="0">
                <a:latin typeface="Times New Roman"/>
                <a:cs typeface="Times New Roman"/>
              </a:rPr>
              <a:t>1, 2, …, </a:t>
            </a:r>
            <a:r>
              <a:rPr sz="1800" i="1" dirty="0">
                <a:latin typeface="Times New Roman"/>
                <a:cs typeface="Times New Roman"/>
              </a:rPr>
              <a:t>n </a:t>
            </a:r>
            <a:r>
              <a:rPr sz="1800" dirty="0">
                <a:latin typeface="Times New Roman"/>
                <a:cs typeface="Times New Roman"/>
              </a:rPr>
              <a:t>– </a:t>
            </a:r>
            <a:r>
              <a:rPr sz="1800" spc="-25" dirty="0">
                <a:latin typeface="Times New Roman"/>
                <a:cs typeface="Times New Roman"/>
              </a:rPr>
              <a:t>1</a:t>
            </a:r>
            <a:r>
              <a:rPr sz="1800" spc="-25" dirty="0">
                <a:latin typeface="Lucida Sans Unicode"/>
                <a:cs typeface="Lucida Sans Unicode"/>
              </a:rPr>
              <a:t>.</a:t>
            </a:r>
            <a:endParaRPr sz="1800">
              <a:latin typeface="Lucida Sans Unicode"/>
              <a:cs typeface="Lucida Sans Unicode"/>
            </a:endParaRPr>
          </a:p>
          <a:p>
            <a:pPr marL="171450">
              <a:lnSpc>
                <a:spcPts val="3135"/>
              </a:lnSpc>
              <a:tabLst>
                <a:tab pos="2347595" algn="l"/>
              </a:tabLst>
            </a:pPr>
            <a:r>
              <a:rPr sz="4275" spc="2175" baseline="-7797" dirty="0">
                <a:latin typeface="Yu Gothic UI"/>
                <a:cs typeface="Yu Gothic UI"/>
              </a:rPr>
              <a:t>・</a:t>
            </a:r>
            <a:r>
              <a:rPr sz="1800" dirty="0">
                <a:latin typeface="Lucida Sans Unicode"/>
                <a:cs typeface="Lucida Sans Unicode"/>
              </a:rPr>
              <a:t>Induction </a:t>
            </a:r>
            <a:r>
              <a:rPr sz="1800" spc="-10" dirty="0">
                <a:latin typeface="Lucida Sans Unicode"/>
                <a:cs typeface="Lucida Sans Unicode"/>
              </a:rPr>
              <a:t>step:</a:t>
            </a:r>
            <a:r>
              <a:rPr sz="1800" dirty="0">
                <a:latin typeface="Lucida Sans Unicode"/>
                <a:cs typeface="Lucida Sans Unicode"/>
              </a:rPr>
              <a:t>	for </a:t>
            </a:r>
            <a:r>
              <a:rPr sz="1800" i="1" dirty="0">
                <a:latin typeface="Times New Roman"/>
                <a:cs typeface="Times New Roman"/>
              </a:rPr>
              <a:t>n</a:t>
            </a:r>
            <a:r>
              <a:rPr sz="1800" i="1" spc="450" dirty="0">
                <a:latin typeface="Times New Roman"/>
                <a:cs typeface="Times New Roman"/>
              </a:rPr>
              <a:t> </a:t>
            </a: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50</a:t>
            </a:r>
            <a:r>
              <a:rPr sz="1800" dirty="0">
                <a:latin typeface="Lucida Sans Unicode"/>
                <a:cs typeface="Lucida Sans Unicode"/>
              </a:rPr>
              <a:t>, </a:t>
            </a:r>
            <a:r>
              <a:rPr sz="1800" spc="55" dirty="0">
                <a:latin typeface="Lucida Sans Unicode"/>
                <a:cs typeface="Lucida Sans Unicode"/>
              </a:rPr>
              <a:t>we</a:t>
            </a:r>
            <a:r>
              <a:rPr sz="1800" dirty="0">
                <a:latin typeface="Lucida Sans Unicode"/>
                <a:cs typeface="Lucida Sans Unicode"/>
              </a:rPr>
              <a:t> </a:t>
            </a:r>
            <a:r>
              <a:rPr sz="1800" spc="-10" dirty="0">
                <a:latin typeface="Lucida Sans Unicode"/>
                <a:cs typeface="Lucida Sans Unicode"/>
              </a:rPr>
              <a:t>have:</a:t>
            </a:r>
            <a:endParaRPr sz="1800">
              <a:latin typeface="Lucida Sans Unicode"/>
              <a:cs typeface="Lucida Sans Unicode"/>
            </a:endParaRPr>
          </a:p>
          <a:p>
            <a:pPr marR="256540" algn="ctr">
              <a:lnSpc>
                <a:spcPct val="100000"/>
              </a:lnSpc>
              <a:spcBef>
                <a:spcPts val="2210"/>
              </a:spcBef>
              <a:tabLst>
                <a:tab pos="659130" algn="l"/>
              </a:tabLst>
            </a:pPr>
            <a:r>
              <a:rPr sz="1800" i="1" spc="-20" dirty="0">
                <a:latin typeface="Times New Roman"/>
                <a:cs typeface="Times New Roman"/>
              </a:rPr>
              <a:t>T</a:t>
            </a:r>
            <a:r>
              <a:rPr sz="1800" spc="-20" dirty="0">
                <a:latin typeface="Times New Roman"/>
                <a:cs typeface="Times New Roman"/>
              </a:rPr>
              <a:t>(</a:t>
            </a:r>
            <a:r>
              <a:rPr sz="1800" i="1" spc="-20" dirty="0">
                <a:latin typeface="Times New Roman"/>
                <a:cs typeface="Times New Roman"/>
              </a:rPr>
              <a:t>n</a:t>
            </a:r>
            <a:r>
              <a:rPr sz="1800" spc="-20" dirty="0">
                <a:latin typeface="Times New Roman"/>
                <a:cs typeface="Times New Roman"/>
              </a:rPr>
              <a:t>)</a:t>
            </a:r>
            <a:r>
              <a:rPr sz="1800" dirty="0">
                <a:latin typeface="Times New Roman"/>
                <a:cs typeface="Times New Roman"/>
              </a:rPr>
              <a:t>	≤</a:t>
            </a:r>
            <a:r>
              <a:rPr sz="1800" spc="44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5</a:t>
            </a:r>
            <a:r>
              <a:rPr sz="1800" dirty="0">
                <a:latin typeface="Symbol"/>
                <a:cs typeface="Symbol"/>
              </a:rPr>
              <a:t></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a:t>
            </a:r>
            <a:r>
              <a:rPr sz="1800" spc="440" dirty="0">
                <a:latin typeface="Times New Roman"/>
                <a:cs typeface="Times New Roman"/>
              </a:rPr>
              <a:t> </a:t>
            </a:r>
            <a:r>
              <a:rPr sz="1800" i="1" dirty="0">
                <a:latin typeface="Times New Roman"/>
                <a:cs typeface="Times New Roman"/>
              </a:rPr>
              <a:t>T</a:t>
            </a:r>
            <a:r>
              <a:rPr sz="1800" dirty="0">
                <a:latin typeface="Times New Roman"/>
                <a:cs typeface="Times New Roman"/>
              </a:rPr>
              <a:t>(</a:t>
            </a:r>
            <a:r>
              <a:rPr sz="1800" i="1" dirty="0">
                <a:latin typeface="Times New Roman"/>
                <a:cs typeface="Times New Roman"/>
              </a:rPr>
              <a:t>n –</a:t>
            </a:r>
            <a:r>
              <a:rPr sz="1800" i="1" spc="-5" dirty="0">
                <a:latin typeface="Times New Roman"/>
                <a:cs typeface="Times New Roman"/>
              </a:rPr>
              <a:t> </a:t>
            </a:r>
            <a:r>
              <a:rPr sz="1800" dirty="0">
                <a:latin typeface="Times New Roman"/>
                <a:cs typeface="Times New Roman"/>
              </a:rPr>
              <a:t>3</a:t>
            </a:r>
            <a:r>
              <a:rPr sz="1800" spc="-5"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10</a:t>
            </a:r>
            <a:r>
              <a:rPr sz="1800" dirty="0">
                <a:latin typeface="Symbol"/>
                <a:cs typeface="Symbol"/>
              </a:rPr>
              <a:t></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11/5 </a:t>
            </a:r>
            <a:r>
              <a:rPr sz="1800" i="1" spc="-50" dirty="0">
                <a:latin typeface="Times New Roman"/>
                <a:cs typeface="Times New Roman"/>
              </a:rPr>
              <a:t>n</a:t>
            </a:r>
            <a:endParaRPr sz="1800">
              <a:latin typeface="Times New Roman"/>
              <a:cs typeface="Times New Roman"/>
            </a:endParaRPr>
          </a:p>
          <a:p>
            <a:pPr marL="1439545">
              <a:lnSpc>
                <a:spcPct val="100000"/>
              </a:lnSpc>
              <a:spcBef>
                <a:spcPts val="1670"/>
              </a:spcBef>
            </a:pP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44</a:t>
            </a:r>
            <a:r>
              <a:rPr sz="1800" spc="-5" dirty="0">
                <a:latin typeface="Times New Roman"/>
                <a:cs typeface="Times New Roman"/>
              </a:rPr>
              <a:t> </a:t>
            </a:r>
            <a:r>
              <a:rPr sz="1800" dirty="0">
                <a:latin typeface="Times New Roman"/>
                <a:cs typeface="Times New Roman"/>
              </a:rPr>
              <a:t>(</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5</a:t>
            </a:r>
            <a:r>
              <a:rPr sz="1800" dirty="0">
                <a:latin typeface="Symbol"/>
                <a:cs typeface="Symbol"/>
              </a:rPr>
              <a:t></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44 (</a:t>
            </a:r>
            <a:r>
              <a:rPr sz="1800" i="1" dirty="0">
                <a:latin typeface="Times New Roman"/>
                <a:cs typeface="Times New Roman"/>
              </a:rPr>
              <a:t>n</a:t>
            </a:r>
            <a:r>
              <a:rPr sz="1800" i="1" spc="-5" dirty="0">
                <a:latin typeface="Times New Roman"/>
                <a:cs typeface="Times New Roman"/>
              </a:rPr>
              <a:t> </a:t>
            </a:r>
            <a:r>
              <a:rPr sz="1800" i="1" dirty="0">
                <a:latin typeface="Times New Roman"/>
                <a:cs typeface="Times New Roman"/>
              </a:rPr>
              <a:t>–</a:t>
            </a:r>
            <a:r>
              <a:rPr sz="1800" i="1" spc="-5" dirty="0">
                <a:latin typeface="Times New Roman"/>
                <a:cs typeface="Times New Roman"/>
              </a:rPr>
              <a:t> </a:t>
            </a:r>
            <a:r>
              <a:rPr sz="1800" dirty="0">
                <a:latin typeface="Times New Roman"/>
                <a:cs typeface="Times New Roman"/>
              </a:rPr>
              <a:t>3</a:t>
            </a:r>
            <a:r>
              <a:rPr sz="1800" spc="-5" dirty="0">
                <a:latin typeface="Times New Roman"/>
                <a:cs typeface="Times New Roman"/>
              </a:rPr>
              <a:t> </a:t>
            </a:r>
            <a:r>
              <a:rPr sz="1800" dirty="0">
                <a:latin typeface="Symbol"/>
                <a:cs typeface="Symbol"/>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10</a:t>
            </a:r>
            <a:r>
              <a:rPr sz="1800" dirty="0">
                <a:latin typeface="Symbol"/>
                <a:cs typeface="Symbol"/>
              </a:rPr>
              <a:t></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11/5 </a:t>
            </a:r>
            <a:r>
              <a:rPr sz="1800" i="1" spc="-50" dirty="0">
                <a:latin typeface="Times New Roman"/>
                <a:cs typeface="Times New Roman"/>
              </a:rPr>
              <a:t>n</a:t>
            </a:r>
            <a:endParaRPr sz="1800">
              <a:latin typeface="Times New Roman"/>
              <a:cs typeface="Times New Roman"/>
            </a:endParaRPr>
          </a:p>
        </p:txBody>
      </p:sp>
      <p:sp>
        <p:nvSpPr>
          <p:cNvPr id="11" name="object 11"/>
          <p:cNvSpPr txBox="1"/>
          <p:nvPr/>
        </p:nvSpPr>
        <p:spPr>
          <a:xfrm>
            <a:off x="2109115" y="6416874"/>
            <a:ext cx="3834129" cy="748665"/>
          </a:xfrm>
          <a:prstGeom prst="rect">
            <a:avLst/>
          </a:prstGeom>
        </p:spPr>
        <p:txBody>
          <a:bodyPr vert="horz" wrap="square" lIns="0" tIns="12700" rIns="0" bIns="0" rtlCol="0">
            <a:spAutoFit/>
          </a:bodyPr>
          <a:lstStyle/>
          <a:p>
            <a:pPr marL="31750">
              <a:lnSpc>
                <a:spcPct val="100000"/>
              </a:lnSpc>
              <a:spcBef>
                <a:spcPts val="100"/>
              </a:spcBef>
            </a:pP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44</a:t>
            </a:r>
            <a:r>
              <a:rPr sz="1800" spc="-5"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5)</a:t>
            </a:r>
            <a:r>
              <a:rPr sz="1800" spc="440" dirty="0">
                <a:latin typeface="Times New Roman"/>
                <a:cs typeface="Times New Roman"/>
              </a:rPr>
              <a:t> </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44 </a:t>
            </a:r>
            <a:r>
              <a:rPr sz="1800" i="1" dirty="0">
                <a:latin typeface="Times New Roman"/>
                <a:cs typeface="Times New Roman"/>
              </a:rPr>
              <a:t>n</a:t>
            </a:r>
            <a:r>
              <a:rPr sz="1800" i="1" spc="-5" dirty="0">
                <a:latin typeface="Times New Roman"/>
                <a:cs typeface="Times New Roman"/>
              </a:rPr>
              <a:t> </a:t>
            </a:r>
            <a:r>
              <a:rPr sz="1800" i="1" dirty="0">
                <a:latin typeface="Times New Roman"/>
                <a:cs typeface="Times New Roman"/>
              </a:rPr>
              <a:t>–</a:t>
            </a:r>
            <a:r>
              <a:rPr sz="1800" i="1" spc="-5" dirty="0">
                <a:latin typeface="Times New Roman"/>
                <a:cs typeface="Times New Roman"/>
              </a:rPr>
              <a:t> </a:t>
            </a:r>
            <a:r>
              <a:rPr sz="1800" dirty="0">
                <a:latin typeface="Times New Roman"/>
                <a:cs typeface="Times New Roman"/>
              </a:rPr>
              <a:t>44</a:t>
            </a:r>
            <a:r>
              <a:rPr sz="1800" spc="-5"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i="1" spc="-5" dirty="0">
                <a:latin typeface="Times New Roman"/>
                <a:cs typeface="Times New Roman"/>
              </a:rPr>
              <a:t> </a:t>
            </a:r>
            <a:r>
              <a:rPr sz="1800" dirty="0">
                <a:latin typeface="Times New Roman"/>
                <a:cs typeface="Times New Roman"/>
              </a:rPr>
              <a:t>/ 4)</a:t>
            </a:r>
            <a:r>
              <a:rPr sz="1800" spc="-5" dirty="0">
                <a:latin typeface="Times New Roman"/>
                <a:cs typeface="Times New Roman"/>
              </a:rPr>
              <a:t> </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11/5 </a:t>
            </a:r>
            <a:r>
              <a:rPr sz="1800" i="1" spc="-50" dirty="0">
                <a:latin typeface="Times New Roman"/>
                <a:cs typeface="Times New Roman"/>
              </a:rPr>
              <a:t>n</a:t>
            </a:r>
            <a:endParaRPr sz="1800">
              <a:latin typeface="Times New Roman"/>
              <a:cs typeface="Times New Roman"/>
            </a:endParaRPr>
          </a:p>
          <a:p>
            <a:pPr marL="12700">
              <a:lnSpc>
                <a:spcPct val="100000"/>
              </a:lnSpc>
              <a:spcBef>
                <a:spcPts val="1370"/>
              </a:spcBef>
              <a:tabLst>
                <a:tab pos="942340" algn="l"/>
              </a:tabLst>
            </a:pPr>
            <a:r>
              <a:rPr sz="1800" dirty="0">
                <a:latin typeface="Times New Roman"/>
                <a:cs typeface="Times New Roman"/>
              </a:rPr>
              <a:t>=</a:t>
            </a:r>
            <a:r>
              <a:rPr sz="1800" spc="450" dirty="0">
                <a:latin typeface="Times New Roman"/>
                <a:cs typeface="Times New Roman"/>
              </a:rPr>
              <a:t> </a:t>
            </a:r>
            <a:r>
              <a:rPr sz="1800" dirty="0">
                <a:latin typeface="Times New Roman"/>
                <a:cs typeface="Times New Roman"/>
              </a:rPr>
              <a:t>44 </a:t>
            </a:r>
            <a:r>
              <a:rPr sz="1800" i="1" spc="-25" dirty="0">
                <a:latin typeface="Times New Roman"/>
                <a:cs typeface="Times New Roman"/>
              </a:rPr>
              <a:t>n</a:t>
            </a:r>
            <a:r>
              <a:rPr sz="1800" spc="-25" dirty="0">
                <a:latin typeface="Times New Roman"/>
                <a:cs typeface="Times New Roman"/>
              </a:rPr>
              <a:t>.</a:t>
            </a:r>
            <a:r>
              <a:rPr sz="1800" dirty="0">
                <a:latin typeface="Times New Roman"/>
                <a:cs typeface="Times New Roman"/>
              </a:rPr>
              <a:t>	</a:t>
            </a:r>
            <a:r>
              <a:rPr sz="1800" spc="-50" dirty="0">
                <a:latin typeface="Lucida Sans Unicode"/>
                <a:cs typeface="Lucida Sans Unicode"/>
              </a:rPr>
              <a:t>▪</a:t>
            </a:r>
            <a:endParaRPr sz="1800">
              <a:latin typeface="Lucida Sans Unicode"/>
              <a:cs typeface="Lucida Sans Unicode"/>
            </a:endParaRPr>
          </a:p>
        </p:txBody>
      </p:sp>
      <p:grpSp>
        <p:nvGrpSpPr>
          <p:cNvPr id="12" name="object 12"/>
          <p:cNvGrpSpPr/>
          <p:nvPr/>
        </p:nvGrpSpPr>
        <p:grpSpPr>
          <a:xfrm>
            <a:off x="6108451" y="6555468"/>
            <a:ext cx="588645" cy="92075"/>
            <a:chOff x="6108451" y="6555468"/>
            <a:chExt cx="588645" cy="92075"/>
          </a:xfrm>
        </p:grpSpPr>
        <p:sp>
          <p:nvSpPr>
            <p:cNvPr id="13" name="object 13"/>
            <p:cNvSpPr/>
            <p:nvPr/>
          </p:nvSpPr>
          <p:spPr>
            <a:xfrm>
              <a:off x="6167582" y="6601240"/>
              <a:ext cx="529590" cy="635"/>
            </a:xfrm>
            <a:custGeom>
              <a:avLst/>
              <a:gdLst/>
              <a:ahLst/>
              <a:cxnLst/>
              <a:rect l="l" t="t" r="r" b="b"/>
              <a:pathLst>
                <a:path w="529590" h="634">
                  <a:moveTo>
                    <a:pt x="0" y="8"/>
                  </a:moveTo>
                  <a:lnTo>
                    <a:pt x="9537" y="8"/>
                  </a:lnTo>
                  <a:lnTo>
                    <a:pt x="529499" y="0"/>
                  </a:lnTo>
                </a:path>
              </a:pathLst>
            </a:custGeom>
            <a:ln w="19074">
              <a:solidFill>
                <a:srgbClr val="000000"/>
              </a:solidFill>
            </a:ln>
          </p:spPr>
          <p:txBody>
            <a:bodyPr wrap="square" lIns="0" tIns="0" rIns="0" bIns="0" rtlCol="0"/>
            <a:lstStyle/>
            <a:p>
              <a:endParaRPr/>
            </a:p>
          </p:txBody>
        </p:sp>
        <p:sp>
          <p:nvSpPr>
            <p:cNvPr id="14" name="object 14"/>
            <p:cNvSpPr/>
            <p:nvPr/>
          </p:nvSpPr>
          <p:spPr>
            <a:xfrm>
              <a:off x="6108451" y="6555468"/>
              <a:ext cx="92075" cy="92075"/>
            </a:xfrm>
            <a:custGeom>
              <a:avLst/>
              <a:gdLst/>
              <a:ahLst/>
              <a:cxnLst/>
              <a:rect l="l" t="t" r="r" b="b"/>
              <a:pathLst>
                <a:path w="92075" h="92075">
                  <a:moveTo>
                    <a:pt x="91559" y="0"/>
                  </a:moveTo>
                  <a:lnTo>
                    <a:pt x="0" y="45779"/>
                  </a:lnTo>
                  <a:lnTo>
                    <a:pt x="91559" y="91558"/>
                  </a:lnTo>
                  <a:lnTo>
                    <a:pt x="68668" y="45779"/>
                  </a:lnTo>
                  <a:lnTo>
                    <a:pt x="91559" y="0"/>
                  </a:lnTo>
                  <a:close/>
                </a:path>
              </a:pathLst>
            </a:custGeom>
            <a:solidFill>
              <a:srgbClr val="000000"/>
            </a:solidFill>
          </p:spPr>
          <p:txBody>
            <a:bodyPr wrap="square" lIns="0" tIns="0" rIns="0" bIns="0" rtlCol="0"/>
            <a:lstStyle/>
            <a:p>
              <a:endParaRPr/>
            </a:p>
          </p:txBody>
        </p:sp>
      </p:grpSp>
      <p:sp>
        <p:nvSpPr>
          <p:cNvPr id="15" name="object 15"/>
          <p:cNvSpPr txBox="1"/>
          <p:nvPr/>
        </p:nvSpPr>
        <p:spPr>
          <a:xfrm>
            <a:off x="6849205" y="6445487"/>
            <a:ext cx="2331085" cy="254635"/>
          </a:xfrm>
          <a:prstGeom prst="rect">
            <a:avLst/>
          </a:prstGeom>
        </p:spPr>
        <p:txBody>
          <a:bodyPr vert="horz" wrap="square" lIns="0" tIns="12700" rIns="0" bIns="0" rtlCol="0">
            <a:spAutoFit/>
          </a:bodyPr>
          <a:lstStyle/>
          <a:p>
            <a:pPr marL="12700">
              <a:lnSpc>
                <a:spcPct val="100000"/>
              </a:lnSpc>
              <a:spcBef>
                <a:spcPts val="100"/>
              </a:spcBef>
            </a:pPr>
            <a:r>
              <a:rPr sz="1500" dirty="0">
                <a:latin typeface="Times New Roman"/>
                <a:cs typeface="Times New Roman"/>
              </a:rPr>
              <a:t>for</a:t>
            </a:r>
            <a:r>
              <a:rPr sz="1500" spc="370" dirty="0">
                <a:latin typeface="Times New Roman"/>
                <a:cs typeface="Times New Roman"/>
              </a:rPr>
              <a:t> </a:t>
            </a:r>
            <a:r>
              <a:rPr sz="1500" i="1" dirty="0">
                <a:latin typeface="Times New Roman"/>
                <a:cs typeface="Times New Roman"/>
              </a:rPr>
              <a:t>n </a:t>
            </a:r>
            <a:r>
              <a:rPr sz="1500" dirty="0">
                <a:latin typeface="Times New Roman"/>
                <a:cs typeface="Times New Roman"/>
              </a:rPr>
              <a:t>≥ 50,</a:t>
            </a:r>
            <a:r>
              <a:rPr sz="1500" spc="375" dirty="0">
                <a:latin typeface="Times New Roman"/>
                <a:cs typeface="Times New Roman"/>
              </a:rPr>
              <a:t> </a:t>
            </a:r>
            <a:r>
              <a:rPr sz="1500" dirty="0">
                <a:latin typeface="Times New Roman"/>
                <a:cs typeface="Times New Roman"/>
              </a:rPr>
              <a:t>3 </a:t>
            </a:r>
            <a:r>
              <a:rPr sz="1500" dirty="0">
                <a:latin typeface="Symbol"/>
                <a:cs typeface="Symbol"/>
              </a:rPr>
              <a:t></a:t>
            </a:r>
            <a:r>
              <a:rPr sz="1500" i="1" dirty="0">
                <a:latin typeface="Times New Roman"/>
                <a:cs typeface="Times New Roman"/>
              </a:rPr>
              <a:t>n </a:t>
            </a:r>
            <a:r>
              <a:rPr sz="1500" dirty="0">
                <a:latin typeface="Times New Roman"/>
                <a:cs typeface="Times New Roman"/>
              </a:rPr>
              <a:t>/ 10</a:t>
            </a:r>
            <a:r>
              <a:rPr sz="1500" dirty="0">
                <a:latin typeface="Symbol"/>
                <a:cs typeface="Symbol"/>
              </a:rPr>
              <a:t></a:t>
            </a:r>
            <a:r>
              <a:rPr sz="1500" spc="370" dirty="0">
                <a:latin typeface="Times New Roman"/>
                <a:cs typeface="Times New Roman"/>
              </a:rPr>
              <a:t> </a:t>
            </a:r>
            <a:r>
              <a:rPr sz="1500" dirty="0">
                <a:latin typeface="Times New Roman"/>
                <a:cs typeface="Times New Roman"/>
              </a:rPr>
              <a:t>≥</a:t>
            </a:r>
            <a:r>
              <a:rPr sz="1500" spc="375" dirty="0">
                <a:latin typeface="Times New Roman"/>
                <a:cs typeface="Times New Roman"/>
              </a:rPr>
              <a:t> </a:t>
            </a:r>
            <a:r>
              <a:rPr sz="1500" i="1" dirty="0">
                <a:latin typeface="Times New Roman"/>
                <a:cs typeface="Times New Roman"/>
              </a:rPr>
              <a:t>n </a:t>
            </a:r>
            <a:r>
              <a:rPr sz="1500" dirty="0">
                <a:latin typeface="Times New Roman"/>
                <a:cs typeface="Times New Roman"/>
              </a:rPr>
              <a:t>/ </a:t>
            </a:r>
            <a:r>
              <a:rPr sz="1500" spc="-50" dirty="0">
                <a:latin typeface="Times New Roman"/>
                <a:cs typeface="Times New Roman"/>
              </a:rPr>
              <a:t>4</a:t>
            </a:r>
            <a:endParaRPr sz="1500">
              <a:latin typeface="Times New Roman"/>
              <a:cs typeface="Times New Roman"/>
            </a:endParaRPr>
          </a:p>
        </p:txBody>
      </p:sp>
      <p:sp>
        <p:nvSpPr>
          <p:cNvPr id="16" name="object 1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62</a:t>
            </a:fld>
            <a:endParaRPr spc="-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Linear-</a:t>
            </a:r>
            <a:r>
              <a:rPr dirty="0"/>
              <a:t>time</a:t>
            </a:r>
            <a:r>
              <a:rPr spc="20" dirty="0"/>
              <a:t> </a:t>
            </a:r>
            <a:r>
              <a:rPr dirty="0"/>
              <a:t>selection</a:t>
            </a:r>
            <a:r>
              <a:rPr spc="20" dirty="0"/>
              <a:t> </a:t>
            </a:r>
            <a:r>
              <a:rPr spc="-10" dirty="0"/>
              <a:t>postmortem</a:t>
            </a:r>
          </a:p>
        </p:txBody>
      </p:sp>
      <p:sp>
        <p:nvSpPr>
          <p:cNvPr id="4" name="object 4"/>
          <p:cNvSpPr txBox="1"/>
          <p:nvPr/>
        </p:nvSpPr>
        <p:spPr>
          <a:xfrm>
            <a:off x="745267" y="1131247"/>
            <a:ext cx="8428990" cy="750570"/>
          </a:xfrm>
          <a:prstGeom prst="rect">
            <a:avLst/>
          </a:prstGeom>
        </p:spPr>
        <p:txBody>
          <a:bodyPr vert="horz" wrap="square" lIns="0" tIns="12700" rIns="0" bIns="0" rtlCol="0">
            <a:spAutoFit/>
          </a:bodyPr>
          <a:lstStyle/>
          <a:p>
            <a:pPr marL="12700" marR="5080">
              <a:lnSpc>
                <a:spcPct val="132100"/>
              </a:lnSpc>
              <a:spcBef>
                <a:spcPts val="100"/>
              </a:spcBef>
              <a:tabLst>
                <a:tab pos="1487170" algn="l"/>
                <a:tab pos="57543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spc="-85" dirty="0">
                <a:solidFill>
                  <a:srgbClr val="606060"/>
                </a:solidFill>
                <a:latin typeface="Lucida Sans Unicode"/>
                <a:cs typeface="Lucida Sans Unicode"/>
              </a:rPr>
              <a:t>[Blum-Floyd-</a:t>
            </a:r>
            <a:r>
              <a:rPr sz="1800" spc="-75" dirty="0">
                <a:solidFill>
                  <a:srgbClr val="606060"/>
                </a:solidFill>
                <a:latin typeface="Lucida Sans Unicode"/>
                <a:cs typeface="Lucida Sans Unicode"/>
              </a:rPr>
              <a:t>Pratt-</a:t>
            </a:r>
            <a:r>
              <a:rPr sz="1800" spc="-80" dirty="0">
                <a:solidFill>
                  <a:srgbClr val="606060"/>
                </a:solidFill>
                <a:latin typeface="Lucida Sans Unicode"/>
                <a:cs typeface="Lucida Sans Unicode"/>
              </a:rPr>
              <a:t>Rivest-</a:t>
            </a:r>
            <a:r>
              <a:rPr sz="1800" spc="-25" dirty="0">
                <a:solidFill>
                  <a:srgbClr val="606060"/>
                </a:solidFill>
                <a:latin typeface="Lucida Sans Unicode"/>
                <a:cs typeface="Lucida Sans Unicode"/>
              </a:rPr>
              <a:t>Tarjan</a:t>
            </a:r>
            <a:r>
              <a:rPr sz="1800" spc="85" dirty="0">
                <a:solidFill>
                  <a:srgbClr val="606060"/>
                </a:solidFill>
                <a:latin typeface="Lucida Sans Unicode"/>
                <a:cs typeface="Lucida Sans Unicode"/>
              </a:rPr>
              <a:t> </a:t>
            </a:r>
            <a:r>
              <a:rPr sz="1800" spc="-10" dirty="0">
                <a:solidFill>
                  <a:srgbClr val="606060"/>
                </a:solidFill>
                <a:latin typeface="Lucida Sans Unicode"/>
                <a:cs typeface="Lucida Sans Unicode"/>
              </a:rPr>
              <a:t>1973]</a:t>
            </a:r>
            <a:r>
              <a:rPr sz="1800" dirty="0">
                <a:solidFill>
                  <a:srgbClr val="606060"/>
                </a:solidFill>
                <a:latin typeface="Lucida Sans Unicode"/>
                <a:cs typeface="Lucida Sans Unicode"/>
              </a:rPr>
              <a:t>	</a:t>
            </a:r>
            <a:r>
              <a:rPr sz="1800" dirty="0">
                <a:latin typeface="Lucida Sans Unicode"/>
                <a:cs typeface="Lucida Sans Unicode"/>
              </a:rPr>
              <a:t>There</a:t>
            </a:r>
            <a:r>
              <a:rPr sz="1800" spc="-30" dirty="0">
                <a:latin typeface="Lucida Sans Unicode"/>
                <a:cs typeface="Lucida Sans Unicode"/>
              </a:rPr>
              <a:t> </a:t>
            </a:r>
            <a:r>
              <a:rPr sz="1800" dirty="0">
                <a:latin typeface="Lucida Sans Unicode"/>
                <a:cs typeface="Lucida Sans Unicode"/>
              </a:rPr>
              <a:t>exists</a:t>
            </a:r>
            <a:r>
              <a:rPr sz="1800" spc="-15" dirty="0">
                <a:latin typeface="Lucida Sans Unicode"/>
                <a:cs typeface="Lucida Sans Unicode"/>
              </a:rPr>
              <a:t> </a:t>
            </a:r>
            <a:r>
              <a:rPr sz="1800" dirty="0">
                <a:latin typeface="Lucida Sans Unicode"/>
                <a:cs typeface="Lucida Sans Unicode"/>
              </a:rPr>
              <a:t>a</a:t>
            </a:r>
            <a:r>
              <a:rPr sz="1800" spc="-15" dirty="0">
                <a:latin typeface="Lucida Sans Unicode"/>
                <a:cs typeface="Lucida Sans Unicode"/>
              </a:rPr>
              <a:t> </a:t>
            </a:r>
            <a:r>
              <a:rPr sz="1800" spc="-60" dirty="0">
                <a:latin typeface="Lucida Sans Unicode"/>
                <a:cs typeface="Lucida Sans Unicode"/>
              </a:rPr>
              <a:t>compare- </a:t>
            </a:r>
            <a:r>
              <a:rPr sz="1800" dirty="0">
                <a:latin typeface="Lucida Sans Unicode"/>
                <a:cs typeface="Lucida Sans Unicode"/>
              </a:rPr>
              <a:t>based selection</a:t>
            </a:r>
            <a:r>
              <a:rPr sz="1800" spc="5" dirty="0">
                <a:latin typeface="Lucida Sans Unicode"/>
                <a:cs typeface="Lucida Sans Unicode"/>
              </a:rPr>
              <a:t> </a:t>
            </a:r>
            <a:r>
              <a:rPr sz="1800" dirty="0">
                <a:latin typeface="Lucida Sans Unicode"/>
                <a:cs typeface="Lucida Sans Unicode"/>
              </a:rPr>
              <a:t>algorithm</a:t>
            </a:r>
            <a:r>
              <a:rPr sz="1800" spc="5" dirty="0">
                <a:latin typeface="Lucida Sans Unicode"/>
                <a:cs typeface="Lucida Sans Unicode"/>
              </a:rPr>
              <a:t> </a:t>
            </a:r>
            <a:r>
              <a:rPr sz="1800" dirty="0">
                <a:latin typeface="Lucida Sans Unicode"/>
                <a:cs typeface="Lucida Sans Unicode"/>
              </a:rPr>
              <a:t>whose</a:t>
            </a:r>
            <a:r>
              <a:rPr sz="1800" spc="5" dirty="0">
                <a:latin typeface="Lucida Sans Unicode"/>
                <a:cs typeface="Lucida Sans Unicode"/>
              </a:rPr>
              <a:t> </a:t>
            </a:r>
            <a:r>
              <a:rPr sz="1800" spc="-45" dirty="0">
                <a:latin typeface="Lucida Sans Unicode"/>
                <a:cs typeface="Lucida Sans Unicode"/>
              </a:rPr>
              <a:t>worst-</a:t>
            </a:r>
            <a:r>
              <a:rPr sz="1800" spc="-10" dirty="0">
                <a:latin typeface="Lucida Sans Unicode"/>
                <a:cs typeface="Lucida Sans Unicode"/>
              </a:rPr>
              <a:t>case</a:t>
            </a:r>
            <a:r>
              <a:rPr sz="1800" spc="5" dirty="0">
                <a:latin typeface="Lucida Sans Unicode"/>
                <a:cs typeface="Lucida Sans Unicode"/>
              </a:rPr>
              <a:t> </a:t>
            </a:r>
            <a:r>
              <a:rPr sz="1800" dirty="0">
                <a:latin typeface="Lucida Sans Unicode"/>
                <a:cs typeface="Lucida Sans Unicode"/>
              </a:rPr>
              <a:t>running time</a:t>
            </a:r>
            <a:r>
              <a:rPr sz="1800" spc="5" dirty="0">
                <a:latin typeface="Lucida Sans Unicode"/>
                <a:cs typeface="Lucida Sans Unicode"/>
              </a:rPr>
              <a:t> </a:t>
            </a:r>
            <a:r>
              <a:rPr sz="1800" dirty="0">
                <a:latin typeface="Lucida Sans Unicode"/>
                <a:cs typeface="Lucida Sans Unicode"/>
              </a:rPr>
              <a:t>is</a:t>
            </a:r>
            <a:r>
              <a:rPr sz="1800" spc="5" dirty="0">
                <a:latin typeface="Lucida Sans Unicode"/>
                <a:cs typeface="Lucida Sans Unicode"/>
              </a:rPr>
              <a:t> </a:t>
            </a:r>
            <a:r>
              <a:rPr sz="1800" i="1" spc="-10" dirty="0">
                <a:latin typeface="Times New Roman"/>
                <a:cs typeface="Times New Roman"/>
              </a:rPr>
              <a:t>O</a:t>
            </a:r>
            <a:r>
              <a:rPr sz="1800" spc="-10" dirty="0">
                <a:latin typeface="Times New Roman"/>
                <a:cs typeface="Times New Roman"/>
              </a:rPr>
              <a:t>(</a:t>
            </a:r>
            <a:r>
              <a:rPr sz="1800" i="1" spc="-10" dirty="0">
                <a:latin typeface="Times New Roman"/>
                <a:cs typeface="Times New Roman"/>
              </a:rPr>
              <a:t>n</a:t>
            </a:r>
            <a:r>
              <a:rPr sz="1800" spc="-10" dirty="0">
                <a:latin typeface="Times New Roman"/>
                <a:cs typeface="Times New Roman"/>
              </a:rPr>
              <a:t>)</a:t>
            </a:r>
            <a:r>
              <a:rPr sz="1800" spc="-10" dirty="0">
                <a:latin typeface="Lucida Sans Unicode"/>
                <a:cs typeface="Lucida Sans Unicode"/>
              </a:rPr>
              <a:t>.</a:t>
            </a:r>
            <a:endParaRPr sz="1800">
              <a:latin typeface="Lucida Sans Unicode"/>
              <a:cs typeface="Lucida Sans Unicode"/>
            </a:endParaRPr>
          </a:p>
        </p:txBody>
      </p:sp>
      <p:sp>
        <p:nvSpPr>
          <p:cNvPr id="5" name="object 5"/>
          <p:cNvSpPr txBox="1"/>
          <p:nvPr/>
        </p:nvSpPr>
        <p:spPr>
          <a:xfrm>
            <a:off x="707167" y="5568046"/>
            <a:ext cx="7719059" cy="1415415"/>
          </a:xfrm>
          <a:prstGeom prst="rect">
            <a:avLst/>
          </a:prstGeom>
        </p:spPr>
        <p:txBody>
          <a:bodyPr vert="horz" wrap="square" lIns="0" tIns="12700" rIns="0" bIns="0" rtlCol="0">
            <a:spAutoFit/>
          </a:bodyPr>
          <a:lstStyle/>
          <a:p>
            <a:pPr marL="50800">
              <a:lnSpc>
                <a:spcPts val="1980"/>
              </a:lnSpc>
              <a:spcBef>
                <a:spcPts val="100"/>
              </a:spcBef>
            </a:pPr>
            <a:r>
              <a:rPr sz="1800" spc="-10" dirty="0">
                <a:solidFill>
                  <a:srgbClr val="0048AA"/>
                </a:solidFill>
                <a:latin typeface="Lucida Sans Unicode"/>
                <a:cs typeface="Lucida Sans Unicode"/>
              </a:rPr>
              <a:t>Theory.</a:t>
            </a:r>
            <a:endParaRPr sz="1800">
              <a:latin typeface="Lucida Sans Unicode"/>
              <a:cs typeface="Lucida Sans Unicode"/>
            </a:endParaRPr>
          </a:p>
          <a:p>
            <a:pPr marL="146050">
              <a:lnSpc>
                <a:spcPts val="2960"/>
              </a:lnSpc>
            </a:pPr>
            <a:r>
              <a:rPr sz="4275" spc="2175" baseline="-6822" dirty="0">
                <a:latin typeface="Yu Gothic UI"/>
                <a:cs typeface="Yu Gothic UI"/>
              </a:rPr>
              <a:t>・</a:t>
            </a:r>
            <a:r>
              <a:rPr sz="1800" dirty="0">
                <a:latin typeface="Lucida Sans Unicode"/>
                <a:cs typeface="Lucida Sans Unicode"/>
              </a:rPr>
              <a:t>Optimized</a:t>
            </a:r>
            <a:r>
              <a:rPr sz="1800" spc="-20" dirty="0">
                <a:latin typeface="Lucida Sans Unicode"/>
                <a:cs typeface="Lucida Sans Unicode"/>
              </a:rPr>
              <a:t> </a:t>
            </a:r>
            <a:r>
              <a:rPr sz="1800" dirty="0">
                <a:latin typeface="Lucida Sans Unicode"/>
                <a:cs typeface="Lucida Sans Unicode"/>
              </a:rPr>
              <a:t>version</a:t>
            </a:r>
            <a:r>
              <a:rPr sz="1800" spc="-15" dirty="0">
                <a:latin typeface="Lucida Sans Unicode"/>
                <a:cs typeface="Lucida Sans Unicode"/>
              </a:rPr>
              <a:t> </a:t>
            </a:r>
            <a:r>
              <a:rPr sz="1800" dirty="0">
                <a:latin typeface="Lucida Sans Unicode"/>
                <a:cs typeface="Lucida Sans Unicode"/>
              </a:rPr>
              <a:t>of</a:t>
            </a:r>
            <a:r>
              <a:rPr sz="1800" spc="-15" dirty="0">
                <a:latin typeface="Lucida Sans Unicode"/>
                <a:cs typeface="Lucida Sans Unicode"/>
              </a:rPr>
              <a:t> </a:t>
            </a:r>
            <a:r>
              <a:rPr sz="1800" spc="-25" dirty="0">
                <a:latin typeface="Lucida Sans Unicode"/>
                <a:cs typeface="Lucida Sans Unicode"/>
              </a:rPr>
              <a:t>BFPRT: </a:t>
            </a:r>
            <a:r>
              <a:rPr sz="1800" spc="210" dirty="0">
                <a:latin typeface="Times New Roman"/>
                <a:cs typeface="Times New Roman"/>
              </a:rPr>
              <a:t>≤ </a:t>
            </a:r>
            <a:r>
              <a:rPr sz="1800" dirty="0">
                <a:latin typeface="Times New Roman"/>
                <a:cs typeface="Times New Roman"/>
              </a:rPr>
              <a:t>5.4305</a:t>
            </a:r>
            <a:r>
              <a:rPr sz="1800" spc="-10" dirty="0">
                <a:latin typeface="Times New Roman"/>
                <a:cs typeface="Times New Roman"/>
              </a:rPr>
              <a:t> </a:t>
            </a:r>
            <a:r>
              <a:rPr sz="1800" i="1" dirty="0">
                <a:latin typeface="Times New Roman"/>
                <a:cs typeface="Times New Roman"/>
              </a:rPr>
              <a:t>n</a:t>
            </a:r>
            <a:r>
              <a:rPr sz="1800" i="1" spc="95" dirty="0">
                <a:latin typeface="Times New Roman"/>
                <a:cs typeface="Times New Roman"/>
              </a:rPr>
              <a:t> </a:t>
            </a:r>
            <a:r>
              <a:rPr sz="1800" spc="-10" dirty="0">
                <a:latin typeface="Lucida Sans Unicode"/>
                <a:cs typeface="Lucida Sans Unicode"/>
              </a:rPr>
              <a:t>compares.</a:t>
            </a:r>
            <a:endParaRPr sz="1800">
              <a:latin typeface="Lucida Sans Unicode"/>
              <a:cs typeface="Lucida Sans Unicode"/>
            </a:endParaRPr>
          </a:p>
          <a:p>
            <a:pPr marL="146050">
              <a:lnSpc>
                <a:spcPts val="2855"/>
              </a:lnSpc>
              <a:tabLst>
                <a:tab pos="5511165" algn="l"/>
              </a:tabLst>
            </a:pPr>
            <a:r>
              <a:rPr sz="4275" spc="2175" baseline="-6822" dirty="0">
                <a:latin typeface="Yu Gothic UI"/>
                <a:cs typeface="Yu Gothic UI"/>
              </a:rPr>
              <a:t>・</a:t>
            </a:r>
            <a:r>
              <a:rPr sz="1800" dirty="0">
                <a:latin typeface="Lucida Sans Unicode"/>
                <a:cs typeface="Lucida Sans Unicode"/>
              </a:rPr>
              <a:t>Best</a:t>
            </a:r>
            <a:r>
              <a:rPr sz="1800" spc="45" dirty="0">
                <a:latin typeface="Lucida Sans Unicode"/>
                <a:cs typeface="Lucida Sans Unicode"/>
              </a:rPr>
              <a:t> </a:t>
            </a:r>
            <a:r>
              <a:rPr sz="1800" dirty="0">
                <a:latin typeface="Lucida Sans Unicode"/>
                <a:cs typeface="Lucida Sans Unicode"/>
              </a:rPr>
              <a:t>known</a:t>
            </a:r>
            <a:r>
              <a:rPr sz="1800" spc="50" dirty="0">
                <a:latin typeface="Lucida Sans Unicode"/>
                <a:cs typeface="Lucida Sans Unicode"/>
              </a:rPr>
              <a:t> </a:t>
            </a:r>
            <a:r>
              <a:rPr sz="1800" dirty="0">
                <a:latin typeface="Lucida Sans Unicode"/>
                <a:cs typeface="Lucida Sans Unicode"/>
              </a:rPr>
              <a:t>upper</a:t>
            </a:r>
            <a:r>
              <a:rPr sz="1800" spc="50" dirty="0">
                <a:latin typeface="Lucida Sans Unicode"/>
                <a:cs typeface="Lucida Sans Unicode"/>
              </a:rPr>
              <a:t> </a:t>
            </a:r>
            <a:r>
              <a:rPr sz="1800" dirty="0">
                <a:latin typeface="Lucida Sans Unicode"/>
                <a:cs typeface="Lucida Sans Unicode"/>
              </a:rPr>
              <a:t>bound</a:t>
            </a:r>
            <a:r>
              <a:rPr sz="1800" spc="50" dirty="0">
                <a:latin typeface="Lucida Sans Unicode"/>
                <a:cs typeface="Lucida Sans Unicode"/>
              </a:rPr>
              <a:t> </a:t>
            </a:r>
            <a:r>
              <a:rPr sz="1800" spc="-120" dirty="0">
                <a:solidFill>
                  <a:srgbClr val="606060"/>
                </a:solidFill>
                <a:latin typeface="Lucida Sans Unicode"/>
                <a:cs typeface="Lucida Sans Unicode"/>
              </a:rPr>
              <a:t>[Dor-</a:t>
            </a:r>
            <a:r>
              <a:rPr sz="1800" dirty="0">
                <a:solidFill>
                  <a:srgbClr val="606060"/>
                </a:solidFill>
                <a:latin typeface="Lucida Sans Unicode"/>
                <a:cs typeface="Lucida Sans Unicode"/>
              </a:rPr>
              <a:t>Zwick</a:t>
            </a:r>
            <a:r>
              <a:rPr sz="1800" spc="45" dirty="0">
                <a:solidFill>
                  <a:srgbClr val="606060"/>
                </a:solidFill>
                <a:latin typeface="Lucida Sans Unicode"/>
                <a:cs typeface="Lucida Sans Unicode"/>
              </a:rPr>
              <a:t> </a:t>
            </a:r>
            <a:r>
              <a:rPr sz="1800" spc="-10" dirty="0">
                <a:solidFill>
                  <a:srgbClr val="606060"/>
                </a:solidFill>
                <a:latin typeface="Lucida Sans Unicode"/>
                <a:cs typeface="Lucida Sans Unicode"/>
              </a:rPr>
              <a:t>1995]</a:t>
            </a:r>
            <a:r>
              <a:rPr sz="1800" spc="-10" dirty="0">
                <a:latin typeface="Lucida Sans Unicode"/>
                <a:cs typeface="Lucida Sans Unicode"/>
              </a:rPr>
              <a:t>:</a:t>
            </a:r>
            <a:r>
              <a:rPr sz="1800" dirty="0">
                <a:latin typeface="Lucida Sans Unicode"/>
                <a:cs typeface="Lucida Sans Unicode"/>
              </a:rPr>
              <a:t>	</a:t>
            </a:r>
            <a:r>
              <a:rPr sz="1800" dirty="0">
                <a:latin typeface="Times New Roman"/>
                <a:cs typeface="Times New Roman"/>
              </a:rPr>
              <a:t>≤</a:t>
            </a:r>
            <a:r>
              <a:rPr sz="1800" spc="440" dirty="0">
                <a:latin typeface="Times New Roman"/>
                <a:cs typeface="Times New Roman"/>
              </a:rPr>
              <a:t> </a:t>
            </a:r>
            <a:r>
              <a:rPr sz="1800" dirty="0">
                <a:latin typeface="Times New Roman"/>
                <a:cs typeface="Times New Roman"/>
              </a:rPr>
              <a:t>2.95 </a:t>
            </a:r>
            <a:r>
              <a:rPr sz="1800" i="1" dirty="0">
                <a:latin typeface="Times New Roman"/>
                <a:cs typeface="Times New Roman"/>
              </a:rPr>
              <a:t>n</a:t>
            </a:r>
            <a:r>
              <a:rPr sz="1800" i="1" spc="114" dirty="0">
                <a:latin typeface="Times New Roman"/>
                <a:cs typeface="Times New Roman"/>
              </a:rPr>
              <a:t> </a:t>
            </a:r>
            <a:r>
              <a:rPr sz="1800" spc="-10" dirty="0">
                <a:latin typeface="Lucida Sans Unicode"/>
                <a:cs typeface="Lucida Sans Unicode"/>
              </a:rPr>
              <a:t>compares.</a:t>
            </a:r>
            <a:endParaRPr sz="1800">
              <a:latin typeface="Lucida Sans Unicode"/>
              <a:cs typeface="Lucida Sans Unicode"/>
            </a:endParaRPr>
          </a:p>
          <a:p>
            <a:pPr marL="146050">
              <a:lnSpc>
                <a:spcPts val="3135"/>
              </a:lnSpc>
              <a:tabLst>
                <a:tab pos="5479415" algn="l"/>
              </a:tabLst>
            </a:pPr>
            <a:r>
              <a:rPr sz="4275" spc="2175" baseline="-6822" dirty="0">
                <a:latin typeface="Yu Gothic UI"/>
                <a:cs typeface="Yu Gothic UI"/>
              </a:rPr>
              <a:t>・</a:t>
            </a:r>
            <a:r>
              <a:rPr sz="1800" dirty="0">
                <a:latin typeface="Lucida Sans Unicode"/>
                <a:cs typeface="Lucida Sans Unicode"/>
              </a:rPr>
              <a:t>Best</a:t>
            </a:r>
            <a:r>
              <a:rPr sz="1800" spc="65" dirty="0">
                <a:latin typeface="Lucida Sans Unicode"/>
                <a:cs typeface="Lucida Sans Unicode"/>
              </a:rPr>
              <a:t> </a:t>
            </a:r>
            <a:r>
              <a:rPr sz="1800" dirty="0">
                <a:latin typeface="Lucida Sans Unicode"/>
                <a:cs typeface="Lucida Sans Unicode"/>
              </a:rPr>
              <a:t>known</a:t>
            </a:r>
            <a:r>
              <a:rPr sz="1800" spc="70" dirty="0">
                <a:latin typeface="Lucida Sans Unicode"/>
                <a:cs typeface="Lucida Sans Unicode"/>
              </a:rPr>
              <a:t> </a:t>
            </a:r>
            <a:r>
              <a:rPr sz="1800" dirty="0">
                <a:latin typeface="Lucida Sans Unicode"/>
                <a:cs typeface="Lucida Sans Unicode"/>
              </a:rPr>
              <a:t>lower</a:t>
            </a:r>
            <a:r>
              <a:rPr sz="1800" spc="65" dirty="0">
                <a:latin typeface="Lucida Sans Unicode"/>
                <a:cs typeface="Lucida Sans Unicode"/>
              </a:rPr>
              <a:t> </a:t>
            </a:r>
            <a:r>
              <a:rPr sz="1800" dirty="0">
                <a:latin typeface="Lucida Sans Unicode"/>
                <a:cs typeface="Lucida Sans Unicode"/>
              </a:rPr>
              <a:t>bound</a:t>
            </a:r>
            <a:r>
              <a:rPr sz="1800" spc="70" dirty="0">
                <a:latin typeface="Lucida Sans Unicode"/>
                <a:cs typeface="Lucida Sans Unicode"/>
              </a:rPr>
              <a:t> </a:t>
            </a:r>
            <a:r>
              <a:rPr sz="1800" spc="-120" dirty="0">
                <a:solidFill>
                  <a:srgbClr val="606060"/>
                </a:solidFill>
                <a:latin typeface="Lucida Sans Unicode"/>
                <a:cs typeface="Lucida Sans Unicode"/>
              </a:rPr>
              <a:t>[Dor-</a:t>
            </a:r>
            <a:r>
              <a:rPr sz="1800" dirty="0">
                <a:solidFill>
                  <a:srgbClr val="606060"/>
                </a:solidFill>
                <a:latin typeface="Lucida Sans Unicode"/>
                <a:cs typeface="Lucida Sans Unicode"/>
              </a:rPr>
              <a:t>Zwick</a:t>
            </a:r>
            <a:r>
              <a:rPr sz="1800" spc="65" dirty="0">
                <a:solidFill>
                  <a:srgbClr val="606060"/>
                </a:solidFill>
                <a:latin typeface="Lucida Sans Unicode"/>
                <a:cs typeface="Lucida Sans Unicode"/>
              </a:rPr>
              <a:t> </a:t>
            </a:r>
            <a:r>
              <a:rPr sz="1800" spc="-10" dirty="0">
                <a:solidFill>
                  <a:srgbClr val="606060"/>
                </a:solidFill>
                <a:latin typeface="Lucida Sans Unicode"/>
                <a:cs typeface="Lucida Sans Unicode"/>
              </a:rPr>
              <a:t>1999]</a:t>
            </a:r>
            <a:r>
              <a:rPr sz="1800" spc="-10" dirty="0">
                <a:latin typeface="Lucida Sans Unicode"/>
                <a:cs typeface="Lucida Sans Unicode"/>
              </a:rPr>
              <a:t>:</a:t>
            </a:r>
            <a:r>
              <a:rPr sz="1800" dirty="0">
                <a:latin typeface="Lucida Sans Unicode"/>
                <a:cs typeface="Lucida Sans Unicode"/>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(2</a:t>
            </a:r>
            <a:r>
              <a:rPr sz="1800" spc="10"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ε)</a:t>
            </a:r>
            <a:r>
              <a:rPr sz="1800" spc="10" dirty="0">
                <a:latin typeface="Times New Roman"/>
                <a:cs typeface="Times New Roman"/>
              </a:rPr>
              <a:t> </a:t>
            </a:r>
            <a:r>
              <a:rPr sz="1800" i="1" dirty="0">
                <a:latin typeface="Times New Roman"/>
                <a:cs typeface="Times New Roman"/>
              </a:rPr>
              <a:t>n</a:t>
            </a:r>
            <a:r>
              <a:rPr sz="1800" i="1" spc="125" dirty="0">
                <a:latin typeface="Times New Roman"/>
                <a:cs typeface="Times New Roman"/>
              </a:rPr>
              <a:t> </a:t>
            </a:r>
            <a:r>
              <a:rPr sz="1800" spc="-10" dirty="0">
                <a:latin typeface="Lucida Sans Unicode"/>
                <a:cs typeface="Lucida Sans Unicode"/>
              </a:rPr>
              <a:t>compares.</a:t>
            </a:r>
            <a:endParaRPr sz="1800">
              <a:latin typeface="Lucida Sans Unicode"/>
              <a:cs typeface="Lucida Sans Unicode"/>
            </a:endParaRPr>
          </a:p>
        </p:txBody>
      </p:sp>
      <p:grpSp>
        <p:nvGrpSpPr>
          <p:cNvPr id="6" name="object 6"/>
          <p:cNvGrpSpPr/>
          <p:nvPr/>
        </p:nvGrpSpPr>
        <p:grpSpPr>
          <a:xfrm>
            <a:off x="2445134" y="2261730"/>
            <a:ext cx="4845050" cy="2927985"/>
            <a:chOff x="2445134" y="2261730"/>
            <a:chExt cx="4845050" cy="2927985"/>
          </a:xfrm>
        </p:grpSpPr>
        <p:sp>
          <p:nvSpPr>
            <p:cNvPr id="7" name="object 7"/>
            <p:cNvSpPr/>
            <p:nvPr/>
          </p:nvSpPr>
          <p:spPr>
            <a:xfrm>
              <a:off x="2445134" y="2261730"/>
              <a:ext cx="4845050" cy="2927985"/>
            </a:xfrm>
            <a:custGeom>
              <a:avLst/>
              <a:gdLst/>
              <a:ahLst/>
              <a:cxnLst/>
              <a:rect l="l" t="t" r="r" b="b"/>
              <a:pathLst>
                <a:path w="4845050" h="2927985">
                  <a:moveTo>
                    <a:pt x="0" y="0"/>
                  </a:moveTo>
                  <a:lnTo>
                    <a:pt x="4845000" y="0"/>
                  </a:lnTo>
                  <a:lnTo>
                    <a:pt x="4845000" y="2927982"/>
                  </a:lnTo>
                  <a:lnTo>
                    <a:pt x="0" y="2927982"/>
                  </a:lnTo>
                  <a:lnTo>
                    <a:pt x="0" y="0"/>
                  </a:lnTo>
                  <a:close/>
                </a:path>
              </a:pathLst>
            </a:custGeom>
            <a:solidFill>
              <a:srgbClr val="FFFFFF"/>
            </a:solidFill>
          </p:spPr>
          <p:txBody>
            <a:bodyPr wrap="square" lIns="0" tIns="0" rIns="0" bIns="0" rtlCol="0"/>
            <a:lstStyle/>
            <a:p>
              <a:endParaRPr/>
            </a:p>
          </p:txBody>
        </p:sp>
        <p:pic>
          <p:nvPicPr>
            <p:cNvPr id="8" name="object 8"/>
            <p:cNvPicPr/>
            <p:nvPr/>
          </p:nvPicPr>
          <p:blipFill>
            <a:blip r:embed="rId2" cstate="print"/>
            <a:stretch>
              <a:fillRect/>
            </a:stretch>
          </p:blipFill>
          <p:spPr>
            <a:xfrm>
              <a:off x="4600660" y="2811782"/>
              <a:ext cx="113024" cy="89398"/>
            </a:xfrm>
            <a:prstGeom prst="rect">
              <a:avLst/>
            </a:prstGeom>
          </p:spPr>
        </p:pic>
        <p:pic>
          <p:nvPicPr>
            <p:cNvPr id="9" name="object 9"/>
            <p:cNvPicPr/>
            <p:nvPr/>
          </p:nvPicPr>
          <p:blipFill>
            <a:blip r:embed="rId3" cstate="print"/>
            <a:stretch>
              <a:fillRect/>
            </a:stretch>
          </p:blipFill>
          <p:spPr>
            <a:xfrm>
              <a:off x="3778876" y="3042336"/>
              <a:ext cx="247241" cy="89398"/>
            </a:xfrm>
            <a:prstGeom prst="rect">
              <a:avLst/>
            </a:prstGeom>
          </p:spPr>
        </p:pic>
        <p:pic>
          <p:nvPicPr>
            <p:cNvPr id="10" name="object 10"/>
            <p:cNvPicPr/>
            <p:nvPr/>
          </p:nvPicPr>
          <p:blipFill>
            <a:blip r:embed="rId4" cstate="print"/>
            <a:stretch>
              <a:fillRect/>
            </a:stretch>
          </p:blipFill>
          <p:spPr>
            <a:xfrm>
              <a:off x="5634364" y="3054098"/>
              <a:ext cx="296689" cy="91750"/>
            </a:xfrm>
            <a:prstGeom prst="rect">
              <a:avLst/>
            </a:prstGeom>
          </p:spPr>
        </p:pic>
        <p:pic>
          <p:nvPicPr>
            <p:cNvPr id="11" name="object 11"/>
            <p:cNvPicPr/>
            <p:nvPr/>
          </p:nvPicPr>
          <p:blipFill>
            <a:blip r:embed="rId5" cstate="print"/>
            <a:stretch>
              <a:fillRect/>
            </a:stretch>
          </p:blipFill>
          <p:spPr>
            <a:xfrm>
              <a:off x="3967250" y="3223486"/>
              <a:ext cx="89477" cy="70577"/>
            </a:xfrm>
            <a:prstGeom prst="rect">
              <a:avLst/>
            </a:prstGeom>
          </p:spPr>
        </p:pic>
        <p:pic>
          <p:nvPicPr>
            <p:cNvPr id="12" name="object 12"/>
            <p:cNvPicPr/>
            <p:nvPr/>
          </p:nvPicPr>
          <p:blipFill>
            <a:blip r:embed="rId6" cstate="print"/>
            <a:stretch>
              <a:fillRect/>
            </a:stretch>
          </p:blipFill>
          <p:spPr>
            <a:xfrm>
              <a:off x="4120304" y="3223485"/>
              <a:ext cx="367329" cy="89398"/>
            </a:xfrm>
            <a:prstGeom prst="rect">
              <a:avLst/>
            </a:prstGeom>
          </p:spPr>
        </p:pic>
      </p:grpSp>
      <p:sp>
        <p:nvSpPr>
          <p:cNvPr id="13" name="object 13"/>
          <p:cNvSpPr txBox="1"/>
          <p:nvPr/>
        </p:nvSpPr>
        <p:spPr>
          <a:xfrm>
            <a:off x="3345615" y="2396789"/>
            <a:ext cx="2238375" cy="933450"/>
          </a:xfrm>
          <a:prstGeom prst="rect">
            <a:avLst/>
          </a:prstGeom>
        </p:spPr>
        <p:txBody>
          <a:bodyPr vert="horz" wrap="square" lIns="0" tIns="13335" rIns="0" bIns="0" rtlCol="0">
            <a:spAutoFit/>
          </a:bodyPr>
          <a:lstStyle/>
          <a:p>
            <a:pPr marL="604520">
              <a:lnSpc>
                <a:spcPct val="100000"/>
              </a:lnSpc>
              <a:spcBef>
                <a:spcPts val="105"/>
              </a:spcBef>
            </a:pPr>
            <a:r>
              <a:rPr sz="900" spc="-85" dirty="0">
                <a:latin typeface="Courier New"/>
                <a:cs typeface="Courier New"/>
              </a:rPr>
              <a:t>Time</a:t>
            </a:r>
            <a:r>
              <a:rPr sz="900" spc="-40" dirty="0">
                <a:latin typeface="Courier New"/>
                <a:cs typeface="Courier New"/>
              </a:rPr>
              <a:t> </a:t>
            </a:r>
            <a:r>
              <a:rPr sz="900" spc="-85" dirty="0">
                <a:latin typeface="Courier New"/>
                <a:cs typeface="Courier New"/>
              </a:rPr>
              <a:t>Bounds</a:t>
            </a:r>
            <a:r>
              <a:rPr sz="900" spc="-40" dirty="0">
                <a:latin typeface="Courier New"/>
                <a:cs typeface="Courier New"/>
              </a:rPr>
              <a:t> </a:t>
            </a:r>
            <a:r>
              <a:rPr sz="900" spc="-80" dirty="0">
                <a:latin typeface="Courier New"/>
                <a:cs typeface="Courier New"/>
              </a:rPr>
              <a:t>for</a:t>
            </a:r>
            <a:r>
              <a:rPr sz="900" spc="-35" dirty="0">
                <a:latin typeface="Courier New"/>
                <a:cs typeface="Courier New"/>
              </a:rPr>
              <a:t> </a:t>
            </a:r>
            <a:r>
              <a:rPr sz="900" spc="-10" dirty="0">
                <a:latin typeface="Courier New"/>
                <a:cs typeface="Courier New"/>
              </a:rPr>
              <a:t>Selection</a:t>
            </a:r>
            <a:endParaRPr sz="900">
              <a:latin typeface="Courier New"/>
              <a:cs typeface="Courier New"/>
            </a:endParaRPr>
          </a:p>
          <a:p>
            <a:pPr>
              <a:lnSpc>
                <a:spcPct val="100000"/>
              </a:lnSpc>
              <a:spcBef>
                <a:spcPts val="865"/>
              </a:spcBef>
            </a:pPr>
            <a:endParaRPr sz="900">
              <a:latin typeface="Courier New"/>
              <a:cs typeface="Courier New"/>
            </a:endParaRPr>
          </a:p>
          <a:p>
            <a:pPr marL="1433830">
              <a:lnSpc>
                <a:spcPct val="100000"/>
              </a:lnSpc>
            </a:pPr>
            <a:r>
              <a:rPr sz="900" spc="-50" dirty="0">
                <a:latin typeface="Courier New"/>
                <a:cs typeface="Courier New"/>
              </a:rPr>
              <a:t>.</a:t>
            </a:r>
            <a:endParaRPr sz="900">
              <a:latin typeface="Courier New"/>
              <a:cs typeface="Courier New"/>
            </a:endParaRPr>
          </a:p>
          <a:p>
            <a:pPr marL="176530" marR="5080" indent="-177165">
              <a:lnSpc>
                <a:spcPct val="128600"/>
              </a:lnSpc>
              <a:spcBef>
                <a:spcPts val="315"/>
              </a:spcBef>
              <a:tabLst>
                <a:tab pos="744855" algn="l"/>
                <a:tab pos="1205865" algn="l"/>
              </a:tabLst>
            </a:pPr>
            <a:r>
              <a:rPr sz="900" spc="-10" dirty="0">
                <a:latin typeface="Courier New"/>
                <a:cs typeface="Courier New"/>
              </a:rPr>
              <a:t>Manuel</a:t>
            </a:r>
            <a:r>
              <a:rPr sz="900" dirty="0">
                <a:latin typeface="Courier New"/>
                <a:cs typeface="Courier New"/>
              </a:rPr>
              <a:t>	</a:t>
            </a:r>
            <a:r>
              <a:rPr sz="900" spc="-65" dirty="0">
                <a:latin typeface="Courier New"/>
                <a:cs typeface="Courier New"/>
              </a:rPr>
              <a:t>Robert</a:t>
            </a:r>
            <a:r>
              <a:rPr sz="900" spc="-50" dirty="0">
                <a:latin typeface="Courier New"/>
                <a:cs typeface="Courier New"/>
              </a:rPr>
              <a:t> </a:t>
            </a:r>
            <a:r>
              <a:rPr sz="900" spc="-30" dirty="0">
                <a:latin typeface="Courier New"/>
                <a:cs typeface="Courier New"/>
              </a:rPr>
              <a:t>W.</a:t>
            </a:r>
            <a:r>
              <a:rPr sz="900" spc="-45" dirty="0">
                <a:latin typeface="Courier New"/>
                <a:cs typeface="Courier New"/>
              </a:rPr>
              <a:t> </a:t>
            </a:r>
            <a:r>
              <a:rPr sz="900" spc="-65" dirty="0">
                <a:latin typeface="Courier New"/>
                <a:cs typeface="Courier New"/>
              </a:rPr>
              <a:t>Floyd,</a:t>
            </a:r>
            <a:r>
              <a:rPr sz="900" spc="-50" dirty="0">
                <a:latin typeface="Courier New"/>
                <a:cs typeface="Courier New"/>
              </a:rPr>
              <a:t> Vaughan </a:t>
            </a:r>
            <a:r>
              <a:rPr sz="900" spc="-10" dirty="0">
                <a:latin typeface="Courier New"/>
                <a:cs typeface="Courier New"/>
              </a:rPr>
              <a:t>Ronald</a:t>
            </a:r>
            <a:r>
              <a:rPr sz="900" dirty="0">
                <a:latin typeface="Courier New"/>
                <a:cs typeface="Courier New"/>
              </a:rPr>
              <a:t>		</a:t>
            </a:r>
            <a:r>
              <a:rPr sz="900" spc="-20" dirty="0">
                <a:latin typeface="Courier New"/>
                <a:cs typeface="Courier New"/>
              </a:rPr>
              <a:t>and</a:t>
            </a:r>
            <a:r>
              <a:rPr sz="900" spc="-95" dirty="0">
                <a:latin typeface="Courier New"/>
                <a:cs typeface="Courier New"/>
              </a:rPr>
              <a:t> </a:t>
            </a:r>
            <a:r>
              <a:rPr sz="900" spc="-35" dirty="0">
                <a:latin typeface="Courier New"/>
                <a:cs typeface="Courier New"/>
              </a:rPr>
              <a:t>Robert</a:t>
            </a:r>
            <a:r>
              <a:rPr sz="900" spc="-90" dirty="0">
                <a:latin typeface="Courier New"/>
                <a:cs typeface="Courier New"/>
              </a:rPr>
              <a:t> </a:t>
            </a:r>
            <a:r>
              <a:rPr sz="900" spc="-25" dirty="0">
                <a:latin typeface="Courier New"/>
                <a:cs typeface="Courier New"/>
              </a:rPr>
              <a:t>E.</a:t>
            </a:r>
            <a:endParaRPr sz="900">
              <a:latin typeface="Courier New"/>
              <a:cs typeface="Courier New"/>
            </a:endParaRPr>
          </a:p>
        </p:txBody>
      </p:sp>
      <p:grpSp>
        <p:nvGrpSpPr>
          <p:cNvPr id="14" name="object 14"/>
          <p:cNvGrpSpPr/>
          <p:nvPr/>
        </p:nvGrpSpPr>
        <p:grpSpPr>
          <a:xfrm>
            <a:off x="2752236" y="3230543"/>
            <a:ext cx="3023870" cy="1715135"/>
            <a:chOff x="2752236" y="3230543"/>
            <a:chExt cx="3023870" cy="1715135"/>
          </a:xfrm>
        </p:grpSpPr>
        <p:pic>
          <p:nvPicPr>
            <p:cNvPr id="15" name="object 15"/>
            <p:cNvPicPr/>
            <p:nvPr/>
          </p:nvPicPr>
          <p:blipFill>
            <a:blip r:embed="rId7" cstate="print"/>
            <a:stretch>
              <a:fillRect/>
            </a:stretch>
          </p:blipFill>
          <p:spPr>
            <a:xfrm>
              <a:off x="5443634" y="3230543"/>
              <a:ext cx="332009" cy="87045"/>
            </a:xfrm>
            <a:prstGeom prst="rect">
              <a:avLst/>
            </a:prstGeom>
          </p:spPr>
        </p:pic>
        <p:pic>
          <p:nvPicPr>
            <p:cNvPr id="16" name="object 16"/>
            <p:cNvPicPr/>
            <p:nvPr/>
          </p:nvPicPr>
          <p:blipFill>
            <a:blip r:embed="rId8" cstate="print"/>
            <a:stretch>
              <a:fillRect/>
            </a:stretch>
          </p:blipFill>
          <p:spPr>
            <a:xfrm>
              <a:off x="2752236" y="4818540"/>
              <a:ext cx="306108" cy="127039"/>
            </a:xfrm>
            <a:prstGeom prst="rect">
              <a:avLst/>
            </a:prstGeom>
          </p:spPr>
        </p:pic>
      </p:grpSp>
      <p:sp>
        <p:nvSpPr>
          <p:cNvPr id="17" name="object 17"/>
          <p:cNvSpPr txBox="1"/>
          <p:nvPr/>
        </p:nvSpPr>
        <p:spPr>
          <a:xfrm>
            <a:off x="2749881" y="3855394"/>
            <a:ext cx="4312285" cy="634365"/>
          </a:xfrm>
          <a:prstGeom prst="rect">
            <a:avLst/>
          </a:prstGeom>
        </p:spPr>
        <p:txBody>
          <a:bodyPr vert="horz" wrap="square" lIns="0" tIns="13335" rIns="0" bIns="0" rtlCol="0">
            <a:spAutoFit/>
          </a:bodyPr>
          <a:lstStyle/>
          <a:p>
            <a:pPr>
              <a:lnSpc>
                <a:spcPct val="100000"/>
              </a:lnSpc>
              <a:spcBef>
                <a:spcPts val="105"/>
              </a:spcBef>
            </a:pPr>
            <a:r>
              <a:rPr sz="900" u="sng" spc="-10" dirty="0">
                <a:uFill>
                  <a:solidFill>
                    <a:srgbClr val="000000"/>
                  </a:solidFill>
                </a:uFill>
                <a:latin typeface="Courier New"/>
                <a:cs typeface="Courier New"/>
              </a:rPr>
              <a:t>Abstract</a:t>
            </a:r>
            <a:endParaRPr sz="900">
              <a:latin typeface="Courier New"/>
              <a:cs typeface="Courier New"/>
            </a:endParaRPr>
          </a:p>
          <a:p>
            <a:pPr marL="296545">
              <a:lnSpc>
                <a:spcPct val="100000"/>
              </a:lnSpc>
              <a:spcBef>
                <a:spcPts val="775"/>
              </a:spcBef>
            </a:pPr>
            <a:r>
              <a:rPr sz="900" spc="-85" dirty="0">
                <a:latin typeface="Courier New"/>
                <a:cs typeface="Courier New"/>
              </a:rPr>
              <a:t>The</a:t>
            </a:r>
            <a:r>
              <a:rPr sz="900" spc="-35" dirty="0">
                <a:latin typeface="Courier New"/>
                <a:cs typeface="Courier New"/>
              </a:rPr>
              <a:t> </a:t>
            </a:r>
            <a:r>
              <a:rPr sz="900" spc="-85" dirty="0">
                <a:latin typeface="Courier New"/>
                <a:cs typeface="Courier New"/>
              </a:rPr>
              <a:t>number</a:t>
            </a:r>
            <a:r>
              <a:rPr sz="900" spc="-35" dirty="0">
                <a:latin typeface="Courier New"/>
                <a:cs typeface="Courier New"/>
              </a:rPr>
              <a:t> </a:t>
            </a:r>
            <a:r>
              <a:rPr sz="900" spc="-75" dirty="0">
                <a:latin typeface="Courier New"/>
                <a:cs typeface="Courier New"/>
              </a:rPr>
              <a:t>of</a:t>
            </a:r>
            <a:r>
              <a:rPr sz="900" spc="-35" dirty="0">
                <a:latin typeface="Courier New"/>
                <a:cs typeface="Courier New"/>
              </a:rPr>
              <a:t> </a:t>
            </a:r>
            <a:r>
              <a:rPr sz="900" spc="-80" dirty="0">
                <a:latin typeface="Courier New"/>
                <a:cs typeface="Courier New"/>
              </a:rPr>
              <a:t>comparisons</a:t>
            </a:r>
            <a:r>
              <a:rPr sz="900" spc="-35" dirty="0">
                <a:latin typeface="Courier New"/>
                <a:cs typeface="Courier New"/>
              </a:rPr>
              <a:t> </a:t>
            </a:r>
            <a:r>
              <a:rPr sz="900" spc="-85" dirty="0">
                <a:latin typeface="Courier New"/>
                <a:cs typeface="Courier New"/>
              </a:rPr>
              <a:t>required</a:t>
            </a:r>
            <a:r>
              <a:rPr sz="900" spc="-35" dirty="0">
                <a:latin typeface="Courier New"/>
                <a:cs typeface="Courier New"/>
              </a:rPr>
              <a:t> </a:t>
            </a:r>
            <a:r>
              <a:rPr sz="900" spc="-75" dirty="0">
                <a:latin typeface="Courier New"/>
                <a:cs typeface="Courier New"/>
              </a:rPr>
              <a:t>to</a:t>
            </a:r>
            <a:r>
              <a:rPr sz="900" spc="-35" dirty="0">
                <a:latin typeface="Courier New"/>
                <a:cs typeface="Courier New"/>
              </a:rPr>
              <a:t> </a:t>
            </a:r>
            <a:r>
              <a:rPr sz="900" spc="-85" dirty="0">
                <a:latin typeface="Courier New"/>
                <a:cs typeface="Courier New"/>
              </a:rPr>
              <a:t>select</a:t>
            </a:r>
            <a:r>
              <a:rPr sz="900" spc="-35" dirty="0">
                <a:latin typeface="Courier New"/>
                <a:cs typeface="Courier New"/>
              </a:rPr>
              <a:t> </a:t>
            </a:r>
            <a:r>
              <a:rPr sz="900" spc="-85" dirty="0">
                <a:latin typeface="Courier New"/>
                <a:cs typeface="Courier New"/>
              </a:rPr>
              <a:t>the</a:t>
            </a:r>
            <a:r>
              <a:rPr sz="900" spc="-30" dirty="0">
                <a:latin typeface="Courier New"/>
                <a:cs typeface="Courier New"/>
              </a:rPr>
              <a:t> </a:t>
            </a:r>
            <a:r>
              <a:rPr sz="900" spc="-85" dirty="0">
                <a:latin typeface="Courier New"/>
                <a:cs typeface="Courier New"/>
              </a:rPr>
              <a:t>i-</a:t>
            </a:r>
            <a:r>
              <a:rPr sz="900" spc="-75" dirty="0">
                <a:latin typeface="Courier New"/>
                <a:cs typeface="Courier New"/>
              </a:rPr>
              <a:t>th</a:t>
            </a:r>
            <a:r>
              <a:rPr sz="900" spc="-35" dirty="0">
                <a:latin typeface="Courier New"/>
                <a:cs typeface="Courier New"/>
              </a:rPr>
              <a:t> </a:t>
            </a:r>
            <a:r>
              <a:rPr sz="900" spc="-85" dirty="0">
                <a:latin typeface="Courier New"/>
                <a:cs typeface="Courier New"/>
              </a:rPr>
              <a:t>smallest</a:t>
            </a:r>
            <a:r>
              <a:rPr sz="900" spc="-35" dirty="0">
                <a:latin typeface="Courier New"/>
                <a:cs typeface="Courier New"/>
              </a:rPr>
              <a:t> </a:t>
            </a:r>
            <a:r>
              <a:rPr sz="900" spc="-25" dirty="0">
                <a:latin typeface="Courier New"/>
                <a:cs typeface="Courier New"/>
              </a:rPr>
              <a:t>of</a:t>
            </a:r>
            <a:endParaRPr sz="900">
              <a:latin typeface="Courier New"/>
              <a:cs typeface="Courier New"/>
            </a:endParaRPr>
          </a:p>
          <a:p>
            <a:pPr>
              <a:lnSpc>
                <a:spcPct val="100000"/>
              </a:lnSpc>
              <a:spcBef>
                <a:spcPts val="770"/>
              </a:spcBef>
            </a:pPr>
            <a:r>
              <a:rPr sz="900" dirty="0">
                <a:latin typeface="Courier New"/>
                <a:cs typeface="Courier New"/>
              </a:rPr>
              <a:t>n</a:t>
            </a:r>
            <a:r>
              <a:rPr sz="900" spc="-65" dirty="0">
                <a:latin typeface="Courier New"/>
                <a:cs typeface="Courier New"/>
              </a:rPr>
              <a:t> </a:t>
            </a:r>
            <a:r>
              <a:rPr sz="900" spc="-70" dirty="0">
                <a:latin typeface="Courier New"/>
                <a:cs typeface="Courier New"/>
              </a:rPr>
              <a:t>numbers</a:t>
            </a:r>
            <a:r>
              <a:rPr sz="900" spc="-65" dirty="0">
                <a:latin typeface="Courier New"/>
                <a:cs typeface="Courier New"/>
              </a:rPr>
              <a:t> </a:t>
            </a:r>
            <a:r>
              <a:rPr sz="900" spc="-50" dirty="0">
                <a:latin typeface="Courier New"/>
                <a:cs typeface="Courier New"/>
              </a:rPr>
              <a:t>is</a:t>
            </a:r>
            <a:r>
              <a:rPr sz="900" spc="-65" dirty="0">
                <a:latin typeface="Courier New"/>
                <a:cs typeface="Courier New"/>
              </a:rPr>
              <a:t> shown </a:t>
            </a:r>
            <a:r>
              <a:rPr sz="900" spc="-50" dirty="0">
                <a:latin typeface="Courier New"/>
                <a:cs typeface="Courier New"/>
              </a:rPr>
              <a:t>to</a:t>
            </a:r>
            <a:r>
              <a:rPr sz="900" spc="-65" dirty="0">
                <a:latin typeface="Courier New"/>
                <a:cs typeface="Courier New"/>
              </a:rPr>
              <a:t> </a:t>
            </a:r>
            <a:r>
              <a:rPr sz="900" spc="-50" dirty="0">
                <a:latin typeface="Courier New"/>
                <a:cs typeface="Courier New"/>
              </a:rPr>
              <a:t>be</a:t>
            </a:r>
            <a:r>
              <a:rPr sz="900" spc="-65" dirty="0">
                <a:latin typeface="Courier New"/>
                <a:cs typeface="Courier New"/>
              </a:rPr>
              <a:t> </a:t>
            </a:r>
            <a:r>
              <a:rPr sz="900" spc="-50" dirty="0">
                <a:latin typeface="Courier New"/>
                <a:cs typeface="Courier New"/>
              </a:rPr>
              <a:t>at</a:t>
            </a:r>
            <a:r>
              <a:rPr sz="900" spc="-60" dirty="0">
                <a:latin typeface="Courier New"/>
                <a:cs typeface="Courier New"/>
              </a:rPr>
              <a:t> most</a:t>
            </a:r>
            <a:r>
              <a:rPr sz="900" spc="-65" dirty="0">
                <a:latin typeface="Courier New"/>
                <a:cs typeface="Courier New"/>
              </a:rPr>
              <a:t> </a:t>
            </a:r>
            <a:r>
              <a:rPr sz="900" dirty="0">
                <a:latin typeface="Courier New"/>
                <a:cs typeface="Courier New"/>
              </a:rPr>
              <a:t>a</a:t>
            </a:r>
            <a:r>
              <a:rPr sz="900" spc="-65" dirty="0">
                <a:latin typeface="Courier New"/>
                <a:cs typeface="Courier New"/>
              </a:rPr>
              <a:t> linear </a:t>
            </a:r>
            <a:r>
              <a:rPr sz="900" spc="-70" dirty="0">
                <a:latin typeface="Courier New"/>
                <a:cs typeface="Courier New"/>
              </a:rPr>
              <a:t>function</a:t>
            </a:r>
            <a:r>
              <a:rPr sz="900" spc="-65" dirty="0">
                <a:latin typeface="Courier New"/>
                <a:cs typeface="Courier New"/>
              </a:rPr>
              <a:t> </a:t>
            </a:r>
            <a:r>
              <a:rPr sz="900" spc="-50" dirty="0">
                <a:latin typeface="Courier New"/>
                <a:cs typeface="Courier New"/>
              </a:rPr>
              <a:t>of</a:t>
            </a:r>
            <a:r>
              <a:rPr sz="900" spc="-65" dirty="0">
                <a:latin typeface="Courier New"/>
                <a:cs typeface="Courier New"/>
              </a:rPr>
              <a:t> </a:t>
            </a:r>
            <a:r>
              <a:rPr sz="900" dirty="0">
                <a:latin typeface="Courier New"/>
                <a:cs typeface="Courier New"/>
              </a:rPr>
              <a:t>n</a:t>
            </a:r>
            <a:r>
              <a:rPr sz="900" spc="-65" dirty="0">
                <a:latin typeface="Courier New"/>
                <a:cs typeface="Courier New"/>
              </a:rPr>
              <a:t> </a:t>
            </a:r>
            <a:r>
              <a:rPr sz="900" spc="-50" dirty="0">
                <a:latin typeface="Courier New"/>
                <a:cs typeface="Courier New"/>
              </a:rPr>
              <a:t>by</a:t>
            </a:r>
            <a:r>
              <a:rPr sz="900" spc="-60" dirty="0">
                <a:latin typeface="Courier New"/>
                <a:cs typeface="Courier New"/>
              </a:rPr>
              <a:t> </a:t>
            </a:r>
            <a:r>
              <a:rPr sz="900" spc="-70" dirty="0">
                <a:latin typeface="Courier New"/>
                <a:cs typeface="Courier New"/>
              </a:rPr>
              <a:t>analysis</a:t>
            </a:r>
            <a:r>
              <a:rPr sz="900" spc="-65" dirty="0">
                <a:latin typeface="Courier New"/>
                <a:cs typeface="Courier New"/>
              </a:rPr>
              <a:t> </a:t>
            </a:r>
            <a:r>
              <a:rPr sz="900" spc="-25" dirty="0">
                <a:latin typeface="Courier New"/>
                <a:cs typeface="Courier New"/>
              </a:rPr>
              <a:t>of</a:t>
            </a:r>
            <a:endParaRPr sz="900">
              <a:latin typeface="Courier New"/>
              <a:cs typeface="Courier New"/>
            </a:endParaRPr>
          </a:p>
        </p:txBody>
      </p:sp>
      <p:sp>
        <p:nvSpPr>
          <p:cNvPr id="21" name="object 2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63</a:t>
            </a:fld>
            <a:endParaRPr spc="-25" dirty="0"/>
          </a:p>
        </p:txBody>
      </p:sp>
      <p:sp>
        <p:nvSpPr>
          <p:cNvPr id="18" name="object 18"/>
          <p:cNvSpPr txBox="1"/>
          <p:nvPr/>
        </p:nvSpPr>
        <p:spPr>
          <a:xfrm>
            <a:off x="2735753" y="4561171"/>
            <a:ext cx="2005964" cy="163830"/>
          </a:xfrm>
          <a:prstGeom prst="rect">
            <a:avLst/>
          </a:prstGeom>
        </p:spPr>
        <p:txBody>
          <a:bodyPr vert="horz" wrap="square" lIns="0" tIns="13335" rIns="0" bIns="0" rtlCol="0">
            <a:spAutoFit/>
          </a:bodyPr>
          <a:lstStyle/>
          <a:p>
            <a:pPr>
              <a:lnSpc>
                <a:spcPct val="100000"/>
              </a:lnSpc>
              <a:spcBef>
                <a:spcPts val="105"/>
              </a:spcBef>
            </a:pPr>
            <a:r>
              <a:rPr sz="900" dirty="0">
                <a:latin typeface="Courier New"/>
                <a:cs typeface="Courier New"/>
              </a:rPr>
              <a:t>a</a:t>
            </a:r>
            <a:r>
              <a:rPr sz="900" spc="-45" dirty="0">
                <a:latin typeface="Courier New"/>
                <a:cs typeface="Courier New"/>
              </a:rPr>
              <a:t> </a:t>
            </a:r>
            <a:r>
              <a:rPr sz="900" spc="-80" dirty="0">
                <a:latin typeface="Courier New"/>
                <a:cs typeface="Courier New"/>
              </a:rPr>
              <a:t>new</a:t>
            </a:r>
            <a:r>
              <a:rPr sz="900" spc="-35" dirty="0">
                <a:latin typeface="Courier New"/>
                <a:cs typeface="Courier New"/>
              </a:rPr>
              <a:t> </a:t>
            </a:r>
            <a:r>
              <a:rPr sz="900" spc="-100" dirty="0">
                <a:latin typeface="Courier New"/>
                <a:cs typeface="Courier New"/>
              </a:rPr>
              <a:t>selection</a:t>
            </a:r>
            <a:r>
              <a:rPr sz="900" spc="-35" dirty="0">
                <a:latin typeface="Courier New"/>
                <a:cs typeface="Courier New"/>
              </a:rPr>
              <a:t> </a:t>
            </a:r>
            <a:r>
              <a:rPr sz="900" spc="-100" dirty="0">
                <a:latin typeface="Courier New"/>
                <a:cs typeface="Courier New"/>
              </a:rPr>
              <a:t>algorithm</a:t>
            </a:r>
            <a:r>
              <a:rPr sz="900" spc="-35" dirty="0">
                <a:latin typeface="Courier New"/>
                <a:cs typeface="Courier New"/>
              </a:rPr>
              <a:t> </a:t>
            </a:r>
            <a:r>
              <a:rPr sz="900" spc="-110" dirty="0">
                <a:latin typeface="Courier New"/>
                <a:cs typeface="Courier New"/>
              </a:rPr>
              <a:t>-</a:t>
            </a:r>
            <a:r>
              <a:rPr sz="900" dirty="0">
                <a:latin typeface="Courier New"/>
                <a:cs typeface="Courier New"/>
              </a:rPr>
              <a:t>-</a:t>
            </a:r>
            <a:r>
              <a:rPr sz="900" spc="-35" dirty="0">
                <a:latin typeface="Courier New"/>
                <a:cs typeface="Courier New"/>
              </a:rPr>
              <a:t> </a:t>
            </a:r>
            <a:r>
              <a:rPr sz="900" spc="-45" dirty="0">
                <a:latin typeface="Courier New"/>
                <a:cs typeface="Courier New"/>
              </a:rPr>
              <a:t>PICK.</a:t>
            </a:r>
            <a:endParaRPr sz="900">
              <a:latin typeface="Courier New"/>
              <a:cs typeface="Courier New"/>
            </a:endParaRPr>
          </a:p>
        </p:txBody>
      </p:sp>
      <p:sp>
        <p:nvSpPr>
          <p:cNvPr id="19" name="object 19"/>
          <p:cNvSpPr txBox="1"/>
          <p:nvPr/>
        </p:nvSpPr>
        <p:spPr>
          <a:xfrm>
            <a:off x="4869092" y="4584697"/>
            <a:ext cx="1548765" cy="163830"/>
          </a:xfrm>
          <a:prstGeom prst="rect">
            <a:avLst/>
          </a:prstGeom>
        </p:spPr>
        <p:txBody>
          <a:bodyPr vert="horz" wrap="square" lIns="0" tIns="13335" rIns="0" bIns="0" rtlCol="0">
            <a:spAutoFit/>
          </a:bodyPr>
          <a:lstStyle/>
          <a:p>
            <a:pPr>
              <a:lnSpc>
                <a:spcPct val="100000"/>
              </a:lnSpc>
              <a:spcBef>
                <a:spcPts val="105"/>
              </a:spcBef>
            </a:pPr>
            <a:r>
              <a:rPr sz="900" spc="-80" dirty="0">
                <a:latin typeface="Courier New"/>
                <a:cs typeface="Courier New"/>
              </a:rPr>
              <a:t>Specifically,</a:t>
            </a:r>
            <a:r>
              <a:rPr sz="900" spc="-55" dirty="0">
                <a:latin typeface="Courier New"/>
                <a:cs typeface="Courier New"/>
              </a:rPr>
              <a:t> </a:t>
            </a:r>
            <a:r>
              <a:rPr sz="900" spc="-80" dirty="0">
                <a:latin typeface="Courier New"/>
                <a:cs typeface="Courier New"/>
              </a:rPr>
              <a:t>no</a:t>
            </a:r>
            <a:r>
              <a:rPr sz="900" spc="-55" dirty="0">
                <a:latin typeface="Courier New"/>
                <a:cs typeface="Courier New"/>
              </a:rPr>
              <a:t> </a:t>
            </a:r>
            <a:r>
              <a:rPr sz="900" spc="-85" dirty="0">
                <a:latin typeface="Courier New"/>
                <a:cs typeface="Courier New"/>
              </a:rPr>
              <a:t>more</a:t>
            </a:r>
            <a:r>
              <a:rPr sz="900" spc="-50" dirty="0">
                <a:latin typeface="Courier New"/>
                <a:cs typeface="Courier New"/>
              </a:rPr>
              <a:t> </a:t>
            </a:r>
            <a:r>
              <a:rPr sz="900" spc="-40" dirty="0">
                <a:latin typeface="Courier New"/>
                <a:cs typeface="Courier New"/>
              </a:rPr>
              <a:t>than</a:t>
            </a:r>
            <a:endParaRPr sz="900">
              <a:latin typeface="Courier New"/>
              <a:cs typeface="Courier New"/>
            </a:endParaRPr>
          </a:p>
        </p:txBody>
      </p:sp>
      <p:sp>
        <p:nvSpPr>
          <p:cNvPr id="20" name="object 20"/>
          <p:cNvSpPr txBox="1"/>
          <p:nvPr/>
        </p:nvSpPr>
        <p:spPr>
          <a:xfrm>
            <a:off x="3122485" y="4801135"/>
            <a:ext cx="3653154" cy="163830"/>
          </a:xfrm>
          <a:prstGeom prst="rect">
            <a:avLst/>
          </a:prstGeom>
        </p:spPr>
        <p:txBody>
          <a:bodyPr vert="horz" wrap="square" lIns="0" tIns="13335" rIns="0" bIns="0" rtlCol="0">
            <a:spAutoFit/>
          </a:bodyPr>
          <a:lstStyle/>
          <a:p>
            <a:pPr>
              <a:lnSpc>
                <a:spcPct val="100000"/>
              </a:lnSpc>
              <a:spcBef>
                <a:spcPts val="105"/>
              </a:spcBef>
            </a:pPr>
            <a:r>
              <a:rPr sz="900" dirty="0">
                <a:latin typeface="Courier New"/>
                <a:cs typeface="Courier New"/>
              </a:rPr>
              <a:t>n</a:t>
            </a:r>
            <a:r>
              <a:rPr sz="900" spc="-65" dirty="0">
                <a:latin typeface="Courier New"/>
                <a:cs typeface="Courier New"/>
              </a:rPr>
              <a:t> </a:t>
            </a:r>
            <a:r>
              <a:rPr sz="900" spc="-70" dirty="0">
                <a:latin typeface="Courier New"/>
                <a:cs typeface="Courier New"/>
              </a:rPr>
              <a:t>comparisons</a:t>
            </a:r>
            <a:r>
              <a:rPr sz="900" spc="-65" dirty="0">
                <a:latin typeface="Courier New"/>
                <a:cs typeface="Courier New"/>
              </a:rPr>
              <a:t> </a:t>
            </a:r>
            <a:r>
              <a:rPr sz="900" spc="-50" dirty="0">
                <a:latin typeface="Courier New"/>
                <a:cs typeface="Courier New"/>
              </a:rPr>
              <a:t>are</a:t>
            </a:r>
            <a:r>
              <a:rPr sz="900" spc="-65" dirty="0">
                <a:latin typeface="Courier New"/>
                <a:cs typeface="Courier New"/>
              </a:rPr>
              <a:t> </a:t>
            </a:r>
            <a:r>
              <a:rPr sz="900" spc="-55" dirty="0">
                <a:latin typeface="Courier New"/>
                <a:cs typeface="Courier New"/>
              </a:rPr>
              <a:t>ever</a:t>
            </a:r>
            <a:r>
              <a:rPr sz="900" spc="-60" dirty="0">
                <a:latin typeface="Courier New"/>
                <a:cs typeface="Courier New"/>
              </a:rPr>
              <a:t> required.</a:t>
            </a:r>
            <a:r>
              <a:rPr sz="900" spc="-65" dirty="0">
                <a:latin typeface="Courier New"/>
                <a:cs typeface="Courier New"/>
              </a:rPr>
              <a:t> </a:t>
            </a:r>
            <a:r>
              <a:rPr sz="900" spc="-55" dirty="0">
                <a:latin typeface="Courier New"/>
                <a:cs typeface="Courier New"/>
              </a:rPr>
              <a:t>This</a:t>
            </a:r>
            <a:r>
              <a:rPr sz="900" spc="-65" dirty="0">
                <a:latin typeface="Courier New"/>
                <a:cs typeface="Courier New"/>
              </a:rPr>
              <a:t> </a:t>
            </a:r>
            <a:r>
              <a:rPr sz="900" spc="-60" dirty="0">
                <a:latin typeface="Courier New"/>
                <a:cs typeface="Courier New"/>
              </a:rPr>
              <a:t>bound </a:t>
            </a:r>
            <a:r>
              <a:rPr sz="900" spc="-30" dirty="0">
                <a:latin typeface="Courier New"/>
                <a:cs typeface="Courier New"/>
              </a:rPr>
              <a:t>is</a:t>
            </a:r>
            <a:r>
              <a:rPr sz="900" spc="-65" dirty="0">
                <a:latin typeface="Courier New"/>
                <a:cs typeface="Courier New"/>
              </a:rPr>
              <a:t> </a:t>
            </a:r>
            <a:r>
              <a:rPr sz="900" spc="-60" dirty="0">
                <a:latin typeface="Courier New"/>
                <a:cs typeface="Courier New"/>
              </a:rPr>
              <a:t>improved</a:t>
            </a:r>
            <a:r>
              <a:rPr sz="900" spc="-65" dirty="0">
                <a:latin typeface="Courier New"/>
                <a:cs typeface="Courier New"/>
              </a:rPr>
              <a:t> </a:t>
            </a:r>
            <a:r>
              <a:rPr sz="900" spc="-25" dirty="0">
                <a:latin typeface="Courier New"/>
                <a:cs typeface="Courier New"/>
              </a:rPr>
              <a:t>for</a:t>
            </a:r>
            <a:endParaRPr sz="900">
              <a:latin typeface="Courier New"/>
              <a:cs typeface="Courier New"/>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p:nvPr/>
        </p:nvSpPr>
        <p:spPr>
          <a:xfrm>
            <a:off x="767505" y="964623"/>
            <a:ext cx="8536305" cy="635"/>
          </a:xfrm>
          <a:custGeom>
            <a:avLst/>
            <a:gdLst/>
            <a:ahLst/>
            <a:cxnLst/>
            <a:rect l="l" t="t" r="r" b="b"/>
            <a:pathLst>
              <a:path w="8536305" h="634">
                <a:moveTo>
                  <a:pt x="0" y="20"/>
                </a:moveTo>
                <a:lnTo>
                  <a:pt x="8535974" y="0"/>
                </a:lnTo>
              </a:path>
            </a:pathLst>
          </a:custGeom>
          <a:ln w="9537">
            <a:solidFill>
              <a:srgbClr val="000000"/>
            </a:solidFill>
          </a:ln>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50" dirty="0"/>
              <a:t>Linear-</a:t>
            </a:r>
            <a:r>
              <a:rPr dirty="0"/>
              <a:t>time</a:t>
            </a:r>
            <a:r>
              <a:rPr spc="20" dirty="0"/>
              <a:t> </a:t>
            </a:r>
            <a:r>
              <a:rPr dirty="0"/>
              <a:t>selection</a:t>
            </a:r>
            <a:r>
              <a:rPr spc="20" dirty="0"/>
              <a:t> </a:t>
            </a:r>
            <a:r>
              <a:rPr spc="-10" dirty="0"/>
              <a:t>postmortem</a:t>
            </a:r>
          </a:p>
        </p:txBody>
      </p:sp>
      <p:sp>
        <p:nvSpPr>
          <p:cNvPr id="4" name="object 4"/>
          <p:cNvSpPr txBox="1"/>
          <p:nvPr/>
        </p:nvSpPr>
        <p:spPr>
          <a:xfrm>
            <a:off x="745267" y="1131247"/>
            <a:ext cx="8428990" cy="750570"/>
          </a:xfrm>
          <a:prstGeom prst="rect">
            <a:avLst/>
          </a:prstGeom>
        </p:spPr>
        <p:txBody>
          <a:bodyPr vert="horz" wrap="square" lIns="0" tIns="12700" rIns="0" bIns="0" rtlCol="0">
            <a:spAutoFit/>
          </a:bodyPr>
          <a:lstStyle/>
          <a:p>
            <a:pPr marL="12700" marR="5080">
              <a:lnSpc>
                <a:spcPct val="132100"/>
              </a:lnSpc>
              <a:spcBef>
                <a:spcPts val="100"/>
              </a:spcBef>
              <a:tabLst>
                <a:tab pos="1487170" algn="l"/>
                <a:tab pos="5754370" algn="l"/>
              </a:tabLst>
            </a:pPr>
            <a:r>
              <a:rPr sz="1800" spc="-10" dirty="0">
                <a:solidFill>
                  <a:srgbClr val="0048AA"/>
                </a:solidFill>
                <a:latin typeface="Lucida Sans Unicode"/>
                <a:cs typeface="Lucida Sans Unicode"/>
              </a:rPr>
              <a:t>Proposition.</a:t>
            </a:r>
            <a:r>
              <a:rPr sz="1800" dirty="0">
                <a:solidFill>
                  <a:srgbClr val="0048AA"/>
                </a:solidFill>
                <a:latin typeface="Lucida Sans Unicode"/>
                <a:cs typeface="Lucida Sans Unicode"/>
              </a:rPr>
              <a:t>	</a:t>
            </a:r>
            <a:r>
              <a:rPr sz="1800" spc="-85" dirty="0">
                <a:solidFill>
                  <a:srgbClr val="606060"/>
                </a:solidFill>
                <a:latin typeface="Lucida Sans Unicode"/>
                <a:cs typeface="Lucida Sans Unicode"/>
              </a:rPr>
              <a:t>[Blum-Floyd-</a:t>
            </a:r>
            <a:r>
              <a:rPr sz="1800" spc="-75" dirty="0">
                <a:solidFill>
                  <a:srgbClr val="606060"/>
                </a:solidFill>
                <a:latin typeface="Lucida Sans Unicode"/>
                <a:cs typeface="Lucida Sans Unicode"/>
              </a:rPr>
              <a:t>Pratt-</a:t>
            </a:r>
            <a:r>
              <a:rPr sz="1800" spc="-80" dirty="0">
                <a:solidFill>
                  <a:srgbClr val="606060"/>
                </a:solidFill>
                <a:latin typeface="Lucida Sans Unicode"/>
                <a:cs typeface="Lucida Sans Unicode"/>
              </a:rPr>
              <a:t>Rivest-</a:t>
            </a:r>
            <a:r>
              <a:rPr sz="1800" spc="-25" dirty="0">
                <a:solidFill>
                  <a:srgbClr val="606060"/>
                </a:solidFill>
                <a:latin typeface="Lucida Sans Unicode"/>
                <a:cs typeface="Lucida Sans Unicode"/>
              </a:rPr>
              <a:t>Tarjan</a:t>
            </a:r>
            <a:r>
              <a:rPr sz="1800" spc="85" dirty="0">
                <a:solidFill>
                  <a:srgbClr val="606060"/>
                </a:solidFill>
                <a:latin typeface="Lucida Sans Unicode"/>
                <a:cs typeface="Lucida Sans Unicode"/>
              </a:rPr>
              <a:t> </a:t>
            </a:r>
            <a:r>
              <a:rPr sz="1800" spc="-10" dirty="0">
                <a:solidFill>
                  <a:srgbClr val="606060"/>
                </a:solidFill>
                <a:latin typeface="Lucida Sans Unicode"/>
                <a:cs typeface="Lucida Sans Unicode"/>
              </a:rPr>
              <a:t>1973]</a:t>
            </a:r>
            <a:r>
              <a:rPr sz="1800" dirty="0">
                <a:solidFill>
                  <a:srgbClr val="606060"/>
                </a:solidFill>
                <a:latin typeface="Lucida Sans Unicode"/>
                <a:cs typeface="Lucida Sans Unicode"/>
              </a:rPr>
              <a:t>	</a:t>
            </a:r>
            <a:r>
              <a:rPr sz="1800" dirty="0">
                <a:latin typeface="Lucida Sans Unicode"/>
                <a:cs typeface="Lucida Sans Unicode"/>
              </a:rPr>
              <a:t>There</a:t>
            </a:r>
            <a:r>
              <a:rPr sz="1800" spc="-30" dirty="0">
                <a:latin typeface="Lucida Sans Unicode"/>
                <a:cs typeface="Lucida Sans Unicode"/>
              </a:rPr>
              <a:t> </a:t>
            </a:r>
            <a:r>
              <a:rPr sz="1800" dirty="0">
                <a:latin typeface="Lucida Sans Unicode"/>
                <a:cs typeface="Lucida Sans Unicode"/>
              </a:rPr>
              <a:t>exists</a:t>
            </a:r>
            <a:r>
              <a:rPr sz="1800" spc="-15" dirty="0">
                <a:latin typeface="Lucida Sans Unicode"/>
                <a:cs typeface="Lucida Sans Unicode"/>
              </a:rPr>
              <a:t> </a:t>
            </a:r>
            <a:r>
              <a:rPr sz="1800" dirty="0">
                <a:latin typeface="Lucida Sans Unicode"/>
                <a:cs typeface="Lucida Sans Unicode"/>
              </a:rPr>
              <a:t>a</a:t>
            </a:r>
            <a:r>
              <a:rPr sz="1800" spc="-15" dirty="0">
                <a:latin typeface="Lucida Sans Unicode"/>
                <a:cs typeface="Lucida Sans Unicode"/>
              </a:rPr>
              <a:t> </a:t>
            </a:r>
            <a:r>
              <a:rPr sz="1800" spc="-60" dirty="0">
                <a:latin typeface="Lucida Sans Unicode"/>
                <a:cs typeface="Lucida Sans Unicode"/>
              </a:rPr>
              <a:t>compare- </a:t>
            </a:r>
            <a:r>
              <a:rPr sz="1800" dirty="0">
                <a:latin typeface="Lucida Sans Unicode"/>
                <a:cs typeface="Lucida Sans Unicode"/>
              </a:rPr>
              <a:t>based selection</a:t>
            </a:r>
            <a:r>
              <a:rPr sz="1800" spc="5" dirty="0">
                <a:latin typeface="Lucida Sans Unicode"/>
                <a:cs typeface="Lucida Sans Unicode"/>
              </a:rPr>
              <a:t> </a:t>
            </a:r>
            <a:r>
              <a:rPr sz="1800" dirty="0">
                <a:latin typeface="Lucida Sans Unicode"/>
                <a:cs typeface="Lucida Sans Unicode"/>
              </a:rPr>
              <a:t>algorithm</a:t>
            </a:r>
            <a:r>
              <a:rPr sz="1800" spc="5" dirty="0">
                <a:latin typeface="Lucida Sans Unicode"/>
                <a:cs typeface="Lucida Sans Unicode"/>
              </a:rPr>
              <a:t> </a:t>
            </a:r>
            <a:r>
              <a:rPr sz="1800" dirty="0">
                <a:latin typeface="Lucida Sans Unicode"/>
                <a:cs typeface="Lucida Sans Unicode"/>
              </a:rPr>
              <a:t>whose</a:t>
            </a:r>
            <a:r>
              <a:rPr sz="1800" spc="5" dirty="0">
                <a:latin typeface="Lucida Sans Unicode"/>
                <a:cs typeface="Lucida Sans Unicode"/>
              </a:rPr>
              <a:t> </a:t>
            </a:r>
            <a:r>
              <a:rPr sz="1800" spc="-45" dirty="0">
                <a:latin typeface="Lucida Sans Unicode"/>
                <a:cs typeface="Lucida Sans Unicode"/>
              </a:rPr>
              <a:t>worst-</a:t>
            </a:r>
            <a:r>
              <a:rPr sz="1800" spc="-10" dirty="0">
                <a:latin typeface="Lucida Sans Unicode"/>
                <a:cs typeface="Lucida Sans Unicode"/>
              </a:rPr>
              <a:t>case</a:t>
            </a:r>
            <a:r>
              <a:rPr sz="1800" spc="5" dirty="0">
                <a:latin typeface="Lucida Sans Unicode"/>
                <a:cs typeface="Lucida Sans Unicode"/>
              </a:rPr>
              <a:t> </a:t>
            </a:r>
            <a:r>
              <a:rPr sz="1800" dirty="0">
                <a:latin typeface="Lucida Sans Unicode"/>
                <a:cs typeface="Lucida Sans Unicode"/>
              </a:rPr>
              <a:t>running time</a:t>
            </a:r>
            <a:r>
              <a:rPr sz="1800" spc="5" dirty="0">
                <a:latin typeface="Lucida Sans Unicode"/>
                <a:cs typeface="Lucida Sans Unicode"/>
              </a:rPr>
              <a:t> </a:t>
            </a:r>
            <a:r>
              <a:rPr sz="1800" dirty="0">
                <a:latin typeface="Lucida Sans Unicode"/>
                <a:cs typeface="Lucida Sans Unicode"/>
              </a:rPr>
              <a:t>is</a:t>
            </a:r>
            <a:r>
              <a:rPr sz="1800" spc="5" dirty="0">
                <a:latin typeface="Lucida Sans Unicode"/>
                <a:cs typeface="Lucida Sans Unicode"/>
              </a:rPr>
              <a:t> </a:t>
            </a:r>
            <a:r>
              <a:rPr sz="1800" i="1" spc="-10" dirty="0">
                <a:latin typeface="Times New Roman"/>
                <a:cs typeface="Times New Roman"/>
              </a:rPr>
              <a:t>O</a:t>
            </a:r>
            <a:r>
              <a:rPr sz="1800" spc="-10" dirty="0">
                <a:latin typeface="Times New Roman"/>
                <a:cs typeface="Times New Roman"/>
              </a:rPr>
              <a:t>(</a:t>
            </a:r>
            <a:r>
              <a:rPr sz="1800" i="1" spc="-10" dirty="0">
                <a:latin typeface="Times New Roman"/>
                <a:cs typeface="Times New Roman"/>
              </a:rPr>
              <a:t>n</a:t>
            </a:r>
            <a:r>
              <a:rPr sz="1800" spc="-10" dirty="0">
                <a:latin typeface="Times New Roman"/>
                <a:cs typeface="Times New Roman"/>
              </a:rPr>
              <a:t>)</a:t>
            </a:r>
            <a:r>
              <a:rPr sz="1800" spc="-10" dirty="0">
                <a:latin typeface="Lucida Sans Unicode"/>
                <a:cs typeface="Lucida Sans Unicode"/>
              </a:rPr>
              <a:t>.</a:t>
            </a:r>
            <a:endParaRPr sz="1800">
              <a:latin typeface="Lucida Sans Unicode"/>
              <a:cs typeface="Lucida Sans Unicode"/>
            </a:endParaRPr>
          </a:p>
        </p:txBody>
      </p:sp>
      <p:sp>
        <p:nvSpPr>
          <p:cNvPr id="5" name="object 5"/>
          <p:cNvSpPr txBox="1"/>
          <p:nvPr/>
        </p:nvSpPr>
        <p:spPr>
          <a:xfrm>
            <a:off x="745267" y="5930468"/>
            <a:ext cx="8369934" cy="1025525"/>
          </a:xfrm>
          <a:prstGeom prst="rect">
            <a:avLst/>
          </a:prstGeom>
        </p:spPr>
        <p:txBody>
          <a:bodyPr vert="horz" wrap="square" lIns="0" tIns="12700" rIns="0" bIns="0" rtlCol="0">
            <a:spAutoFit/>
          </a:bodyPr>
          <a:lstStyle/>
          <a:p>
            <a:pPr marL="12700">
              <a:lnSpc>
                <a:spcPct val="100000"/>
              </a:lnSpc>
              <a:spcBef>
                <a:spcPts val="100"/>
              </a:spcBef>
              <a:tabLst>
                <a:tab pos="1092200" algn="l"/>
              </a:tabLst>
            </a:pPr>
            <a:r>
              <a:rPr sz="1800" spc="-10" dirty="0">
                <a:solidFill>
                  <a:srgbClr val="0048AA"/>
                </a:solidFill>
                <a:latin typeface="Lucida Sans Unicode"/>
                <a:cs typeface="Lucida Sans Unicode"/>
              </a:rPr>
              <a:t>Practice.</a:t>
            </a:r>
            <a:r>
              <a:rPr sz="1800" dirty="0">
                <a:solidFill>
                  <a:srgbClr val="0048AA"/>
                </a:solidFill>
                <a:latin typeface="Lucida Sans Unicode"/>
                <a:cs typeface="Lucida Sans Unicode"/>
              </a:rPr>
              <a:t>	</a:t>
            </a:r>
            <a:r>
              <a:rPr sz="1800" dirty="0">
                <a:latin typeface="Lucida Sans Unicode"/>
                <a:cs typeface="Lucida Sans Unicode"/>
              </a:rPr>
              <a:t>Constant</a:t>
            </a:r>
            <a:r>
              <a:rPr sz="1800" spc="-5" dirty="0">
                <a:latin typeface="Lucida Sans Unicode"/>
                <a:cs typeface="Lucida Sans Unicode"/>
              </a:rPr>
              <a:t> </a:t>
            </a:r>
            <a:r>
              <a:rPr sz="1800" dirty="0">
                <a:latin typeface="Lucida Sans Unicode"/>
                <a:cs typeface="Lucida Sans Unicode"/>
              </a:rPr>
              <a:t>and overhead (currently) too large to</a:t>
            </a:r>
            <a:r>
              <a:rPr sz="1800" spc="-5" dirty="0">
                <a:latin typeface="Lucida Sans Unicode"/>
                <a:cs typeface="Lucida Sans Unicode"/>
              </a:rPr>
              <a:t> </a:t>
            </a:r>
            <a:r>
              <a:rPr sz="1800" dirty="0">
                <a:latin typeface="Lucida Sans Unicode"/>
                <a:cs typeface="Lucida Sans Unicode"/>
              </a:rPr>
              <a:t>be </a:t>
            </a:r>
            <a:r>
              <a:rPr sz="1800" spc="-10" dirty="0">
                <a:latin typeface="Lucida Sans Unicode"/>
                <a:cs typeface="Lucida Sans Unicode"/>
              </a:rPr>
              <a:t>useful.</a:t>
            </a:r>
            <a:endParaRPr sz="1800">
              <a:latin typeface="Lucida Sans Unicode"/>
              <a:cs typeface="Lucida Sans Unicode"/>
            </a:endParaRPr>
          </a:p>
          <a:p>
            <a:pPr>
              <a:lnSpc>
                <a:spcPct val="100000"/>
              </a:lnSpc>
              <a:spcBef>
                <a:spcPts val="780"/>
              </a:spcBef>
            </a:pPr>
            <a:endParaRPr sz="1800">
              <a:latin typeface="Lucida Sans Unicode"/>
              <a:cs typeface="Lucida Sans Unicode"/>
            </a:endParaRPr>
          </a:p>
          <a:p>
            <a:pPr marL="12700">
              <a:lnSpc>
                <a:spcPct val="100000"/>
              </a:lnSpc>
              <a:tabLst>
                <a:tab pos="821055" algn="l"/>
              </a:tabLst>
            </a:pPr>
            <a:r>
              <a:rPr sz="1800" spc="-10" dirty="0">
                <a:solidFill>
                  <a:srgbClr val="0048AA"/>
                </a:solidFill>
                <a:latin typeface="Lucida Sans Unicode"/>
                <a:cs typeface="Lucida Sans Unicode"/>
              </a:rPr>
              <a:t>Open.</a:t>
            </a:r>
            <a:r>
              <a:rPr sz="1800" dirty="0">
                <a:solidFill>
                  <a:srgbClr val="0048AA"/>
                </a:solidFill>
                <a:latin typeface="Lucida Sans Unicode"/>
                <a:cs typeface="Lucida Sans Unicode"/>
              </a:rPr>
              <a:t>	</a:t>
            </a:r>
            <a:r>
              <a:rPr sz="1800" dirty="0">
                <a:latin typeface="Lucida Sans Unicode"/>
                <a:cs typeface="Lucida Sans Unicode"/>
              </a:rPr>
              <a:t>Practical</a:t>
            </a:r>
            <a:r>
              <a:rPr sz="1800" spc="-5" dirty="0">
                <a:latin typeface="Lucida Sans Unicode"/>
                <a:cs typeface="Lucida Sans Unicode"/>
              </a:rPr>
              <a:t> </a:t>
            </a:r>
            <a:r>
              <a:rPr sz="1800" dirty="0">
                <a:latin typeface="Lucida Sans Unicode"/>
                <a:cs typeface="Lucida Sans Unicode"/>
              </a:rPr>
              <a:t>selection</a:t>
            </a:r>
            <a:r>
              <a:rPr sz="1800" spc="-10" dirty="0">
                <a:latin typeface="Lucida Sans Unicode"/>
                <a:cs typeface="Lucida Sans Unicode"/>
              </a:rPr>
              <a:t> </a:t>
            </a:r>
            <a:r>
              <a:rPr sz="1800" dirty="0">
                <a:latin typeface="Lucida Sans Unicode"/>
                <a:cs typeface="Lucida Sans Unicode"/>
              </a:rPr>
              <a:t>algorithm</a:t>
            </a:r>
            <a:r>
              <a:rPr sz="1800" spc="-5" dirty="0">
                <a:latin typeface="Lucida Sans Unicode"/>
                <a:cs typeface="Lucida Sans Unicode"/>
              </a:rPr>
              <a:t> </a:t>
            </a:r>
            <a:r>
              <a:rPr sz="1800" dirty="0">
                <a:latin typeface="Lucida Sans Unicode"/>
                <a:cs typeface="Lucida Sans Unicode"/>
              </a:rPr>
              <a:t>whose</a:t>
            </a:r>
            <a:r>
              <a:rPr sz="1800" spc="-5" dirty="0">
                <a:latin typeface="Lucida Sans Unicode"/>
                <a:cs typeface="Lucida Sans Unicode"/>
              </a:rPr>
              <a:t> </a:t>
            </a:r>
            <a:r>
              <a:rPr sz="1800" spc="-45" dirty="0">
                <a:latin typeface="Lucida Sans Unicode"/>
                <a:cs typeface="Lucida Sans Unicode"/>
              </a:rPr>
              <a:t>worst-</a:t>
            </a:r>
            <a:r>
              <a:rPr sz="1800" spc="-10" dirty="0">
                <a:latin typeface="Lucida Sans Unicode"/>
                <a:cs typeface="Lucida Sans Unicode"/>
              </a:rPr>
              <a:t>case</a:t>
            </a:r>
            <a:r>
              <a:rPr sz="1800" spc="-5" dirty="0">
                <a:latin typeface="Lucida Sans Unicode"/>
                <a:cs typeface="Lucida Sans Unicode"/>
              </a:rPr>
              <a:t> </a:t>
            </a:r>
            <a:r>
              <a:rPr sz="1800" dirty="0">
                <a:latin typeface="Lucida Sans Unicode"/>
                <a:cs typeface="Lucida Sans Unicode"/>
              </a:rPr>
              <a:t>running</a:t>
            </a:r>
            <a:r>
              <a:rPr sz="1800" spc="-5" dirty="0">
                <a:latin typeface="Lucida Sans Unicode"/>
                <a:cs typeface="Lucida Sans Unicode"/>
              </a:rPr>
              <a:t> </a:t>
            </a:r>
            <a:r>
              <a:rPr sz="1800" dirty="0">
                <a:latin typeface="Lucida Sans Unicode"/>
                <a:cs typeface="Lucida Sans Unicode"/>
              </a:rPr>
              <a:t>time</a:t>
            </a:r>
            <a:r>
              <a:rPr sz="1800" spc="-5" dirty="0">
                <a:latin typeface="Lucida Sans Unicode"/>
                <a:cs typeface="Lucida Sans Unicode"/>
              </a:rPr>
              <a:t> </a:t>
            </a:r>
            <a:r>
              <a:rPr sz="1800" dirty="0">
                <a:latin typeface="Lucida Sans Unicode"/>
                <a:cs typeface="Lucida Sans Unicode"/>
              </a:rPr>
              <a:t>is</a:t>
            </a:r>
            <a:r>
              <a:rPr sz="1800" spc="-5" dirty="0">
                <a:latin typeface="Lucida Sans Unicode"/>
                <a:cs typeface="Lucida Sans Unicode"/>
              </a:rPr>
              <a:t> </a:t>
            </a:r>
            <a:r>
              <a:rPr sz="1800" i="1" spc="-10" dirty="0">
                <a:latin typeface="Times New Roman"/>
                <a:cs typeface="Times New Roman"/>
              </a:rPr>
              <a:t>O</a:t>
            </a:r>
            <a:r>
              <a:rPr sz="1800" spc="-10" dirty="0">
                <a:latin typeface="Times New Roman"/>
                <a:cs typeface="Times New Roman"/>
              </a:rPr>
              <a:t>(</a:t>
            </a:r>
            <a:r>
              <a:rPr sz="1800" i="1" spc="-10" dirty="0">
                <a:latin typeface="Times New Roman"/>
                <a:cs typeface="Times New Roman"/>
              </a:rPr>
              <a:t>n</a:t>
            </a:r>
            <a:r>
              <a:rPr sz="1800" spc="-10" dirty="0">
                <a:latin typeface="Times New Roman"/>
                <a:cs typeface="Times New Roman"/>
              </a:rPr>
              <a:t>)</a:t>
            </a:r>
            <a:r>
              <a:rPr sz="1800" spc="-10" dirty="0">
                <a:latin typeface="Lucida Sans Unicode"/>
                <a:cs typeface="Lucida Sans Unicode"/>
              </a:rPr>
              <a:t>.</a:t>
            </a:r>
            <a:endParaRPr sz="1800">
              <a:latin typeface="Lucida Sans Unicode"/>
              <a:cs typeface="Lucida Sans Unicode"/>
            </a:endParaRPr>
          </a:p>
        </p:txBody>
      </p:sp>
      <p:grpSp>
        <p:nvGrpSpPr>
          <p:cNvPr id="6" name="object 6"/>
          <p:cNvGrpSpPr/>
          <p:nvPr/>
        </p:nvGrpSpPr>
        <p:grpSpPr>
          <a:xfrm>
            <a:off x="2445134" y="2261730"/>
            <a:ext cx="4845050" cy="2927985"/>
            <a:chOff x="2445134" y="2261730"/>
            <a:chExt cx="4845050" cy="2927985"/>
          </a:xfrm>
        </p:grpSpPr>
        <p:sp>
          <p:nvSpPr>
            <p:cNvPr id="7" name="object 7"/>
            <p:cNvSpPr/>
            <p:nvPr/>
          </p:nvSpPr>
          <p:spPr>
            <a:xfrm>
              <a:off x="2445134" y="2261730"/>
              <a:ext cx="4845050" cy="2927985"/>
            </a:xfrm>
            <a:custGeom>
              <a:avLst/>
              <a:gdLst/>
              <a:ahLst/>
              <a:cxnLst/>
              <a:rect l="l" t="t" r="r" b="b"/>
              <a:pathLst>
                <a:path w="4845050" h="2927985">
                  <a:moveTo>
                    <a:pt x="0" y="0"/>
                  </a:moveTo>
                  <a:lnTo>
                    <a:pt x="4845000" y="0"/>
                  </a:lnTo>
                  <a:lnTo>
                    <a:pt x="4845000" y="2927982"/>
                  </a:lnTo>
                  <a:lnTo>
                    <a:pt x="0" y="2927982"/>
                  </a:lnTo>
                  <a:lnTo>
                    <a:pt x="0" y="0"/>
                  </a:lnTo>
                  <a:close/>
                </a:path>
              </a:pathLst>
            </a:custGeom>
            <a:solidFill>
              <a:srgbClr val="FFFFFF"/>
            </a:solidFill>
          </p:spPr>
          <p:txBody>
            <a:bodyPr wrap="square" lIns="0" tIns="0" rIns="0" bIns="0" rtlCol="0"/>
            <a:lstStyle/>
            <a:p>
              <a:endParaRPr/>
            </a:p>
          </p:txBody>
        </p:sp>
        <p:pic>
          <p:nvPicPr>
            <p:cNvPr id="8" name="object 8"/>
            <p:cNvPicPr/>
            <p:nvPr/>
          </p:nvPicPr>
          <p:blipFill>
            <a:blip r:embed="rId2" cstate="print"/>
            <a:stretch>
              <a:fillRect/>
            </a:stretch>
          </p:blipFill>
          <p:spPr>
            <a:xfrm>
              <a:off x="4600660" y="2811782"/>
              <a:ext cx="113024" cy="89398"/>
            </a:xfrm>
            <a:prstGeom prst="rect">
              <a:avLst/>
            </a:prstGeom>
          </p:spPr>
        </p:pic>
        <p:pic>
          <p:nvPicPr>
            <p:cNvPr id="9" name="object 9"/>
            <p:cNvPicPr/>
            <p:nvPr/>
          </p:nvPicPr>
          <p:blipFill>
            <a:blip r:embed="rId3" cstate="print"/>
            <a:stretch>
              <a:fillRect/>
            </a:stretch>
          </p:blipFill>
          <p:spPr>
            <a:xfrm>
              <a:off x="3778876" y="3042336"/>
              <a:ext cx="247241" cy="89398"/>
            </a:xfrm>
            <a:prstGeom prst="rect">
              <a:avLst/>
            </a:prstGeom>
          </p:spPr>
        </p:pic>
        <p:pic>
          <p:nvPicPr>
            <p:cNvPr id="10" name="object 10"/>
            <p:cNvPicPr/>
            <p:nvPr/>
          </p:nvPicPr>
          <p:blipFill>
            <a:blip r:embed="rId4" cstate="print"/>
            <a:stretch>
              <a:fillRect/>
            </a:stretch>
          </p:blipFill>
          <p:spPr>
            <a:xfrm>
              <a:off x="5634364" y="3054098"/>
              <a:ext cx="296689" cy="91750"/>
            </a:xfrm>
            <a:prstGeom prst="rect">
              <a:avLst/>
            </a:prstGeom>
          </p:spPr>
        </p:pic>
        <p:pic>
          <p:nvPicPr>
            <p:cNvPr id="11" name="object 11"/>
            <p:cNvPicPr/>
            <p:nvPr/>
          </p:nvPicPr>
          <p:blipFill>
            <a:blip r:embed="rId5" cstate="print"/>
            <a:stretch>
              <a:fillRect/>
            </a:stretch>
          </p:blipFill>
          <p:spPr>
            <a:xfrm>
              <a:off x="3967250" y="3223486"/>
              <a:ext cx="89477" cy="70577"/>
            </a:xfrm>
            <a:prstGeom prst="rect">
              <a:avLst/>
            </a:prstGeom>
          </p:spPr>
        </p:pic>
        <p:pic>
          <p:nvPicPr>
            <p:cNvPr id="12" name="object 12"/>
            <p:cNvPicPr/>
            <p:nvPr/>
          </p:nvPicPr>
          <p:blipFill>
            <a:blip r:embed="rId6" cstate="print"/>
            <a:stretch>
              <a:fillRect/>
            </a:stretch>
          </p:blipFill>
          <p:spPr>
            <a:xfrm>
              <a:off x="4120304" y="3223485"/>
              <a:ext cx="367329" cy="89398"/>
            </a:xfrm>
            <a:prstGeom prst="rect">
              <a:avLst/>
            </a:prstGeom>
          </p:spPr>
        </p:pic>
      </p:grpSp>
      <p:sp>
        <p:nvSpPr>
          <p:cNvPr id="13" name="object 13"/>
          <p:cNvSpPr txBox="1"/>
          <p:nvPr/>
        </p:nvSpPr>
        <p:spPr>
          <a:xfrm>
            <a:off x="3345615" y="2396789"/>
            <a:ext cx="2238375" cy="933450"/>
          </a:xfrm>
          <a:prstGeom prst="rect">
            <a:avLst/>
          </a:prstGeom>
        </p:spPr>
        <p:txBody>
          <a:bodyPr vert="horz" wrap="square" lIns="0" tIns="13335" rIns="0" bIns="0" rtlCol="0">
            <a:spAutoFit/>
          </a:bodyPr>
          <a:lstStyle/>
          <a:p>
            <a:pPr marL="604520">
              <a:lnSpc>
                <a:spcPct val="100000"/>
              </a:lnSpc>
              <a:spcBef>
                <a:spcPts val="105"/>
              </a:spcBef>
            </a:pPr>
            <a:r>
              <a:rPr sz="900" spc="-85" dirty="0">
                <a:latin typeface="Courier New"/>
                <a:cs typeface="Courier New"/>
              </a:rPr>
              <a:t>Time</a:t>
            </a:r>
            <a:r>
              <a:rPr sz="900" spc="-40" dirty="0">
                <a:latin typeface="Courier New"/>
                <a:cs typeface="Courier New"/>
              </a:rPr>
              <a:t> </a:t>
            </a:r>
            <a:r>
              <a:rPr sz="900" spc="-85" dirty="0">
                <a:latin typeface="Courier New"/>
                <a:cs typeface="Courier New"/>
              </a:rPr>
              <a:t>Bounds</a:t>
            </a:r>
            <a:r>
              <a:rPr sz="900" spc="-40" dirty="0">
                <a:latin typeface="Courier New"/>
                <a:cs typeface="Courier New"/>
              </a:rPr>
              <a:t> </a:t>
            </a:r>
            <a:r>
              <a:rPr sz="900" spc="-80" dirty="0">
                <a:latin typeface="Courier New"/>
                <a:cs typeface="Courier New"/>
              </a:rPr>
              <a:t>for</a:t>
            </a:r>
            <a:r>
              <a:rPr sz="900" spc="-35" dirty="0">
                <a:latin typeface="Courier New"/>
                <a:cs typeface="Courier New"/>
              </a:rPr>
              <a:t> </a:t>
            </a:r>
            <a:r>
              <a:rPr sz="900" spc="-10" dirty="0">
                <a:latin typeface="Courier New"/>
                <a:cs typeface="Courier New"/>
              </a:rPr>
              <a:t>Selection</a:t>
            </a:r>
            <a:endParaRPr sz="900">
              <a:latin typeface="Courier New"/>
              <a:cs typeface="Courier New"/>
            </a:endParaRPr>
          </a:p>
          <a:p>
            <a:pPr>
              <a:lnSpc>
                <a:spcPct val="100000"/>
              </a:lnSpc>
              <a:spcBef>
                <a:spcPts val="865"/>
              </a:spcBef>
            </a:pPr>
            <a:endParaRPr sz="900">
              <a:latin typeface="Courier New"/>
              <a:cs typeface="Courier New"/>
            </a:endParaRPr>
          </a:p>
          <a:p>
            <a:pPr marL="1433830">
              <a:lnSpc>
                <a:spcPct val="100000"/>
              </a:lnSpc>
            </a:pPr>
            <a:r>
              <a:rPr sz="900" spc="-50" dirty="0">
                <a:latin typeface="Courier New"/>
                <a:cs typeface="Courier New"/>
              </a:rPr>
              <a:t>.</a:t>
            </a:r>
            <a:endParaRPr sz="900">
              <a:latin typeface="Courier New"/>
              <a:cs typeface="Courier New"/>
            </a:endParaRPr>
          </a:p>
          <a:p>
            <a:pPr marL="176530" marR="5080" indent="-177165">
              <a:lnSpc>
                <a:spcPct val="128600"/>
              </a:lnSpc>
              <a:spcBef>
                <a:spcPts val="315"/>
              </a:spcBef>
              <a:tabLst>
                <a:tab pos="744855" algn="l"/>
                <a:tab pos="1205865" algn="l"/>
              </a:tabLst>
            </a:pPr>
            <a:r>
              <a:rPr sz="900" spc="-10" dirty="0">
                <a:latin typeface="Courier New"/>
                <a:cs typeface="Courier New"/>
              </a:rPr>
              <a:t>Manuel</a:t>
            </a:r>
            <a:r>
              <a:rPr sz="900" dirty="0">
                <a:latin typeface="Courier New"/>
                <a:cs typeface="Courier New"/>
              </a:rPr>
              <a:t>	</a:t>
            </a:r>
            <a:r>
              <a:rPr sz="900" spc="-65" dirty="0">
                <a:latin typeface="Courier New"/>
                <a:cs typeface="Courier New"/>
              </a:rPr>
              <a:t>Robert</a:t>
            </a:r>
            <a:r>
              <a:rPr sz="900" spc="-50" dirty="0">
                <a:latin typeface="Courier New"/>
                <a:cs typeface="Courier New"/>
              </a:rPr>
              <a:t> </a:t>
            </a:r>
            <a:r>
              <a:rPr sz="900" spc="-30" dirty="0">
                <a:latin typeface="Courier New"/>
                <a:cs typeface="Courier New"/>
              </a:rPr>
              <a:t>W.</a:t>
            </a:r>
            <a:r>
              <a:rPr sz="900" spc="-45" dirty="0">
                <a:latin typeface="Courier New"/>
                <a:cs typeface="Courier New"/>
              </a:rPr>
              <a:t> </a:t>
            </a:r>
            <a:r>
              <a:rPr sz="900" spc="-65" dirty="0">
                <a:latin typeface="Courier New"/>
                <a:cs typeface="Courier New"/>
              </a:rPr>
              <a:t>Floyd,</a:t>
            </a:r>
            <a:r>
              <a:rPr sz="900" spc="-50" dirty="0">
                <a:latin typeface="Courier New"/>
                <a:cs typeface="Courier New"/>
              </a:rPr>
              <a:t> Vaughan </a:t>
            </a:r>
            <a:r>
              <a:rPr sz="900" spc="-10" dirty="0">
                <a:latin typeface="Courier New"/>
                <a:cs typeface="Courier New"/>
              </a:rPr>
              <a:t>Ronald</a:t>
            </a:r>
            <a:r>
              <a:rPr sz="900" dirty="0">
                <a:latin typeface="Courier New"/>
                <a:cs typeface="Courier New"/>
              </a:rPr>
              <a:t>		</a:t>
            </a:r>
            <a:r>
              <a:rPr sz="900" spc="-20" dirty="0">
                <a:latin typeface="Courier New"/>
                <a:cs typeface="Courier New"/>
              </a:rPr>
              <a:t>and</a:t>
            </a:r>
            <a:r>
              <a:rPr sz="900" spc="-95" dirty="0">
                <a:latin typeface="Courier New"/>
                <a:cs typeface="Courier New"/>
              </a:rPr>
              <a:t> </a:t>
            </a:r>
            <a:r>
              <a:rPr sz="900" spc="-35" dirty="0">
                <a:latin typeface="Courier New"/>
                <a:cs typeface="Courier New"/>
              </a:rPr>
              <a:t>Robert</a:t>
            </a:r>
            <a:r>
              <a:rPr sz="900" spc="-90" dirty="0">
                <a:latin typeface="Courier New"/>
                <a:cs typeface="Courier New"/>
              </a:rPr>
              <a:t> </a:t>
            </a:r>
            <a:r>
              <a:rPr sz="900" spc="-25" dirty="0">
                <a:latin typeface="Courier New"/>
                <a:cs typeface="Courier New"/>
              </a:rPr>
              <a:t>E.</a:t>
            </a:r>
            <a:endParaRPr sz="900">
              <a:latin typeface="Courier New"/>
              <a:cs typeface="Courier New"/>
            </a:endParaRPr>
          </a:p>
        </p:txBody>
      </p:sp>
      <p:grpSp>
        <p:nvGrpSpPr>
          <p:cNvPr id="14" name="object 14"/>
          <p:cNvGrpSpPr/>
          <p:nvPr/>
        </p:nvGrpSpPr>
        <p:grpSpPr>
          <a:xfrm>
            <a:off x="2752236" y="3230543"/>
            <a:ext cx="3023870" cy="1715135"/>
            <a:chOff x="2752236" y="3230543"/>
            <a:chExt cx="3023870" cy="1715135"/>
          </a:xfrm>
        </p:grpSpPr>
        <p:pic>
          <p:nvPicPr>
            <p:cNvPr id="15" name="object 15"/>
            <p:cNvPicPr/>
            <p:nvPr/>
          </p:nvPicPr>
          <p:blipFill>
            <a:blip r:embed="rId7" cstate="print"/>
            <a:stretch>
              <a:fillRect/>
            </a:stretch>
          </p:blipFill>
          <p:spPr>
            <a:xfrm>
              <a:off x="5443634" y="3230543"/>
              <a:ext cx="332009" cy="87045"/>
            </a:xfrm>
            <a:prstGeom prst="rect">
              <a:avLst/>
            </a:prstGeom>
          </p:spPr>
        </p:pic>
        <p:pic>
          <p:nvPicPr>
            <p:cNvPr id="16" name="object 16"/>
            <p:cNvPicPr/>
            <p:nvPr/>
          </p:nvPicPr>
          <p:blipFill>
            <a:blip r:embed="rId8" cstate="print"/>
            <a:stretch>
              <a:fillRect/>
            </a:stretch>
          </p:blipFill>
          <p:spPr>
            <a:xfrm>
              <a:off x="2752236" y="4818540"/>
              <a:ext cx="306108" cy="127039"/>
            </a:xfrm>
            <a:prstGeom prst="rect">
              <a:avLst/>
            </a:prstGeom>
          </p:spPr>
        </p:pic>
      </p:grpSp>
      <p:sp>
        <p:nvSpPr>
          <p:cNvPr id="17" name="object 17"/>
          <p:cNvSpPr txBox="1"/>
          <p:nvPr/>
        </p:nvSpPr>
        <p:spPr>
          <a:xfrm>
            <a:off x="2749881" y="3855394"/>
            <a:ext cx="4312285" cy="634365"/>
          </a:xfrm>
          <a:prstGeom prst="rect">
            <a:avLst/>
          </a:prstGeom>
        </p:spPr>
        <p:txBody>
          <a:bodyPr vert="horz" wrap="square" lIns="0" tIns="13335" rIns="0" bIns="0" rtlCol="0">
            <a:spAutoFit/>
          </a:bodyPr>
          <a:lstStyle/>
          <a:p>
            <a:pPr>
              <a:lnSpc>
                <a:spcPct val="100000"/>
              </a:lnSpc>
              <a:spcBef>
                <a:spcPts val="105"/>
              </a:spcBef>
            </a:pPr>
            <a:r>
              <a:rPr sz="900" u="sng" spc="-10" dirty="0">
                <a:uFill>
                  <a:solidFill>
                    <a:srgbClr val="000000"/>
                  </a:solidFill>
                </a:uFill>
                <a:latin typeface="Courier New"/>
                <a:cs typeface="Courier New"/>
              </a:rPr>
              <a:t>Abstract</a:t>
            </a:r>
            <a:endParaRPr sz="900">
              <a:latin typeface="Courier New"/>
              <a:cs typeface="Courier New"/>
            </a:endParaRPr>
          </a:p>
          <a:p>
            <a:pPr marL="296545">
              <a:lnSpc>
                <a:spcPct val="100000"/>
              </a:lnSpc>
              <a:spcBef>
                <a:spcPts val="775"/>
              </a:spcBef>
            </a:pPr>
            <a:r>
              <a:rPr sz="900" spc="-85" dirty="0">
                <a:latin typeface="Courier New"/>
                <a:cs typeface="Courier New"/>
              </a:rPr>
              <a:t>The</a:t>
            </a:r>
            <a:r>
              <a:rPr sz="900" spc="-35" dirty="0">
                <a:latin typeface="Courier New"/>
                <a:cs typeface="Courier New"/>
              </a:rPr>
              <a:t> </a:t>
            </a:r>
            <a:r>
              <a:rPr sz="900" spc="-85" dirty="0">
                <a:latin typeface="Courier New"/>
                <a:cs typeface="Courier New"/>
              </a:rPr>
              <a:t>number</a:t>
            </a:r>
            <a:r>
              <a:rPr sz="900" spc="-35" dirty="0">
                <a:latin typeface="Courier New"/>
                <a:cs typeface="Courier New"/>
              </a:rPr>
              <a:t> </a:t>
            </a:r>
            <a:r>
              <a:rPr sz="900" spc="-75" dirty="0">
                <a:latin typeface="Courier New"/>
                <a:cs typeface="Courier New"/>
              </a:rPr>
              <a:t>of</a:t>
            </a:r>
            <a:r>
              <a:rPr sz="900" spc="-35" dirty="0">
                <a:latin typeface="Courier New"/>
                <a:cs typeface="Courier New"/>
              </a:rPr>
              <a:t> </a:t>
            </a:r>
            <a:r>
              <a:rPr sz="900" spc="-80" dirty="0">
                <a:latin typeface="Courier New"/>
                <a:cs typeface="Courier New"/>
              </a:rPr>
              <a:t>comparisons</a:t>
            </a:r>
            <a:r>
              <a:rPr sz="900" spc="-35" dirty="0">
                <a:latin typeface="Courier New"/>
                <a:cs typeface="Courier New"/>
              </a:rPr>
              <a:t> </a:t>
            </a:r>
            <a:r>
              <a:rPr sz="900" spc="-85" dirty="0">
                <a:latin typeface="Courier New"/>
                <a:cs typeface="Courier New"/>
              </a:rPr>
              <a:t>required</a:t>
            </a:r>
            <a:r>
              <a:rPr sz="900" spc="-35" dirty="0">
                <a:latin typeface="Courier New"/>
                <a:cs typeface="Courier New"/>
              </a:rPr>
              <a:t> </a:t>
            </a:r>
            <a:r>
              <a:rPr sz="900" spc="-75" dirty="0">
                <a:latin typeface="Courier New"/>
                <a:cs typeface="Courier New"/>
              </a:rPr>
              <a:t>to</a:t>
            </a:r>
            <a:r>
              <a:rPr sz="900" spc="-35" dirty="0">
                <a:latin typeface="Courier New"/>
                <a:cs typeface="Courier New"/>
              </a:rPr>
              <a:t> </a:t>
            </a:r>
            <a:r>
              <a:rPr sz="900" spc="-85" dirty="0">
                <a:latin typeface="Courier New"/>
                <a:cs typeface="Courier New"/>
              </a:rPr>
              <a:t>select</a:t>
            </a:r>
            <a:r>
              <a:rPr sz="900" spc="-35" dirty="0">
                <a:latin typeface="Courier New"/>
                <a:cs typeface="Courier New"/>
              </a:rPr>
              <a:t> </a:t>
            </a:r>
            <a:r>
              <a:rPr sz="900" spc="-85" dirty="0">
                <a:latin typeface="Courier New"/>
                <a:cs typeface="Courier New"/>
              </a:rPr>
              <a:t>the</a:t>
            </a:r>
            <a:r>
              <a:rPr sz="900" spc="-30" dirty="0">
                <a:latin typeface="Courier New"/>
                <a:cs typeface="Courier New"/>
              </a:rPr>
              <a:t> </a:t>
            </a:r>
            <a:r>
              <a:rPr sz="900" spc="-85" dirty="0">
                <a:latin typeface="Courier New"/>
                <a:cs typeface="Courier New"/>
              </a:rPr>
              <a:t>i-</a:t>
            </a:r>
            <a:r>
              <a:rPr sz="900" spc="-75" dirty="0">
                <a:latin typeface="Courier New"/>
                <a:cs typeface="Courier New"/>
              </a:rPr>
              <a:t>th</a:t>
            </a:r>
            <a:r>
              <a:rPr sz="900" spc="-35" dirty="0">
                <a:latin typeface="Courier New"/>
                <a:cs typeface="Courier New"/>
              </a:rPr>
              <a:t> </a:t>
            </a:r>
            <a:r>
              <a:rPr sz="900" spc="-85" dirty="0">
                <a:latin typeface="Courier New"/>
                <a:cs typeface="Courier New"/>
              </a:rPr>
              <a:t>smallest</a:t>
            </a:r>
            <a:r>
              <a:rPr sz="900" spc="-35" dirty="0">
                <a:latin typeface="Courier New"/>
                <a:cs typeface="Courier New"/>
              </a:rPr>
              <a:t> </a:t>
            </a:r>
            <a:r>
              <a:rPr sz="900" spc="-25" dirty="0">
                <a:latin typeface="Courier New"/>
                <a:cs typeface="Courier New"/>
              </a:rPr>
              <a:t>of</a:t>
            </a:r>
            <a:endParaRPr sz="900">
              <a:latin typeface="Courier New"/>
              <a:cs typeface="Courier New"/>
            </a:endParaRPr>
          </a:p>
          <a:p>
            <a:pPr>
              <a:lnSpc>
                <a:spcPct val="100000"/>
              </a:lnSpc>
              <a:spcBef>
                <a:spcPts val="770"/>
              </a:spcBef>
            </a:pPr>
            <a:r>
              <a:rPr sz="900" dirty="0">
                <a:latin typeface="Courier New"/>
                <a:cs typeface="Courier New"/>
              </a:rPr>
              <a:t>n</a:t>
            </a:r>
            <a:r>
              <a:rPr sz="900" spc="-65" dirty="0">
                <a:latin typeface="Courier New"/>
                <a:cs typeface="Courier New"/>
              </a:rPr>
              <a:t> </a:t>
            </a:r>
            <a:r>
              <a:rPr sz="900" spc="-70" dirty="0">
                <a:latin typeface="Courier New"/>
                <a:cs typeface="Courier New"/>
              </a:rPr>
              <a:t>numbers</a:t>
            </a:r>
            <a:r>
              <a:rPr sz="900" spc="-65" dirty="0">
                <a:latin typeface="Courier New"/>
                <a:cs typeface="Courier New"/>
              </a:rPr>
              <a:t> </a:t>
            </a:r>
            <a:r>
              <a:rPr sz="900" spc="-50" dirty="0">
                <a:latin typeface="Courier New"/>
                <a:cs typeface="Courier New"/>
              </a:rPr>
              <a:t>is</a:t>
            </a:r>
            <a:r>
              <a:rPr sz="900" spc="-65" dirty="0">
                <a:latin typeface="Courier New"/>
                <a:cs typeface="Courier New"/>
              </a:rPr>
              <a:t> shown </a:t>
            </a:r>
            <a:r>
              <a:rPr sz="900" spc="-50" dirty="0">
                <a:latin typeface="Courier New"/>
                <a:cs typeface="Courier New"/>
              </a:rPr>
              <a:t>to</a:t>
            </a:r>
            <a:r>
              <a:rPr sz="900" spc="-65" dirty="0">
                <a:latin typeface="Courier New"/>
                <a:cs typeface="Courier New"/>
              </a:rPr>
              <a:t> </a:t>
            </a:r>
            <a:r>
              <a:rPr sz="900" spc="-50" dirty="0">
                <a:latin typeface="Courier New"/>
                <a:cs typeface="Courier New"/>
              </a:rPr>
              <a:t>be</a:t>
            </a:r>
            <a:r>
              <a:rPr sz="900" spc="-65" dirty="0">
                <a:latin typeface="Courier New"/>
                <a:cs typeface="Courier New"/>
              </a:rPr>
              <a:t> </a:t>
            </a:r>
            <a:r>
              <a:rPr sz="900" spc="-50" dirty="0">
                <a:latin typeface="Courier New"/>
                <a:cs typeface="Courier New"/>
              </a:rPr>
              <a:t>at</a:t>
            </a:r>
            <a:r>
              <a:rPr sz="900" spc="-60" dirty="0">
                <a:latin typeface="Courier New"/>
                <a:cs typeface="Courier New"/>
              </a:rPr>
              <a:t> most</a:t>
            </a:r>
            <a:r>
              <a:rPr sz="900" spc="-65" dirty="0">
                <a:latin typeface="Courier New"/>
                <a:cs typeface="Courier New"/>
              </a:rPr>
              <a:t> </a:t>
            </a:r>
            <a:r>
              <a:rPr sz="900" dirty="0">
                <a:latin typeface="Courier New"/>
                <a:cs typeface="Courier New"/>
              </a:rPr>
              <a:t>a</a:t>
            </a:r>
            <a:r>
              <a:rPr sz="900" spc="-65" dirty="0">
                <a:latin typeface="Courier New"/>
                <a:cs typeface="Courier New"/>
              </a:rPr>
              <a:t> linear </a:t>
            </a:r>
            <a:r>
              <a:rPr sz="900" spc="-70" dirty="0">
                <a:latin typeface="Courier New"/>
                <a:cs typeface="Courier New"/>
              </a:rPr>
              <a:t>function</a:t>
            </a:r>
            <a:r>
              <a:rPr sz="900" spc="-65" dirty="0">
                <a:latin typeface="Courier New"/>
                <a:cs typeface="Courier New"/>
              </a:rPr>
              <a:t> </a:t>
            </a:r>
            <a:r>
              <a:rPr sz="900" spc="-50" dirty="0">
                <a:latin typeface="Courier New"/>
                <a:cs typeface="Courier New"/>
              </a:rPr>
              <a:t>of</a:t>
            </a:r>
            <a:r>
              <a:rPr sz="900" spc="-65" dirty="0">
                <a:latin typeface="Courier New"/>
                <a:cs typeface="Courier New"/>
              </a:rPr>
              <a:t> </a:t>
            </a:r>
            <a:r>
              <a:rPr sz="900" dirty="0">
                <a:latin typeface="Courier New"/>
                <a:cs typeface="Courier New"/>
              </a:rPr>
              <a:t>n</a:t>
            </a:r>
            <a:r>
              <a:rPr sz="900" spc="-65" dirty="0">
                <a:latin typeface="Courier New"/>
                <a:cs typeface="Courier New"/>
              </a:rPr>
              <a:t> </a:t>
            </a:r>
            <a:r>
              <a:rPr sz="900" spc="-50" dirty="0">
                <a:latin typeface="Courier New"/>
                <a:cs typeface="Courier New"/>
              </a:rPr>
              <a:t>by</a:t>
            </a:r>
            <a:r>
              <a:rPr sz="900" spc="-60" dirty="0">
                <a:latin typeface="Courier New"/>
                <a:cs typeface="Courier New"/>
              </a:rPr>
              <a:t> </a:t>
            </a:r>
            <a:r>
              <a:rPr sz="900" spc="-70" dirty="0">
                <a:latin typeface="Courier New"/>
                <a:cs typeface="Courier New"/>
              </a:rPr>
              <a:t>analysis</a:t>
            </a:r>
            <a:r>
              <a:rPr sz="900" spc="-65" dirty="0">
                <a:latin typeface="Courier New"/>
                <a:cs typeface="Courier New"/>
              </a:rPr>
              <a:t> </a:t>
            </a:r>
            <a:r>
              <a:rPr sz="900" spc="-25" dirty="0">
                <a:latin typeface="Courier New"/>
                <a:cs typeface="Courier New"/>
              </a:rPr>
              <a:t>of</a:t>
            </a:r>
            <a:endParaRPr sz="900">
              <a:latin typeface="Courier New"/>
              <a:cs typeface="Courier New"/>
            </a:endParaRPr>
          </a:p>
        </p:txBody>
      </p:sp>
      <p:sp>
        <p:nvSpPr>
          <p:cNvPr id="21" name="object 21"/>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64</a:t>
            </a:fld>
            <a:endParaRPr spc="-25" dirty="0"/>
          </a:p>
        </p:txBody>
      </p:sp>
      <p:sp>
        <p:nvSpPr>
          <p:cNvPr id="18" name="object 18"/>
          <p:cNvSpPr txBox="1"/>
          <p:nvPr/>
        </p:nvSpPr>
        <p:spPr>
          <a:xfrm>
            <a:off x="2735753" y="4561171"/>
            <a:ext cx="2005964" cy="163830"/>
          </a:xfrm>
          <a:prstGeom prst="rect">
            <a:avLst/>
          </a:prstGeom>
        </p:spPr>
        <p:txBody>
          <a:bodyPr vert="horz" wrap="square" lIns="0" tIns="13335" rIns="0" bIns="0" rtlCol="0">
            <a:spAutoFit/>
          </a:bodyPr>
          <a:lstStyle/>
          <a:p>
            <a:pPr>
              <a:lnSpc>
                <a:spcPct val="100000"/>
              </a:lnSpc>
              <a:spcBef>
                <a:spcPts val="105"/>
              </a:spcBef>
            </a:pPr>
            <a:r>
              <a:rPr sz="900" dirty="0">
                <a:latin typeface="Courier New"/>
                <a:cs typeface="Courier New"/>
              </a:rPr>
              <a:t>a</a:t>
            </a:r>
            <a:r>
              <a:rPr sz="900" spc="-45" dirty="0">
                <a:latin typeface="Courier New"/>
                <a:cs typeface="Courier New"/>
              </a:rPr>
              <a:t> </a:t>
            </a:r>
            <a:r>
              <a:rPr sz="900" spc="-80" dirty="0">
                <a:latin typeface="Courier New"/>
                <a:cs typeface="Courier New"/>
              </a:rPr>
              <a:t>new</a:t>
            </a:r>
            <a:r>
              <a:rPr sz="900" spc="-35" dirty="0">
                <a:latin typeface="Courier New"/>
                <a:cs typeface="Courier New"/>
              </a:rPr>
              <a:t> </a:t>
            </a:r>
            <a:r>
              <a:rPr sz="900" spc="-100" dirty="0">
                <a:latin typeface="Courier New"/>
                <a:cs typeface="Courier New"/>
              </a:rPr>
              <a:t>selection</a:t>
            </a:r>
            <a:r>
              <a:rPr sz="900" spc="-35" dirty="0">
                <a:latin typeface="Courier New"/>
                <a:cs typeface="Courier New"/>
              </a:rPr>
              <a:t> </a:t>
            </a:r>
            <a:r>
              <a:rPr sz="900" spc="-100" dirty="0">
                <a:latin typeface="Courier New"/>
                <a:cs typeface="Courier New"/>
              </a:rPr>
              <a:t>algorithm</a:t>
            </a:r>
            <a:r>
              <a:rPr sz="900" spc="-35" dirty="0">
                <a:latin typeface="Courier New"/>
                <a:cs typeface="Courier New"/>
              </a:rPr>
              <a:t> </a:t>
            </a:r>
            <a:r>
              <a:rPr sz="900" spc="-110" dirty="0">
                <a:latin typeface="Courier New"/>
                <a:cs typeface="Courier New"/>
              </a:rPr>
              <a:t>-</a:t>
            </a:r>
            <a:r>
              <a:rPr sz="900" dirty="0">
                <a:latin typeface="Courier New"/>
                <a:cs typeface="Courier New"/>
              </a:rPr>
              <a:t>-</a:t>
            </a:r>
            <a:r>
              <a:rPr sz="900" spc="-35" dirty="0">
                <a:latin typeface="Courier New"/>
                <a:cs typeface="Courier New"/>
              </a:rPr>
              <a:t> </a:t>
            </a:r>
            <a:r>
              <a:rPr sz="900" spc="-45" dirty="0">
                <a:latin typeface="Courier New"/>
                <a:cs typeface="Courier New"/>
              </a:rPr>
              <a:t>PICK.</a:t>
            </a:r>
            <a:endParaRPr sz="900">
              <a:latin typeface="Courier New"/>
              <a:cs typeface="Courier New"/>
            </a:endParaRPr>
          </a:p>
        </p:txBody>
      </p:sp>
      <p:sp>
        <p:nvSpPr>
          <p:cNvPr id="19" name="object 19"/>
          <p:cNvSpPr txBox="1"/>
          <p:nvPr/>
        </p:nvSpPr>
        <p:spPr>
          <a:xfrm>
            <a:off x="4869092" y="4584697"/>
            <a:ext cx="1548765" cy="163830"/>
          </a:xfrm>
          <a:prstGeom prst="rect">
            <a:avLst/>
          </a:prstGeom>
        </p:spPr>
        <p:txBody>
          <a:bodyPr vert="horz" wrap="square" lIns="0" tIns="13335" rIns="0" bIns="0" rtlCol="0">
            <a:spAutoFit/>
          </a:bodyPr>
          <a:lstStyle/>
          <a:p>
            <a:pPr>
              <a:lnSpc>
                <a:spcPct val="100000"/>
              </a:lnSpc>
              <a:spcBef>
                <a:spcPts val="105"/>
              </a:spcBef>
            </a:pPr>
            <a:r>
              <a:rPr sz="900" spc="-80" dirty="0">
                <a:latin typeface="Courier New"/>
                <a:cs typeface="Courier New"/>
              </a:rPr>
              <a:t>Specifically,</a:t>
            </a:r>
            <a:r>
              <a:rPr sz="900" spc="-55" dirty="0">
                <a:latin typeface="Courier New"/>
                <a:cs typeface="Courier New"/>
              </a:rPr>
              <a:t> </a:t>
            </a:r>
            <a:r>
              <a:rPr sz="900" spc="-80" dirty="0">
                <a:latin typeface="Courier New"/>
                <a:cs typeface="Courier New"/>
              </a:rPr>
              <a:t>no</a:t>
            </a:r>
            <a:r>
              <a:rPr sz="900" spc="-55" dirty="0">
                <a:latin typeface="Courier New"/>
                <a:cs typeface="Courier New"/>
              </a:rPr>
              <a:t> </a:t>
            </a:r>
            <a:r>
              <a:rPr sz="900" spc="-85" dirty="0">
                <a:latin typeface="Courier New"/>
                <a:cs typeface="Courier New"/>
              </a:rPr>
              <a:t>more</a:t>
            </a:r>
            <a:r>
              <a:rPr sz="900" spc="-50" dirty="0">
                <a:latin typeface="Courier New"/>
                <a:cs typeface="Courier New"/>
              </a:rPr>
              <a:t> </a:t>
            </a:r>
            <a:r>
              <a:rPr sz="900" spc="-40" dirty="0">
                <a:latin typeface="Courier New"/>
                <a:cs typeface="Courier New"/>
              </a:rPr>
              <a:t>than</a:t>
            </a:r>
            <a:endParaRPr sz="900">
              <a:latin typeface="Courier New"/>
              <a:cs typeface="Courier New"/>
            </a:endParaRPr>
          </a:p>
        </p:txBody>
      </p:sp>
      <p:sp>
        <p:nvSpPr>
          <p:cNvPr id="20" name="object 20"/>
          <p:cNvSpPr txBox="1"/>
          <p:nvPr/>
        </p:nvSpPr>
        <p:spPr>
          <a:xfrm>
            <a:off x="3122485" y="4801135"/>
            <a:ext cx="3653154" cy="163830"/>
          </a:xfrm>
          <a:prstGeom prst="rect">
            <a:avLst/>
          </a:prstGeom>
        </p:spPr>
        <p:txBody>
          <a:bodyPr vert="horz" wrap="square" lIns="0" tIns="13335" rIns="0" bIns="0" rtlCol="0">
            <a:spAutoFit/>
          </a:bodyPr>
          <a:lstStyle/>
          <a:p>
            <a:pPr>
              <a:lnSpc>
                <a:spcPct val="100000"/>
              </a:lnSpc>
              <a:spcBef>
                <a:spcPts val="105"/>
              </a:spcBef>
            </a:pPr>
            <a:r>
              <a:rPr sz="900" dirty="0">
                <a:latin typeface="Courier New"/>
                <a:cs typeface="Courier New"/>
              </a:rPr>
              <a:t>n</a:t>
            </a:r>
            <a:r>
              <a:rPr sz="900" spc="-65" dirty="0">
                <a:latin typeface="Courier New"/>
                <a:cs typeface="Courier New"/>
              </a:rPr>
              <a:t> </a:t>
            </a:r>
            <a:r>
              <a:rPr sz="900" spc="-70" dirty="0">
                <a:latin typeface="Courier New"/>
                <a:cs typeface="Courier New"/>
              </a:rPr>
              <a:t>comparisons</a:t>
            </a:r>
            <a:r>
              <a:rPr sz="900" spc="-65" dirty="0">
                <a:latin typeface="Courier New"/>
                <a:cs typeface="Courier New"/>
              </a:rPr>
              <a:t> </a:t>
            </a:r>
            <a:r>
              <a:rPr sz="900" spc="-50" dirty="0">
                <a:latin typeface="Courier New"/>
                <a:cs typeface="Courier New"/>
              </a:rPr>
              <a:t>are</a:t>
            </a:r>
            <a:r>
              <a:rPr sz="900" spc="-65" dirty="0">
                <a:latin typeface="Courier New"/>
                <a:cs typeface="Courier New"/>
              </a:rPr>
              <a:t> </a:t>
            </a:r>
            <a:r>
              <a:rPr sz="900" spc="-55" dirty="0">
                <a:latin typeface="Courier New"/>
                <a:cs typeface="Courier New"/>
              </a:rPr>
              <a:t>ever</a:t>
            </a:r>
            <a:r>
              <a:rPr sz="900" spc="-60" dirty="0">
                <a:latin typeface="Courier New"/>
                <a:cs typeface="Courier New"/>
              </a:rPr>
              <a:t> required.</a:t>
            </a:r>
            <a:r>
              <a:rPr sz="900" spc="-65" dirty="0">
                <a:latin typeface="Courier New"/>
                <a:cs typeface="Courier New"/>
              </a:rPr>
              <a:t> </a:t>
            </a:r>
            <a:r>
              <a:rPr sz="900" spc="-55" dirty="0">
                <a:latin typeface="Courier New"/>
                <a:cs typeface="Courier New"/>
              </a:rPr>
              <a:t>This</a:t>
            </a:r>
            <a:r>
              <a:rPr sz="900" spc="-65" dirty="0">
                <a:latin typeface="Courier New"/>
                <a:cs typeface="Courier New"/>
              </a:rPr>
              <a:t> </a:t>
            </a:r>
            <a:r>
              <a:rPr sz="900" spc="-60" dirty="0">
                <a:latin typeface="Courier New"/>
                <a:cs typeface="Courier New"/>
              </a:rPr>
              <a:t>bound </a:t>
            </a:r>
            <a:r>
              <a:rPr sz="900" spc="-30" dirty="0">
                <a:latin typeface="Courier New"/>
                <a:cs typeface="Courier New"/>
              </a:rPr>
              <a:t>is</a:t>
            </a:r>
            <a:r>
              <a:rPr sz="900" spc="-65" dirty="0">
                <a:latin typeface="Courier New"/>
                <a:cs typeface="Courier New"/>
              </a:rPr>
              <a:t> </a:t>
            </a:r>
            <a:r>
              <a:rPr sz="900" spc="-60" dirty="0">
                <a:latin typeface="Courier New"/>
                <a:cs typeface="Courier New"/>
              </a:rPr>
              <a:t>improved</a:t>
            </a:r>
            <a:r>
              <a:rPr sz="900" spc="-65" dirty="0">
                <a:latin typeface="Courier New"/>
                <a:cs typeface="Courier New"/>
              </a:rPr>
              <a:t> </a:t>
            </a:r>
            <a:r>
              <a:rPr sz="900" spc="-25" dirty="0">
                <a:latin typeface="Courier New"/>
                <a:cs typeface="Courier New"/>
              </a:rPr>
              <a:t>for</a:t>
            </a:r>
            <a:endParaRPr sz="9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410</TotalTime>
  <Words>5900</Words>
  <Application>Microsoft Macintosh PowerPoint</Application>
  <PresentationFormat>自定义</PresentationFormat>
  <Paragraphs>1426</Paragraphs>
  <Slides>64</Slides>
  <Notes>0</Notes>
  <HiddenSlides>20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64</vt:i4>
      </vt:variant>
    </vt:vector>
  </HeadingPairs>
  <TitlesOfParts>
    <vt:vector size="80" baseType="lpstr">
      <vt:lpstr>Arial MT</vt:lpstr>
      <vt:lpstr>Yu Gothic UI</vt:lpstr>
      <vt:lpstr>Arial</vt:lpstr>
      <vt:lpstr>Calibri</vt:lpstr>
      <vt:lpstr>Cambria</vt:lpstr>
      <vt:lpstr>Courier New</vt:lpstr>
      <vt:lpstr>Franklin Gothic Medium</vt:lpstr>
      <vt:lpstr>Ink Free</vt:lpstr>
      <vt:lpstr>Lucida Console</vt:lpstr>
      <vt:lpstr>Lucida Sans Unicode</vt:lpstr>
      <vt:lpstr>Symbol</vt:lpstr>
      <vt:lpstr>Tahoma</vt:lpstr>
      <vt:lpstr>Times New Roman</vt:lpstr>
      <vt:lpstr>Trebuchet MS</vt:lpstr>
      <vt:lpstr>Verdana</vt:lpstr>
      <vt:lpstr>Office Theme</vt:lpstr>
      <vt:lpstr>5. Divide And Conquer I</vt:lpstr>
      <vt:lpstr>Divide-and-conquer paradigm</vt:lpstr>
      <vt:lpstr>5. Divide and Conquer</vt:lpstr>
      <vt:lpstr>Sorting problem</vt:lpstr>
      <vt:lpstr>Sorting applications</vt:lpstr>
      <vt:lpstr>Mergesort</vt:lpstr>
      <vt:lpstr>Merging</vt:lpstr>
      <vt:lpstr>https://www.youtube.com/watch?v=ib4BHvr5-Ao</vt:lpstr>
      <vt:lpstr>A useful recurrence relation</vt:lpstr>
      <vt:lpstr>Divide-and-conquer recurrence: proof by recursion tree</vt:lpstr>
      <vt:lpstr>Proof by induction</vt:lpstr>
      <vt:lpstr>Analysis of mergesort recurrence</vt:lpstr>
      <vt:lpstr>5. Divide and Conquer</vt:lpstr>
      <vt:lpstr>Counting inversions</vt:lpstr>
      <vt:lpstr>Counting inversions: applications</vt:lpstr>
      <vt:lpstr>Counting inversions: divide-and-conquer</vt:lpstr>
      <vt:lpstr>Counting inversions: how to combine two subproblems?</vt:lpstr>
      <vt:lpstr>Counting inversions: how to combine two subproblems?</vt:lpstr>
      <vt:lpstr>Counting inversions: divide-and-conquer algorithm implementation</vt:lpstr>
      <vt:lpstr>Counting inversions: divide-and-conquer algorithm analysis</vt:lpstr>
      <vt:lpstr>https://www.youtube.com/watch?v=7_AJfusC6UQ</vt:lpstr>
      <vt:lpstr>5. Divide and Conquer</vt:lpstr>
      <vt:lpstr>Closest pair of points</vt:lpstr>
      <vt:lpstr>Closest pair of points</vt:lpstr>
      <vt:lpstr>Closest pair of points: first attempt</vt:lpstr>
      <vt:lpstr>Closest pair of points: first attempt</vt:lpstr>
      <vt:lpstr>Closest pair of points: second attempt</vt:lpstr>
      <vt:lpstr>Closest pair of points: second attempt</vt:lpstr>
      <vt:lpstr>Closest pair of points: divide-and-conquer algorithm</vt:lpstr>
      <vt:lpstr>How to find closest pair with one point in each side?</vt:lpstr>
      <vt:lpstr>How to find closest pair with one point in each side?</vt:lpstr>
      <vt:lpstr>How to find closest pair with one point in each side?</vt:lpstr>
      <vt:lpstr>Closest pair of points: divide-and-conquer algorithm</vt:lpstr>
      <vt:lpstr>Closest pair of points: analysis</vt:lpstr>
      <vt:lpstr>Improved closest pair algorithm</vt:lpstr>
      <vt:lpstr>https://www.youtube.com/watch?v=6u_hWxbOc7E</vt:lpstr>
      <vt:lpstr>5. Divide and Conquer</vt:lpstr>
      <vt:lpstr>Randomized quicksort</vt:lpstr>
      <vt:lpstr>Analysis of randomized quicksort</vt:lpstr>
      <vt:lpstr>Analysis of randomized quicksort</vt:lpstr>
      <vt:lpstr>Analysis of randomized quicksort</vt:lpstr>
      <vt:lpstr>Analysis of randomized quicksort</vt:lpstr>
      <vt:lpstr>Analysis of randomized quicksort</vt:lpstr>
      <vt:lpstr>https://www.youtube.com/watch?v=Hoixgm4-P4M</vt:lpstr>
      <vt:lpstr>5. Divide and Conquer</vt:lpstr>
      <vt:lpstr>Median and selection problems</vt:lpstr>
      <vt:lpstr>Quickselect</vt:lpstr>
      <vt:lpstr>https://www.youtube.com/watch?v=sNtu2oGDRvU</vt:lpstr>
      <vt:lpstr>Quickselect analysis</vt:lpstr>
      <vt:lpstr>Selection in worst case linear time</vt:lpstr>
      <vt:lpstr>Choosing the pivot element</vt:lpstr>
      <vt:lpstr>Choosing the pivot element</vt:lpstr>
      <vt:lpstr>Choosing the pivot element</vt:lpstr>
      <vt:lpstr>Median-of-medians selection algorithm</vt:lpstr>
      <vt:lpstr>Analysis of median-of-medians selection algorithm</vt:lpstr>
      <vt:lpstr>Analysis of median-of-medians selection algorithm</vt:lpstr>
      <vt:lpstr>Analysis of median-of-medians selection algorithm</vt:lpstr>
      <vt:lpstr>Analysis of median-of-medians selection algorithm</vt:lpstr>
      <vt:lpstr>Analysis of median-of-medians selection algorithm</vt:lpstr>
      <vt:lpstr>Analysis of median-of-medians selection algorithm</vt:lpstr>
      <vt:lpstr>PowerPoint 演示文稿</vt:lpstr>
      <vt:lpstr>Median-of-medians selection algorithm recurrence</vt:lpstr>
      <vt:lpstr>Linear-time selection postmortem</vt:lpstr>
      <vt:lpstr>Linear-time selection postmortem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Fan B</cp:lastModifiedBy>
  <cp:revision>2</cp:revision>
  <dcterms:created xsi:type="dcterms:W3CDTF">2025-10-14T09:10:44Z</dcterms:created>
  <dcterms:modified xsi:type="dcterms:W3CDTF">2025-11-04T09:25:13Z</dcterms:modified>
</cp:coreProperties>
</file>