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91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88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50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29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68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47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191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12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75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7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435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3D0CE-3B64-4E41-B2C0-DE7F021BE76B}" type="datetimeFigureOut">
              <a:rPr lang="zh-CN" altLang="en-US" smtClean="0"/>
              <a:t>2022/10/7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2BA67-DC71-4B44-BEE6-A219934F7B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94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K-means Clustering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099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K-means Clustering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The k-means clustering method is an unsupervised machine learning technique used to identify clusters of data objects in a dataset. There are many different types of clustering methods, but k-means is one of the oldest and most approachable. </a:t>
            </a:r>
            <a:endParaRPr lang="zh-CN" altLang="en-US" dirty="0"/>
          </a:p>
        </p:txBody>
      </p:sp>
      <p:pic>
        <p:nvPicPr>
          <p:cNvPr id="1026" name="Picture 2" descr="k means algorith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215" y="3692963"/>
            <a:ext cx="8873570" cy="24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58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K-means Clustering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Due: 2022/10/21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Screenshot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Source code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Submission: Screen shot + report, zip them and name the zip file after your student id and name, for example 10003242+Chelsea.zip</a:t>
            </a:r>
            <a:endParaRPr lang="zh-CN" altLang="en-US" dirty="0" smtClean="0"/>
          </a:p>
          <a:p>
            <a:endParaRPr lang="zh-CN" altLang="en-US" dirty="0"/>
          </a:p>
        </p:txBody>
      </p:sp>
      <p:pic>
        <p:nvPicPr>
          <p:cNvPr id="2050" name="Picture 2" descr="k means centroids iteration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958" y="365125"/>
            <a:ext cx="4536000" cy="45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83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77</Words>
  <Application>Microsoft Office PowerPoint</Application>
  <PresentationFormat>宽屏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K-means Clustering</vt:lpstr>
      <vt:lpstr>K-means Clustering</vt:lpstr>
      <vt:lpstr>K-means Clustering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</dc:title>
  <dc:creator>1351252606@qq.com</dc:creator>
  <cp:lastModifiedBy>1351252606@qq.com</cp:lastModifiedBy>
  <cp:revision>2</cp:revision>
  <dcterms:created xsi:type="dcterms:W3CDTF">2022-10-07T08:32:11Z</dcterms:created>
  <dcterms:modified xsi:type="dcterms:W3CDTF">2022-10-07T08:39:38Z</dcterms:modified>
</cp:coreProperties>
</file>