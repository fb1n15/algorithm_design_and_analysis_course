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3D5E-397A-4023-B432-8A5369B53DCC}" type="datetimeFigureOut">
              <a:rPr lang="zh-CN" altLang="en-US" smtClean="0"/>
              <a:t>2021/11/4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7184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3D5E-397A-4023-B432-8A5369B53DCC}" type="datetimeFigureOut">
              <a:rPr lang="zh-CN" altLang="en-US" smtClean="0"/>
              <a:t>2021/11/4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7939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3D5E-397A-4023-B432-8A5369B53DCC}" type="datetimeFigureOut">
              <a:rPr lang="zh-CN" altLang="en-US" smtClean="0"/>
              <a:t>2021/11/4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8231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3D5E-397A-4023-B432-8A5369B53DCC}" type="datetimeFigureOut">
              <a:rPr lang="zh-CN" altLang="en-US" smtClean="0"/>
              <a:t>2021/11/4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589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3D5E-397A-4023-B432-8A5369B53DCC}" type="datetimeFigureOut">
              <a:rPr lang="zh-CN" altLang="en-US" smtClean="0"/>
              <a:t>2021/11/4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1578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3D5E-397A-4023-B432-8A5369B53DCC}" type="datetimeFigureOut">
              <a:rPr lang="zh-CN" altLang="en-US" smtClean="0"/>
              <a:t>2021/11/4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7097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3D5E-397A-4023-B432-8A5369B53DCC}" type="datetimeFigureOut">
              <a:rPr lang="zh-CN" altLang="en-US" smtClean="0"/>
              <a:t>2021/11/4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6991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3D5E-397A-4023-B432-8A5369B53DCC}" type="datetimeFigureOut">
              <a:rPr lang="zh-CN" altLang="en-US" smtClean="0"/>
              <a:t>2021/11/4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3613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3D5E-397A-4023-B432-8A5369B53DCC}" type="datetimeFigureOut">
              <a:rPr lang="zh-CN" altLang="en-US" smtClean="0"/>
              <a:t>2021/11/4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4956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3D5E-397A-4023-B432-8A5369B53DCC}" type="datetimeFigureOut">
              <a:rPr lang="zh-CN" altLang="en-US" smtClean="0"/>
              <a:t>2021/11/4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4835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3D5E-397A-4023-B432-8A5369B53DCC}" type="datetimeFigureOut">
              <a:rPr lang="zh-CN" altLang="en-US" smtClean="0"/>
              <a:t>2021/11/4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5584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2D3D5E-397A-4023-B432-8A5369B53DCC}" type="datetimeFigureOut">
              <a:rPr lang="zh-CN" altLang="en-US" smtClean="0"/>
              <a:t>2021/11/4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8846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Experiment 5: Minimum Spanning Tree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smtClean="0"/>
              <a:t>Yang </a:t>
            </a:r>
            <a:r>
              <a:rPr lang="en-US" altLang="zh-CN" dirty="0" err="1" smtClean="0"/>
              <a:t>Yang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7011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Minimum Spanning Tree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6" name="Picture 2" descr="enter image description he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7330" y="2339181"/>
            <a:ext cx="7429500" cy="3324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7414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Kruskal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Picture 2" descr="enter image description he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3981120" y="-802073"/>
            <a:ext cx="6560488" cy="83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0840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Prim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052" name="Picture 4" descr="enter image description he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250" y="647107"/>
            <a:ext cx="7429500" cy="6019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2322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Task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Implement </a:t>
            </a:r>
            <a:r>
              <a:rPr lang="en-US" altLang="zh-CN" dirty="0" err="1" smtClean="0"/>
              <a:t>Kruskal</a:t>
            </a:r>
            <a:r>
              <a:rPr lang="en-US" altLang="zh-CN" dirty="0" smtClean="0"/>
              <a:t> and Prim’s algorithm</a:t>
            </a:r>
          </a:p>
          <a:p>
            <a:endParaRPr lang="en-US" altLang="zh-CN" dirty="0"/>
          </a:p>
          <a:p>
            <a:r>
              <a:rPr lang="en-US" altLang="zh-CN" dirty="0"/>
              <a:t>Compare the running time of the </a:t>
            </a:r>
            <a:r>
              <a:rPr lang="en-US" altLang="zh-CN" dirty="0" smtClean="0"/>
              <a:t>2 </a:t>
            </a:r>
            <a:r>
              <a:rPr lang="en-US" altLang="zh-CN" dirty="0"/>
              <a:t>solutions</a:t>
            </a:r>
          </a:p>
          <a:p>
            <a:endParaRPr lang="en-US" altLang="zh-CN" dirty="0"/>
          </a:p>
          <a:p>
            <a:r>
              <a:rPr lang="en-US" altLang="zh-CN" dirty="0"/>
              <a:t>Deadline: </a:t>
            </a:r>
            <a:r>
              <a:rPr lang="en-US" altLang="zh-CN" dirty="0" smtClean="0"/>
              <a:t>15</a:t>
            </a:r>
            <a:r>
              <a:rPr lang="en-US" altLang="zh-CN" baseline="30000" dirty="0" smtClean="0"/>
              <a:t>th</a:t>
            </a:r>
            <a:r>
              <a:rPr lang="en-US" altLang="zh-CN" dirty="0" smtClean="0"/>
              <a:t> Nov 2021 </a:t>
            </a:r>
            <a:r>
              <a:rPr lang="en-US" altLang="zh-CN" dirty="0"/>
              <a:t>14:30 PM</a:t>
            </a: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53802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34</Words>
  <Application>Microsoft Office PowerPoint</Application>
  <PresentationFormat>宽屏</PresentationFormat>
  <Paragraphs>11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宋体</vt:lpstr>
      <vt:lpstr>Arial</vt:lpstr>
      <vt:lpstr>Calibri</vt:lpstr>
      <vt:lpstr>Calibri Light</vt:lpstr>
      <vt:lpstr>Office 主题</vt:lpstr>
      <vt:lpstr>Experiment 5: Minimum Spanning Tree</vt:lpstr>
      <vt:lpstr>Minimum Spanning Tree</vt:lpstr>
      <vt:lpstr>Kruskal</vt:lpstr>
      <vt:lpstr>Prim</vt:lpstr>
      <vt:lpstr>Task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Hierarchical Clustering</dc:title>
  <dc:creator>1351252606@qq.com</dc:creator>
  <cp:lastModifiedBy>1351252606@qq.com</cp:lastModifiedBy>
  <cp:revision>5</cp:revision>
  <dcterms:created xsi:type="dcterms:W3CDTF">2021-10-21T02:34:34Z</dcterms:created>
  <dcterms:modified xsi:type="dcterms:W3CDTF">2021-11-04T02:21:38Z</dcterms:modified>
</cp:coreProperties>
</file>