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8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96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33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03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34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56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73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54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88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66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6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68056-714B-48DA-8160-59B6D090AFA2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779AA-29BE-4E73-8699-A7BB525466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30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Stable matching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Yang </a:t>
            </a:r>
            <a:r>
              <a:rPr lang="en-US" altLang="zh-CN" smtClean="0"/>
              <a:t>Yang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42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Stable matching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Stable matching</dc:title>
  <dc:creator>1351252606@qq.com</dc:creator>
  <cp:lastModifiedBy>1351252606@qq.com</cp:lastModifiedBy>
  <cp:revision>1</cp:revision>
  <dcterms:created xsi:type="dcterms:W3CDTF">2020-09-11T02:44:54Z</dcterms:created>
  <dcterms:modified xsi:type="dcterms:W3CDTF">2020-09-11T02:45:06Z</dcterms:modified>
</cp:coreProperties>
</file>