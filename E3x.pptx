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021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80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29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85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0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92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6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47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19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3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0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4B240-5DE6-4C0F-9743-B196D20F12E1}" type="datetimeFigureOut">
              <a:rPr lang="zh-CN" altLang="en-US" smtClean="0"/>
              <a:t>2022/9/16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BD1E9-F496-439D-8E6D-A209269180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75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Mergesort</a:t>
            </a:r>
            <a:r>
              <a:rPr lang="en-US" altLang="zh-CN" dirty="0" smtClean="0"/>
              <a:t>: Divide and Conquer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8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Mergesort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Sort a user input sequence of numbers in ascending order</a:t>
            </a:r>
            <a:endParaRPr lang="zh-CN" altLang="en-US" dirty="0"/>
          </a:p>
        </p:txBody>
      </p:sp>
      <p:pic>
        <p:nvPicPr>
          <p:cNvPr id="1030" name="Picture 6" descr="https://img-blog.csdnimg.cn/20200209185525881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910" y="2277424"/>
            <a:ext cx="7377990" cy="4594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08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Mergesort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Deadline: 23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Sep 2022 14:30 PM</a:t>
            </a:r>
          </a:p>
          <a:p>
            <a:endParaRPr lang="en-US" altLang="zh-CN" dirty="0"/>
          </a:p>
          <a:p>
            <a:r>
              <a:rPr lang="en-US" altLang="zh-CN" dirty="0" smtClean="0"/>
              <a:t>Submission: Screen shot + report, zip them and name the zip file after your student id and name, for example 10003242+Chelsea.zip</a:t>
            </a:r>
            <a:endParaRPr lang="zh-CN" altLang="en-US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00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Mergesort: Divide and Conquer</vt:lpstr>
      <vt:lpstr>Mergesort</vt:lpstr>
      <vt:lpstr>Mergesort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Mergesort: Divide and Conquer</dc:title>
  <dc:creator>1351252606@qq.com</dc:creator>
  <cp:lastModifiedBy>1351252606@qq.com</cp:lastModifiedBy>
  <cp:revision>1</cp:revision>
  <dcterms:created xsi:type="dcterms:W3CDTF">2022-09-16T07:52:40Z</dcterms:created>
  <dcterms:modified xsi:type="dcterms:W3CDTF">2022-09-16T07:59:03Z</dcterms:modified>
</cp:coreProperties>
</file>