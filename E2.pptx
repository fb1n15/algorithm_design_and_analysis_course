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A1702-62E4-4AFB-835E-F91EBCE97280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F27CE-D773-4995-BBB6-2B739BB6C4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90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CF27CE-D773-4995-BBB6-2B739BB6C4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771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82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575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80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33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03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06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531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712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640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147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37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47C26-2730-4AB9-930A-63E1F49B4B96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71764-D760-4EB2-A9C9-82FC72AB1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78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Greatest Common Divisor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Yang </a:t>
            </a:r>
            <a:r>
              <a:rPr lang="en-US" altLang="zh-CN" dirty="0" err="1" smtClean="0"/>
              <a:t>Yang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3435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Recursive Solution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Calculate </a:t>
            </a:r>
            <a:r>
              <a:rPr lang="en-US" altLang="zh-CN" dirty="0" smtClean="0"/>
              <a:t>GCD(a, b, c) 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We know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GCD(a, b, c) = GCD(GCD(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),c)</a:t>
            </a:r>
            <a:endParaRPr lang="zh-CN" altLang="en-US" dirty="0"/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869881" y="2722089"/>
            <a:ext cx="6192838" cy="1630362"/>
            <a:chOff x="884" y="2675"/>
            <a:chExt cx="3901" cy="1027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884" y="3062"/>
              <a:ext cx="1162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itchFamily="18" charset="0"/>
                </a:rPr>
                <a:t>GCD</a:t>
              </a:r>
              <a:r>
                <a:rPr lang="en-US" altLang="zh-CN" sz="2400" b="1" dirty="0">
                  <a:latin typeface="Times New Roman" pitchFamily="18" charset="0"/>
                </a:rPr>
                <a:t>(</a:t>
              </a:r>
              <a:r>
                <a:rPr lang="en-US" altLang="zh-CN" sz="2400" b="1" i="1" dirty="0">
                  <a:latin typeface="Times New Roman" pitchFamily="18" charset="0"/>
                </a:rPr>
                <a:t>a</a:t>
              </a:r>
              <a:r>
                <a:rPr lang="en-US" altLang="zh-CN" sz="2400" b="1" dirty="0">
                  <a:latin typeface="Times New Roman" pitchFamily="18" charset="0"/>
                </a:rPr>
                <a:t>, </a:t>
              </a:r>
              <a:r>
                <a:rPr lang="en-US" altLang="zh-CN" sz="2400" b="1" i="1" dirty="0">
                  <a:latin typeface="Times New Roman" pitchFamily="18" charset="0"/>
                </a:rPr>
                <a:t>b</a:t>
              </a:r>
              <a:r>
                <a:rPr lang="en-US" altLang="zh-CN" sz="2400" b="1" dirty="0">
                  <a:latin typeface="Times New Roman" pitchFamily="18" charset="0"/>
                </a:rPr>
                <a:t>) = </a:t>
              </a:r>
            </a:p>
          </p:txBody>
        </p:sp>
        <p:sp>
          <p:nvSpPr>
            <p:cNvPr id="6" name="AutoShape 7"/>
            <p:cNvSpPr>
              <a:spLocks/>
            </p:cNvSpPr>
            <p:nvPr/>
          </p:nvSpPr>
          <p:spPr bwMode="auto">
            <a:xfrm>
              <a:off x="2006" y="2733"/>
              <a:ext cx="113" cy="953"/>
            </a:xfrm>
            <a:prstGeom prst="leftBrace">
              <a:avLst>
                <a:gd name="adj1" fmla="val 7028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2148" y="2675"/>
              <a:ext cx="2404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</a:rPr>
                <a:t>a                                  </a:t>
              </a:r>
              <a:r>
                <a:rPr lang="en-US" altLang="zh-CN" sz="2400" b="1" dirty="0">
                  <a:latin typeface="Times New Roman" pitchFamily="18" charset="0"/>
                </a:rPr>
                <a:t>if</a:t>
              </a:r>
              <a:r>
                <a:rPr lang="en-US" altLang="zh-CN" sz="2400" b="1" i="1" dirty="0">
                  <a:latin typeface="Times New Roman" pitchFamily="18" charset="0"/>
                </a:rPr>
                <a:t> b </a:t>
              </a:r>
              <a:r>
                <a:rPr lang="en-US" altLang="zh-CN" sz="2400" b="1" dirty="0">
                  <a:latin typeface="Times New Roman" pitchFamily="18" charset="0"/>
                </a:rPr>
                <a:t>= 0</a:t>
              </a: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2148" y="3051"/>
              <a:ext cx="2404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</a:rPr>
                <a:t>b                                  </a:t>
              </a:r>
              <a:r>
                <a:rPr lang="en-US" altLang="zh-CN" sz="2400" b="1">
                  <a:latin typeface="Times New Roman" pitchFamily="18" charset="0"/>
                </a:rPr>
                <a:t>if</a:t>
              </a:r>
              <a:r>
                <a:rPr lang="en-US" altLang="zh-CN" sz="2400" b="1" i="1">
                  <a:latin typeface="Times New Roman" pitchFamily="18" charset="0"/>
                </a:rPr>
                <a:t> a </a:t>
              </a:r>
              <a:r>
                <a:rPr lang="en-US" altLang="zh-CN" sz="2400" b="1">
                  <a:latin typeface="Times New Roman" pitchFamily="18" charset="0"/>
                </a:rPr>
                <a:t>= 0</a:t>
              </a: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2148" y="3414"/>
              <a:ext cx="2637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itchFamily="18" charset="0"/>
                </a:rPr>
                <a:t>GCD</a:t>
              </a:r>
              <a:r>
                <a:rPr lang="en-US" altLang="zh-CN" sz="2400" b="1" dirty="0">
                  <a:latin typeface="Times New Roman" pitchFamily="18" charset="0"/>
                </a:rPr>
                <a:t>(</a:t>
              </a:r>
              <a:r>
                <a:rPr lang="en-US" altLang="zh-CN" sz="2400" b="1" i="1" dirty="0">
                  <a:latin typeface="Times New Roman" pitchFamily="18" charset="0"/>
                </a:rPr>
                <a:t>b</a:t>
              </a:r>
              <a:r>
                <a:rPr lang="en-US" altLang="zh-CN" sz="2400" b="1" dirty="0">
                  <a:latin typeface="Times New Roman" pitchFamily="18" charset="0"/>
                </a:rPr>
                <a:t>,  </a:t>
              </a:r>
              <a:r>
                <a:rPr lang="en-US" altLang="zh-CN" sz="2400" b="1" i="1" dirty="0">
                  <a:latin typeface="Times New Roman" pitchFamily="18" charset="0"/>
                </a:rPr>
                <a:t>a</a:t>
              </a:r>
              <a:r>
                <a:rPr lang="en-US" altLang="zh-CN" sz="2400" b="1" dirty="0">
                  <a:latin typeface="Times New Roman" pitchFamily="18" charset="0"/>
                </a:rPr>
                <a:t> mod </a:t>
              </a:r>
              <a:r>
                <a:rPr lang="en-US" altLang="zh-CN" sz="2400" b="1" i="1" dirty="0">
                  <a:latin typeface="Times New Roman" pitchFamily="18" charset="0"/>
                </a:rPr>
                <a:t>b</a:t>
              </a:r>
              <a:r>
                <a:rPr lang="en-US" altLang="zh-CN" sz="2400" b="1" dirty="0">
                  <a:latin typeface="Times New Roman" pitchFamily="18" charset="0"/>
                </a:rPr>
                <a:t>)      otherwise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474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Iterative Solution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19200" indent="-1219200">
              <a:buNone/>
            </a:pPr>
            <a:r>
              <a:rPr lang="en-US" altLang="zh-TW" b="1" dirty="0" smtClean="0">
                <a:latin typeface="Times New Roman" pitchFamily="18" charset="0"/>
              </a:rPr>
              <a:t>GCD(a, b):</a:t>
            </a:r>
          </a:p>
          <a:p>
            <a:pPr marL="1219200" indent="-1219200">
              <a:buNone/>
            </a:pPr>
            <a:r>
              <a:rPr lang="en-US" altLang="zh-TW" b="1" dirty="0">
                <a:latin typeface="Times New Roman" pitchFamily="18" charset="0"/>
              </a:rPr>
              <a:t>	</a:t>
            </a:r>
            <a:r>
              <a:rPr lang="en-US" altLang="zh-TW" b="1" dirty="0" smtClean="0">
                <a:latin typeface="Times New Roman" pitchFamily="18" charset="0"/>
              </a:rPr>
              <a:t>t = b; </a:t>
            </a:r>
          </a:p>
          <a:p>
            <a:pPr marL="1219200" indent="-1219200">
              <a:buNone/>
            </a:pPr>
            <a:r>
              <a:rPr lang="en-US" altLang="zh-TW" b="1" dirty="0" smtClean="0">
                <a:latin typeface="Times New Roman" pitchFamily="18" charset="0"/>
              </a:rPr>
              <a:t>              b = a % b;</a:t>
            </a:r>
          </a:p>
          <a:p>
            <a:pPr marL="1219200" indent="-1219200">
              <a:buNone/>
            </a:pPr>
            <a:r>
              <a:rPr lang="en-US" altLang="zh-TW" b="1" dirty="0" smtClean="0">
                <a:latin typeface="Times New Roman" pitchFamily="18" charset="0"/>
              </a:rPr>
              <a:t>              a = t;</a:t>
            </a:r>
          </a:p>
          <a:p>
            <a:pPr marL="1219200" indent="-1219200">
              <a:buNone/>
            </a:pPr>
            <a:endParaRPr lang="en-US" altLang="zh-TW" b="1" dirty="0">
              <a:latin typeface="Times New Roman" pitchFamily="18" charset="0"/>
            </a:endParaRPr>
          </a:p>
          <a:p>
            <a:pPr marL="1219200" indent="-1219200">
              <a:buNone/>
            </a:pPr>
            <a:r>
              <a:rPr lang="en-US" altLang="zh-CN" b="1" dirty="0">
                <a:latin typeface="Times New Roman" pitchFamily="18" charset="0"/>
              </a:rPr>
              <a:t>GCD(a, b, c) = GCD(GCD(a</a:t>
            </a:r>
            <a:r>
              <a:rPr lang="en-US" altLang="zh-CN" b="1" dirty="0" smtClean="0">
                <a:latin typeface="Times New Roman" pitchFamily="18" charset="0"/>
              </a:rPr>
              <a:t>, b), c)</a:t>
            </a:r>
            <a:endParaRPr lang="zh-CN" altLang="en-US" b="1" dirty="0">
              <a:latin typeface="Times New Roman" pitchFamily="18" charset="0"/>
            </a:endParaRPr>
          </a:p>
          <a:p>
            <a:pPr marL="1219200" indent="-1219200">
              <a:buNone/>
            </a:pPr>
            <a:endParaRPr lang="en-US" altLang="zh-TW" b="1" dirty="0" smtClean="0">
              <a:latin typeface="Times New Roman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6192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/>
              <a:t>Implement the 2 solutions</a:t>
            </a:r>
          </a:p>
          <a:p>
            <a:endParaRPr lang="en-US" altLang="zh-CN" dirty="0"/>
          </a:p>
          <a:p>
            <a:r>
              <a:rPr lang="en-US" altLang="zh-CN" dirty="0" smtClean="0"/>
              <a:t>Compare between them</a:t>
            </a:r>
          </a:p>
          <a:p>
            <a:endParaRPr lang="en-US" altLang="zh-CN" dirty="0"/>
          </a:p>
          <a:p>
            <a:r>
              <a:rPr lang="en-US" altLang="zh-CN" dirty="0" smtClean="0"/>
              <a:t>Are they algorithms? Why?</a:t>
            </a:r>
          </a:p>
          <a:p>
            <a:endParaRPr lang="en-US" altLang="zh-CN" dirty="0"/>
          </a:p>
          <a:p>
            <a:r>
              <a:rPr lang="en-US" altLang="zh-CN" dirty="0" smtClean="0"/>
              <a:t>Which one is better</a:t>
            </a:r>
          </a:p>
          <a:p>
            <a:endParaRPr lang="en-US" altLang="zh-CN" dirty="0"/>
          </a:p>
          <a:p>
            <a:r>
              <a:rPr lang="en-US" altLang="zh-CN" dirty="0" smtClean="0"/>
              <a:t>Deadline: 4</a:t>
            </a:r>
            <a:r>
              <a:rPr lang="en-US" altLang="zh-CN" baseline="30000" dirty="0" smtClean="0"/>
              <a:t>th</a:t>
            </a:r>
            <a:r>
              <a:rPr lang="en-US" altLang="zh-CN" dirty="0" smtClean="0"/>
              <a:t> Oct. </a:t>
            </a:r>
            <a:r>
              <a:rPr lang="en-US" altLang="zh-CN" smtClean="0"/>
              <a:t>2021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084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80</Words>
  <Application>Microsoft Office PowerPoint</Application>
  <PresentationFormat>宽屏</PresentationFormat>
  <Paragraphs>32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新細明體</vt:lpstr>
      <vt:lpstr>宋体</vt:lpstr>
      <vt:lpstr>Arial</vt:lpstr>
      <vt:lpstr>Calibri</vt:lpstr>
      <vt:lpstr>Calibri Light</vt:lpstr>
      <vt:lpstr>Times New Roman</vt:lpstr>
      <vt:lpstr>Office 主题</vt:lpstr>
      <vt:lpstr>Greatest Common Divisor</vt:lpstr>
      <vt:lpstr>Recursive Solution</vt:lpstr>
      <vt:lpstr>Iterative Solution</vt:lpstr>
      <vt:lpstr>Task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Greatest Common Divisor</dc:title>
  <dc:creator>1351252606@qq.com</dc:creator>
  <cp:lastModifiedBy>1351252606@qq.com</cp:lastModifiedBy>
  <cp:revision>4</cp:revision>
  <dcterms:created xsi:type="dcterms:W3CDTF">2021-09-09T01:52:14Z</dcterms:created>
  <dcterms:modified xsi:type="dcterms:W3CDTF">2021-09-09T02:08:14Z</dcterms:modified>
</cp:coreProperties>
</file>