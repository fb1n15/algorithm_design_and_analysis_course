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184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939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23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89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578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097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991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613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956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835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584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D3D5E-397A-4023-B432-8A5369B53DCC}" type="datetimeFigureOut">
              <a:rPr lang="zh-CN" altLang="en-US" smtClean="0"/>
              <a:t>2022/10/21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84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Lab6: Coin Change- Greedy Algorithm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333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Coin Change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Given Chinese currency </a:t>
            </a:r>
            <a:r>
              <a:rPr lang="en-US" altLang="zh-CN" dirty="0"/>
              <a:t>denominations: 1, 5, 10, </a:t>
            </a:r>
            <a:r>
              <a:rPr lang="en-US" altLang="zh-CN" dirty="0" smtClean="0"/>
              <a:t>20, 50, </a:t>
            </a:r>
            <a:r>
              <a:rPr lang="en-US" altLang="zh-CN" dirty="0"/>
              <a:t>100, devise a </a:t>
            </a:r>
            <a:r>
              <a:rPr lang="en-US" altLang="zh-CN" dirty="0" smtClean="0"/>
              <a:t>method to </a:t>
            </a:r>
            <a:r>
              <a:rPr lang="en-US" altLang="zh-CN" dirty="0"/>
              <a:t>pay amount to customer using fewest number of coins.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1841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Due: </a:t>
            </a:r>
            <a:r>
              <a:rPr lang="en-US" altLang="zh-CN" dirty="0" smtClean="0"/>
              <a:t>2022/11/04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Screenshot</a:t>
            </a:r>
          </a:p>
          <a:p>
            <a:endParaRPr lang="en-US" altLang="zh-CN" dirty="0"/>
          </a:p>
          <a:p>
            <a:r>
              <a:rPr lang="en-US" altLang="zh-CN" dirty="0" smtClean="0"/>
              <a:t>Source code</a:t>
            </a:r>
          </a:p>
          <a:p>
            <a:endParaRPr lang="en-US" altLang="zh-CN" dirty="0"/>
          </a:p>
          <a:p>
            <a:r>
              <a:rPr lang="en-US" altLang="zh-CN" dirty="0"/>
              <a:t>Submission: Screen shot + report, zip them and name the zip file after your student id and name, for example 10003242+Chelsea.zip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0951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69</Words>
  <Application>Microsoft Office PowerPoint</Application>
  <PresentationFormat>宽屏</PresentationFormat>
  <Paragraphs>10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宋体</vt:lpstr>
      <vt:lpstr>Arial</vt:lpstr>
      <vt:lpstr>Calibri</vt:lpstr>
      <vt:lpstr>Calibri Light</vt:lpstr>
      <vt:lpstr>Office 主题</vt:lpstr>
      <vt:lpstr>Lab6: Coin Change- Greedy Algorithm</vt:lpstr>
      <vt:lpstr>Coin Change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Hierarchical Clustering</dc:title>
  <dc:creator>1351252606@qq.com</dc:creator>
  <cp:lastModifiedBy>1351252606@qq.com</cp:lastModifiedBy>
  <cp:revision>5</cp:revision>
  <dcterms:created xsi:type="dcterms:W3CDTF">2021-10-21T02:34:34Z</dcterms:created>
  <dcterms:modified xsi:type="dcterms:W3CDTF">2022-10-21T07:52:54Z</dcterms:modified>
</cp:coreProperties>
</file>