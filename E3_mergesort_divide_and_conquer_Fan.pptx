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79AC-9864-2242-93FE-5450D9FAEE40}" v="13" dt="2025-10-30T08:45:21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/>
    <p:restoredTop sz="94708"/>
  </p:normalViewPr>
  <p:slideViewPr>
    <p:cSldViewPr snapToGrid="0">
      <p:cViewPr varScale="1">
        <p:scale>
          <a:sx n="118" d="100"/>
          <a:sy n="118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custSel modSld">
      <pc:chgData name="Fan B" userId="db9ed596-3ff8-44ed-9ddf-677f7b64b4c6" providerId="ADAL" clId="{EB6FE681-8D19-5C4E-AAB3-6401E0652CD5}" dt="2025-10-30T08:46:46.070" v="186" actId="14100"/>
      <pc:docMkLst>
        <pc:docMk/>
      </pc:docMkLst>
      <pc:sldChg chg="modSp">
        <pc:chgData name="Fan B" userId="db9ed596-3ff8-44ed-9ddf-677f7b64b4c6" providerId="ADAL" clId="{EB6FE681-8D19-5C4E-AAB3-6401E0652CD5}" dt="2025-10-30T08:33:32.978" v="0"/>
        <pc:sldMkLst>
          <pc:docMk/>
          <pc:sldMk cId="0" sldId="256"/>
        </pc:sldMkLst>
        <pc:spChg chg="mod">
          <ac:chgData name="Fan B" userId="db9ed596-3ff8-44ed-9ddf-677f7b64b4c6" providerId="ADAL" clId="{EB6FE681-8D19-5C4E-AAB3-6401E0652CD5}" dt="2025-10-30T08:33:32.978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0-30T08:33:32.978" v="0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Fan B" userId="db9ed596-3ff8-44ed-9ddf-677f7b64b4c6" providerId="ADAL" clId="{EB6FE681-8D19-5C4E-AAB3-6401E0652CD5}" dt="2025-10-30T08:46:46.070" v="186" actId="14100"/>
        <pc:sldMkLst>
          <pc:docMk/>
          <pc:sldMk cId="0" sldId="257"/>
        </pc:sldMkLst>
        <pc:spChg chg="mod">
          <ac:chgData name="Fan B" userId="db9ed596-3ff8-44ed-9ddf-677f7b64b4c6" providerId="ADAL" clId="{EB6FE681-8D19-5C4E-AAB3-6401E0652CD5}" dt="2025-10-30T08:33:32.978" v="0"/>
          <ac:spMkLst>
            <pc:docMk/>
            <pc:sldMk cId="0" sldId="257"/>
            <ac:spMk id="2" creationId="{00000000-0000-0000-0000-000000000000}"/>
          </ac:spMkLst>
        </pc:spChg>
        <pc:spChg chg="add">
          <ac:chgData name="Fan B" userId="db9ed596-3ff8-44ed-9ddf-677f7b64b4c6" providerId="ADAL" clId="{EB6FE681-8D19-5C4E-AAB3-6401E0652CD5}" dt="2025-10-30T08:40:33.612" v="8"/>
          <ac:spMkLst>
            <pc:docMk/>
            <pc:sldMk cId="0" sldId="257"/>
            <ac:spMk id="3" creationId="{1F36FD52-2F7B-C0F1-1DF9-84B5A5BCDE34}"/>
          </ac:spMkLst>
        </pc:spChg>
        <pc:spChg chg="add">
          <ac:chgData name="Fan B" userId="db9ed596-3ff8-44ed-9ddf-677f7b64b4c6" providerId="ADAL" clId="{EB6FE681-8D19-5C4E-AAB3-6401E0652CD5}" dt="2025-10-30T08:40:43.083" v="9"/>
          <ac:spMkLst>
            <pc:docMk/>
            <pc:sldMk cId="0" sldId="257"/>
            <ac:spMk id="4" creationId="{38DBB0F1-BEC3-77AF-E1E2-18ADC74ECC92}"/>
          </ac:spMkLst>
        </pc:spChg>
        <pc:spChg chg="mod">
          <ac:chgData name="Fan B" userId="db9ed596-3ff8-44ed-9ddf-677f7b64b4c6" providerId="ADAL" clId="{EB6FE681-8D19-5C4E-AAB3-6401E0652CD5}" dt="2025-10-30T08:46:46.070" v="186" actId="14100"/>
          <ac:spMkLst>
            <pc:docMk/>
            <pc:sldMk cId="0" sldId="257"/>
            <ac:spMk id="5" creationId="{00000000-0000-0000-0000-000000000000}"/>
          </ac:spMkLst>
        </pc:spChg>
        <pc:picChg chg="del mod">
          <ac:chgData name="Fan B" userId="db9ed596-3ff8-44ed-9ddf-677f7b64b4c6" providerId="ADAL" clId="{EB6FE681-8D19-5C4E-AAB3-6401E0652CD5}" dt="2025-10-30T08:33:58.216" v="5" actId="478"/>
          <ac:picMkLst>
            <pc:docMk/>
            <pc:sldMk cId="0" sldId="257"/>
            <ac:picMk id="1030" creationId="{00000000-0000-0000-0000-000000000000}"/>
          </ac:picMkLst>
        </pc:picChg>
      </pc:sldChg>
      <pc:sldChg chg="modSp">
        <pc:chgData name="Fan B" userId="db9ed596-3ff8-44ed-9ddf-677f7b64b4c6" providerId="ADAL" clId="{EB6FE681-8D19-5C4E-AAB3-6401E0652CD5}" dt="2025-10-30T08:33:32.978" v="0"/>
        <pc:sldMkLst>
          <pc:docMk/>
          <pc:sldMk cId="0" sldId="258"/>
        </pc:sldMkLst>
        <pc:spChg chg="mod">
          <ac:chgData name="Fan B" userId="db9ed596-3ff8-44ed-9ddf-677f7b64b4c6" providerId="ADAL" clId="{EB6FE681-8D19-5C4E-AAB3-6401E0652CD5}" dt="2025-10-30T08:33:32.978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0-30T08:33:32.978" v="0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E71DE-51EC-6041-A7BB-9072048AB872}" type="datetimeFigureOut">
              <a:t>2025/12/4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C6D65-1B78-2F48-9A62-ECC1E97B677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393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C6D65-1B78-2F48-9A62-ECC1E97B6774}" type="slidenum"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144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C6D65-1B78-2F48-9A62-ECC1E97B6774}" type="slidenum"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529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68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8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19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60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63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03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0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56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626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2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81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4B240-5DE6-4C0F-9743-B196D20F12E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27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Mergesort</a:t>
            </a:r>
            <a:r>
              <a:rPr lang="en-US" altLang="zh-CN" dirty="0"/>
              <a:t>: Divide and Conquer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Mergesort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451579" y="2015733"/>
            <a:ext cx="10265140" cy="3973588"/>
          </a:xfrm>
        </p:spPr>
        <p:txBody>
          <a:bodyPr>
            <a:normAutofit/>
          </a:bodyPr>
          <a:lstStyle/>
          <a:p>
            <a:r>
              <a:rPr lang="zh-CN" altLang="en-US" sz="1400" b="1"/>
              <a:t>🎯 </a:t>
            </a:r>
            <a:r>
              <a:rPr lang="en-GB" altLang="zh-CN" sz="1400" b="1"/>
              <a:t>Task:</a:t>
            </a:r>
            <a:br>
              <a:rPr lang="en-GB" altLang="zh-CN" sz="1400"/>
            </a:br>
            <a:r>
              <a:rPr lang="en-GB" altLang="zh-CN" sz="1400"/>
              <a:t>Sort a sequence of numbers in ascending order</a:t>
            </a:r>
          </a:p>
          <a:p>
            <a:pPr lvl="1"/>
            <a:r>
              <a:rPr lang="zh-CN" altLang="en-US" sz="1400"/>
              <a:t>🧠 </a:t>
            </a:r>
            <a:r>
              <a:rPr lang="en-GB" altLang="zh-CN" sz="1400"/>
              <a:t>Implement </a:t>
            </a:r>
            <a:r>
              <a:rPr lang="en-GB" altLang="zh-CN" sz="1400" b="1"/>
              <a:t>MergeSort</a:t>
            </a:r>
            <a:r>
              <a:rPr lang="en-GB" altLang="zh-CN" sz="1400"/>
              <a:t> (Divide and Conquer)</a:t>
            </a:r>
          </a:p>
          <a:p>
            <a:pPr lvl="1"/>
            <a:r>
              <a:rPr lang="zh-CN" altLang="en-US" sz="1400"/>
              <a:t>🪄 </a:t>
            </a:r>
            <a:r>
              <a:rPr lang="en-GB" altLang="zh-CN" sz="1400"/>
              <a:t>Implement </a:t>
            </a:r>
            <a:r>
              <a:rPr lang="en-GB" altLang="zh-CN" sz="1400" b="1"/>
              <a:t>BubbleSort</a:t>
            </a:r>
            <a:r>
              <a:rPr lang="en-GB" altLang="zh-CN" sz="1400"/>
              <a:t> (Pairwise Swapping)</a:t>
            </a:r>
          </a:p>
          <a:p>
            <a:r>
              <a:rPr lang="zh-CN" altLang="en-US" sz="1400" b="1"/>
              <a:t>🧪 </a:t>
            </a:r>
            <a:r>
              <a:rPr lang="en-GB" altLang="zh-CN" sz="1400" b="1"/>
              <a:t>Experiment:</a:t>
            </a:r>
            <a:endParaRPr lang="en-GB" altLang="zh-CN" sz="1400"/>
          </a:p>
          <a:p>
            <a:pPr lvl="1"/>
            <a:r>
              <a:rPr lang="en-GB" altLang="zh-CN" sz="1400"/>
              <a:t>Generate a random list as input</a:t>
            </a:r>
          </a:p>
          <a:p>
            <a:pPr lvl="1"/>
            <a:r>
              <a:rPr lang="en-GB" altLang="zh-CN" sz="1400"/>
              <a:t>Measure and compare the </a:t>
            </a:r>
            <a:r>
              <a:rPr lang="en-GB" altLang="zh-CN" sz="1400" b="1"/>
              <a:t>running times</a:t>
            </a:r>
            <a:r>
              <a:rPr lang="en-GB" altLang="zh-CN" sz="1400"/>
              <a:t> of both algorithms</a:t>
            </a:r>
          </a:p>
          <a:p>
            <a:pPr lvl="1"/>
            <a:r>
              <a:rPr lang="zh-CN" altLang="en-US" sz="1400"/>
              <a:t>💭 </a:t>
            </a:r>
            <a:r>
              <a:rPr lang="en-GB" altLang="zh-CN" sz="1400" i="1"/>
              <a:t>Before running — which one do you think will be faster, and why?</a:t>
            </a:r>
            <a:endParaRPr lang="en-GB" altLang="zh-CN" sz="1400"/>
          </a:p>
          <a:p>
            <a:r>
              <a:rPr lang="zh-CN" altLang="en-US" sz="1400" b="1"/>
              <a:t>📏 </a:t>
            </a:r>
            <a:r>
              <a:rPr lang="en-GB" altLang="zh-CN" sz="1400" b="1"/>
              <a:t>Suggested Input Sizes:</a:t>
            </a:r>
            <a:br>
              <a:rPr lang="en-GB" altLang="zh-CN" sz="1400"/>
            </a:br>
            <a:r>
              <a:rPr lang="en-GB" altLang="zh-CN" sz="1400"/>
              <a:t>100, 1,000, 10,000, 100,000</a:t>
            </a:r>
          </a:p>
          <a:p>
            <a:r>
              <a:rPr lang="zh-CN" altLang="en-US" sz="1400" b="1"/>
              <a:t>💬 </a:t>
            </a:r>
            <a:r>
              <a:rPr lang="en-GB" altLang="zh-CN" sz="1400" b="1"/>
              <a:t>Think:</a:t>
            </a:r>
            <a:endParaRPr lang="en-GB" altLang="zh-CN" sz="1400"/>
          </a:p>
          <a:p>
            <a:pPr lvl="1"/>
            <a:r>
              <a:rPr lang="en-GB" altLang="zh-CN" sz="1400"/>
              <a:t>What does this reveal about their </a:t>
            </a:r>
            <a:r>
              <a:rPr lang="en-GB" altLang="zh-CN" sz="1400" b="1"/>
              <a:t>time complexity</a:t>
            </a:r>
            <a:r>
              <a:rPr lang="en-GB" altLang="zh-CN" sz="1400"/>
              <a:t>?</a:t>
            </a:r>
          </a:p>
          <a:p>
            <a:pPr lvl="1"/>
            <a:endParaRPr lang="zh-CN" alt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Mergesort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report must include:</a:t>
            </a:r>
          </a:p>
          <a:p>
            <a:pPr lvl="1"/>
            <a:r>
              <a:rPr lang="en-US" altLang="en-US" dirty="0"/>
              <a:t>Screenshots of program execution demonstrating your results.</a:t>
            </a:r>
          </a:p>
          <a:p>
            <a:pPr lvl="1"/>
            <a:r>
              <a:rPr lang="en-US" altLang="en-US" dirty="0"/>
              <a:t>Figures such as plots or charts comparing runtime.</a:t>
            </a:r>
          </a:p>
          <a:p>
            <a:pPr lvl="1"/>
            <a:r>
              <a:rPr lang="en-US" altLang="en-US" dirty="0"/>
              <a:t>Source code (well-commented) for all implemented algorithms.</a:t>
            </a:r>
          </a:p>
          <a:p>
            <a:pPr lvl="1"/>
            <a:r>
              <a:rPr lang="en-US" altLang="en-US" dirty="0"/>
              <a:t>Analysis of results, discussing correctness, efficiency, and trade-offs between the approaches.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142</Words>
  <Application>Microsoft Macintosh PowerPoint</Application>
  <PresentationFormat>宽屏</PresentationFormat>
  <Paragraphs>20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Arial</vt:lpstr>
      <vt:lpstr>Gill Sans MT</vt:lpstr>
      <vt:lpstr>画廊</vt:lpstr>
      <vt:lpstr>Mergesort: Divide and Conquer</vt:lpstr>
      <vt:lpstr>Mergesort</vt:lpstr>
      <vt:lpstr>Mergesort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Mergesort: Divide and Conquer</dc:title>
  <dc:creator>1351252606@qq.com</dc:creator>
  <cp:lastModifiedBy>Fan B</cp:lastModifiedBy>
  <cp:revision>4</cp:revision>
  <dcterms:created xsi:type="dcterms:W3CDTF">2025-10-30T08:32:17Z</dcterms:created>
  <dcterms:modified xsi:type="dcterms:W3CDTF">2025-12-04T02:02:20Z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69B28F2652E2FA15FF21036937901743_43</vt:lpwstr>
  </property>
  <property fmtid="{D5CDD505-2E9C-101B-9397-08002B2CF9AE}" pid="3" name="KSOProductBuildVer">
    <vt:lpwstr>1033-12.1.23141.23141</vt:lpwstr>
  </property>
</Properties>
</file>