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10-21T02:41:32.4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5205 9414 80,'-6'0'82,"0"0"-19,-1 0-2,1 0-2,-1-3-5,0 3-1,7-4 2,-6 4 5,0-3 1,0 3 3,6-4 2,-8 4 2,8-3-2,-6 3-6,6-4-13,-6 4-9,6 0-9,0 0-8,0 0-7,0 0-2,0 0-3,0 0-3,0 0-1,0 0-2,0 4-2,0-4-2,0 0-1,6 0 2,0 0-2,2-4 1,4 4 1,1 0 0,7 0 0,0-4 0,-2 4-1,2-4 0,7 4 0,-1 0 0,0-3 1,-1 3-1,1 0 1,7 0 0,-1 0-2,-5 0 3,5 0 1,-6 0-2,7 0 1,-7 0 0,7 3 1,-7 1-2,0 0 0,0-4 2,0 4-1,1-1 1,-2 1-1,1-4 0,0 3 1,7-3-1,-7 0-1,6 0 2,-5 0 1,5 0-1,1 0-2,-7 0 1,6 0-1,1 4 0,-1-4-1,-5 3 2,11 1 1,-11 1-2,11-2 3,-4 0 2,-2 5 1,1-5 0,-7-3 3,7 3 2,-8 2 2,8-1-3,-7-1 1,0-3-2,0 5-2,0-3-2,0 2-1,1-1-1,-1 5-2,-1-4 3,1 0 0,7-4 1,-7 4 1,0-4-1,0 0 2,1 0 0,-1-4 0,0 0 2,-7 0 0,7-4 2,-6 1-1,-1 0-2,7 0-2,-6-1-2,-7 5-2,6-5-2,1 5 1,-7 3 0,7-3 2,-8 3-1,8 0 2,-1 3 1,1-3 1,0 3 1,-1 1 2,1 0 3,0 2 3,-1-1 0,1-1 1,-1 4 0,0-6 0,1 5-3,7-2 0,-9 2-1,9-3-1,-1 0 1,0-2 2,0 3 0,0-2 1,7-3 2,-1 0 0,1 0-1,-7 0-1,7 0-1,-1-3-2,-6 3-3,1 0-1,-2 0-1,1 0-3,0 0-1,-6 0 0,-1 0 1,7 0-1,-6 3 0,0-3 1,-1 4 3,1-4-2,-8 3 3,8 1 4,0-4 1,-1 4 2,1-4 1,-1 0-1,1-4-1,0 4-2,-1-4-2,1-3-1,-1 4-2,0-4-3,1-1 0,0 1-2,-1-1-1,1-3 0,6 4-1,-7-4 0,1 0 1,0 3 0,-1-3 0,1 1-1,6 2 0,-7 1 0,1 0-1,-7 2-1,6 3 1,1-2 1,-7 4 4,0-4 4,0 4 9,1 0 12,-2 4 10,-6-4 7,8 4 7,-8-2 5,7-2-4,1 5-7,-2-2-7,2 1-7,-2-1-6,1-3-9,1 4-5,5-4-3,-6 0-3,7 0 0,-1 0-5,1-4 0,6 4-2,-7-3-9,7-1-18,-6 1-25,6-2-43,-7 3-56,7-2-70,-6-4-67,-1 5-65,7-5-18,-6 2 18,-7-6 45</inkml:trace>
  <inkml:trace contextRef="#ctx0" brushRef="#br0" timeOffset="3334.4737">12204 9437 21,'6'0'150,"-6"3"3,7 0-67,-7 6-36,7-1-16,-7-2-6,6 5 1,-6-3 11,6-2 13,1-1 10,0 2 7,-1 0 7,1-3 3,5 0-4,2 3-8,5-4-8,1 1-5,12-4-6,-6 3-7,7-3-9,6 0-6,7 0-6,-1 0-7,1-3-4,6-1-1,7 1 0,6-4-1,0-1 1,6-3-1,2 3 0,4-2-1,8 3-2,0-5-2,6 5-2,1 0 1,5 2-3,1 2-2,-1 0 3,2-1 1,-2-3 0,-6 4 1,7-9 1,-7 5-1,7-8-3,-7 1-1,-6-1 1,6 0-2,0-3 2,-6-1 4,6-3 1,1 4 0,-7-1 0,6 2 3,0-2-6,0 5-2,0-1 1,1 5 0,-1-2 2,0 8 1,0-3 0,1 7 3,-1 4 1,0-1-2,7 4 0,-7 4 0,0 1 4,0 3 2,7 0 2,-13-5 2,6 1 5,0-1 7,-6-2 6,0-4 4,-1-1 1,-6-3 0,7-3-3,-7-1-4,1-4-5,-2 2-6,2-5-3,-1-3-3,0-1-3,7 0-3,-6-4-4,-2 5 1,2-5-1,-2 5-1,2-1 4,-8 5 0,2-2 2,4 1 2,-4 0-1,-8 4 1,6 4-3,-6-1-1,0 0-1,0 4-3,1 0 0,-7 0 2,-2 0 3,2 0 6,-6 4 6,-1-4 6,7 0 8,-8 0 8,1 0 5,1 0 3,-1 0 0,0 0-1,0-4-3,7 4-6,-7-4-7,0 1-7,0-1-7,0 4-5,7-4-7,-6 4-4,4-4-1,-4 4 2,5-2-2,1-3 1,0 1 1,0 4-1,-1-3-2,7-1-5,0 4 2,8-3-3,-8 3-2,0-4-1,0 4 1,6 0 0,-6 0-3,1 0-3,-7 0-5,6 0-4,0 4-8,-7-1-4,1 1-4,0-1 5,6-3 6,-14 4 6,8 1 4,0-5 8,-7 2 3,1-2 7,5 0 6,-6 0 6,0 0 4,7 0 2,-7 0 1,7 0-4,0 4-5,-8-4-6,8 4-3,-7 0-1,1-1-1,-2 5 0,1-4 3,1 3 2,-8 0 7,1 0 9,-1 1 11,1-1 20,-1 3 19,-5-2 15,5 3 6,-6-3 2,7 2-2,-1-2-12,1-1-14,1 0-19,-2 0-12,1 2-8,5-2-10,-5-4-7,6 4-8,0 1-2,-6-4-6,6-1-4,0 1-1,0-1-2,1 2 1,5-5 3,-6 0 4,0 0 3,1 0-1,5 0 0,0 0 5,1-5 0,0 5-3,-1-3 3,7 3 7,-6 0 17,6 0 33,1 0 46,-7 3 51,6 2 45,0-3 35,-6 10 20,-1-5-11,1 8-25,6-1-41,-6 1-43,-1 4-36,1 3-39,0-1-26,-1 2-25,8-2-18,5-3-12,0 1-13,1-2-11,6-5-8,7-1-5,6-3-9,0-1-9,7-7-7,7 0-12,-8-4-11,7 1-4,1-5 11,-8 2 16,7-6 26,-5 4 38,-2 5 48,-5-5 35,-8 5 31,0 3 7,-5 0 0,0 3-11,-14 1-28,0 0-17,-7 2-21,1 3-5,0-1-2,-8-2 1,2-3 2,-1 5-4,-7-4 7,8 0 0,-1 0 2,0-2-1,0-2 1,-6 0 4,5 0-6,2-2-4,-7 2-7,-1-4 0,-6 0-3,1 4 3,-8-4 3,1 4 6,-1 0 5,-6-3 9,0 3 6,-7 0 0,1 0-1,0 0-6,-1 3-7,-5-3-8,-2 0-8,2 0-9,-8 0-8,7 4-2,-7-4 0,8 0-1,-8 0 3,8 4-2,-8-4-2,0 0-10,1 0-18,-1 4-28,-6-4-41,0 0-49,7 0-69,-14 2-81,7-2-78,-6 0-65,-1-2-45,-5 2-26,-2 0-6,-6-4-15,1 0 39,-7-3 64,-7-1 68,1 2 68</inkml:trace>
  <inkml:trace contextRef="#ctx0" brushRef="#br0" timeOffset="6328.6747">11272 9433 114,'-13'4'215,"7"-1"22,-8 0-50,2-3-40,5 0-20,0 0-12,1 0-7,0 0-5,-1 0 0,7 0-4,-6 0-9,6 0-10,0-3-14,0 3-16,0-3-20,6 3-12,1-4-10,5 4-3,8 0-3,0 0-2,6 0 2,-1 4-2,2 2 1,5 3-2,1-1 0,6-2 2,-6 5 0,6 1 0,-1-2 0,9-3 1,-9 5-1,9-5 0,-2-4-1,1 1 1,5-4 2,-5 0-1,7-4 1,-2-3-2,-5 0-1,7-1-1,-8-2-1,1-1 0,-1 3 0,1-3 0,-7 5 2,0-2 3,-7-1 0,1 6 0,-1 0 0,1-1 0,-7 4-2,-6-4-2,6 4 0,-7 0-1,1 0 1,0 4 0,-1-4-1,-6 4 1,6-4 0,-5 0 0,-2 0 0,8 3 1,-7-3 0,-6 0 0,6 0 0,-1 0 0,-4-3 0,-2 3 0,0 0-4,1 0-4,-1-4-10,1 4-17,-1 0-26,-6 0-27,7 0-30,-7 0-33,0 4-28,6-4-32,-6 0-44,0 3-7,-6 0 14,6 2 24</inkml:trace>
  <inkml:trace contextRef="#ctx0" brushRef="#br0" timeOffset="23822.6901">6470 10839 83,'-13'-17'185,"-7"2"12,0 1-61,-5-1-43,5 4-14,-6 0-5,0 4-1,-7 2-1,7 5 0,-6 5-3,-1-2-9,1 12-8,5-1-11,-5 8-8,-1 0-9,7 7-5,7 4-8,-7 4-5,12-1-3,2 5-1,6 2-2,-2-2-2,16 3 0,-2 0 2,6-3 1,8-1 1,7-4 1,5-5-1,1-2 2,5-8-3,1-3 0,7-7 0,-1 0 0,2-7 0,-2-4-6,-6 0-8,0-4-14,-6-2-8,-1-6-8,-12 5-12,-1-4-8,-12-4-1,0 5-4,-7-2 0,-7 1-1,-6-1 8,-6 2 9,-1-1 11,0-4 12,1 4 12,-7-3 12,6 3 6,1-3 6,-1-1 5,7 3 2,6-2 1,1 3-2,6-1-1,0 5-2,6-4-1,1 4 0,13 0 0,-7 0 14,12 3 10,2 0 7,-1 4 2,6 0 4,7 0 3,-5 0-13,4 4-9,1 0-6,7 3-5,-7-4-5,0 5-4,-7-5-3,8 1-3,-15 3 0,9-2 0,-15 1 0,1 2 0,-1 3 1,-6-5-16,-6 6-28,-1 3-42,1 0-56,-7-4-60,0 3-31,0-3-3</inkml:trace>
  <inkml:trace contextRef="#ctx0" brushRef="#br0" timeOffset="24116.1869">7258 10910 21,'14'4'207,"-2"-1"10,-5 4 8,-1 8-96,1 0-50,-7 6-24,0 1-8,0 0 1,-7 1 2,1-1-3,-1-1 4,1-2 9,0-1 1,-1-7-7,7-4-6,-7-3-5,7-4-13,7-8-17,-7-6-14,7-4-12,-1-8-12,7-3-9,-7-1-6,8 1 4,-8-1 2,7 5 5,0 4 6,0 1 5,0 6 3,6 3-5,-5 4-11,5-1-14,-6 8-17,7 0-25,-7 8-23,7 3-20,-8 1-42,8-3-18,-1 7 0,-5-2 17</inkml:trace>
  <inkml:trace contextRef="#ctx0" brushRef="#br0" timeOffset="24704.6757">7591 11192 28,'0'8'211,"0"-6"8,0 2 6,6 0-100,0 0-47,8-4-21,-8 0-3,8 0 2,5 0 1,0-4-3,0 0-6,1 0-8,6 2-13,-6-6-9,7 1-6,-8-1-5,0 0-1,0-3-1,-5 0-1,-1 4 2,-6-7-1,-1 3-3,-6 0-3,-6 0-3,-8-4-1,2 8-5,-8 0 2,0 3 0,1 0 2,-1 8 1,0 0 3,1 5 2,-1 3 2,0 3 1,8 0-1,-1 3 0,0 4 0,6 0 1,1 1 0,6-6 1,0 5 0,13-4 1,0-3-1,0-1-3,13-6-5,0-1-10,0-3-14,7 0-13,-7-8-10,13 4-6,-7-7 3,7-1 6,-6-3 11,13 0 8,-7 0 4,-1-3-1,9-4-7,-9 3-6,-5-3-7,7 3 0,-15-4 1,1 1 4,-6 4 11,-7-2 9,-6 2 10,-7 3 11,0-3 9,-14 7 15,8-1 11,-14 1 14,1 7 21,-1 0 11,-6 3 15,6 1 2,1 7-2,-1 0-6,0 0-19,2 7-12,4-3-19,8 7-9,-1-3-7,1 3-3,6-1 0,0 2 2,6-2 3,1 1 0,13 0 0,-2-3-3,9-5-2,-1 1-8,6 0-18,8-8-28,-7 0-29,6 1-25,6-8-17,1 0-24,-1 0-17,1-8-14,6 5-24,-7-5-27,2 0-12,-2-2 11</inkml:trace>
  <inkml:trace contextRef="#ctx0" brushRef="#br0" timeOffset="25406.699">8998 11093 97,'-13'-4'258,"-7"0"25,8 4 16,-8 0-95,1 0-58,-1 4-32,0 3-20,1 1-14,-1-2-2,0 6-6,1-1-2,-1 3-3,8 4-4,-2 2-8,2-3-14,5-2-15,0 4-12,1-5-5,6 1-4,6-1-3,1-3 0,6-3-2,0-1 2,0-3 0,7-8-2,-1 0-3,7-7-1,-6 0-2,6-7-3,-7 0-6,7-4-3,-6-5-6,-1-2-3,1-3-10,0-5-15,-7-3-22,-1-4-18,-5 0-6,0-3-3,-7 3 20,0 3 29,0 5 42,0 6 52,-7 9 40,7 2 23,0 4-1,0 8-1,-7 11-5,7 11-17,-6 10-14,0 8-5,6 11 4,0 7-2,0 0-5,6 1-12,0 0-8,8-6-10,6-1-12,5-8-13,-5-8-24,12-4-24,-6-3-31,7-7-23,0-8-18,-7-3-7,0-4 9,0-8 11,0-2 9,0-8 5,-7-1 7,1 1 6,-7-5 6,1 5 13,-2 0 18,-6 7 24,1-1 27,0 6 22,-1-2 18,-6 8 17,0 0 18,0 8 17,0-2 10,0 10 5,-6-2-4,6 1-6,0 3-16,6-3-25,-6 3-21,7-7-20,6 1-10,0-5-9,-1 0-4,8-3 1,0-8-3,-1 0-5,1-4-1,0 2 2,-1-9 1,1 5-3,-8-5-1,8-1 2,-7 5 1,1 0-3,-2 8 0,-6-5 1,2 8 3,4 4 3,-5 3 11,0 4 8,-1 4 17,1 4 15,-1 3 25,-6 3 26,6 4 16,1 4 8,-7 1-2,0 6-5,-7 7-22,7 4-35,-6 8-118,-7 10-172,0 12-189,-14 8-106,-5 9-54,-13 9-20,-8 10 80</inkml:trace>
  <inkml:trace contextRef="#ctx0" brushRef="#br0" timeOffset="26546.1806">11097 11056 77,'-8'-7'229,"2"0"22,0 2-17,-1 3-75,-6-3-40,0 2-26,0 3-24,0 0-16,-7 8-7,1-6-7,-1 10-1,0-1-5,8 0-1,-1-1-5,0 5-4,0-4-7,-1 4-5,14-4-3,-6 3-2,12-3-2,1 0-4,0-3 0,12 0 1,1-5-1,0-3-1,12 4 1,-6-4 1,7 0-2,-8 0 0,9 0 0,-9 0 0,1 0 0,0 2-1,-6 4 2,-7-4 2,0-2-1,0 4 3,-7 0 5,1 3 6,-7-3 3,0 4 2,0-1 3,0 0 1,0 4-1,-7-8-5,7 5-5,0-5-6,0 1-4,0-4-4,7 4-4,0-4-2,6 0 2,0-4 3,0 4-1,7-7 2,-1 3-1,7-3 1,-6-4-2,6 4 1,-1-8 1,1 4-1,0-5 3,1 2-1,-1-3 0,0-2-1,0 1 0,-7-1-3,7-3 2,-6 1-2,-7-1 0,7-1-1,-8 1 2,2 0 0,-8 4 1,1 0 1,-1 3 4,1 5 6,-7-2 8,7 4 5,-7 5 5,0 3 4,0 3 3,0 5-5,0 7-3,0 7-5,0 3-5,0 8-3,0-3-6,6 3-1,-6-4-11,0-3-27,6-1-42,-6-7-47,6 1-43,-6-4-34,0-7-32,0-2-13,-6-2 3,0-4 11,0-8 20,-1 0 25</inkml:trace>
  <inkml:trace contextRef="#ctx0" brushRef="#br0" timeOffset="26709.7161">11663 11049 65,'-6'-12'206,"6"10"9,0-6-42,0 4-56,0 0-51,6 4-29,0 0-17,8 4-8,6 0-3,-1-1-3,7 4-2,0-2-3,7 2 3,-1 0-2,7 1-4,1-5-12,-2 1-18,8-2-17,-7-2-22,6 0-31,-6-2-28,1-5-13,-7-1-1,5 1-8</inkml:trace>
  <inkml:trace contextRef="#ctx0" brushRef="#br0" timeOffset="27004.6834">12366 10957 184,'0'0'218,"-6"0"-24,0 3-34,6 1-22,-6 4-19,-1 3-19,7 0-12,-7 7-7,7 5 0,0-2-7,-6 8-5,6-4-8,0 1-11,0 1-14,0-2-11,0-3-9,6-3-9,-6-5-4,0-3-5,0-4-7,0-3-11,0-4-10,7-8-7,-7-6-2,0-4 0,0-5 7,0 1 7,0-3 11,0-1 6,-7 4 3,7 0 2,7 4 0,-7 0 1,0 4-1,7 2-2,-1 4 4,6 5-4,2-1 1,-1 4 0,7 4-1,-1-1-11,0 5-22,1 4-27,6-3-28,1 3-32,-2-4-21,7 1-4,2 3-8,-2-4-5,1-1-9,-7 0 12</inkml:trace>
  <inkml:trace contextRef="#ctx0" brushRef="#br0" timeOffset="27558.5015">12980 11110 8,'0'0'190,"-8"-3"27,8 3-20,-6 0-35,0-3-31,-8 3-16,8 0-11,-7 0-18,0 3-15,-6 0-3,5 2-3,2 2-9,-8 0-5,7 0-3,0 1-6,0 3-11,7-1-7,-8 5-5,8-3-9,6-2-3,-7 2-3,7-1-2,7 0-2,-7-4-2,6-3 2,1 3 1,6-7 0,-7 0-1,8-4 0,5 1 0,-6-5-3,0-2-10,1-2-7,-2-3-7,1 5-3,0-5-1,0 3 2,-7 2 6,8-1 8,-8 7 5,0-3 7,2 3 5,-2 4 11,0 0 15,1 4 7,6 7 9,0-4 3,7 7-5,-1 1-5,1 5-12,6-6-9,6 1-6,1-1-4,6-3 0,0-4-5,0-3-5,6-1-13,1-3-14,0-3-21,0-8-27,6 0-24,-7-3-23,-6-9-18,1 2-17,-1-6-7,-13-2-1,0-4-8,-7 1 2,-5-5 13,-2 0 35,-12 1 52,0-1 71,-6 5 76,0-2 77,-1 8 66,-6 1 59,0 3 49,6 8 35,-6 2 28,7 1-4,-8 7-21,2 4-40,-1 4-61,-1 7-63,2 4-60,-2 3-36,-5 4-25,6 4-18,0 6-12,0 2-14,6-2-13,-5 1-19,4 0-42,2-7-64,6 3-92,-6-8-98,6-1-87,-7-6-70,7 1-30,0-8-12,-6-7 41,6-3 69,-14-5 75</inkml:trace>
  <inkml:trace contextRef="#ctx0" brushRef="#br0" timeOffset="27703.2747">13436 10957 224,'-7'-7'271,"7"0"12,-7 3-58,7 0-71,0 4-55,7 0-37,6 4-18,0 3-11,7 4-5,0-4-2,12 8-6,-7 0-27,15-4-52,-1 3-54,0 2-71,1-7-65,-2 3-34,1-4 3,0 1 34</inkml:trace>
  <inkml:trace contextRef="#ctx0" brushRef="#br0" timeOffset="28782.1182">13872 11236 288,'-6'14'411,"-1"-3"24,0 0 14,7 1-101,-6-2-149,12-3-94,-6 5-51,7-4-24,0-2-11,5-3 4,2 2 4,5-5 8,-6-5 6,6 2 8,8-3 4,-8-6-8,0-3-8,1 0-9,-6 1-16,5-1-26,-6 1-21,-6-1-16,-1 0-14,-6 1-8,0 2 4,-6 1 13,-1 0 18,0 8 24,-5-1 27,5 4 22,-6 7 29,0 4 22,-1 0 20,2 9 2,5-3-7,1 5-10,-1 0-22,1 1-20,6-2-20,6 1-10,1 1-11,-1-5-4,13 0-1,-5-4-1,6-3-6,5-3 0,9-5 4,-9-3-1,15-7-3,-8-1 2,7-2 3,0-5 2,1 1-1,-2-4-1,7-5 4,-5 1-3,-1-4 2,-6 4-1,-1-4-3,-6 5 2,1-1-2,-9-1 0,-10 5-1,4 4 0,-12 3 2,0-4 6,-6 8 8,-8 0 18,2 7 23,-1 0 29,0 3 29,-6 5 11,5 3 1,2-4-10,-2 4-22,8 0-25,-1 0-30,1-1-18,6-2-9,6 4-8,1-9 1,-1 3-4,8 0 0,4-6 2,-4 0-3,5 0-1,1 0-1,6 0-1,-6 0-1,-1 0-1,1 2 2,-1-2 0,1 4 3,-1 4 0,0-1 4,1 3 8,-7 2 9,0 2 2,0 8 5,1 0 7,-8 0 1,0 7-2,-6 5-6,0-1 0,-6 3 7,-7 1 7,0 0 10,0 3 10,0-4 11,-6 1 3,-8 0-13,8-8-8,-1 0-17,1-3-31,5-7-39,2-4-42,-1-5-44,-1-10-66,8-7-40,-8-8-10,8-7 16,6-4 27,-6-3 42,12 0 61,-6 0 47,6 0 26,2 2 13,4 5 11,2-3 0,-1 4 1,6 2-3,7 1 9,0 0 9,6-2 1,1 3 3,7-6 1,5 1 2,1-3-8,5-1-9,2 1-5,5-2-3,-5 2-1,6 0-5,-1-5-2,-6 9-4,0-6 2,0 5-2,-6 4 3,-7 4-4,-6-1 5,-7 7 2,-7 0 0,1 2 5,-7 6 5,-6 0-2,-7 0 2,0 6 0,0 6 7,-7-1 15,-6 3 19,7 5 29,-2-1 18,2 0 10,0 2 3,6 1-11,0-2-23,0-1-27,6-4-19,8-3-12,-2 0-12,8-4-6,-1-3-6,1-8 2,6 2-4,0-10-4,1-3 2,-2 1-3,8-4 5,0-5 0,-8 1-1,8 0 2,-7 0 1,0 4 4,0 4 1,-6-1 0,-1 7 14,1 5 11,-8 10 10,8 1 5,-6 9 1,5 13-3,-6-1-6,0 12-4,-7 10-8,1 3-8,0 10-6,-7 5-20,-7 9-49,0-3-101,-5 10-134,-8 0-128,1-1-124,-7 0-95,-7-4-26,1-2 57,-8-5 112,-5-8 117</inkml:trace>
  <inkml:trace contextRef="#ctx0" brushRef="#br0" timeOffset="30503.1815">6841 12460 165,'0'-16'271,"-6"-2"11,-1-4 6,7 3-137,-6 2-72,12-3-38,1 3-21,-1-2-10,8 5-6,4-1-3,2-4-2,0 5-1,6-1 0,7 1-1,-1-4 0,14 4-1,0-2 4,5-2 4,8 4 4,13-5 7,6 1 5,7-1 5,12-2-1,8-2 3,12 1 4,7-4 2,12 5 1,14-1-1,0 4 3,13-1 1,7 4-11,6 4-7,0 8-6,-1-1-1,1 11-5,7 4-6,-7 4 1,0 7 0,-7 4 3,-6 0-2,0-1-2,-7 2 4,-6-2-3,-6-4-2,-1-2 1,-13-9 0,0 2 0,-6-5 0,-7 1 2,7-8-3,-13 2-1,0-2 0,0-2 1,-7 2 0,-6-4 2,-1 0 5,-5 4-2,-1-4 0,0 4-1,-6 0-2,0 0-2,-7 4 0,0 0 0,-7 2-2,2 2 2,-8 3-1,0 0 1,0 1 1,0-6-1,-6 6 1,-7-5 4,7 1 2,-1-5 3,-6 4 3,7-2 7,-7-5 6,7 0-3,-7 0 5,-1-5 2,8 2 3,0-1 2,0-3-3,-1 3 3,7-3-5,0 0-7,1 0 0,-1-2 9,0-1 10,7 2 14,-7-3 11,7 1 8,-1-2 0,1 1-11,0-3-16,-1-1-15,2 1-5,-2-1 3,0 0 15,2 0 13,-2 1 19,-6-1 16,0 5 4,-6-2-4,-1 1-12,1 7-18,-7 1-11,-6-1-15,0 8-10,-1-1-7,-13 1-7,8 4 0,-7-1-7,-7 3-7,-1-2-27,1 3-56,0 0-75,1-4-85,-1 4-80,-6-4-84,-1 1-76,1-4-10,-2-4 40,2-4 64,-6-4 73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10-21T02:42:54.7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3766 3864 7,'-7'-29'140,"1"0"0,-8-1-71,8 1-32,-6 0-13,4 7-7,-4 0-3,5 3-1,-6 2 2,6 5 2,1 2 0,0-1-1,6 7 1,-7-4-2,7 4-5,-7 2-3,14 2-5,-7 0-1,7 0-2,-1 2-1,7 2 1,0 0-1,6 0 2,1 4 0,6-1 0,1-5 3,-1 4 2,6-4-1,7 2 0,0-4 1,7 0-1,5 0-2,8-4-1,0 4-1,0-2 0,6 2-2,7-6-1,-7 6 1,6-2 3,8 2 1,-8 0 0,1 0 2,6 0-2,1 0 1,-8-4-6,8 4 1,-8-3 0,0-1 0,2 0 1,-2 0 2,-6-4 3,7 6 0,-7-5 2,0-2-1,0 6 1,0-5-5,0 1 0,0 0-2,-6 0 0,0-1 0,-1 1 1,-5 0 0,6-5 0,-7 2-2,-1-5 2,2 3 1,6-1 0,-1-6 0,-5 5 2,5-5 1,0 4-3,1 1-1,-1-1 0,1 4-1,0 1 1,0-2 0,-7 5 1,7 3-2,-1 4 1,1 0 0,0 0 1,0 4 0,-2 0 2,2-1 3,-7 5-2,13-4-1,-6-1 0,0 1-2,6-1 1,-6 1-2,6-1 3,-7-3-1,7 4 3,1-4 0,6 4 1,-1-4 1,1 0-2,0 4 1,-1-4-2,8 0-1,-8 0 0,7 0-2,-6 0 1,0 0 1,6 0 0,-6-4 2,-1 4-1,1 0 1,0 0-1,-7 0-2,6 0-2,2 0-2,-8 0 2,0 0 0,0-4 1,-7 4 3,1 0 2,0-4 1,-1 1 2,-6-1 3,7 1 0,-7-1-2,7 1 0,-7-1-2,7 0-3,0 0-2,-8-3-3,8 7-3,-7-4 2,7 1-1,-7 0-1,0 3 1,0 0 1,-7 0 3,1 0-2,7 0 3,-8 0-1,1 3 3,-1-3-3,1 0 1,6 0 1,-6 0-4,6-3 0,-7 3-1,8 0 1,-1-5-1,-7 5-1,8-3 1,-1-1 1,-1-1 1,2 2 2,-1 0-3,0-1 2,0 0 2,0-2-1,7-3 3,-8 6 0,2-4 2,-1 3 3,-7-3 5,8 3 4,-7 0 3,-1 1 0,1 3-3,-7-4 0,0 4-5,1-3 0,-2 3 2,1 0 5,0-5 8,1 5 5,5 0 2,1-2-3,-1-2-1,8 4-7,-1-4-6,-1 0-6,8-3-4,0 3-3,0 1-3,-7 0-2,7-2-2,-1 2 1,1-1-1,-8 4 1,2 4 3,-1-4-1,1 3 0,-2 5 0,-5-1-1,-1 0-1,-5 1-1,5 3 2,-6-1 11,1 2 8,-8-2 5,7 1 3,0 0 3,1 0 4,-1 1-8,-7-4-3,13 2 0,-5-3 2,5 1 3,1-1 0,-1-3-1,8 3-3,-1-4-3,0-3-6,6 4-5,1-4-5,0 0 0,-1 4-4,7-4-3,-6 4 1,0-1-1,0 1-1,6-1 0,-7 1 0,-5 3 2,5-3 0,1 0 3,-7 3 0,6-3-1,-5-1 0,5 0-1,-5 2 0,-2-1 1,2-1 4,-1 2 5,0-5 5,-6 0 2,6 0 2,-7 0 1,-5 0 0,5-5-3,1 5-2,-7-3-3,0-1-1,0-4-3,-6 1-1,0 3-1,-1 1-4,1-1-1,-7-4 1,-1 5 0,1-1-2,-6 4-2,0-3 3,-1 3-4,-6 0-11,0 3-21,1-3-30,-8 7-44,-6 1-51,6-1-58,-12 7-57,0 3-41,-8 4 1,1-4 28,-13 3 43</inkml:trace>
  <inkml:trace contextRef="#ctx0" brushRef="#br0" timeOffset="6609.3635">7291 11459 31,'0'-8'116,"0"5"-54,0-3-32,0 0-15,6 0-7,-6 2-3,7-3-2,0-1 0,-7 2 0,6-2-2,0 0 0,1 1-1,0 0 1,-1 0-1,7-1 0,-6 0 1,-1 2-1,7-2 1,-7 0 1,8 5-3,-2-1 1,2 2 2,-1-4 3,0 6 2,6 0 1,-5 0 3,5-2 2,7 2-5,-6 0-1,6 0-1,-7-4-3,7 4 2,7-4-2,-7 0 2,6 4 1,-6-3 0,7 3-1,0 0-2,-1 3 4,1 1 0,-1 4-2,1-6 0,6 6 0,-6-1 1,-1 1-2,7 0-1,-6-2 4,5-1-3,-4-2 2,-2 1 0,7-4 3,-6-4 0,-1 1-1,7-2 2,-6-5 1,6 3-3,0-1-1,0-4 0,-6 2-1,6-1 1,0 1-3,-6 2 1,5-3 0,-5 3-4,0 1 2,0 0-2,6 0 0,-7 2 0,1 3 1,-1 2 2,1-4-3,-1 4 5,-5-4-2,5 4 0,1 0 3,-7 0 1,0 0 5,6 0 2,-5 0 1,-1 0 2,0 0 0,7 0-1,-7 4-3,6-4 0,-6 0 0,0 0 3,6 0-1,-6 0 0,7 0 4,-1-4 0,-5 4 0,5-4-1,-6 1-1,7-5-2,-1 4-3,-5-4-2,5 6-2,-6-5-2,7-1-1,-7 4-2,0 0 0,0 0-3,1 2-1,-2 2 0,-5 0-1,0 0 0,-1 0 0,0 2 1,1-2 1,-7 4 2,7 0 4,-8 0 3,2-1 7,5 5 3,-5-4 1,-2-2 0,8 6-3,-7-8 3,7 4-3,0 0 1,-8-4 0,8 0 2,5-4 0,-5 4-3,0-4-4,6 4-3,-7-2-4,7-4-4,-6 4 1,6-2-2,-7 1-1,8-2 0,-1 2 1,-6-1 0,5 0-2,-5 0 1,0 4 0,6-2-1,-7-3 0,1 5 1,-8 0 0,8 0 0,-7-3 0,0 3 1,0 0-4,-7 0-22,8 0-35,-8 3-39,1-3-44,0 0-62,-1-3-33,-6 3 1,0-4 25</inkml:trace>
  <inkml:trace contextRef="#ctx0" brushRef="#br0" timeOffset="8832.4822">13286 11243 40,'0'0'181,"0"4"6,0-4-42,0 3-68,0-3-35,6 4-20,-6-4-11,0 0-7,7 0-4,-1 3 0,1-3-2,-1 0 2,1 0 0,-1 0-1,0 0 2,8 0-1,-8-3 1,1 3-1,6-4-1,0 4-1,-7-3 1,8-1-1,-8 0 1,7 1 1,0-2 1,0 3 1,-7 2-1,8-4 1,-2 0-1,2 0 0,-2 4 3,-5 0 0,6-3 3,0 3 2,-7 0 1,8-4 2,-8 4-2,8 0 1,-2 0-3,1 0-1,1-4 0,-2 4-3,2 0-1,-2 0 0,2 0 0,5 0-2,-5 0 1,-2-4 3,8 4-3,-7 0-1,7-2 0,-8 2 1,8 0-2,-7-6-1,0 4 4,0 2 5,7-4 3,-8 1 2,2-2 3,5 2 1,-6-1-2,0 0-2,7-2-3,-7 1-3,0 2-1,6-1-3,-5-3 0,5 3 0,-6-3 0,0 3-2,7 1 1,-8-1-1,8-3 0,-7 2 1,0 2-2,6 0 3,-5-5-2,-1 5-1,0-1 3,0 0-2,-7 0-1,8 1-1,-2-2 1,-5 3-2,6-2 1,-7 1 1,1-1 0,0 4 0,-1-4 0,1 4 0,-1 0-1,0 0 1,-6 0 1,8 0-1,-2 0 0,0 4 0,0-4 3,8 4-2,-8-1-1,7-3 2,1 4 0,4-2 0,-4 3-1,5-5 0,-5 3 1,4-3-2,2 4-1,7-4-1,-7 0 1,6 0 0,-7 0-1,7 0 2,0-4-1,0 4 1,0 0-1,0 0 0,0-3 1,0 3 0,-6-5 1,6 5 1,-7-2 0,1 2-1,0-4 1,-1 4-2,1-3 0,0-1 0,-2 4 0,-4-4 2,5 4-2,1-4 0,-7 4 0,6-3 0,1 3 0,-7 0 0,7 0 0,-1 3 2,1-3-2,0 4 0,-2 0 1,2 0-3,0 3 0,-1-5 0,7 6 1,-6 0 0,6-4-1,-7-1 2,8 1 6,-1 0 1,-6-1 3,5-3 2,1 0 2,-6 0 0,6 0-4,0 0-1,-7 0 0,8 0-2,-1 0 2,-6 0 1,6 0 0,-1 0 1,1 0-2,0 0-2,1 0-3,5-3-1,-6 3 1,1-4-1,5 0-1,-6 4 2,0-3 0,0-1 0,0 0-1,0 4 3,0-4 3,1 1 1,-1-2 2,0 5-1,-7 0 2,7 0 0,-6 0 0,-1 5 0,1-5 7,0 7 6,-1-3 5,0 0 15,-6 3 15,7 0 15,-7-4 6,6 5 5,-6-4 8,7 3-5,-6-3-9,-2 3-7,8-3-9,-7-1-9,-1 1-12,8 0-10,0-1-8,-7 2-10,7-3-5,0 2-4,-2 4-4,-4-5-1,11 2-2,-5-2 0,0 3-2,-1 0-1,1-4 4,6 2 1,-7 0 0,1 0 2,0-1-2,-1 1 1,-6-4-3,6 4 1,1 0-1,-6-4-1,-2 2 1,8 3 2,-7-2-1,-1 1-1,2-4 0,-8 7 0,8-3 0,-8-1 0,7 1 0,-7 0 4,1-4 5,0 3-1,5 1 3,-4 0 5,-2-1 4,0-3 2,7 5-1,-6-3 4,6 2 0,-7-4-1,8 4-4,-2-4-2,8 4-1,-7-4-4,0 3-1,6-3-5,1 4-1,0 0-2,-7 0-2,7-2 0,-2-2-2,-4 6 0,5-4 0,-5 2 0,4-1-1,-4 2 0,-1-5 1,0 3 0,-6 1 0,5 0-1,-5-4 1,6 4-1,-7-4 1,1 2 1,0-2-1,6 0 1,-7 5-1,0-5 1,1 0-1,0 0-1,-1 0 1,0 0 0,2 0 0,-2 0-2,0 0 0,1 0-6,-7 0-13,6 0-18,1 0-27,-7 0-39,0 0-55,0 0-77,0 0-109,0 0-47,-7 3-5,-6 1 21,1 0 47</inkml:trace>
  <inkml:trace contextRef="#ctx0" brushRef="#br0" timeOffset="10549.4843">19795 11371 84,'0'8'193,"0"-5"11,0 1-66,0-1-42,0-3-27,0 4-17,0-4-7,0 0 1,0 0 4,0 0 7,0 0 7,6 0 6,-6 0 2,8-4-2,-2 1-7,6-1-9,-5 1-9,6-5-10,6 5-9,1-5-6,0 0 0,6-2 0,7 3 0,-7-1-2,7 2-1,5-2-1,-5 0-5,6 1-2,7 3-2,-7-4-3,7 6-1,-1-3-1,7-2-2,-7 3-1,1 1 0,0-1 1,-7-3-1,6 7-2,-6-4 2,-6 1 0,7 3-2,-2 0 1,-5 3 2,-1 1 0,1-4 1,-1 3 1,1 1 1,-1-4-1,2 4 1,-9-1 0,8-3 0,0 0-2,0-3-1,-1 3 0,1-4 1,-1-3-1,7 0 0,0-1 2,1 0-1,-2 2-1,1-5 1,1 3 0,-1 2-1,6-2-1,1 4 0,-7 1 2,7 3-1,-1 0 0,1 3 2,-1 1-1,1 4 0,-7-2-2,6 2 1,-5-1-2,5-3-1,-5 2 3,-1-1 0,-7-5 1,7 0 0,-13 0 1,7 0 0,-7-5-1,7 3 0,-7-2 0,0-4-1,-7 5 2,7-5 0,0 2 0,1 0 2,5 0 3,-6-2 6,7 5 4,6-5 8,-7 4 4,8-3 2,-1 0 0,-1 3-4,9-3-4,-9 0-4,9 0-3,-2-1 0,-7 0 0,9 2 0,-9-5 1,1 3-1,1 1 0,-1 2 1,0-1 12,-7 6 16,1-3 22,6 6 29,-6 1 26,-1-2 23,1 6 10,-7 0 10,7 3-9,-7-1-8,0 2-14,-1-5-18,1 4-22,-6 0-20,0-4-17,-1 0-21,-5 1-15,5-4-5,-6-1-7,0 2-10,-7-2-25,8-3-34,-2 0-50,-5-3-68,6-2-69,-6-6-64,-1 5-45,7-6-42,-6 1-43,5-3-6,-4-2 35,4 2 49,-5-1 57</inkml:trace>
  <inkml:trace contextRef="#ctx0" brushRef="#br0" timeOffset="10689.9682">24096 11035 120,'6'0'260,"-6"2"-17,0 3-53,6-5-208,-6 0-126,0 0-68,0 0-33</inkml:trace>
  <inkml:trace contextRef="#ctx0" brushRef="#br0" timeOffset="21822.6752">6711 11305 99,'-6'-7'139,"-1"3"-63,7 0-37,-7 0-18,7 2-10,0 2-6,0-5-4,0 5-1,0-3 1,7 3-1,-7-4 2,7 0 3,-1 4-2,-6-3 3,12-5 1,-4 5 2,4-1 1,2 1-3,-1-1 3,7 0-1,-2 1 0,2-2-3,0 5-1,-1 0 0,7 0-1,1 5-1,-8 2 2,7-3 2,0 3 0,-6 0 7,6 0 4,-7-3 1,7 3 1,0-2 0,0-3-2,1 2-3,-1-4-3,6 0 0,1 0 0,-7 0-3,13 0 0,-7-4-2,7 2-1,1-3-1,-1 2-2,6-1 0,1-3-2,-7 3 2,7-3-2,-7 0 0,0 3-1,0-3 0,0 2 0,0-1 0,1-2-1,-8 5 0,7-1 1,-6-4 0,5 6 2,-5-4 0,-1 4 0,1-2 1,-1 1-1,2-2-1,-9 2-1,9-1 1,-9 4 0,7-4 0,-5 0 0,-1 2 1,6-3 0,-5 2-1,5-5 2,1 5-2,-7-1 1,6-3 0,-6 3 0,1 1-1,-1-1 0,0 0 1,-1 1 1,-5-2-2,6 5-1,1 0-1,-8 0 1,7 5-2,0-2 0,-6 1 0,6 0 1,0 3 1,-7 0 0,7 0 3,-6 1 0,6 2 1,-7-2 0,1-1-3,-1 1-1,1 4-1,0-6 0,-1-2 0,1 3 2,6-3 4,-6 4 1,-1-6 4,7 3 2,0-5 1,0 3-1,1-3 1,-1 0-1,6 0-1,1 0-1,-7 0 0,7 0 0,-1 0-2,1-3-1,-1 3 0,1-5-1,-1 3 0,-6 2-1,7-4 2,-1 0 3,-5 0 2,-1 1 1,6-5-1,-6 4-1,0 2-1,0-6-2,0 4-3,0-4-3,0 5 1,1-5-1,-1 4-1,-1 2-1,1 2 1,7-5 0,-7 5-2,6 0 1,-5 5 0,-1-3 0,6 2-1,-5 0 2,-7 0 0,6-1-1,-7 5 0,7-4 5,-6-2 4,-8 4 4,8-4 5,-7 2 3,7 0 2,-8 0-1,2-1-6,-1-3-3,-1 4-1,8-4-2,-6 0 3,-2 0 3,8 0 1,-7 0-1,7 0 1,-8 0-4,8 0-1,-1-4-4,1 4-1,0 0-2,-1 0-2,1 0 0,0-3-3,-1 3-1,-6 0 1,6 0 0,-5 0 0,-2-4 0,2 4 1,-2 0 1,2 0-1,-8 0 1,1 0 1,5 0-2,-4 4 1,-2-4 1,0 0-1,0 0-1,1 0 2,0 3 1,-1-3-1,1 0 0,-1 0-2,-6 0 3,7 0-3,0 0-1,-1 0 1,-6 4-1,6-4-10,-6 0-22,6 0-26,-6-4-27,0 4-31,0 0-34,8-3-41,-8-1-24,0-4 2,0 0 14</inkml:trace>
  <inkml:trace contextRef="#ctx0" brushRef="#br0" timeOffset="21969.9379">11116 11305 73,'6'4'187,"-6"2"6,0 0-54,0-4-66,0 2-38,0-4-27,0 3-21,0-3-21,0 5-27,0-5-43,0 0-41,-6 3-14,6-3-1</inkml:trace>
  <inkml:trace contextRef="#ctx0" brushRef="#br0" timeOffset="24089.9064">7414 11350 134,'-12'7'143,"-2"0"-66,8 0-36,-7 1-17,0 2-9,6 1-5,-5-4 0,5 5 2,0-5 1,1 1 0,6-6-1,0 4-1,0-4-1,0 2-3,13-4-3,0 0-1,0-4-2,13 2 0,0-6 1,0-4-2,13 1 1,0-3 0,7-1 0,-1-3 1,8 4 1,-1-6-1,0 3-2,0-2 1,0 1 0,1 3-1,-1-3 0,-1 0 2,2 3-2,-1-1 0,0-1 2,0 3-1,1 2-1,-1-3 0,-7 5 0,7 2 0,0-3-2,-6 8-2,-1-5 2,1 5 1,-7-1-1,7 4 2,-7 0 0,0 4 0,1-1 1,-2 1 0,1 3 2,-6-4-1,6 5 2,-6-4-1,-1 3 0,1-3-2,-1 3 2,1-3 2,-1-1 0,1 1 0,6 0 3,1 4-1,-8-6-2,7 6-1,7-1-1,-7 1-1,0-2 0,7 6-1,-7-1 2,-1 1 0,8-5 4,-7 4 1,0-4 4,1 4 1,-1-4 4,0 0 3,-1-2 0,-5-3 1,0 2-3,0-4 0,-1-4-3,1 4-2,-1-7-3,1 4-3,-1-1-1,1-3-2,-7-1-2,7 5 1,-1-4-1,-6 3-3,1 0 1,-1 1 0,-7 3-1,7-5 0,-6 5 0,-1 0 2,1 0-2,-1 5 1,0-5 1,1 0 0,-7 3-1,7-3 1,-8 4 0,2-4-1,-1 0 0,0 4 1,0-1 3,0 1-1,0-4 2,1 3-1,-2 1 1,1 0-2,0-1 0,6-3-2,-5 4 3,6 0-1,-8-4-2,8 3 1,-7-3-15,7 0-20,-8 0-26,8 0-27,-1 0-36,-5 0-45,5-3-11,-6-1 7</inkml:trace>
  <inkml:trace contextRef="#ctx0" brushRef="#br0" timeOffset="24257.8694">11259 11350 135,'13'2'214,"0"3"5,-6-2-61,-1 1-65,0 0-44,-6-4-25,8 3-13,-2 1-10,0-4-13,-6 4-23,7-4-28,-1 3-48,1 1-54,-1-4-24,1 3-4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10-21T02:43:40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21020 13654 96,'-7'0'96,"1"-4"-47,6 0-29,-6 1-15,6-5-18,-7-3-9,7-1-12,0-2-18,0-1-29</inkml:trace>
  <inkml:trace contextRef="#ctx0" brushRef="#br0" timeOffset="27033.6945">6437 6675 1,'-12'-8'34,"12"-3"0,-8 0-5,-4 0-1,12 4-5,-7-4-1,1-1 1,-1 5-3,1-3 0,-1 2 0,1-3 0,6 4-5,-7 4-3,0-6-1,7 6-6,-6 3-3,6-3-1,-6 3-1,6 3-5,-7 0 1,7 2 1,-7 2 2,7 4-2,0 4 0,0 2 3,-6 6 1,6 3 1,0 3 1,0 0-2,0 5 0,0-5 0,0 7 0,0-3 1,0 3-2,-6 1 0,6 0 1,0 4-1,0-4-2,0 2-1,0 1 1,0 2-4,0-4-1,0 3 0,0 0 3,0-5-1,0 1 0,0 0 2,6-4-1,-6-1 1,0 2-2,0-1-2,0-4-1,0 4 2,0-1 2,0 2 1,0-2-1,0 2 1,0 3-1,0-1 0,-6 1-1,6-1 1,0 1 1,-7 3 0,7 1 2,0-1 1,-6 0 2,6 3 0,-7 2-1,7 0 1,-7-2 0,7 1-1,-6 4-2,6-4-1,-6-1 1,6 1-1,-8-3-2,2 3 1,6-4-3,-6 4-1,-1-3-1,7-2 1,-6 5 0,6-3 0,-7 2 3,1 1 2,6 1 1,0-1 1,-7 0 1,7 0-2,0-1 1,0 1 0,0 1-1,0-6-2,0 9 0,0-8 1,0 5 1,0-5-2,0 4 3,0-4 0,0 1 0,0-1 2,0 4-2,0 0 1,0 4 2,0-5-3,0 5 0,0 3 0,0 1-1,0-1 0,7 4-1,-7-1 2,0 1-1,6 1 0,-6-1 1,0-4 0,7 3-1,-7 1 1,0-3 2,0-2 1,0 3-1,0-2-2,0 0 3,0 0-1,-7-3-2,7 3 0,0 1 1,0 0 0,0-2-2,0 5-1,0-1 2,0 2 1,0-1 1,0 4-2,7-5 1,-7 1 2,0 4-2,0-5-1,6 2-1,-6-5 0,0 4 1,0-7 1,0 3-3,7 0 0,-7-2 3,0 1 1,0-2-1,6 4 0,-6-2 1,0 1 0,6 5-1,-6 0-1,8-2 0,-8 1-1,0-1 1,6-2 1,-6-1 1,6-2 1,-6-3 0,0-2-1,7-4 0,-7 1 1,0-1 0,7 0-1,-7 1 1,6-1 0,1 0 0,-1 1-1,-6-1-3,6 0-1,1-3 1,-7 4 0,7-5-1,-7 0 0,6 1 1,-6-4 1,0-3-1,0-1 0,0-4 0,0-2 1,0-2 0,0-3 0,0-2 2,-6-2-1,6-3 2,-7 1-2,7-6-1,0 2 2,-7-1-2,7-3 1,0 0-1,0-2-1,-6 3 1,6-5 1,0 3-1,0-3 0,0 4-1,0-1 1,0 1-2,6 4 0,-6 2-2,7 1 2,0 8 1,-7-1 0,6 4 1,-6 4 0,0-1 3,0 1-3,0 1 1,0-2 1,0-4 1,-6 1-1,6 0 0,-7-3 1,7-5 3,-7 1 4,7-3 3,0-2 3,-6-3-1,6 1-1,0-4-3,0-1-4,0-3-3,0 0-3,6 0-2,1 0 0,0 0 0,-1 0-1,0 0 1,8 0 0,-8 0 2,7 0 1,7 4 0,-8-1 0,8 1-1,-7-1 0,7 1-1,6 4-1,-6-1 1,5-3 1,1 2-1,0 3 0,1-6 0,-1 4 0,0 0 0,7-3 0,-7 0-2,0 4 1,-1-4 0,1-4 1,1 2-1,-1 2 0,-6-4 1,6 3-1,-7 2 1,7-2 0,-6 1 1,-1 0-1,7-4 0,0 4 0,-6-1-1,13 1 0,-7-1 1,-1 1 1,9 3 0,-2-3 1,-7 0 1,9-1-2,-2-3 0,-6 0 0,0 4-1,0-4 0,0-4 1,-6 4 0,-1 0-1,7-3 1,-6-1-1,-1 0 1,1 0-1,0 1 0,-1 3 0,1-4-1,-1 1 2,0 3-1,1 0-1,0 0 2,-1 0 0,1 0-1,-7 0 0,6 3 0,1-3 0,-7 0 1,7 0-1,-7 0 0,6-3 0,-6 3 1,1-4 0,-2-3-3,8 3 1,-7-3 0,0-5 0,0 6-1,0-6 0,0-3 2,0 4 0,0-3-2,0-1-2,1-3 2,-2 3 0,1-2-2,0 2 1,0-4-1,-6 1 1,6 3-2,-1-3 1,2-1 2,-8 4 1,7-2 1,-6 3 0,6-3 0,-7 3 2,8-1-2,-8 1 1,0-1 1,8 0-1,-8 1 0,1 3-2,-1-3 1,0 3-1,1-1 1,0 1 0,-1 0 0,0 1 0,-6-2-1,8 2-1,-2-1 0,-6 3 1,6-3 2,-6 0-1,0 1 0,0-2 0,7-2 1,-7 2 0,0-2-2,0-1 2,6 1-1,-6-1 0,0-3-1,0-4 1,0-1 2,0 3 1,0-3-1,0-7 2,0 5-1,0-8 0,0 4-3,-6-5-1,6-2 1,0-1-1,0 4 2,0-4 0,0-3 1,0 4 1,0-1 1,0-3-2,0 3 1,0-3 0,0-1-2,0 1 0,0-4 1,0 0-1,0 0-2,0 1-2,0-5 2,0 0-1,-7-3-1,7-1 2,-6 2 2,0-6 1,6 1-2,-8-3 0,2-1 1,0-3-1,-1-4-1,0 3-1,1-2 1,0 2 0,-1 1 2,1 1 2,-1-3 0,0 3 2,7-1 0,-6 3-1,0-1-4,-2 2 0,8 0 0,-6-5 0,6 8 0,0-3 0,0 7 2,0-4-2,0 3 1,0 1 0,0-1 1,6 1-1,-6 0-1,8-3 2,-2 1-2,0-5-1,1 3 0,0-3 0,-1 2 0,1-2 0,-1 3 0,-6-4 0,6 5 3,1-2 1,0 2 3,-1 3 0,0-5 0,-6 5 1,8 0-4,-8 1-2,6-3 0,-6 2-1,0 3 0,0 1 0,0 4 0,0-3-1,-6 2 0,-2 1 0,8 2 1,-6 2 1,0-2 0,-1 1 4,7 0 1,-7-1-2,1 5 1,6-4-1,0-5 0,0 1-1,0 1-2,0-6 1,0 3-2,0-2 3,0 0 0,0 0 0,6 1 1,-6 3-1,0-4 1,0 1-3,0-1 3,0 4-1,0-4 4,0 5 0,-6-5-1,6 0 0,0-4-2,0 1-1,0 1-1,0-6-2,0 1 0,0 4 2,0-4 1,0 4 2,0-1 0,0 5 1,0-1 1,0 5-3,0 2-1,0 1-2,0 3-1,0 0 0,0 4-1,-6-3 1,6 2 0,-7 3 0,7-6 0,0 3 0,-6 1-1,-1 0-1,7 0 1,0-3 0,-7 2 1,7 1 0,-6 0-1,6-3 3,0 7-1,-6-4-1,-2 7 1,8-3 1,-6 3-1,0 4-1,6-3 0,-6 7 0,-1-5 0,7 2-1,-7 2 1,1 0 0,-1-2 0,1-2 0,0 1 0,6 1 0,-8-4 0,2-1-1,0-3-1,0 2 0,-1-2 0,0 0-1,7 3 1,-6-3 1,-1 2 0,1 7-1,-1-3 2,0 1 0,1 4 1,0-1-1,0 2-1,-2 2 1,2-1 0,0 2 0,-1-1 0,1 5 3,-1-1 2,0 0 0,1-1 2,6 2 1,-6 3-1,-1-1 0,0 1 0,1 0 0,0 0-3,-1-1 1,-6 4-2,6-3 1,1 0 0,-7 2 0,6-2 2,-5 4-3,-2-1 1,1 4-1,-6 0-1,6 0-2,-7 4-1,-6 3-1,7 1 0,-7-1-1,-7 4-1,7 0 2,-7-4 0,1 8 1,-1-4 0,-6-1 0,0 2 0,0-1 1,-7 0 1,7-4 1,-7 4 3,1-4 0,-1 5 0,7-5-1,-6 0-2,5 0 0,1 1-1,0-1 1,0 0 1,0 0-1,0 1 1,0-1 0,7 1-1,-8 3-1,14-4-1,-7 4 0,1-4 0,5 4 0,1 1 0,1-2 0,5 0 0,-6 2 0,6-1 0,1 4-1,-1-5 1,8 5-2,-8 0 2,0-4 0,7 4 1,-7-4 0,8 0 0,-1 1 0,0-2-1,0-3 0,-1 5 1,2-5 1,5 0-1,-6 4-1,0-4 0,7 0-2,-1 4 0,-6-3 0,7 3-1,-2 0 1,2 1 1,6-3 1,-6 3 0,-1-2-2,1-2 0,6 3 2,-7-3 0,7 2-2,0-3-2,0 1-3,0 3-6,7-4-8,-7 5-17,6 2-12,1 1-14,-1 0-16,0 7-31,2-1-13</inkml:trace>
  <inkml:trace contextRef="#ctx0" brushRef="#br0" timeOffset="28996.4946">4600 9082 101,'-13'-8'154,"0"4"-49,6 1-29,-6-1-27,13 4-16,-6 7-11,0 1-8,-2 6-7,8 8-2,0 4 1,-6 8-2,6 2 0,6 1-1,-6 2-1,8 2-2,-2-4-2,0-4 2,0-4 0,1-3-1,6-4 1,-6-7 1,6-5 0,6-6-1,-5-8 1,-2-4 0,1-9-1,7-5-1,-7-4 0,0-3-1,0 0-1,-6-5-1,6 8 1,-7-3 0,0 7 1,-6 0 1,7 7 2,0 1 0,-7 3 4,0 0 1,6 8 1,-6-2 0,0 3 0,0 2-1,0 2-2,6 6 1,-6 3-2,8 4-1,-2-1-1,7 1-1,0 3-4,0-3-11,-1-1-13,8 2-14,0-6-18,-1-3-19,7 1-13,-6-4-26,6-4-6</inkml:trace>
  <inkml:trace contextRef="#ctx0" brushRef="#br0" timeOffset="29582.481">5160 9074 5,'-6'-14'147,"0"-1"-29,-2 8-22,-4-1-18,-2 8-20,1 0-14,1 8-12,-2-1-9,2 4-4,-2 3-1,-5 5-1,12-5-5,-6 5 0,7-8-3,0 3-1,-2-3-4,8-4-2,0 2 0,0-2 0,8-4-2,-2 1 0,0-1 1,7 1 1,0-4 0,7 0-2,-7 0 1,7 4 0,-8-4 0,8 0-1,-1 4 0,-5-4 0,5 3 0,-6 4 1,0-2 1,-7-3 2,2 10-2,-2-5 1,-6 3-1,0 2 0,0 3 3,-6-1-4,-2 1 1,2-4 0,-7 0-2,0-4 0,6 0-2,-5-3 2,6 0-1,-2-4-1,-4 0 2,12 0-2,-7 0-2,7 0 2,0 0-2,0-4 1,7 4-1,-1 0 1,8-4 1,-8 2 1,6 2 1,2-5 0,5 5 0,-5-3 2,4-1-2,2 1-1,0-5 0,-1 0 2,1 2-1,0-6-1,-1 1 2,1-4-1,0 0-4,-1 1-10,-6-3-8,0-2-11,-1-4-11,-4 5-11,-2 0-5,-6 0 4,0 3 9,0 0 7,-6 5 11,-2 6 13,2 0 12,-6 8 11,5 3 3,0 0 8,1 8 2,-1 0 2,7 3 0,-6 4-3,6 0-1,0 0-4,6 0-3,-6-3-4,7-2-1,6-2-3,0-4 0,-1-4-1,8-2 1,0-2 0,-1-6-1,1-6-9,0 2-13,-1-7-20,7-1-19,-6 1-40,-7-9-25</inkml:trace>
  <inkml:trace contextRef="#ctx0" brushRef="#br0" timeOffset="30050.2831">5681 9063 49,'-6'15'118,"6"4"-36,-6 6-23,-1 0-16,0 4-11,1 5-9,-1-1-6,7-4-5,-6 1-3,6-5-2,0-3-4,-7-3-8,7-5-4,7-3-2,-7-4-2,0-3-4,6-4 3,-6-4 0,7-7 4,-1-3 0,-6-5 3,7 2 3,-7-6 0,7-3 1,-1 4 0,-6-3 2,6 2 1,1 2 1,0-2 1,-1 9 1,0-4 1,1 7 0,6 0-1,-6 3 0,5 5-2,2-1 1,-2 4-1,2 0 1,5 0-1,-5 0-1,5 0 0,0 0-4,-6 0-1,7 0-3,-7-4-1,0 0 0,-7-3 2,8 4 1,-8-4 5,-6-1 5,0 1 9,0 0 10,-6 3 10,-1 1 25,-6-1 15,7 0 5,-1 4 3,-6 4-2,0 0-7,6 3-19,-6 0-17,7 4-9,0 3-7,-1 1-6,0 0-6,7-1-4,0 1-2,0-4 1,0 3-3,0-2-1,7-5 1,-7 4 0,7-4 0,-1 0 0,0 1 1,1-1 0,-1 1-1,-6-2-2,7 2-9,-7 7-25,-7 3-32,1 8-50,-1 3-49,-12 8-32,0 4-7</inkml:trace>
  <inkml:trace contextRef="#ctx0" brushRef="#br0" timeOffset="33350.9852">8450 13437 68,'-12'0'54,"5"0"-14,1-4-5,-7 4 6,6-3 2,-6 3 6,6-4 5,-5 1 4,5 3 0,-6-5-2,0 5-3,7 0-9,-8 0-5,8 0-6,-8 5-5,8-5-10,-6 3-5,5 1-3,-6-1-3,6 1-3,-5 0-2,4 3 2,-4 0-2,-2 0 0,-5 2 0,6 1 0,0 0-1,-7 2 1,1 3 0,-1-4 0,0 4-1,2 3 0,-2-4-1,0 5 0,1-5 0,-1 6-1,-6-3 1,7-3 0,-1 1 0,7 0 1,-7-1 0,1-2 1,6-1 0,-7 0 1,7-1 1,0 1-1,0 1 0,1-2 1,4 2 0,2-1 0,0 3-1,-1 5-1,7-2 1,-7 6-2,7 2-1,7 5 0,-7-1 0,7 4 0,-1-4 1,-6 0-1,6 5-1,2-5 1,-2 0-2,0 5 1,1-3-2,-1 3 3,1-1 2,-1 4 1,1 0-1,-1-1-1,0-2 2,2 3-1,4-6-2,-5 3 0,0-1 1,-1-4-1,0-4 1,7 2-1,-6-6-1,6 1 0,-7 0 0,8-3-1,-2-2 0,2 3 1,-1-2 1,7-4 0,-2 5 3,2-5 0,0 5-2,5-2 1,-5 2 0,7 0-1,-1-2-1,0 3 0,-1-6-2,9 4-1,-9-4 3,7 5 0,2-5-1,-9 1 1,8 0 1,0-3 1,0-3-1,5-1-1,-5 0 0,-1-1 0,1-3-1,-1-1-1,7 1 0,-5-4 1,5 0 1,-1 0 0,1 0 1,7-4 1,-7 1 1,7 3 0,-7-4-1,6 1 1,1-1-2,7 0-1,-8 4 0,1-4-1,5 4 1,-5-3-2,0 3 1,6 3 0,-6-3-1,-1 4-3,1-4-2,-7 4-2,6-4 0,-5 0 0,-1 0 2,0-4 4,0 0 2,-6 1 1,6-2 0,-7-1 0,7-2-1,-6 1 0,6-1 0,-6 1 1,6 3-1,-1-3 0,2 3 0,-1 0-1,0 4 0,1-3 1,-1 3 1,-1 0-1,1 0 1,1 3-1,-1-3 0,0 0 1,-1 0 0,2 0 2,5 0-1,-5-3 0,-1 0 0,6-1-3,-5-3 1,5-1-2,7 1 0,-7-4 1,8 4-2,-7-4 2,5 3-1,2 5 0,-1-5 0,0 5-1,0 3 4,0 0 0,1 0 0,-2 0-1,-5 3 1,7-3-2,-8 0-4,7 5-3,-7-5 2,2 0-1,-2-5-1,-6 5 2,7 0 4,-8 0 0,2 0 2,-1 0 0,0 0-1,-7 5 0,8-2 0,-7 4-1,5 0-1,-5-3 4,6 7 1,-7-4-1,1 0-2,0 1-3,0-4-2,-1 3-1,1-3-1,-7-1 0,6 0 2,1-3 4,-1 0 1,1-3-1,0 0 2,-1-1 0,1 0 1,5 1-1,-5-5-2,7 4 2,-8-3-1,7 4 0,-7-1 2,7-3 0,1 3-1,-1 0 1,0 1 2,1-1-1,-2 0-1,1 1 0,1 3 0,5-3-2,1-2-1,-7 5-2,6-7 1,1 4 0,-1-5 0,-5-3 1,5 3 0,1-2 1,-7-1 0,0-1 1,0-2 0,1-1 1,-2 1-1,-5-4 1,6 3 0,-7-3 1,2-1-1,-2 1 0,1-1 2,-1 2 2,-6-2-4,7 4 4,-1-3-1,-5-1 1,5 6-1,1-7-1,-1 3 3,1 2-4,-1 1-1,1-2 0,5 2 1,-5-2-2,-1 3 0,8 1 1,-7-1 0,-1-3 1,1 5 1,-1-4 1,-5 1 0,5-1 1,1 1-2,-7-1 3,6 0-1,-6-3 0,1-1 0,-1 5-1,-1-5-1,1 1-1,0 4 3,1-5-2,-1 1 0,-6-1 0,5 1-1,-5 0-1,0 0-3,-1-1 2,1 1 1,-8 0 1,2-5 2,-2 5 3,2-3 1,-8 2 1,1 0 2,-7-2 2,6 3 1,-6-1-3,0-2 1,0 2 0,-6 0-2,6-2-2,0 2-1,-7-3-4,1 1-2,-1-2-1,7 4 2,-7 2 6,1-5 2,-6 7 10,4-4 2,2 2 6,-7 3-1,0-3 0,0 7 0,0-5-3,-6 4-2,-1 1 0,-6 2-1,-1 1 0,2 0-2,-7 0-1,-2-1-1,2 4-2,-1 1-2,-6-5-5,0 4-2,0 2-3,0-6-2,-6-1 0,-1 3 0,-7 2 0,2-3 2,-2-1 2,1 1 2,-7 0 0,1 0 3,0 3 3,-1-4 1,0 8-2,1-3-2,-1 6 0,0-3-3,-6 4-4,7 4-2,-7-1 0,6 0-2,-6 5-1,-1-6 0,1 6 3,-7-5 0,1 5 1,5-6 1,-11 2-1,4-1 1,2 1-4,-8-1 1,8-4-3,-7 4 1,0 1 1,-1-4 2,8 3 1,-8-4 0,2 4 2,5-3 0,-6 4-2,6-1-1,-6 3-1,-1-1-2,8-1 0,-7 2-1,6-6 4,-6 3 0,6 1 0,1-6 3,-2-2-2,2 5 1,0-5-3,-2-5-1,8 5-1,0-2-1,0-2 0,0 0 2,7-3-1,-1-1-1,0 4 1,0-3 1,1 4 0,5-6-1,2 6-1,5 0 2,-7-5-1,8 5 0,-1-1 0,7 0 3,-6 0-1,5 1 0,2-1 0,-1 1-1,0-1-6,-7 1-4,13 3-1,-5-4-1,-9 4-3,9 0 3,-1 0 6,-7 0 2,7 0 3,-7 0 3,1 0 2,-1 0 0,1 4-1,-2-4 2,2 0-1,-7 3 1,7 1-2,-8-1 0,1-3 2,7 4-1,-8-1 2,1 1 0,1-4 2,4 4 1,-5-4 2,1 0 1,-2 0-1,7 0 1,-5-4 1,5 0-1,1 4 0,-2-3-2,9-1 1,-1 4 0,-7-3-2,13 3 0,-6 0-3,0 0-2,6 0 0,7 0 0,-7 3-1,8 1 0,-1-1-1,0 5 2,0-4-1,6 3-1,-7 0-1,2 5 0,5-4 2,-6-2-2,0 2 5,0-1-2,-1 1 2,2-1-2,-1-4 0,0-3 0,0 4-3,-1-4 0,1-4-1,7 4 0,-1-3-11,1-2-15,0 3-18,5-2-26,1 0-41,7 0-31,0 1-28,6 3-32,0-8-9,0 4 15</inkml:trace>
  <inkml:trace contextRef="#ctx0" brushRef="#br0" timeOffset="33515.2804">8483 13166 113,'0'4'119,"7"7"-82,-7 1-89,0 5-44,0 5-24</inkml:trace>
  <inkml:trace contextRef="#ctx0" brushRef="#br0" timeOffset="34595.7943">10790 15075 62,'-7'-7'147,"1"-1"-41,0 2-22,-1-2-11,0 0-9,1 1-2,-1-1 1,1 5 1,6-5 2,-6 4-3,-1 1 2,0 0-1,7 3-5,-6 0-9,0 0-10,6 3-7,-8 0-9,8 5-11,-6 3-8,6 0-2,-6 5-3,6-2 1,0 4-2,0-4 0,0 1-1,0-1 0,6-2 1,-6-1-3,6-8 1,2 5 0,-2-5 0,7 1 2,-6 1 0,5-5-1,1-5 2,1 5-1,-2-7-2,2-1-1,-2 1-4,2 0-5,-1-5-9,-1 2-4,2-5-3,-2 4 1,2-3 1,-8 3 4,1 0 9,-1 0 5,1 3 4,-7 1 3,7 3 2,-7 0-1,6 1 1,-6 3 0,6 0-1,-6 7 0,6 0 0,2 5-1,4 2 1,1 5 0,-6-1-2,12-3 0,1 2 2,0-2-12,5-4-18,1 0-29,7-7-24,-1 1-21,2-14-22,5-2-38,-7-7-6,1-4 12</inkml:trace>
  <inkml:trace contextRef="#ctx0" brushRef="#br0" timeOffset="35501.7967">11578 14771 100,'-19'15'189,"5"-1"7,-4 1-76,4-1-46,1 1-27,0-1-21,0 1-13,7-1-6,0-5-5,-2 2-1,2-8-2,6 0-3,0 2-1,0-2 3,6 1 1,2-4-1,-2 0 0,6 0 1,2-4 1,-1 4 0,7-3-1,-8 3 1,8-5 0,-1 5-1,-5 0 1,-2 5-1,8-5 1,-14 7 1,8-4 0,-1 8-1,-13 0 1,6 4 0,-6 3-2,0 1 0,-6 2 1,-1 2 0,1-1 1,-8 0 2,2-4 7,-2 0 3,2-3 3,-2-4 2,1 0-1,7-4 1,0-2-6,-2-3-4,2 2-5,0-4-1,6-4-2,0 2-2,0-7-1,6 1 0,0-2 1,2-1 0,4 3 1,1-2 0,1-1-1,-2 0 2,2 4 0,-2 0-1,8-1 1,-7 4 0,7-4-1,-8 5 0,8 0 1,-7 3 0,1-3 0,4 3 1,-4-5 0,-1 5 0,7-3-1,-8-1 0,8 0-1,-7 0 0,0 1 1,7-5 0,-14 5 0,7-5 1,1 1-1,-8 0-3,0 0-3,-6-5-4,0 5-1,0-3 0,-6 2 1,0 1 1,6 3 2,-14-3 4,8 7 3,-7 0 4,6 0 3,-6 7 6,7 0 2,-1 1 4,0 3 1,7 3-3,0 5-3,0-1-3,7 4-4,0-1-5,6 2 0,6-5-3,0 0 0,1 1 1,6-8 0,1-5 2,-1-1 0,-1-2-7,1-6-12,7-5-13,-7 1-9,0-8-8,0 1-11,-6-5-9,6 2 0,-7-9 1,-5 3 0,-1-3 2,-1 5 8,2-1 13,-8 4 17,0 4 19,1 2 16,-7 4 14,0 5 13,0 3 14,0 3 2,0 9-2,0-1 5,0 7 3,0 4-5,0 0-6,0 0-6,-7 0-4,7-1-10,0 2-8,0-5-5,0 0-4,0-3-3,0 0-3,0-9-1,0 2-2,0 1 1,0-9 2,0 0-1,0-5-1,-6-2-1,6-8 0,-6 0-2,6-6-1,0 2 1,0-3 0,0 5 0,6-3-2,-6 6 0,6-1 1,1 1-1,6 2 1,0 5 1,1 0 1,-2 0 0,8 3 0,-7 4-12,7 0-18,-1 0-25,0 0-27,8 0-27,-8 0-36,0 0-21,1 0 2</inkml:trace>
  <inkml:trace contextRef="#ctx0" brushRef="#br0" timeOffset="35734.8872">12666 14887 40,'0'0'165,"0"4"4,-6 4-45,0 0-31,6 3-22,-7 4-12,0-1-4,1 4-6,0-4-13,6 5-8,0-5-8,0 1-7,6-4-5,7 0-6,0 0 0,0-8-1,7 2-4,-7-2 2,6-6 1,7-2 2,-6 2 0,-1 0-1,1 0 3,-7-2 0,-6 2-1,5 3-2,-12 3 0,-6 5 2,0 3-2,-8 4 0,-5 2-1,-1 5-14,1 4-34,-8 1-62,-5 2-57,-1-4-31,1 0-16</inkml:trace>
  <inkml:trace contextRef="#ctx0" brushRef="#br0" timeOffset="35905.9189">12842 15005 290,'20'-7'329,"-7"0"13,1-1 8,-8 4-177,0 1-127,0 3-110,-6 0-96,0 0-93,0 0-49,-6 0-13,6 3 26</inkml:trace>
  <inkml:trace contextRef="#ctx0" brushRef="#br0" timeOffset="53443.947">2495 4033 51,'-6'0'258,"-1"0"38,-6 0 26,0 0-78,7 0-43,-8-3-33,2 3-21,-2-5-25,1 5-16,7-3-13,-8 3 5,2-4-1,-2 4-4,8 0 0,-7 0 1,0 0-8,6 4-22,-5 4-16,6 3-15,-8 3-13,8 5-10,-8 7-5,8-1-2,-7 4 0,13-3-2,-6-1-2,6-3-2,0-3-1,0-1 0,6-7-1,7 0 1,-7-4-1,8-4 6,6-3 2,-8-7 0,8-7-3,-1-8-5,1-4-5,0-6-17,-1-5-22,1 0-27,-8-3-23,2-4-16,-2 3-8,-5 1 8,0 0 20,-1 7 22,1 0 26,-7 7 23,0 8 15,0 0 7,0 6 1,0 10 1,-7-2 0,7 8-2,-6 6-1,-1 1 2,0 7 1,7 4 1,0 3 2,0 2 1,0 2-2,7 0 2,0 5-1,6-5-2,-1 0 2,2-3-2,5-4 2,1-1-1,0-2 0,6-5 0,-1 1 1,-5-3 0,6-10 2,0 5-1,-7-7 0,7-2 3,-6-5-2,0-5-1,-1 1 1,1-3 1,-7-5-3,0 1-3,0-4 0,-7-1 0,1 6 1,-7-5-1,0 3 0,0 1 2,0 3-1,-7 1-1,1 3 0,-1 0-2,1 7 0,-7-3-1,6 10-1,-5 1 1,4 4-2,-4 6 3,5 1 1,1 6 1,-1 1 0,1 4 2,6 4 0,0-5 1,0 4-2,6-3 0,7 0 0,-6-9-1,5 3 2,8-2 1,0-7 0,-1-4 0,7-3-5,1-4-13,-1-4-23,0-3-28,6-4-35,1-4-34,-7-3-34,7 0-24,-7-5-19,0-2-19,0 3 2,-7-4 3,1 1 19</inkml:trace>
  <inkml:trace contextRef="#ctx0" brushRef="#br0" timeOffset="53737.0876">3271 3924 58,'6'-12'197,"-6"5"17,-6-1-10,6 6-13,-7-2-20,0 4-27,1 4-33,0-2-23,-1 2-25,-6 4-19,13-1-12,-7 1-10,1-1-4,6 4-7,6-4-4,-6 0-1,7 1-2,-1-1 0,8 1-2,-2-2 1,2-2-1,-2 3-1,2-3 1,-1 0-1,6 0 2,-6-2-3,1 4 0,-2-4 0,1 2 0,-6-1 0,0 2 0,-1-2 14,0 1 23,-6 0 16,0 2 16,0 2 17,-6 0 17,0-1 0,-8 0-10,8 1-7,-1-5-10,1 1-16,0 4-23,-2-8-30,8 3-26,0-6-33,8-2-31,-2 2-35,7-4-33,0-4-28,6 0-43,1 3-39,0-2-52,-1-2-9,1 4 15,-1-1 36</inkml:trace>
  <inkml:trace contextRef="#ctx0" brushRef="#br0" timeOffset="54451.1505">3778 3858 48,'0'-4'213,"0"8"34,-6-4-14,6 2-37,-6 6-20,-7-4-9,6 4-12,-6-1-20,7 3-18,-8-2-21,8-1-17,0 1-18,-1-4-14,0 3-14,1-4-9,6 1-7,-7 0-10,7-4-5,0 3-4,0-3-1,0 4-1,7 0 1,-7-4 0,0 3 1,6-3-1,1 4 0,-7-4 3,7 0 0,-7 4 0,6-4 1,0 0 1,-6 3-2,0-3-2,8 0-2,-8 4 0,6-4 1,-6 0 0,0 3 2,6-3 1,-6 0 0,6 0 2,1 5-1,0-5 0,-1 0 2,1-5-1,-1 5 0,0-3 0,8-1-2,-8-3-9,8 0-17,-8-1-22,7-3-22,0-3-24,0 3-22,-7-3-10,8-1-8,-8-1 2,7 2 5,-6-5 8,-1 9 7,1-5 15,-1 0 20,-6 4 19,6 5 18,-6-2 20,8 1 19,-8 3 15,0 0 14,0 0 10,6 4 9,-6-4 6,-6 4 1,6 0-3,0 0-8,0 0-8,0 4-9,0-4-7,0 4-7,0-4-2,0 4 1,0 3-2,0-3 1,0 4-1,0-2-2,0 5 0,0-3-2,6 3-2,-6 0 0,0-4-2,0 0 0,0 4-1,0-7 1,0 4 0,0-6 1,0 2 2,0-4 0,6 4 1,-6-4 0,0 0 1,0 0-4,-6 0-3,6-4-6,6 0-5,-6-2-1,0-5-4,0-4-4,0 4 5,6-4 3,-6 1 3,8 0 2,-8 2 2,6 1 3,-6 3 2,6 4 0,-6-2 0,7 3 1,-1 3 2,1-5 1,6 5 4,-7 0 1,8 0 1,-2 5 0,1-5 1,1 0 0,5 0-4,0 0-3,1-5 1,-1 2-4,1-1-20,6 0-35,-6-3-42,-1 3-55,1 1-49,-7-5-23,6 1 6</inkml:trace>
  <inkml:trace contextRef="#ctx0" brushRef="#br0" timeOffset="54613.2683">4287 3645 20,'-7'4'162,"7"-1"7,-6 0-58,6 2-46,-6-2-27,6-3-18,0 7-10,0-3-10,0 0-17,6-1-29,-6 1-40,6 0-42,1-4-21,-7 3-6</inkml:trace>
  <inkml:trace contextRef="#ctx0" brushRef="#br0" timeOffset="54745.1252">4319 3700 39,'-6'3'190,"6"-3"11,0 7-54,-6-3-41,6 0-33,-7 3-26,7 5-20,-7-6-12,7 6-11,0-5-26,0 5-37,7-2-66,-7 1-44,7-4-21,-1-3-9</inkml:trace>
  <inkml:trace contextRef="#ctx0" brushRef="#br0" timeOffset="54983.1114">4580 3660 49,'0'10'253,"-6"1"32,6 0 25,-7 7-77,0 2-52,1 1-34,0 4-24,6 5-24,-6 3-17,-2-4-17,2 8-18,6-4-14,0 0-11,0 0-8,0 0-7,0-4-7,6 0-12,2-3-20,-2-4-32,0 1-40,0-6-46,1 2-48,0-8-45,-7 0-48,6-4-4,1-3 22,-7-4 37</inkml:trace>
  <inkml:trace contextRef="#ctx0" brushRef="#br0" timeOffset="55523.4918">4574 3799 176,'0'-8'205,"6"1"-5,1-1-50,-1 6-26,8-2-6,-2 0 2,2 0-8,-2 4-15,1 0-10,1 0-11,5 4-12,-6 4-12,0-6-9,-6 6-5,6 3-5,-13 4-3,6-1-6,-12 1-6,-1 4-5,-6 3-5,0-5-2,0 2-1,-6-1-1,-1 1-4,7-8 0,-7-1 1,8 1-1,-2-3 2,8-5-1,-1 1 0,1 0-1,-1-4-2,7 0 1,0 0-5,7-4 2,-1 0 1,1 1 0,-1-1 1,8-4 0,-2 6 1,8-3-1,-7-2 0,7 0 0,-1 3-9,0-7-3,8 4-3,-1-7 3,0 2-5,0-5 3,-1 2 5,9-7 2,-9 3-5,1-3-12,1-4-13,-1 5-9,-6-6-7,5 6 0,-12-5 4,7 4 11,-7 3 14,-7 2 14,1-3 21,-7 11 23,0-3 20,0 4 19,-7 6 15,7 2 3,-12 0-6,5 6-11,0 2-13,1 3-13,-1 3-8,1 1-1,-1-1 0,1 5 2,6 3 6,-7 0 0,7-1-2,0 2-4,7-1-8,-7 0-6,6-4-8,1 4-5,-1-8-12,1 6-27,6-9-39,0-1-45,-7-2-47,8-5-53,-2 1-54,-5-4-49,6-7-16,-6 3 15,-1-6 30</inkml:trace>
  <inkml:trace contextRef="#ctx0" brushRef="#br0" timeOffset="55832.8726">5017 3696 189,'-7'4'291,"1"-1"28,0 1-21,-2-1-82,8-3-70,-6 4-47,12-4-35,-6 0-27,8 0-18,4 0-8,1 0-3,13-4-4,-6 4-24,6-3-44,7-1-63,-1 1-85,-6 3-70,7-4-34,-7 0 3,0 1 32</inkml:trace>
  <inkml:trace contextRef="#ctx0" brushRef="#br0" timeOffset="56013.4154">5616 3513 31,'7'-4'296,"-7"0"59,0 4 59,0 0-20,0 0-46,0 0-46,0 0-48,0 0-53,0 0-57,0 4-55,0-4-42,6 4-32,1-4-63,-1 4-73,1 3-74,6-3-66,0-1-72,0 5-80,-6-5-16,5 1 34,-5 0 54,-1-4 56</inkml:trace>
  <inkml:trace contextRef="#ctx0" brushRef="#br0" timeOffset="56177.8021">5662 3612 52,'-13'12'253,"6"2"23,-6 0 20,7 4-79,-7-3-64,7 7-41,-2-4-27,2 4-21,0 1-18,6-2-17,0-2-16,0 2-40,6-2-56,0-5-69,2 2-90,4-1-47,1-9-20,0 2 17</inkml:trace>
  <inkml:trace contextRef="#ctx0" brushRef="#br0" timeOffset="56477.6671">5792 3839 231,'-6'15'272,"6"-1"17,-7 1-58,0-1-72,7 1-50,7-3-28,-7-2-23,7-2-14,6-1-9,-1-7-4,8 0-5,-6-7-7,5-1-12,1-2-14,-1-5-13,-6 1-9,-7 2-3,8-3-3,-14 1 5,0 3 9,0-1 16,-7 2 13,-6 2 12,0 5 9,0 3 6,0 3 11,-7 5 2,8 2-2,-8 2-4,6 3-6,8-1-5,0 1-10,-1-1-25,7 1-44,7-4-58,-1 4-62,8-8-75,5-3-60,0-4-16,8-4 22,-1 0 44</inkml:trace>
  <inkml:trace contextRef="#ctx0" brushRef="#br0" timeOffset="56783.3639">6307 3780 29,'19'-6'245,"-12"-2"64,0 4 14,-1 1 17,-12 3 35,6 3 37,-7 5 20,-6-2-6,0 2-13,0 7-43,-6-1-66,-1 1-77,0 3-74,1 0-55,-1 1-41,0-5-30,8 5-23,-1-8-41,6 0-55,7-4-59,0-3-53,0-4-57,7 0-41,6-7-20,-1-4 14,2 0 37,6-4 40,-8-3 48,1 3 51,7 3 49,-8 2 37,-4-1 22,4 3 19,-5 1 29,0 4 29,-1 3 37,1-4 42,-7 4 42,6 4 23,0-4-1,1 7-14,0 0-28,-1 1-36,7 3-67,0 3-116,0 1-137,0-1-141,0 1-139,1 0-72,5-4-15,-6 0 65,0-4 106</inkml:trace>
  <inkml:trace contextRef="#ctx0" brushRef="#br0" timeOffset="56895.301">7082 3795 49,'46'-7'374,"-13"-5"28,-7 10-9,0-2-68,-7 4-300,1 4-222,-7-2-120,-6 6-55,-1-1-5</inkml:trace>
  <inkml:trace contextRef="#ctx0" brushRef="#br0" timeOffset="115013.8506">6528 1206 41,'-12'3'216,"-2"4"9,2 0 2,-8 5-107,7-2-58,0 1-30,-6 4-16,5 3-6,1 1-3,-6 0 0,6 1-2,-1 3 0,-5-1 0,6 3-1,0 1 1,0-4-3,-6 4 2,11-1-4,-4 1-1,-1-4-4,6 3 2,1-6 2,-1 3-6,7-4-10,0-3-19,0 0-20,0-1-21,0-6-27,7-1-25,-1-4-36,1 1-5,-1-8 6</inkml:trace>
  <inkml:trace contextRef="#ctx0" brushRef="#br0" timeOffset="115357.4507">6437 1344 49,'13'-14'168,"-6"2"9,-1 4-63,1 6-27,6 2-12,-6 7-1,5 0 10,8 8 5,-7 7 10,7 0-2,0 7-6,-2 4-7,2 4-12,-1-1-11,1 5-15,0 0-13,-1-5-14,1 3-7,-8-5-8,2-1 0,-1-8 1,-6 2 0,-1-10 1,-6 2 0,0-1-1,-6-7-1,-1-1 1,-6-1 1,-1-9-5,2 0 1,-8-5 2,1-2-3,5-4-3,-4-4 1,-2-2 0,7-2-1,-1 1 3,2-1 1,-2 2-1,8 2-3,0 3 1,6 1-1,-7 4-3,14 0-1,-7 3 3,6 0 2,8 1 1,-2 3 1,1 0 0,7 3-5,0 1-21,6 0-38,-7 0-42,7-1-58,6 1-81,-5-1-35,-1-3-4,6-3 24</inkml:trace>
  <inkml:trace contextRef="#ctx0" brushRef="#br0" timeOffset="116323.7981">7219 1589 179,'7'5'232,"-7"-5"19,0 4-71,-7 2-37,7 2-22,-6-1-11,6 4-12,-7 1-10,0-2-6,1 5-14,0-1-18,6 1-14,-6-4-10,-2 1-10,8-2-9,0-3-5,0 1 0,0-4-1,0-1 1,0-6 0,8-5-5,-2-3-10,0-4-12,0-3-13,8 0-12,-8-8-6,7 4 1,-7 4 7,8 0 9,-8-1 12,1 4 9,0 5 7,-1 2 4,0 1 3,-6 3 4,7 0 2,-1 4 3,1 0 2,0 4 0,-1 3 2,0 1 0,1-2 1,0 2 1,-1-1-1,0 5-2,1-5-1,0 1 0,-1-1-1,7 0-1,-7-3-2,8-1 2,-2 1-1,2-4-1,-1 0-2,0-4 1,6-3 1,1-3-3,-1 1-4,1-1-3,0-2-5,-1 2-5,1 3-4,-8-1 0,8 4 0,0 1 5,-7 3 4,6 3 3,-6 1 4,1 0 4,-2 2 1,-5 6 0,6-5 0,-7 5 1,1-1-2,-1-1 1,1-2-1,0-1 2,-1 1-1,0-1 2,2-4 0,-2 2 0,0-3 1,7-2 0,0-2-1,0 2-3,1-5 3,-2 2 0,8-1-1,-7 1-2,7-1 0,-1 4 2,0-4-2,1 0-1,-1 4-3,1 0-3,6-3-14,-6-1-13,-1 0-8,1 1-6,-7 0-4,7-1 6,-8 4 12,2-8 13,-8 5 9,0-1 8,1 4 6,0-4 2,-7 0 0,0 0 1,6 1 0,-6-1-1,0-4 1,0 6 3,0-6 1,7 4 2,-7 1 1,0-1 0,6 0-4,-6 4-4,6-4-2,-6 4-1,7 0 0,0 0 1,-1 0 0,0 0 2,2 4-1,-8-4 1,6 4 5,0-4 5,1 4 7,-1-1 8,1 5 12,0-2 16,-1 6 12,-6-1 10,6 8 13,0 2 9,-6 1 11,8 8 7,-8 3 1,6 3 1,-6 1-8,6-1-12,-6 1-14,0 0-21,0-1-20,0 1-18,0-5-6,-6-1-5,6 1-8,-6-6-1,-2-1 1,2 1-1,0-7-5,0 3 1,-1-7-3,-6-5-16,6 1-28,1-3-31,-8-5-31,2 1-35,-2-8-27,-5-3-12,6-4 14,0-3 25,-7-6 28,8-1 32,5 2 28,-6-3 28,6 0 15,1 5 14,0-2 9,-2 1 10,8 3 6,0 4 4,0-1 0,0 2-5,8-1-5,-2 0-5,0 0-3,7 0-3,1 0 0,-2 1-4,8-2-1,0 5-8,-1-8-31,7 3-57,0 2-89,7-5-65,-7 1-33,0-1-16,0-4 17</inkml:trace>
  <inkml:trace contextRef="#ctx0" brushRef="#br0" timeOffset="116529.9879">8920 1788 2,'6'6'380,"1"-2"45,-7-4 26,0 4 11,0-4-173,0 4-203,0-4-176,-7 3-137,7 1-119,-6 4-61,0-1-3,6 0 50</inkml:trace>
  <inkml:trace contextRef="#ctx0" brushRef="#br0" timeOffset="118815.1393">9826 1164 140,'-7'0'161,"0"0"-51,7 4-43,-6 0-19,6 4-11,-6 6-1,-1 4 5,0 8 8,7 7 14,-6 6 8,6 10 2,-6-2-7,6 9-10,0 3-11,0-5-16,0 1-9,6-4-7,0-3-4,1-4-6,0-4-16,5-7-26,2-3-34,-1-5-46,0-7-60,0-7-38,-1-3-8,2-8 15</inkml:trace>
  <inkml:trace contextRef="#ctx0" brushRef="#br0" timeOffset="119283.6433">9910 1088 61,'0'-12'166,"7"9"6,-1-1-70,1 1-50,-1 3-22,8 0-14,-2 0-6,2 0-7,5 3 3,7-3 6,0 4 1,0-1 1,7 1 1,12 1 9,1-2 6,7 0 0,5-6 1,7 3 1,13-8-4,0 4-2,14-3-8,5 0-6,1 0-6,7 3-2,5 0 0,1-3-9,6 4 2,-6-2 1,6 3 2,0 2 0,1-4 2,-1 4 0,-6 0-3,-1 0 1,-5 0 0,-7 0 1,-1 4 0,-6-2 2,1 6 1,-7-1-4,-7 1-1,0 3 1,-7-4 1,-5 5-2,-1-6 0,-6 5 1,-8-3 1,8 3 2,-13-4 0,6-4 1,-6 1-1,0 0-2,-1-8 0,-6 4-1,7-4 0,-8 1-2,1-4 2,1 3 1,-1 1-2,0 3-5,-7-4-6,1 4-5,0 0-4,-8 0-6,2 4-4,-1 3-2,0 0-2,-6-4-10,5 9-11,-5-4-11,0 1-17,6-1-11,-1 4-3,-5-5 5,7 0 13,-1 0 12,0 1 27</inkml:trace>
  <inkml:trace contextRef="#ctx0" brushRef="#br0" timeOffset="119569.6369">14224 1216 19,'33'0'32,"-1"0"6,1 0 1,-1-4-2,-5 4-4,-9 0-4,9 0-11,-7-3-4,-8 3-5,8 0-3,-7-3-3,0-2 0,-6 1 1,5 1-4,-4-2-1,-8 3 5,0 2 6,0-7 6,0 3 9,0 0 8,-8 0 9,2 4 6,0-4 3,-1 4 2,1 0 0,-1 4 4,-6-4 1,7 8-6,-8-4-7,8 3-7,-7 0-10,6 5-9,-6-2-10,7 0-3,0 6 2,-2-2 11,2 4 10,0 4 12,0 0 17,6 4 10,-7 3 4,0 4-1,7 9-6,-6 1-12,-1 4-11,1 1-10,-1 8-11,0-6-7,1 2-5,0-2-4,-8-2-10,8-4-26,-7 0-35,0-3-48,0-5-61,-7 1-71,1-8-31,-1 0 2,-12-7 24</inkml:trace>
  <inkml:trace contextRef="#ctx0" brushRef="#br0" timeOffset="120156.9618">9800 2164 167,'-20'-7'197,"1"-3"7,5-2-89,2 5-42,4-3-11,2-6 2,0 6 12,0 2 8,6-3 5,-7 1 2,7 2-10,7 1-15,-1-1-18,0 2-17,8-2-14,-2 1-6,8 2-8,6 2-3,0-1 2,13 0 1,0 1 4,14 3-1,-2-3 0,15 3 4,-1-5 10,6-2 8,14 4 4,0-8 6,13-1 8,-1 2 0,14-5-11,0-4-8,13 5-6,0-4-9,0 2-1,12-1-4,1 2-2,0 4 0,0 4-3,6-1 2,-6 5-2,-1 3 1,-5 3 0,6 1-1,-6 4 1,-8-1 1,-6 0-4,-6 4-3,0 4 2,-13-5 3,-7 2-1,0 3 0,-12-4 0,-8-1 1,-6 1-2,0-3-2,-13-1-5,-13-3-8,1-1-9,-7-3-19,-8 0-36,-12-3-50,7-1-62,-20-3-76,7-1-39,-14-3-6,-6 1 23</inkml:trace>
  <inkml:trace contextRef="#ctx0" brushRef="#br0" timeOffset="120542.4966">10816 1040 26,'-7'0'157,"1"4"8,0 3-60,-1 1-30,0 2-8,7 6 1,-6-2 9,6 1 9,-6-1 6,-1 4 7,7 0 0,-7 1-2,1 4-1,-1 2-5,7 4-6,-6 4-8,6 4-12,0 3-15,-6 4-12,6 4-10,0-1-11,0 1-9,0 3-19,6-3-30,0-4-48,1-4-51,6-7-58,0 0-64,0-4-36,0-7 4,0-3 31</inkml:trace>
  <inkml:trace contextRef="#ctx0" brushRef="#br0" timeOffset="120767.5395">11396 1085 49,'19'-5'225,"-6"1"19,-6 8 23,0 7-86,-1 8-43,-6 6-19,6 8-3,-12 5-9,6 5-15,-6 9-17,6-1-18,-7 7-16,0 0-15,1 5-8,6-5-21,0 1-48,0-4-65,6-7-84,8-5-79,-2-9-43,2-9-8,-2-11 30</inkml:trace>
  <inkml:trace contextRef="#ctx0" brushRef="#br0" timeOffset="120985.4895">12628 1124 96,'12'7'258,"2"1"27,-8 6 34,-6 1-85,0 6-34,-6 6-23,-1 2-11,0 5-16,1-3-27,0 11-31,-1-2-32,7-1-22,-6 7-21,12-2-49,1-1-65,-1-3-64,7-2-68,6-7-69,1-8-64,0-9-1,5-5 40,2-14 52</inkml:trace>
  <inkml:trace contextRef="#ctx0" brushRef="#br0" timeOffset="121164.3857">13416 1164 112,'6'4'328,"-6"0"40,0 0 44,-6 9-53,0 7-59,-8 2-57,8 11-46,-7 7-32,0 3-45,0 10-86,7-2-133,-2 7-138,8-3-142,0 0-77,8-7-36,4-8 28,1-11 86</inkml:trace>
  <inkml:trace contextRef="#ctx0" brushRef="#br0" timeOffset="121320.412">14257 1260 119,'6'4'293,"0"3"18,-6 7 16,-6 5-90,-7 10-99,0 4-83,0 7-96,-7 8-104,8 4-92,-8 2-52,6 1-24,-5 3 12</inkml:trace>
  <inkml:trace contextRef="#ctx0" brushRef="#br0" timeOffset="124399.4998">6541 2305 58,'-65'14'124,"14"-3"-58,-2 0-33,7-4-19,7 0-8,0-2-2,7-2-1,-1 0 2,14-3 6,-8 0 6,8 0 6,6-3 3,0 3 1,6-3-1,1-2-5,-1 1-3,7 1-6,0-1-6,7 1-2,-1-4-3,8 3 2,-8 0-3,14 0 0,-8 1 0,8-2-1,6 5-1,1-2 1,-2-3 0,15 3-1,-8-2 1,13 0 4,1 0 0,6 0-1,7 4 1,-1-4 3,15 8-1,-2-4-5,0 8 0,2 0 0,4-1 0,8 3 0,-6 2 2,6-2-1,-8 1 1,8 0 3,0-3 0,-1 3-2,1-4-2,0 4 0,-7-8-1,6 5 2,-5-8 2,0 0 1,-2-4 3,2-3 1,-8-4 2,0-1 1,2-5 0,-8-2 2,0-3 4,0 1 1,-13-4 4,1-6-2,-2 6 1,-5-4 1,-7-1 2,0 1 6,-6-1 1,-8 5 11,2-4 6,-7 3 3,-8-4-4,2-3-4,-8 1-7,0-5-14,-12-3-8,0-8-8,-8 1-3,-5-1-4,-1-3 0,-12-1-1,-1-2-1,-5-2-2,-15 5 3,1-4-2,-7 4 0,-6-1 0,0 5-2,-14-2 3,8 3-2,-8 2 2,2 0 1,-2 4 2,-5 3-1,-1 4-5,0 7-2,7-3-2,-6 7 1,5 0 3,1 4 1,0 3 4,6 0 1,0 1-3,7 3 1,-6 3 0,5 4-1,-5 2-3,6 2-1,-7 2 5,6 6-4,1 3-2,0 4 2,7 7 4,-7 4 4,0 3-1,0 8-1,0 3 0,6 4-1,-6 0-2,-1 7-1,7-4 2,-6 7 2,6 2 0,1-5-1,0 5 1,-1-2 1,7-2-1,6-1 2,1 0 0,6-3 3,6-4-3,0 0-2,14-7 0,-1 3 0,7-7-1,0 3-2,13-2 1,-6-1 1,12 0 0,1-1 1,-1 5 2,13-4 2,1 3-1,0 2 1,6-1 0,7-1-3,-1 0 1,13-4-1,2 6 0,-2-1 0,13-5-2,7 1 1,-6-6-1,6 2-1,7-8 1,0-2 2,6-4-2,0-1-12,7-7-23,0-3-26,0-4-41,-1-8-46,1 1-50,0-3-14,-1-2 5</inkml:trace>
  <inkml:trace contextRef="#ctx0" brushRef="#br0" timeOffset="124531.0007">7806 2106 186,'6'-7'207,"1"0"1,-1-1-116,1 8-91,-1-4-85,-6 8-62,6 0-33,-6 0-15</inkml:trace>
  <inkml:trace contextRef="#ctx0" brushRef="#br0" timeOffset="136753.4119">6620 2253 14,'12'0'22,"-4"0"4,-2 0-3,6-4-3,2 4 0,-8-4-6,7 4-3,1-3-3,-2 3-2,8-3-1,-7 3-4,7-5 1,0 5 0,6-4-1,-7 4 3,7-3 0,-6 3 5,6-4 2,-1 1 3,1-1 5,7 1 4,-7-5 2,7 4 1,-7-3-2,6 4-3,1-4-5,-1-1-7,1 1-1,-1 2 2,8 2-2,-7-1-1,5 2 1,1 2-1,-6 0-2,7 2-4,-2 2-1,1-1 0,1 5 0,-1 0 2,0-2 0,-1 2-2,2-1 0,-7 1-1,-1-4 0,-6 3-1,7-4 2,-7 4 0,0-3-1,-7 1 2,7-2 1,-6 0 1,-1 5-1,7-5-2,-6 0 1,0 2 0,-1-1-1,1 4 2,-7-6-1,7 5 0,-2-3-1,-4 4 0,6 0-1,-7-6-1,-1 3 1,2 2 1,-2-4 1,-4 1 1,-2 0 0,0 0 1,1-1 2,-1-3 10,1 0 13,-7 4 16,7-4 15,-7 0 17,0 0 9,0 0 0,6 0-6,-6 3-12,0-3-15,0 0-13,0 0-15,0 0-8,0 0-14,-6 0-30,6 4-47,0-1-56,0 1-62,0 4-31,-7 3-13,7 0 18</inkml:trace>
  <inkml:trace contextRef="#ctx0" brushRef="#br0" timeOffset="139386.5772">13833 2073 25,'-7'0'148,"1"4"-10,-1-4-47,1-4-21,0 4-10,-2 0-9,2 0-9,6 0-6,-6-3-3,6 3-5,-6 0-1,6 0-3,-7 0-3,7 0-5,0 0-8,0 0-4,0 0-4,0 0-2,0-5-1,7 5 2,-7 0 0,6-2 1,0 2 0,0 0 0,2-4 1,-2 4-2,0 0-2,1-4 1,-1 4 3,1 0 0,6-4-1,-7 4 0,1 0 2,0-3 0,-1 3-3,0 0 1,1-4 2,0 4 1,-1 0 3,1 0 0,5-4 1,-5 4-2,6 4-2,1-4-2,-2 0 0,1 0-1,0 4-2,6-1 1,-5 1 1,6 0-1,-7 0 1,6 3 0,0-4 0,1 4-1,0-3 0,5 0 4,-5 0-1,6-1 1,-6 1 0,-1-1 2,7 1 0,-6-4-5,7 3 0,-9-3 1,2 0-2,0 0-3,-1-3-3,1 3-2,-1 0-8,-5 0-15,4 0-12,-4 0-14,6 0-22,-7 0-34,-1 0-35,2 0-9,-2 0 1</inkml:trace>
  <inkml:trace contextRef="#ctx0" brushRef="#br0" timeOffset="155368.9636">16739 1139 173,'-7'-4'243,"1"0"23,0 1-64,-1 3-62,0 0-37,1 0-27,0 7-31,-1 4-20,0 7-10,1 1-2,-1 10 0,1 1 3,0 2 0,-2 4 1,8 1 1,-6 4 1,6 0 1,0 3-6,-6-4-4,6 4 0,0 0-1,0-1-3,0-2-3,6-1-1,-6-7 2,0-3 0,0-1-2,6-8-2,-6-2-1,0-5 1,0-2 1,0-1-1,0-7-6,0-1-8,-6-3-5,6 0-8,-6-7-7,0-1-6,-1-7 1,0 1 3,7-5 3,0 2 3,0-2 5,7 1 3,0-1 5,-1 2 4,6 2 2,8 3 3,-7 1 3,13 4 2,-6 4-2,6 3 3,7 0 2,-7 7 0,0 0 0,7 4 1,-7 4 2,-1 3 2,-5 1-3,-6-2-2,-2 2 4,1-1 1,-13 4 5,-6 1 8,-1-1 12,-13-1 18,1-2 9,-7 2 14,-6 2 11,-1-5-2,1-4-5,-8 1-11,7-4-13,7-3-28,0-1-56,7-7-69,5 0-78,14-7-89,0-7-48,14-1-12,-1-7 27</inkml:trace>
  <inkml:trace contextRef="#ctx0" brushRef="#br0" timeOffset="155701.1521">17515 1659 1,'0'12'244,"-7"-2"26,1 5 27,-8 3-59,2 4-56,4 4-38,-4-4-26,6 3-18,-1-3-25,7-3-20,0-2-15,7-1-12,-1-1-9,6-8-10,2 1 0,6-6 1,-1-4-3,7-6-1,-6-3-3,6-7 1,-7-5-2,1-2-1,-7-1 0,0 1 0,-7-1-2,-6 0 1,0 1 2,-6 3-2,-7 3 1,0 4 0,-7 5 1,1 3 1,-1 3-1,0 4 3,1 4 0,0 3 0,6 1-1,-1 2 0,8 1-3,0 4-8,-2-5-25,8 5-34,8-4-44,4-4-54,2 1-62,5-8-69,7-4-17,0-2 13,0-6 33</inkml:trace>
  <inkml:trace contextRef="#ctx0" brushRef="#br0" timeOffset="155941.5521">18101 1318 139,'0'-8'298,"7"6"35,-14 2 51,7 7-66,-13 5-27,7 5-14,-14 9 3,7-1 3,-7 11-14,8 1-16,-8 8-14,0-1-25,1 3-29,5 1-29,-4-4-31,10 0-39,2-4-34,0-3-24,12-4-17,-6-7-21,14-1-41,-8-7-56,6-3-74,2-4-78,-1-4-73,-1-3-56,2-4-19,-8-7 12,0 0 36,2-1 44,-8-3 38,-8-3 19,2 3-1,-6-8 14,-2 4 22</inkml:trace>
  <inkml:trace contextRef="#ctx0" brushRef="#br0" timeOffset="156454.5799">16805 1099 104,'-14'-4'173,"1"0"-30,0 4-23,0-3-6,7 0-1,-8-2 4,8 5 6,-7 0 6,6-4 6,7 4 3,-6 0 0,0 0-6,6 0-9,-7 0-12,7 0-20,0 0-23,0 0-20,7 0-20,-1 0-12,0 4-3,8 1 0,5 1 3,7-2 4,0 3 3,0 5-1,7-2-3,-1 1-6,1 0-1,-1 3-3,1-2-2,-7 3-5,-6-1 2,0 5 1,-8-1 2,-12 0 3,-6 7 3,-7 2 2,-6 6-1,-14-1 0,1 5-6,-8 1-28,-5-2-65,5-4-72,1-2-86,0-1-90,7-6-68,6-6-9,-1-5 41,15-5 62</inkml:trace>
  <inkml:trace contextRef="#ctx0" brushRef="#br0" timeOffset="157258.038">18199 1733 138,'-7'-8'172,"-6"2"-41,7-3-31,-1 6-9,0-4-5,1 3-12,0 0-5,-1 0-2,0 1 7,1 3 2,0-4 0,6 4 4,-7-3 3,7 3-9,0-5-11,0 5-14,0 0-8,0-2-10,0 2-5,0 0 3,0-4 5,0 0 9,0 0 7,7 1 5,-7-1 5,6 0 0,0 0 4,1 2 5,0 2-6,5-5-1,2 5 3,5 5 2,1-3-11,0 6-11,5 3-4,1-1-7,0 5-8,0 0-7,1 3-6,-7 1-4,-1-1-3,0 4-4,-12 0-6,-7 0 2,-7 0-2,-6 3 1,-6-2-2,-1-2-1,-6-2-17,0-1-45,-7 1-64,7-5-81,-7-2-97,1-2-85,6-3-26,0 1 17,0-11 52</inkml:trace>
  <inkml:trace contextRef="#ctx0" brushRef="#br0" timeOffset="157602.5458">20134 1201 52,'-13'25'261,"-1"1"23,8 1 23,0 2-73,0 4-63,-1 3-44,7 8-30,-7 3-24,7 6-21,0 1-21,-6 1-15,6 3-10,-7-6-12,7 0-6,0-6-17,0 2-20,-6-7-24,6-5-24,0-2-27,0-5-28,0-4-21,0-6-21,0-1-26,0-7-4,0-4 15</inkml:trace>
  <inkml:trace contextRef="#ctx0" brushRef="#br0" timeOffset="158082.0092">20069 1220 79,'0'-4'268,"6"0"20,-6 4 10,0-3-102,0 3-67,0 0-44,7 3-27,0 1-4,5 0 2,2-1 11,5 5 21,7-4 24,6-1 16,7-3 4,7 0 3,13 0-12,6-3-20,0-1-26,14-1-24,-2 2-21,8 0-11,0-1-6,6 0-3,1 4-5,-1 4-3,0 0 2,-6-4-6,6 3-1,-13 0 0,7-3 1,-14 0 0,1 0 0,-7-3 1,0 3 2,-6-3 0,-7 3-4,-6-4 1,0 4 1,-8 4-1,-5-4 1,-1 3-1,1 5 1,-7-4-1,-6 3 0,6 0 2,-7 4-2,1 3 2,-7-3 5,7 8-1,-8-1 14,8 7 21,-6 1 26,5 7 20,-6 4 21,6 4 20,-5 2-4,-2 9-11,2 3-15,-1 3-17,-1 1-18,-5-1-19,6-3-8,-7 4-7,1-4-7,0-4-6,-1-3-6,1-1-16,-1-7-42,1 1-65,-1-4-76,1-1-81,-7-2-88,0-5-82,0 0-55,-7 0-9,-6-2 36,-6-2 60,-7-12 81</inkml:trace>
  <inkml:trace contextRef="#ctx0" brushRef="#br0" timeOffset="158388.8916">20440 2216 273,'-65'-11'322,"6"4"13,8-5 10,5 2-151,7 3-64,6-1-21,1 4-10,12 2 0,0-3-5,7 5 11,7 0 26,6 0 48,6 5 44,7-3 46,13 2 46,7-4 11,13 3-27,19-3-56,6-3-49,14-3-60,6-2-51,7 4-27,7-7-21,5 3-14,7 2-14,1-3-6,-1 6 4,-6-1-6,6 1-14,-6-1-34,-14 4-64,2 4-87,-8-4-114,-7 3-106,-12 1-90,-7-4-57,-12 0-22,-8 3 26,-19-3 74,-6-3 87,-14-1 92</inkml:trace>
  <inkml:trace contextRef="#ctx0" brushRef="#br0" timeOffset="158737.3017">20707 1363 67,'0'-16'248,"-6"6"38,0 0 36,6 1-80,0 1-30,-8 6-8,8-2-7,-6 1-19,6 3-15,-6 3-14,-1 8-9,1 7-2,-1 5-13,-6 6-10,7 11-16,0 0-17,-8 11-24,1 0-29,7 9-32,-8-6-52,8 5-51,-7-1-64,6-3-51,1-3-60,0-5-46,6-2-40,0-8-27,0-6 20,0-4 31,0-10 53</inkml:trace>
  <inkml:trace contextRef="#ctx0" brushRef="#br0" timeOffset="158948.5524">21098 1468 63,'26'-6'410,"-6"-2"44,-7 5 25,0 3 19,-6 7-162,-1 0-130,0 12-81,-6-1-44,0 11-22,-6 7-17,0 5-16,-1 3-14,0 4-23,1 0-37,0-2-58,6 2-76,0-4-83,0 0-101,6-7-66,7-4-5,0-4 31,0-7 60</inkml:trace>
  <inkml:trace contextRef="#ctx0" brushRef="#br0" timeOffset="159140.9825">21658 1388 226,'20'-18'415,"-6"7"35,-8 4 23,0 7-60,1 7-129,-7 15-107,0 3-64,-7 17-32,1 1-25,0 12-35,-8 3-56,1 5-46,0-1-48,0 1-44,0 2-58,0-3-58,0 1-52,0-1-26,-7-7 6,1-7 25,-7-9 48</inkml:trace>
  <inkml:trace contextRef="#ctx0" brushRef="#br0" timeOffset="160097.0753">19912 1344 38,'0'3'134,"7"-3"-25,-7 0-23,0 0-17,6 0-15,-6-3-15,0 0-14,7-1-8,-7-3-9,7-1-4,-7 4-4,6-4-5,0 2-2,-6-2-1,7 1-1,0 3-2,-1-2 0,7 1 1,-6 2 1,-1-4 0,1 3 2,-1 4 3,0-4 0,2 0 2,-2 4 0,-6-3 3,6 3 4,-6 0 8,0-4 12,6 4 12,-6 0 7,0-3 9,-6 3 11,6-4 9,-6 1 3,6-1 1,-6-1 6,-8 5 4,8-3-6,-7 0-12,-1 3-12,2 0-7,-14 0-10,6 0-10,-6 3-3,-1 0-9,-5 2-2,-1 2-6,7-3-1,-6-1-5,6 4-4,0-3 1,0 0 0,6 0 1,7-4-3,0 3 0,0-3 1,7 4-2,-1-4 0,0 3-4,1-3 4,6 5-3,0-3 2,0 2-1,0 0 1,0 3 2,6-2 0,-6 2-1,0 0 2,0-4 0,0 6-2,7-3-1,-7 2 1,0-2 2,0 10 0,0 2 4,-7 1 2,7 6 1,-6 8 3,0 0 6,-1 7 5,0 8 4,7-4 2,-6 6 2,0 2-2,-1-4-7,7 0-5,0-2-5,-6 0-3,6-10-2,0 0-2,0-7 1,0-3-1,6-3-2,-6-6 0,0-2-1,0-4 0,0-4 1,0 1 4,0-5 9,7 1 8,-7 0 17,6-4 15,0 3 6,8-3 21,-8 0 17,7 0 9,7 0-1,-1 3 4,0-3 4,8 0-16,5 5-18,1-5-15,6 0-11,0-5-16,6 2-13,1 0-9,7-5-16,-2 2-46,8-6-65,0 1-73,-1-4-76,1-2-79,0 2-72,0 1-28,-7-1 29,-13-1 50,-7 10 68</inkml:trace>
  <inkml:trace contextRef="#ctx0" brushRef="#br0" timeOffset="160975.5672">24473 1506 9,'-6'0'222,"0"0"16,-8 0 18,8 0-89,-7 0-41,0 3-22,0 4-12,-7 4 5,1 0 10,-1 8 16,0 7 22,-6-1 20,7 9 10,-1-3-5,2 6-15,4 1-25,8-2-32,-1-3-32,7 0-31,13 0-13,1-3-15,11-9-11,7 1-12,8-7-17,5-1-19,1-7-39,6-2-31,0-2-36,7-3-38,-1-3-49,1-2-45,-6-2-50,5 0-10,-6-4 17,0-4 37</inkml:trace>
  <inkml:trace contextRef="#ctx0" brushRef="#br0" timeOffset="161987.6998">25497 1201 14,'-7'-14'369,"7"3"64,-7 3 35,-6 4 20,1 4-161,-2 4-92,2 8-77,-8-3-39,0 11-2,1 6 8,-1-1 26,-6 11 29,0 1 18,0 3-1,0 4-11,0 4-24,0 0-36,0 3-43,7 0-34,-1 1-21,0-5-24,1-6-9,5-2-4,8-5-22,-7-9-46,6-2-42,7-5-35,-6-7-16,6-3-14,0-6 6,0-2 38,0-6 31,6-5 33,1-1 22,0-7 13,-1 5 15,0-1 8,-6 1 6,7 3 2,0 4-2,-1-1 5,1 4 0,-1 4 2,7 4 4,0 0 0,7 3 3,-1 1-2,1-1 5,12 0-3,-5 4 2,11-3 1,2-5-22,-1 5-29,6-8-35,1 3-37,7-6-31,-8 3-31,1-4 0,-1-3 15,1 3 21,-7-7 30,0 4 23,-1-8 22,-11 4 13,-1-3 13,0 3 9,-13-4 7,0 1 10,-6 2 9,-7-3 15,0 4 17,0-3 14,-7 6 19,-6 1 13,0 4 14,0-2 9,0 10 1,0 2 5,-7 0 9,8 8 11,-8 3 4,7 1-1,-7 2-4,14 2-14,-8 2-24,8-3-24,6 0-20,0 0-12,6-3-12,-6-4-4,14-5-4,-1 1-1,0-7 1,0-4-2,7-4 1,-1-3-2,-6-5 2,6-2 0,1-4-4,-7-1-3,7-3 3,-7 4 1,0 0-1,-7 4-2,0 2 3,2 1-1,-2 4-1,0 0-1,1 3 0,-1 4 1,1 0 2,-1 4 6,1 3 0,-1 0 1,8 1 1,-2 3 2,2-1-3,5 1 0,1 1-5,6-5-1,0 3-1,-1-2-1,9-4-1,-2-4 1,1 0 2,6-4 1,-7-4 3,1-2-2,-1-1-2,1-4 1,-7 1-4,0-1-1,-6-3-2,-1-1-5,-6 2-10,0-2-11,1-3-7,-14 0 1,6 3-2,-6-3 6,0 5 14,0 2 33,-6-1 28,6 6 18,0 3 9,-8-1 12,8 8 19,-6 8 8,0 2 8,-1 9 8,-6 3 16,7 7 10,-1 4-6,-6 4-13,6-1-22,-5 5-18,5-5-18,0-3-19,1 0-21,6-3-18,-6-9-5,6 1-5,0-7-2,-7 0 1,7-9 1,7 3 4,-7-14-5,0 1-6,6-10-5,0-4-6,1-4-5,6-3-4,-7-5-4,1 1 8,6 3-2,-6-4-1,5 9-12,-5-1-13,6 4-15,-7 4-15,8 2-16,-1 1-13,0 3-20,0 5-25,7 3-34,-8 0-36,8 0-10,-1 0-2,7 0 0,1 0 3,-1-4 8,6 4 5,1-8-13,-1 2-16,1-2-9,7-3-17,-15-3 15,7-1 29</inkml:trace>
  <inkml:trace contextRef="#ctx0" brushRef="#br0" timeOffset="162620.8967">27236 1333 232,'0'-18'295,"0"7"22,-6 3-33,0 8-68,-1 5-39,-6 4-14,0 11 15,-1 2 32,-4 7 45,-2 4 37,0 4 31,1 3 5,5 0-22,-5 4-39,6-4-52,0 4-53,7-3-60,-2-5-37,8 1-28,0-8-16,8 0-13,4-7-5,-5 1 1,13-9-2,-2 1 1,9-7 2,-1-6-5,0-2 1,0 0-4,7-6-1,-1-2-6,1 1-12,-7-4-11,0-1-17,7 2-9,-13-5-6,-1 4 1,0-3 8,-6 2 11,1-3 17,-8 5 14,-6-5 7,0 8 4,-6-4 5,-1 8 6,-6-1 0,0 8 0,6-1 3,-6 8 4,1 0 0,-2 8 5,1-2 1,7 5-2,6 0-5,0 1-1,0-1-16,6-1-33,7-2-55,1-1-70,5-3-76,7-4-82,-6-8-38,12 0-5,1-3 3,-1-6 26,1-5 30,6-4 36,0-3 14,0-1 2,0-2 8,-7-6 13,1 2 34,-1-4 80,1 4 82,-13-2 79,0 6 85,-8 2 76,2 1 46,-8 3-7,1 4-14,-14 3-7,7 6-12,-6 2-2,-8 0 8,2 7-4,-8 0-16,7 4-28,0 0-30,0 1-40,-1-2-39,8 5-30,0-4-14,6-1-11,6 2-8,0-1 0,2-1-2,4-2 4,1-1-1,1 1 5,-2-1-3,2 0-1,-2 0-2,2 1 2,5-1 0,-6 3-2,0-1 9,-7 1 18,8-2 12,-8 3 14,1-1 17,-1 2 17,-6-5 15,-6 8 0,-7-5-4,7 2-12,-14-1-12,0-1-28,1 1-66,-1 0-110,-6-3-129,13-1-141,-7-2-141,14-5-64,0 0 6,-2-8 74,16-7 110</inkml:trace>
  <inkml:trace contextRef="#ctx0" brushRef="#br0" timeOffset="162855.9622">28651 1168 469,'12'8'720,"-6"-8"73,2 4 33,-2-1 15,-6 1-319,6 6-241,-6 2-139,-6 5-73,6 6-37,-6 2-10,-2 9-7,2-1-6,-6 3 3,5 4-3,0 8 7,1 0-4,-1 3-5,7 8-10,-6-1-39,0 5-76,6-1-148,-8-1-152,8-1-138,0-9-125,8-3-52,-8-9 32,6-9 122,-6-12 135</inkml:trace>
  <inkml:trace contextRef="#ctx0" brushRef="#br0" timeOffset="163321.4242">28546 1176 314,'0'-23'551,"7"1"47,-7 5 23,6-2 10,7 4-285,7 8-166,6 0-88,7 0-44,5 3-20,8 4 7,6 0 28,13 4 37,7-1 34,6 4 22,13 0 9,8-3-6,4 4-24,8-1-38,0 4-36,12-3-29,2 2-16,-1-3-9,0 1-9,-1 4-1,1-5 1,0-1 4,-1-2 9,-5 4-7,-1-4-2,1-1 2,-8 1-1,7-4 0,-12 2-3,5 3 3,1-2 1,-7 1-2,1-4-2,-8 5-3,1-2 1,-7-3-1,-6 3 3,0 5 0,-7-5 2,-6 0 2,-1 9-4,-6-5-1,-6 0-1,-7 5-1,-6-2-4,-7 5 0,-13-3 0,0 2-4,-6 1 1,-14-1 3,0 5 1,-6-1 0,-12 1-2,-1-2 11,-1 2 2,-5 3 0,-7 4 4,6-1 4,-6 4 6,0 4-1,-6 4-1,5 3-2,1 0-8,-6 5 8,6 2-35,-7-3-52,8-1-70,-8 3-85,7-3-92,-7-2-96,7-2-44,0 2-16,-6-5 13,5-2 39,-5-1 59,6-8 56,-7 0 46,7-2 32,-7-8 22,-5 2 28</inkml:trace>
  <inkml:trace contextRef="#ctx0" brushRef="#br0" timeOffset="163636.9848">28983 1846 90,'-91'0'243,"18"0"11,2-4 6,19 0-113,7 4-69,6-3-33,13 3-14,-1 0 16,14 3 39,6 1 58,7 4 80,7-1 92,6 0 75,6 0 39,15 5 4,11-5-26,7 4-60,7 1-82,19-6-80,6 2-62,14 3-50,7 0-28,12-4-19,7 4-8,6 0-6,6-1-8,2 2-27,-2-5-44,1 0-78,-7-2-127,1-2-133,-7-3-122,-14-3-84,1 3-48,-13-8 11,-7 4 90,-12-6 118,-14-2 116</inkml:trace>
  <inkml:trace contextRef="#ctx0" brushRef="#br0" timeOffset="163899.1108">29751 1121 178,'-45'-15'314,"6"-3"40,6-4 39,7 3-85,7 4-95,-1 1-53,7 3-28,6 5-38,7 1-36,0 5-22,0 5-12,7 1 10,0 9 10,5 3 9,-4 15 7,-2 4-1,0 11 4,-6 10-11,7 7-15,-1 10-19,-6 5-56,7 5-84,-1-2-97,1 1-97,-1-7-82,8-7-53,-2-11 15,2-11 61,-2-16 81</inkml:trace>
  <inkml:trace contextRef="#ctx0" brushRef="#br0" timeOffset="164112.5396">30410 1176 371,'32'-8'570,"-13"0"50,1 1 24,-6 7-42,5 0-254,-13 5-206,8 1-124,-8 13-82,-6 4-46,0 6-15,-6 7 1,-1 3 18,-6 10 4,6 2-16,-5 1-38,4-1-55,2 3-65,0-2-65,6-4-55,6-5 6,8-2 35,-2-12 58</inkml:trace>
  <inkml:trace contextRef="#ctx0" brushRef="#br0" timeOffset="164285.4407">31316 1417 158,'25'-11'453,"-5"7"59,-7 2 45,-6 4 5,-1 10-135,0 5-127,-6 14-95,0 1-53,-6 16-48,6 4-80,-6 2-115,-1 8-121,0-3-110,7 0-99,0-1-91,0-2-36,7-6 48,6-6 85,-7-7 91</inkml:trace>
  <inkml:trace contextRef="#ctx0" brushRef="#br0" timeOffset="164455.5495">31902 1451 27,'12'0'472,"2"0"107,-8 7 106,-6 8 74,0 14-93,0 7-172,0 15-130,-12 8-113,4 12-179,-10 2-260,4 6-246,-12 2-196,7 1-103,-7-3-41,-7-1 46,1-5 172</inkml:trace>
  <inkml:trace contextRef="#ctx0" brushRef="#br0" timeOffset="219305.9941">6287 2301 294,'-20'4'336,"1"-4"19,0 0 10,6-4-170,-1 8-82,2-4-47,-2 2-33,14 3-20,-6-3-10,12 10-3,1 3-2,6-1-2,7 5 2,-1-1 1,7 4 1,7-3 4,-1 3 8,14-5 11,7-2 11,-2-4 9,14 1 8,1-9 3,12 1 2,0-8-4,0-3-6,13-8-7,0-4-2,1-2-5,6-4-10,-7 2-7,7-3-9,-7 9-32,0-2-61,-6 12-73,-1 3-86,-5 4-97,-8 11-50,1 3 2,-13 1 38,-8 0 66</inkml:trace>
  <inkml:trace contextRef="#ctx0" brushRef="#br0" timeOffset="220112.3283">17065 2377 152,'-26'-3'271,"-7"-5"20,7 2 28,-7-3-105,7 2-38,1 0-17,5 4-20,6-1-18,2 4-24,5 0-31,1 4-31,6-1-17,6 4-4,7 0 7,7 5 5,12-1 7,7 4 6,14-5 4,12-3-4,13 1-7,0-1-4,13-2-8,0-5-3,8 2-5,-2-2 1,1 5-5,-1-3-38,-5 2-62,-7 4-82,-7 0-90,-6 1-102,-14 11-48,-13-6 6,-5 5 46,-14-5 71</inkml:trace>
  <inkml:trace contextRef="#ctx0" brushRef="#br0" timeOffset="221663.1784">19951 1619 33,'0'-7'132,"0"3"-47,-6 0-24,6-2-15,0 2-11,0-1-4,-6 2-1,6 0 1,0 3 3,0-4 8,-7 4 3,7-4 3,0 4 0,0-4-2,0 4-3,0-4-4,-7 4 2,7-3 0,0 3 6,0-4 2,0 4 1,-6 0 1,6-3-3,0 3-2,0 0-2,0-5 3,-7 5 4,7-2 4,0 2 2,-6-4 2,6 4-2,0-4-6,-6 4-1,6 0 1,0-4-3,-7 4-3,7 0-5,0 4-4,-7-4-10,7 8-12,-6-1-6,0 3-3,-2 9-4,2-4 0,0 7 1,-1-3 1,1 2 0,-1 1 1,0 3-1,1-2 3,0-5-2,0 4 0,-2-3 1,8-2-3,-6 2-1,6-5-2,-6-3 1,6 0-1,0 1-1,0-5 2,0-4 0,0 5 7,-7-4 13,7-4 16,0 3 10,7-3 5,-7-3 1,0-1-6,0-4-14,6-2-16,0-5-9,2 0-4,-2-7-4,0 0 1,0-3-1,1-4 0,6 0 1,-6-2-2,-1-1 2,0 6 1,2 0-1,-2 5 1,-6 2-2,6 5-3,-6 2 2,0 5-3,0 7-1,0 0 1,0 4 0,0 7 3,-6 7 1,0 1 0,-2 2 2,2 9-9,0-5-36,-1 4-55,1-3-71,6 0-78,0-1-94,0-2-43,0-5 10,6-3 39</inkml:trace>
  <inkml:trace contextRef="#ctx0" brushRef="#br0" timeOffset="223423.5317">10282 1494 121,'0'-3'170,"0"-1"-41,0 1-18,0-4-6,0-2 0,0 6 5,0 0 1,-6-5 0,6 2 3,0 1-2,-8-2-6,2 2 2,6-1 4,0 2-1,-6 0-8,6 1-14,0-1-14,0 4-21,-6 0-23,6 0-15,0 4-11,0 3-3,0 3 1,0 7-3,0 3 4,0 3-4,0-1 2,-8 7 1,8 0-4,-6 1 1,6-1 0,-6-3 1,-1-1 0,7-3-1,-6 0 2,6-3 1,-7-5 2,7-3 2,-7-3 0,7-1 11,0 1 21,0-6 27,0 2 21,0-4 10,0-4 10,0 2-12,0-6-20,0-3-28,0-4-20,0 1-14,7-5-12,-7-3-1,7 0-3,-7 0 1,6 0-3,1-3 2,-1 2-2,0 1 3,2 5 2,-2-2-6,0 4 4,0 1-3,2-1 2,-8 5-2,6-2-1,0 5 1,-6 3 1,0-2-2,7 6-2,-7-5-3,0 5 3,0 5 1,0-2 0,-7 0 6,7 8 0,0 1 2,-6-2-2,6 5 0,-6-1 2,-2 1-4,8 0 2,-6-1-1,0 1 3,6-1 2,-6 1-3,-2 0 1,2 0 2,6-5-1,-6 2 2,6-1-4,-7-5 4,7-1-2,0-2-14,-6 1-25,6-1-44,0-3-57,0 4-76,0-4-89,0 0-94,0 0-27,0 0 10,0-4 42,-7 1 67</inkml:trace>
  <inkml:trace contextRef="#ctx0" brushRef="#br0" timeOffset="228320.5251">10373 1838 117,'0'-7'105,"-7"0"-23,1 4-10,-1-5-3,1 1-6,0-5-4,-2 6 1,2-2-7,-6-3-5,-2 0 1,8 4-2,-7-4-3,7 4-6,-2-1-8,2 2-8,0 1-11,6 5-18,6 5-26,0 1-37,8 5-52,-1 1-53,0 2-27,0 4-4</inkml:trace>
  <inkml:trace contextRef="#ctx0" brushRef="#br0" timeOffset="230167.0854">10836 1667 78,'-13'4'202,"-1"-2"16,2 3-59,-2-2-32,-5 4-15,-1-3-25,8 4-17,-2 2-12,2-1-14,-2 1-12,8-3-8,-1 5-10,1-2-5,6 1-3,6 0 0,1 1-3,-1 2 0,8-3-2,5 3-9,0 1-36,1 0-50,-1 3-68,7-3-56,-6 4-30,-1-2-7</inkml:trace>
  <inkml:trace contextRef="#ctx0" brushRef="#br0" timeOffset="231144.8187">20388 2289 71,'-26'0'180,"0"-4"19,6 4-66,1-3-19,-1-1-7,0 2-2,8-3 2,-2 5 3,2-3 2,-1-1-8,6 4-9,0 0-13,1 0-18,6 0-22,0 0-15,0 0-14,0 0-6,6 4-2,8-1-2,-1 4 2,6-3 0,8 3 4,-2-3 3,15 0 1,-1 0 3,7 0 3,5-2 3,8-2 1,-1 5 0,7-5 0,8 2 6,-8-2 3,6 5 7,0-2 1,8 1 5,-8 4-1,8-1-4,0 0-8,-8 0-10,7 4-5,-6-3-6,-1-2 0,1 3-1,0-6 1,-1 4-2,-6-3 0,1-1-2,-7 1-4,-1-4 0,0 4 0,-5-4-2,-1 0 1,-7 4 2,-5-4 0,-7 0-1,-1-4-2,-6 4 5,-7 0-3,-5-4-2,-2 4 3,2-4 0,-8 1 0,-6-1 0,7 1 1,-7-4-1,0 3-5,-7-1 0,7-1-4,-6 2-25,6-3-37,-7 4-44,0-6-52,1 6-55,0 3-52,-8-4-48,8 4-17,-7 0 19,0 0 38</inkml:trace>
  <inkml:trace contextRef="#ctx0" brushRef="#br0" timeOffset="233070.3842">17853 3048 238,'-20'11'260,"1"-3"10,6-2-54,0 2-101,1-5-52,4 1-27,2 4-17,0-6-6,6 6 0,0-1 2,0 1 4,6 3 7,0-1 8,2 5 2,4-3 0,-6-1 0,14 3-4,-7-3-9,7-3-8,0-2-4,5-1-3,1-2 0,0-6 3,1-4 0,-1-5 1,-6-5 0,5-2-1,-5-4-2,0-2 1,-8-4 8,-5-1 9,-7-2 11,0 2 14,-13 1 8,-1 4 2,-4 6-6,-9 1-13,1 9-8,0 7-17,0 4-23,-7 10-35,7 3-37,1 4-43,-1 6-43,6 0-49,7 4-45,-1-2-38,8 2-1,0 0 26,0 0 32</inkml:trace>
  <inkml:trace contextRef="#ctx0" brushRef="#br0" timeOffset="233573.5924">17906 2750 42,'-33'8'217,"-7"3"10,8 0 6,-1 7-104,1 5-53,6 2-28,-7 4-12,7 5 2,1 3 5,5-1 3,0 3 3,7 7 3,7-3-3,-1-2-10,14-1-11,-1 0-9,7-4-6,7-2-4,0-5-2,5-4-2,8-6-1,0-1 2,6-3-3,-1-9 0,1-1 1,7-1 1,1-8 1,-2-7 1,7 0 4,-7-8-2,1-6 0,-7-4-3,0-5 1,1-2 4,-8-8 3,-6 0 9,-7-4 10,-5 0 9,-8 0 4,-6 2-1,-6-2-5,-14 4-10,-6 7-10,-7 4-8,-12 8-7,-1 10-4,-13 8-3,1 10-3,-7 12 4,0 7-10,0 11-18,0 7-27,6 4-26,0 4-20,7 2-23,6 2-22,7-4-29,13 0-53,7-4-13,5-4-1,8-4 10</inkml:trace>
  <inkml:trace contextRef="#ctx0" brushRef="#br0" timeOffset="234484.2478">17658 3495 49,'-7'0'371,"-6"-7"81,7-1 75,-8 1 47,8 0-167,0 0-89,6 3-69,0 0-81,0 4-73,6 0-37,0 0 0,8 4 21,-1-4 25,13 7 19,0-1 16,0 2 6,13 0-16,0-1-30,7 4-27,6-4-20,7 1-16,-8-1-18,8-3-8,-6-4-9,5 3-1,-5-6 5,-2 3-5,1-4 1,-5 0-14,-9 1-14,-5-1-10,-7 0-13,-7 0-28,-5 1-38,-8-1-25,-12-3-19,-8 4-17,-5-1-16,-7-4 17,-13 8 31,-1-3 37,-11-2 30,5 5 25,-13 0 22,7 0 23,-6 0 27,6 0 29,-1 5 23,8-5 30,-1 3 37,7-3 27,-1 4 13,8 0 8,7 0 10,-2-1-7,7 1-31,1-4-23,6 3-30,7 1-33,-1-4-28,0 3-19,14 1-3,0 0-12,5 0 0,8 3 4,13-3 0,5-4-5,9 0-2,-2-4 1,13 0-3,-5 1-5,-1-5 5,0 4-5,0-3 1,-6 4-2,-1-4 1,-12 3 1,-1 0-5,-6 0 4,-6 4 2,-7-3 6,1 3 2,-14-5-2,-8 5 3,-4-2-1,-8 2-5,-13 2-4,1-2-3,-13 5 2,-8-2-4,-5 1 1,-1 0-1,6 3-1,2 0-4,-1-3-4,13 3-11,5-3-35,9 0-51,5-1-39,8 1-43,4-4-44,8 4-29,8-1-13,-2-3-9,13 0-27,1-3-20,6 3-23,6-8-33,7 1-37,1-1 16,-7 1 45,5-3 55</inkml:trace>
  <inkml:trace contextRef="#ctx0" brushRef="#br0" timeOffset="235026.5867">8379 2501 20,'-13'12'206,"-6"-8"10,-1-4 3,7 0-101,-1-4-55,2 4-30,6 0-15,-1 0-10,7 0-4,0 0-4,13 0-17,-7 4-26,14-1-41,6 1-66,0-4-34,7 0-17,6 0 5</inkml:trace>
  <inkml:trace contextRef="#ctx0" brushRef="#br0" timeOffset="235508.6061">18798 2242 314,'0'7'341,"-6"-3"5,-1-1-27,1-3-207,6 3-123,-7 2-76,7-1-57,0 4-45,7-6-21,-7 5-13,0 1 0,0 4 12</inkml:trace>
  <inkml:trace contextRef="#ctx0" brushRef="#br0" timeOffset="239342.0374">11103 1414 36,'0'-8'145,"-6"4"-43,-2 2-19,2-3-15,0 2-8,-1 3-12,0 0-10,1 3-9,0 2-8,-1 5-3,-6 5-5,0-1 0,7 5-2,-8 0-1,2 2-1,5-3-1,0 1-1,1-2 0,6-2 0,-7 4-3,14-7-1,-7 2 0,6-7 1,1 1 0,6-5 1,0 1 1,6-8 0,1-3 0,-1-4-1,1-7 1,6 3-2,-6-7-2,-1 3 2,1-3-2,-7 0 0,-6 5 0,-1-2 5,-12 4 4,-1-3 3,0 7 2,-5-1 2,-8 5-3,7 7-3,-7 0-4,0 0-1,1 11-4,0-3-2,6 7 1,6-5-9,0 5-23,7-4-29,0 1-36,14-2-57,-1 1-34,-1 0-10,8-7 13</inkml:trace>
  <inkml:trace contextRef="#ctx0" brushRef="#br0" timeOffset="239764.5466">11891 1377 90,'-6'-4'155,"-7"4"-50,6 0-22,-6 0-15,6 0-4,-5 8-8,-2-4-6,2 6-1,5 1-1,-6 0-4,0 3-6,-1 3-6,8 0-6,0 2-8,0-1-6,6 1-5,0-5-1,6 1-1,0-1-1,8-3 1,-2-3-1,2-2 1,5-6-2,1 0 0,-1-3-1,1-4 1,6-5-1,-6-3 2,-1 1-1,0-3-3,1-2 1,-7 1-1,-7-1-1,1 2-1,-7-2 0,0-4 1,-7 9 0,1-5 1,0 5 0,-14 2 0,7 2-1,0 6 1,0 4-3,7 0-3,-8 8-20,8 3-23,-1 0-34,7 3-44,0 1-52,7-1-22,-1 1 4</inkml:trace>
  <inkml:trace contextRef="#ctx0" brushRef="#br0" timeOffset="240228.4569">12999 1388 42,'-7'0'176,"1"4"14,0-1-59,-8 2-32,8 1-21,-8-2-17,8 7-12,-7-1-13,7 2-9,-8-1-5,8 3-4,0 2-3,0-6-5,6 5 0,0-1-3,6 1-3,0-3-1,7-2-2,0 1 1,6-3 3,1-1 0,0-4-1,-1-3-1,1-3 0,0-4-3,6-1 0,-7-6 0,1-1-1,-8-4 4,2 2 1,-1-5-1,-7 0-2,-6-1-1,-6 5 2,-1-3-1,1 2-2,-14 4 0,8 5 1,-8 1 0,0 6-1,7 6-2,-7 2-11,8 6-24,-2-1-33,8 5-45,-1-1-58,14 1-29,-7-1-7</inkml:trace>
  <inkml:trace contextRef="#ctx0" brushRef="#br0" timeOffset="240523.3609">13670 1443 154,'-7'0'206,"-5"5"10,-2 1-78,-5 5-44,6 1-27,0-2-18,0 5-13,6-1-9,1 1-8,0 0-7,6-1-3,6 1 0,0-4-1,8 1-2,5-6-3,1 2 0,-1-8-2,0 3-2,1-6 0,-1-5 2,1 2-1,0-3 1,-7-5 3,-7-1-1,1-3 2,-7 3-3,0-3 1,0 3-3,-7-2-14,-6 5-26,7 5-37,-8 0-47,2 7-59,6 0-32,-8 7-3,1 0 17</inkml:trace>
  <inkml:trace contextRef="#ctx0" brushRef="#br0" timeOffset="241401.0691">20251 1571 146,'0'0'220,"-6"0"23,6 0-62,-7 0-26,7 4-14,0-4-11,0 0-15,-7 0-15,7 0-19,0 0-20,0 4-19,0-4-17,0 4-11,0-1-5,7 5-3,-7-4-2,7 2-1,-1-2 1,0 0 1,2-1 0,4 1-1,-5 0-4,-1-4 5,7-4-3,-6 0-2,5 1 1,2-5-1,-1-2 3,-6 2-3,-1-3 1,1-4 0,-7 5 0,6-2 0,-6-3 1,-6 5 1,6 3-3,-7-1 0,-6 1-1,6 7 0,-5 0-3,-2 3 4,1 5 0,0-1-2,0 5 1,1-6 0,-2 9 2,8-7-1,-1 6-4,7-3-16,0-3-34,0 3-42,13-1-60,1-2-75,-2-1-58,8-3-12,5 0 18,-5-4 32</inkml:trace>
  <inkml:trace contextRef="#ctx0" brushRef="#br0" timeOffset="241757.0849">20916 1707 96,'0'3'216,"-6"1"17,6 1-37,0-3-40,0 6-26,-7-1-16,7 1-9,0-1-11,0 4-14,7-4-19,-7 4-14,6-3-11,6-2-10,-4 2-2,4-4-4,2 3-1,-1-7-2,-1 4-2,2-4-2,-2-4-3,2-3-3,-1-5-2,-7 2-3,1-5-1,-1-3-1,-6 0 2,0-5 1,-6 5-2,-1-3 0,-6 2 1,0 1-7,0 3-7,0 4-12,-6 4-15,6 4-15,6 3-18,-6 6-18,7 2-22,-2 7-22,2 2-24,6 2-38,0 3-33,6-4-5,2 4 13</inkml:trace>
  <inkml:trace contextRef="#ctx0" brushRef="#br0" timeOffset="242086.5944">21437 1710 199,'-6'-3'245,"6"3"20,-7 3-69,1-3-46,-1 0-36,7 4-28,-7 1-20,7-3-18,0 2-14,0 0-6,0 0 0,7-1 0,0 1 1,6-4 1,-7 0-1,8 0-2,-2-4-7,1-3-5,0-1-3,0 1-2,-6-4-1,0 0-2,-1 0-3,-6 1-2,0-5-1,-6 3-1,-8 5-2,8 0 0,-14 4-3,7 3-4,-7 3-12,1 4-25,6 0-32,0 5-49,7 3-63,-1 2-70,7-2-27,7 1 3,-1-2 24</inkml:trace>
  <inkml:trace contextRef="#ctx0" brushRef="#br0" timeOffset="242382.0688">21933 1729 164,'6'-4'318,"-6"0"64,0 2 47,-6-3-6,6 5 12,-7 0 13,0 0-12,-5 5-27,4-5-67,2 2-77,0 2-72,-1 4-73,7-5-53,0 5-34,7-4-13,-1 3-13,8 0-4,5-4 3,-6 1-5,13 0-1,-7-8 0,7 0-1,-6-6 0,-1 3-7,1-8 7,-7 1-6,0-2 1,-13 1 1,0-2-8,-6 2-2,-8 1-17,-4-1-18,-2 7-41,-7 4-55,1 4-78,-6 0-102,6 8-85,-1 3-68,2 7-40,5-3-39,8 6 32,-8-2 80,13 3 83</inkml:trace>
  <inkml:trace contextRef="#ctx0" brushRef="#br0" timeOffset="242471.074">21913 1938 49,'-6'7'96,"-2"4"-99,2 0-58</inkml:trace>
  <inkml:trace contextRef="#ctx0" brushRef="#br0" timeOffset="273895.0538">6705 6132 63,'0'-21'33,"0"-2"-16,-7 5-9,7 0-4,-7 0-2,7 3-1,-6-4-1,6 5 3,-7 3 2,7-3 1,-6 2 4,6 5 0,0-1 2,-6 1-4,6 7-1,0-3 0,0 6-1,0 1-4,0 3 1,0 8 3,0-1-2,-8 9 2,2 6-1,6 4 2,-12 7 0,4 8 2,-4 3 1,-1 4 1,-1 11 5,-4 4 4,-2 10 0,0 7 0,-6 13 2,0 5-2,0 10 1,-6 5-1,-1 12 0,7 4 0,-7 3-1,7 1 6,0 6-4,0 4-2,6 0-2,7 0-4,-7 4 3,14-4-7,0 4-3,-1 0-3,7 0-3,0-7 4,7-1-3,-1 2 2,8-10-2,-8 2 1,7-9 1,0-3 1,0 0-1,-7-7 2,8 5 4,-2-5-1,-5-5-1,6-2-2,0-4 2,-7-4-1,8 0 0,-2-7 0,-5 0 0,6-4 0,-6 1-3,-1-4-3,1-5-3,-1 1 4,-6 0 3,0-5 1,0 6-1,0-5 0,-6-3 2,-1 3-5,7-3-2,-6-4 1,-1-4-1,1 0 3,-1-3 3,0-4 0,1 1 0,6-6 0,-6 1 1,6-6-5,-7 2-1,7-7 1,0 1 0,0-1-1,7-4-1,-7 1 1,6 0 0,0-2-2,1 3 0,0-2 2,-1 5 3,7-1 0,0 0 0,-6 4 1,5 1 0,2 2-4,-1 5-2,0-5 0,-7 1-1,1-5 0,-1-3 0,1-2 1,-7-6 0,7-2 2,-14-4 1,7-8 1,0-3 1,-7-6 2,1-1 4,6 0 2,-7-9 3,1-3 1,6 1 2,-7-1 1,1-7-2,6 5-4,-7-5-3,7 3-2,0-3-3,0 0-4,7 0 0,-7-3 0,6 3-1,1 0 1,-1 0 0,7 3 1,-6 1 1,6-2 0,0 6 0,0 0-3,6-1 1,-5 4 0,6 0 0,-2 4 0,9-4 0,-1 0 0,0 3-1,7 1 1,-1 0 0,7 0-2,1-1 0,-1 1 2,6 3 0,1 0-2,-1-3-1,1 4 1,6-2 3,6 2 1,-6-4 0,7-1 1,6 1 1,0-1-1,1 1-1,6-1-2,5 1 0,2 0-2,-1 3 1,0 1 1,7-1 0,0 1 0,6 3 1,0 0 1,1-1 2,-8 2-4,8-1 0,-8 0 0,0-1 0,1-2 3,-6-1 0,-1-3-1,-7-5 3,8 6 0,-8-10-4,1 6-1,0-9-1,0 5 0,-1-5-2,0 1 0,2 0 2,-8-1 2,6 1 2,0 0-1,2 0 0,-2-1 1,1 1-3,0-1 0,-1 1-1,1-1-2,-7 1 2,7 0-1,-7 0-1,0-4 3,7 3 0,-13 1 3,6-4 0,0 0 0,-7 0 0,7 0 0,-6-4-2,0 1-1,0-1-1,-1-4 1,1 5 0,-8-4-2,8 0 1,0-1 1,0-3 0,-1 4 2,-5-4 1,5 4-1,7-4 0,-6 0-1,6-1 0,0 5-2,0 0-2,1-1 1,-1 1-1,0 3 0,0 1 3,0 3 2,0 0-1,0-4 3,-6 4 2,6 0-2,1 0-3,-7 0-1,-2-3 0,9 3-3,-14-4 0,7 0 1,-1 0 1,-5 4-1,-1-3 1,-1 3 1,2 0 0,-1 0 0,1 0 0,-2 3 1,-5 1 1,6 0-1,0 0 1,-6-1-2,6 1 1,0-4-1,-6 3 0,6-3 0,-6 0 0,-8-3 0,9 3 0,-9-4-1,1-3 1,0-1 0,1 1-1,-8 0-2,7-4 1,-6 4 2,-1-4-1,1 3 2,6 1-1,-6 0 2,-1 3-1,1 1-3,6-2 2,-7 2-1,8 3 1,-1-4 0,0 4 0,-1-4 3,2 4-2,-1-4-1,0 1-3,-7-4 0,8 0-2,-7-1 1,-1-3-3,1-3-3,6-1 1,-13-3 1,6-4 1,1 4 2,-1-1 4,-6-4 5,1 6 4,5 3 3,-6-5 2,1 4 0,-8 1 1,7-1 0,0 3 0,-6 3-1,-1-3 0,1 4 2,0-3-2,-2 0-1,2 0 0,-7 0 0,7 1 3,-8-6-1,2 2 3,-1-1 3,-7-3 1,8-8-1,-8 1-4,7-12-2,-6-3-3,-1-8-5,0-7-2,-6-7-2,7-7-2,0-5-2,-1-6 1,7-5 4,-7 1 2,1-7 1,6-5 0,1-2 0,-8-1-3,7-5-4,0-2 0,0 4 1,-1-4 0,-4-1 0,4-2 0,2-2 1,-8-2 0,7 0-1,-7-1-1,8 1 0,-2-1 1,-4 1 1,4-1-5,1 3 1,0 6 2,-6-2 0,-1 2 1,0 1-1,-6 2 3,0-1-1,0 1 9,-6-1 10,0-3 9,-1 0 9,1-1 2,-1-2-1,1-5-5,-1 1-7,7-1-9,-6 1-7,6-1-5,0 0-3,0 4-1,0 0-4,6 9-1,-6 1 2,7 1 0,-7 8 1,6 3 0,-6 7 0,7-3 0,-7 7-2,0 4 0,6 3-1,-12 0 1,6 4 0,0 0 2,-7 0 0,7 4 1,-6-5 2,-1-1 0,1-2-2,0 1-2,-2-4-2,2-2-2,0 3-1,6-2-1,-7 4 3,7 1 2,0 0 1,-7 6 0,7 1 1,0 3-1,0 4-4,0 5 0,0-2-2,0 4 0,0 4-1,0 1 1,0 2 0,-6 0 1,6 2 2,-7 2-1,1-4 2,0 5-1,-8-1 2,2-3 0,-2 3 2,1 1 0,-6 2-1,6-2 1,-7 7-2,7 0 0,-6 2-2,-1 1-1,1 6-1,-1-3 1,-6 5 0,-1 0 1,2-1 0,-1 1 1,-6-1 1,-1-3-2,-7 4 1,1-3 2,1-2 2,-9 5-1,9-4-1,-15 0 2,8-4-1,-7 4-2,-7 0-1,0 0-1,-6 1 2,0 2-2,0 1 0,-13-1 1,0 4 2,-1 1 1,-12 3 0,0-3-2,-7 3 1,-6 0-2,0 0-2,-7 3 2,1-3 3,-8 0 5,1 0 1,-7 3 2,7-2 4,-7-1 2,6 0-2,1 0-1,6 0 0,1-4-3,-8 5-2,7-1-6,1 0-1,-1-1 3,0 4-2,-7 6 0,8-2 1,-7 4-1,-1 4 0,1-2-4,-7 6 4,1-1-1,-1 5 1,0-2 0,-6 2-2,-1 2 1,1-2-3,0-2-1,-1 1 2,1 0 0,0 1 2,0-2-1,-1 1-2,7 0 3,0 3 0,1 2 1,5 2-2,1 0 1,-1 5 1,8-2-4,-7 4-3,6-2 6,-7-1 2,8 0-1,5 0 1,-5-7 0,5-1 1,2-3-5,5 0-1,0-8 1,0 1 3,7-4 0,6-4-1,7 1 1,0-1 1,6 1-1,0-1-1,7 0-2,6 4 2,1 0-1,6 0 1,0 0-1,-1 4-1,8-4 2,-1 7 0,7-3 1,1-1 0,-2 1 0,1-4 3,6 3-1,1 1 0,6-4-1,0 0 1,-1-4 0,8 1-1,0-1-1,-1 4 0,7-3 0,0-1 0,0 1-5,7-1-17,-1 0-27,1 4-40,12-4-46,1 4-65,-1 4-43,7-4-7,6 4 14</inkml:trace>
  <inkml:trace contextRef="#ctx0" brushRef="#br0" timeOffset="274072.9734">7337 6264 35,'45'14'331,"-13"-10"26,-12-8 14,-7-3 6,-6 0-202,6 0-120,7 7-103,-1 0-99,13 7-113,8 4-58,-1 4-15,0-1 13</inkml:trace>
  <inkml:trace contextRef="#ctx0" brushRef="#br0" timeOffset="338460.1266">7382 2579 65,'-6'6'155,"-7"-6"-36,6 5-24,0-10-12,1 5-7,6-2-7,-6-2 15,6 1 15,-7 3 15,0-5 20,7 5 16,0-3-6,-6 3-19,6 0-27,0 0-27,6 0-28,8 0-18,-2 3-13,15 2-7,5 2-5,7 3-9,7 2-6,6 2-8,13 1-3,7 3-5,6 0 0,6-3-1,1 4-2,13-5-13,0 1-25,6 0-38,7 3-47,-1-4-64,1 4-40,7-3-8,-7-1 14</inkml:trace>
  <inkml:trace contextRef="#ctx0" brushRef="#br0" timeOffset="338992.8279">17983 2963 33,'0'22'211,"0"-3"9,0-2 3,8-5-105,-2 3-55,6-4-31,2-1-15,-1 2-7,7-5-2,-8 3 5,8-2 9,0-1 11,-1 1 10,7-4 9,0 3 4,0-4-3,7 4-6,-1 2-7,7-6-7,0 5-7,1-1-6,-1 0-7,7 5-20,-1-2-42,-6 1-49,-7 4-55,1-5-72,0 5-37,-14-1-3,-5-2 23</inkml:trace>
  <inkml:trace contextRef="#ctx0" brushRef="#br0" timeOffset="339345.1972">16315 2946 84,'-71'0'231,"6"-8"14,6-3 11,7 0-114,19 0-61,7 0-28,13 0-13,20-1-12,6 3-7,20 1-2,18-4 13,2 5 10,12-1 3,7 2 9,5 2 15,2 0 15,6 1 4,6-1 7,7 4 10,-1-4 5,7 4-12,7-4-18,0 1-14,-1-1-18,2 4-16,5-3-15,-6 3-6,-1 0-4,-5 3-4,-1 1-3,-13 3-9,0 1-29,-6-1-45,0 3-51,-14 2-65,1-1-71,-13 3-79,-7 1-15,-13 0 20,-19-4 38</inkml:trace>
  <inkml:trace contextRef="#ctx0" brushRef="#br0" timeOffset="339521.1944">17638 2748 84,'-52'18'370,"0"-11"30,6-11 18,-6 1 4,19-5-203,7 0-119,14 6-83,12 2-66,12 2-60,8 6-52,19 7-49,7 0-31,-1 7-27,14 3-22,0 4 15,-1 1 30</inkml:trace>
  <inkml:trace contextRef="#ctx0" brushRef="#br0" timeOffset="379557.8416">20121 15548 73,'0'7'186,"0"4"5,-6-3-61,6-2-51,0 2-25,0 3-14,0-7-5,-8 4 2,8-2 5,0 2-2,0 3-3,8-5-8,-8 2-7,0-1-6,0 5-8,6-5-4,-6 4-3,0-4-1,6 0 1,-6 1 0,0-5 3,0 1 4,0 0 6,0 0 5,0-1 5,0-3 1,0 0-2,7 3-3,-7-3-5,0 0-3,6 4 1,-6-4 5,7 4 5,0-4 3,-1 0 6,7 3 4,-6 1 5,-1-4 1,7 4 11,-6-4 4,6 0 1,-1 0 0,-5 0 10,6 4 0,1-4-9,-2 0-5,1 0-5,7 0-4,0 0-15,-1 0-10,7 0-6,0-4-2,7 4 0,-7 0 3,6-4 5,1 4 7,6-4 7,-6 1 0,0 3 2,5-4-6,-5 0-7,-1 1-9,7 0-6,-6 3-2,7-4-4,-2 4 0,1-4 0,-6 4 1,13 0 0,-7 0-2,-1 0 4,2 0 3,5-4 6,-6 4 4,7 0 4,-1-3 2,-5-1 1,5 0-1,-5 1-3,5-5 0,-6 8-1,7-3-3,-7-1-4,0 0-5,7 1-1,-7 3 10,-1-4 8,2 4 7,-1 0 6,-6 0 3,5 0 5,-4 4-7,5-4-1,-7 0-1,1 0-3,5 3 7,-5-3 5,7 0 4,-8-3-3,7 3-1,-6-4-2,5 1-2,-5-1-9,7-4-9,-8 1-3,1-1-4,6 6-3,-1-6-3,2 4 2,-1-4-4,0 5-1,-7 3 3,8-4-1,-1 2 1,6 2-4,-5 0 1,-1 2 1,7-2-6,-1 4 0,0-1-3,-5-3 0,5 0 2,-5 0-2,-2 0 3,1-3 0,0-1-1,1 2-1,-8-4-2,1 4 0,-1-6 1,1 4 2,-1 1 2,1-1-1,-7 4 1,7-4 2,-7 4-3,6 0-4,-5 0 2,-1 0 6,6 0 2,-6 0 8,7 0 10,0 0 11,-1 0 6,1 0 3,-1 0 2,1 0-3,-1-3-5,1 0-1,-1-2-12,1 2 0,6-5-9,-6 5 1,-1-4-2,7-1-4,0 5 0,1-5-2,-1 5 1,-1-2-6,2 3-4,-7-2-3,6 0 1,-1 4-1,-5 0-1,7 0 0,-8 4 1,1-4 0,-7 4 0,6-4 0,-5 2 0,-8 3 0,7-2-1,-6 1 2,-1 0 3,0-1 2,-6 1 6,7 0 8,0-4 2,-8 3 6,8 1 3,-7-1 1,7-3-5,-1 4-7,-6 0-3,7-1-3,-1 2-4,-5-2-5,5 0 2,1-3 0,-1 4-3,-6 0-5,7-1-5,-1 1 2,1 0 3,-8-4 1,8 4 3,0-2 12,-1 4 9,-5-4 7,5 2 0,1-1-2,-8 2 5,8-2-9,0-3-7,-1 0-2,1 4-4,0-4-4,-1 0-1,0 0-6,1-4 5,-1 4-6,1 0 1,6 0 4,-7-3 2,1 3-1,0 0 1,-1-5-4,1 5 1,-8 0-4,8 0-2,-7 0 3,7 0-3,-14 0 3,8 0 0,-2 0-1,-5 0-3,0 0-6,-7 0-5,6-3-21,-6 3-34,0 0-56,-6 0-88,-1-4-99,-6-4-98,1 6-78,-2-6-53,-6 1-39,1-4 28,-1 0 73,-6 0 87,0 0 87</inkml:trace>
  <inkml:trace contextRef="#ctx0" brushRef="#br0" timeOffset="389752.1837">5114 15841 105,'-6'4'157,"-1"-4"-30,1 3-54,0-3-30,-1 3-14,7-3-9,-7 4-5,7-4-3,0 4 2,0-1 3,0 1 3,7 4 4,-7 2 3,0 1 6,0 0 3,7 1 1,-7 2 0,6-3 0,-6 3-2,0 1-6,6-4-5,1 1-6,-1-2-5,1-3-6,-7 1-2,7-4-3,5-1 1,-4-3-2,4-3 0,-6-1-1,8-4 1,-1-2 1,-1-1-1,-4-4 1,4 5-1,-6-2-1,2 1 1,4 4 0,-12-1-1,7 0-2,-1 6 1,1 2-1,0 0 1,-1 2 8,0 6 11,0 0 7,8 3 5,-8-1 3,8 5 0,-1 0-4,-1 0-9,2-1-6,6 1-3,-8-5-3,8 2-2,-1-1-2,1-7 0,0 3 1,5-7-2,1 0 0,1-3 0,-1-5-10,6-3-27,-6-4-44,7-3-48,-1-4-64,-5-4-45,-1 1-12,0-4 13</inkml:trace>
  <inkml:trace contextRef="#ctx0" brushRef="#br0" timeOffset="390115.5215">5987 15467 125,'-6'8'274,"0"7"26,-8 2 18,2 5-107,5 4-60,-6 3-38,0 4-21,7 0-17,-8 0-13,8 0-14,0 0-10,-1 0-9,0 0-10,1-3-7,-1-9-4,1 1-4,6-4-6,-6-4-11,6-6-18,0 0-27,-7-8-28,7-4-21,0-8-17,-7 3-3,7-7 14,-6 2 22,6-5 24,-6 5 22,6-1 19,0 4 12,0 0 6,0 4 4,0 3 5,0 1 5,0-1 6,6 4 14,0 0 14,8 4 12,-2 3 10,1 0 8,7 4-1,0 0-10,-1 4-7,7-4-14,-6 4-11,12-5-7,-5 5-8,5-3-6,-6-5-23,7 0-39,-1 0-57,-6-3-74,1-4-65,-2-4-34,-5 0 1,0-4 29</inkml:trace>
  <inkml:trace contextRef="#ctx0" brushRef="#br0" timeOffset="390262.4391">6425 15730 75,'0'4'249,"6"0"13,-6 3 6,6 1-105,-6 2-71,7-3-43,-1 5-26,1-1-15,-1 0-28,1-4-40,6 4-55,0-3-76,-7-1-37,1 1-18,0-5 10</inkml:trace>
  <inkml:trace contextRef="#ctx0" brushRef="#br0" timeOffset="390427.4558">6411 15848 65,'-6'7'285,"-7"4"22,6 0 10,-6 0-69,7 4-102,-1 2-65,0-1-38,7 2-19,0 0-14,0 1-12,7-5-38,0 1-50,-1-4-65,7-4-81,0-4-44,6-3-15,-5-7 23</inkml:trace>
  <inkml:trace contextRef="#ctx0" brushRef="#br0" timeOffset="390826.6713">6678 15544 63,'0'-7'246,"0"3"20,-6 8 18,0-1-87,-2 8-52,2 4-20,0-1-3,0 9 3,-2 2 3,2 4 4,6 4 2,0 1-3,0-2-5,6 2-12,2 2-16,-2-3-13,6-4-19,2-3-20,5 0-16,1-5-11,0-2-6,6-4-6,-1-5-1,1-3-3,-6 1 0,7-8-2,-1 4 1,-7-8-1,7 0 0,-6 0 3,-1-3 0,1-3 2,-7 2-1,0-3 1,-1-4 1,-4 1-4,-2 3 0,-6-5-1,-6 7 2,-2-3-1,-4 1 0,-1 0 1,0 4 8,-7 3 9,7 4 8,0 0 12,0 4 15,0 3 4,7 4-3,-1 0-9,7 1-7,7 2-8,-1 4-13,1 0-9,12-3-4,0 4-16,1-9-41,6 5-75,1-8-58,-2 0-55,8 0-81,0-3-75,-1-4-55,1 0 22,-1-4 29,1-3 43</inkml:trace>
  <inkml:trace contextRef="#ctx0" brushRef="#br0" timeOffset="392896.1988">8906 15983 14,'20'8'411,"-7"-4"53,1-1 24,-8 1-5,0-1-180,-6 1-233,0-1-173,0 1-130,-6 0-123,0 7-57,-1-4 7,0 0 46,1 4 61</inkml:trace>
  <inkml:trace contextRef="#ctx0" brushRef="#br0" timeOffset="408672.0825">7708 16815 114,'0'0'87,"0"-4"-34,0 1-17,6-1-10,-6 4-4,0-4-2,0 0-2,0 2-2,0-2-2,0 0-5,0 0-2,0 1-2,0 3-1,0-5-1,0 5 2,0-3 4,0-1 3,0 4 0,0 0 2,0-4 4,0 4 2,0 0-4,0 0 3,0 0 0,0 0-1,0 4-1,0 0-2,-6-1-1,6 2-2,0-2-1,0 5-1,0-4 0,0 2-3,-6-2 0,6 7-3,0-3 0,0 2-2,-8 1 0,8 4 1,0 4-3,-6 2 0,6 1-1,0 1-1,0 2 0,-6 0 0,6 5-12,0-5-20,-7 5-28,7-5-60,0 1-31,0-4-18</inkml:trace>
  <inkml:trace contextRef="#ctx0" brushRef="#br0" timeOffset="408903.6743">7473 16924 32,'0'-3'234,"-6"3"16,6 0 11,0 0-99,-6 0-62,6 0-37,0 3-31,6-3-17,-6 0-8,6 5-2,8-5-5,-2 3 1,1 1-1,13-4 0,-6 4 0,6-4-1,7 4-6,-1-4-20,7 3-26,1-3-34,-1 0-39,0 0-67,-1 0-27,2 0 0,-1 0 19</inkml:trace>
  <inkml:trace contextRef="#ctx0" brushRef="#br0" timeOffset="409117.2142">8184 16947 138,'-7'4'216,"-6"-4"15,7 7-62,-8-4-51,8 5-24,-7-4-24,13 3-17,-7 3-16,1-1-13,6 1-11,-7 1-7,14 0-3,-7 0-3,6 0-2,1-3-4,6-2-12,-7 1-18,8-7-23,-2 0-24,8-7-24,-7 1-18,0-6-15,6 1-14,-5-3-15,-8-1 7</inkml:trace>
  <inkml:trace contextRef="#ctx0" brushRef="#br0" timeOffset="409321.6783">8314 16954 80,'0'0'116,"0"4"-17,6 3-16,-6 1-13,0-1-11,7 3-4,-7 2-6,0-1-7,7 0-6,-1 3-5,-6-3-8,7-3-3,-1 2-3,0-3 1,8 1 3,-8 0 2,7-4 3,0-4-2,-6-4-1,12-4-4,-6 0-7,1-5-2,-2 1-4,8-1-3,-7-3-2,0 1 1,0 0 1,-7 5-8,8-1-9,-8 3-8,0 1-13,-6 4-17,7-4-24,-7 7-27,0 0-52,0 0-20,0 0-5</inkml:trace>
  <inkml:trace contextRef="#ctx0" brushRef="#br0" timeOffset="409674.7012">8783 16976 50,'-7'0'231,"7"8"26,-6-5-5,0 0-71,-1 1-40,0 1-36,7-2-25,-6 0-23,6 5-18,0-5-11,0 1-11,0 4-10,6 0-4,1-2-3,6-3 0,-7 5 1,8-4-1,-1 0 0,7-4 1,-8 0 2,1-4-2,0-4-1,0 1 1,1-4-1,-8-4-1,6 1-1,-4-1 1,-8 1 0,0-1 1,0-3 1,0 2 1,-8 7 1,2-3-1,-6 1 0,-2 3 1,1 5 0,-7 0 1,2 6-1,-2 0 0,0 8-1,1 1-2,5 2-2,-5 1-2,6 3-13,0 1-30,7-2-39,6-2-51,6 0-78,0-4-48,7-6-10,1-3 15</inkml:trace>
  <inkml:trace contextRef="#ctx0" brushRef="#br0" timeOffset="414118.0901">12289 16702 32,'6'-8'452,"-6"4"94,6 1 63,-6 3 40,0-4-119,0 4-127,0 0-102,0 4-66,0-4-50,-6 3-30,6 9-31,-6-2-40,0 5-29,-2 7-29,2 0-24,6 3-50,-6 2-82,6-6-117,-7 1-118,1 0-107,6-3-86,-7-2-66,0-5 17,1-1 84,0-7 100,-1-4 99</inkml:trace>
  <inkml:trace contextRef="#ctx0" brushRef="#br0" timeOffset="414271.9982">12152 16874 120,'-7'-8'329,"7"1"34,0 3 20,0 1-84,0 3-82,0-4-47,0 0-22,7 4 22,0 0 38,12 0 24,-6 0 6,6 0-22,7 0-30,1 0-52,5 4-68,1 0-106,5-4-124,2 7-124,-1-3-113,0-1-120,1 0-59,-8-3 34,7 0 87,-6-3 101</inkml:trace>
  <inkml:trace contextRef="#ctx0" brushRef="#br0" timeOffset="414878.2297">12830 16621 325,'-7'-4'509,"0"4"71,1 0 41,0 0-78,-1 4-147,0-1-132,1 5-107,-7 4-67,6 2-40,1 3-23,-7 2-12,7 6-5,-2-2-5,2 2-2,0-2 0,-1-2-3,1-2-6,-1-5-16,7 1-27,0-5-30,-6-1-27,6-3-27,0-2-20,0 0-5,0-1 10,0-3 17,0 0 22,0 0 24,0 0 24,6-3 20,-6 3 19,7-4 11,-1 4 13,1 0 15,-1 0 19,0 0 25,8 0 16,-1 4 15,0-1 10,0 1-4,7 4-11,-8 0-21,8-2-13,-1 2-18,7-1-14,-6 1-11,6-1-9,1 0-18,-1-4-30,-1-3-40,1 4-39,-6-8-38,6 1-33,-7-1-15,7 1 1,-12-4 15,5-1 27,-5 4 32,-2-4 32,-6 1 31,-6 5 27,0-6 32,0 0 22,-6 4 26,0-3 26,0 3 36,-8 1 43,1 3 48,1-3 38,-2 3 22,2 3 6,-2-3-17,1 3-28,7 1-46,-8 3-43,8-3-38,0 0-28,-2 0-18,8 4-18,0-6-12,0 5-5,0-2-5,8 2-5,-2-3-9,0 0-9,1-1-18,0 1-11,6-4-15,-7 0-5,0 0-2,8 0 10,-8-4 14,8 4 7,-8-3 18,0 3 10,7-4 10,-6 4 4,0-4 4,-1 4 2,6 0 3,-4 0 2,-2 0 3,0 0 0,8 4 1,-8-4 1,7 4-4,-7-1-12,14-3-52,-14 4-68,14-4-76,-7 0-77,0-4-87,0 1-69,7-5 8,-7-4 45,6 3 61</inkml:trace>
  <inkml:trace contextRef="#ctx0" brushRef="#br0" timeOffset="415039.1371">13598 16738 117,'7'4'363,"-7"-1"60,0 5 50,-7-1-29,7 7-71,-6 2-68,0 5-46,-1-2-48,0 3-42,-5 0-45,4-4-65,8-3-79,-6-1-92,0-3-92,6 1-82,-7-5-83,7-4-67,-6 1-41,6-8 20,-7 1 53,0-1 65</inkml:trace>
  <inkml:trace contextRef="#ctx0" brushRef="#br0" timeOffset="415169.0604">13501 16895 167,'-6'-3'327,"6"-1"87,0 0 52,-8 1 9,8 3-6,0-3-23,-6 3-49,6 0-64,6 0-70,-6 3-58,8-3-58,4 7-42,1-3-35,7 3-48,0 1-124,6 0-161,-1-2-142,1 2-156,7-1-113,-1-3-31,1 0 74,0-4 122,0-4 124</inkml:trace>
  <inkml:trace contextRef="#ctx0" brushRef="#br0" timeOffset="416067.3245">14531 17002 68,'-14'0'211,"8"3"29,6-3-36,-7 4-27,1-4-8,-1 4 1,0-4 5,1 0 4,0 0 5,-2 0 7,2 0-7,-6 0-20,5 0-27,0 0-27,-6 0-25,7-4-31,-8 4-19,8-4-12,-6 4 3,5-3 20,-6 3 19,0 0 27,6 0 44,-6 3 37,7-3 22,-8 4 0,8 0-11,0-1-21,-1 5-42,7-4-35,0 4-34,0 1-24,0-1-10,7 4-9,5-3-11,2-1-18,5 0-13,1-4-26,0-1-41,-2-3-51,9-7-45,-7 3-37,6-8-25,-7 3-1,1-3 21,0 1 44,-8 0 50,2 4 50,-8-4 60,0 7 67,1-3 66,-1 4 62,-6-2 53,7 5 39,-7 0 17,0 0-16,0 0-36,0 0-43,0 5-43,0-2-34,0 4-37,7 0-25,-7 1-13,12-1-12,-6 4-10,8-4-15,-1 1-6,7-4-19,-1 0-23,0-4-39,8-4-45,-8 0-57,8-4-57,-8 1-46,0-4-35,8-4-6,-8 4 18,-6-4 44,0 1 55,7 3 59,-14 0 53,0 4 47,2-4 44,-2 4 43,0 2 44,-6-2 47,0 5 45,0 2 52,0-4 33,0 4 8,-6 0-10,0 4-8,6 2-6,-8 2-18,8 3-12,-6 0-8,0 7-3,6-3-20,0 0-29,-7 2-29,7-2-29,0-4-23,0 4-18,0-7-15,0-1-10,0-5-4,0 3-3,0-5-5,7-5 2,-7-4 0,0 1 2,0-7 1,0 1-1,0-1 1,0 1-6,0 2 1,0-2-2,0 2 3,0 2-2,6 3-1,0-1 2,2 1-13,4-1-33,1 2-71,0 2-102,0 0-121,7 4-115,0 0-103,-8 0-64,8 0 18,-1 4 77,-5-4 108</inkml:trace>
  <inkml:trace contextRef="#ctx0" brushRef="#br0" timeOffset="416354.7802">15195 17009 397,'0'11'609,"0"-3"86,0 0 43,0-2-62,0-3-176,0 1-182,0 0-139,0 0-84,0-4-43,7 0-24,-1 0-8,0-8-4,0 4-18,8-3-36,-1-3-60,-7-2-69,8 1-71,-8 0-51,0 4-24,-6-4 18,0 4 48,-6-4 67,0 7 83,-8-3 77,1 4 89,1 3 78,-8 3 79,0 1 72,1 3 40,-1 4 23,8 0-22,-8-1-42,13 9-61,-6 0-59,13 2-55,0 2-45,7 2-28,6 1-30,7 0-39,5-5-64,1 2-127,6-9-183,1 1-202,7-5-144,-8-6-55,1 1 9,-7-10 98,0-2 169</inkml:trace>
  <inkml:trace contextRef="#ctx0" brushRef="#br0" timeOffset="417202.5353">15826 16782 77,'0'0'286,"0"0"32,-6 0 28,6 0-81,-6 4-57,6-4-43,-6 4-38,6 0-23,0-2-21,0 6-18,-7-1-16,7 1-13,0 6-12,0-3-11,7 4-17,-7 0-35,6-1-47,-6 1-50,0-3-53,0-3-53,6-1-45,-6-4-32,0-4 10,0 0 28,-6-7 45</inkml:trace>
  <inkml:trace contextRef="#ctx0" brushRef="#br0" timeOffset="417351.9509">15761 16808 204,'-6'-8'263,"0"2"23,6 2-68,-6 0-54,6 0-42,0 1-30,0 3-10,0 0 3,6 0 13,6 0 13,8 3 8,0-3-5,-1 8-21,7-4-20,7-2-27,-1 6-53,7-4-70,-5 3-91,5-7-103,-1 4-83,1 0-42,1-4 10,-8 0 48</inkml:trace>
  <inkml:trace contextRef="#ctx0" brushRef="#br0" timeOffset="417855.7595">16387 16595 113,'-6'0'355,"-8"0"58,8 4 42,-6 4-36,-2-2-80,8 2-55,-8 3-48,8 3-36,-7 1-33,7-1-31,-8 5-31,8 3-30,0 0-26,-1 0-20,7 0-9,-7 0-9,7-3-7,-6-5-6,6 1-16,0-4-21,0-5-22,0 3-20,-7-6-12,7 0-4,7 1 8,-7-8 16,0-2 16,0 2 16,0-4 12,6-3 7,-6 4 3,7-1 6,0 1 4,-1 0 2,-6 4 0,13-1 2,-6 4 4,5 0 4,1 4 13,1 3 14,-2 3 24,2 2 25,-2-1 30,8 4 15,-7-1 0,1 1-6,-2-5-18,2 5-24,5-3-26,-6-2-18,0-3-13,1 1-6,4-4-5,-4-4 2,-1 0-3,-1 0 0,2-4 0,-2-4-2,-4 1-1,4 0-3,-5-4-1,-1-1 0,1 3 2,-7-3 1,0 1 2,0 3 1,0 2 2,0 2 4,-7-1 5,7 5 15,-6 5 19,-1-1 27,7 2 27,0 5 12,-6 5 3,12-3-11,-6 7-20,7-3-25,6 2-50,0 0-71,7-5-117,-1 1-143,7-7-147,0-2-145,7-6-82,-1-4-2,7-6 80,-7-5 124,8 1 137</inkml:trace>
  <inkml:trace contextRef="#ctx0" brushRef="#br0" timeOffset="418126.5173">17462 16800 286,'-6'4'456,"-7"3"74,0-3 60,-6 0-58,5 3-110,1-3-79,0 3-71,0 0-56,0 1-42,6-1-30,-5 3-26,5-1-18,7-3-14,-7 5-9,7 1-10,0 2-11,0 1-6,0 3-2,7 1-1,-7-2-6,7 6-8,5-5-4,-5 4-7,13-3-9,-8-5-19,8 1-29,6-5-39,1-6-65,-1-4-103,6-4-130,1-3-117,-1-3-99,1-10-74,6 3 3,-7-4 69,-6-2 115,7-3 118</inkml:trace>
  <inkml:trace contextRef="#ctx0" brushRef="#br0" timeOffset="418593.2202">17944 16511 377,'-12'-3'474,"-2"3"87,2 3 85,-2 9-79,-5-2-78,5 5-65,2 6-58,-2-2-65,2 6-70,-1 1-60,6 0-52,7 3-38,-7 0-27,14-3-23,-7-1-27,13 1-30,0-3-37,1-6-54,4 2-67,-4-9-82,5-1-70,1-9-60,0 0-30,-1-4-7,1-1 19,-8-1 50,2-5 53,-2-1 62,-4 2 58,4-1 53,-5 3 45,-7-3 47,6 5 46,-6-2 45,7 4 40,-7 1 34,0 3 31,0 0 26,0 3 16,0 5 10,7-2 11,-7 6 23,6 3 10,0 2-11,8-2-19,-8 4-24,14-1-38,-7 1-50,6-6-40,0 3-22,8-5-19,-8-8-11,8 1-15,-8-4-22,7-4-34,-6-3-50,-1-4-45,-6-4-41,0 1-21,-7-5 6,1 0 24,-7 2 42,0 2 45,-7-3 50,1 3 53,-7 5 51,0-2 40,0 9 45,-7-2 48,7 5 25,-6 5 6,6 2-22,-1 1-23,2 2-38,-1 1-58,6 0-86,1 0-114,6-4-118,6 4-112,-6-3-115,13-5-91,0 0-6,1-3 53,5 0 90,0-3 95</inkml:trace>
  <inkml:trace contextRef="#ctx0" brushRef="#br0" timeOffset="419669.0698">18544 16774 271,'0'-3'418,"6"-1"71,-6 4 52,0 0-83,0 0-72,-6 0-55,0 7-42,6-2-41,-7 2-31,7 3-35,-7 2-33,7-1-33,0 0-40,7-1-28,0 2-18,5-1-10,2 0-10,-1-1-8,7-2-1,-8 3-1,8-3-4,-1-2 0,1 1 0,-8 1 2,2 0 0,-1-4-5,0-1-6,-6 1 1,-1-1 0,-6 1-4,-6 3-5,-1-3-3,0 0 7,-6-1-4,-7 5 2,8-5 11,-8 4 16,1 1 29,-1-5 21,8 5 14,-2-5 7,1 1 0,0 0-11,6 0-21,7-4-21,0 3-14,0 2-9,7-3-3,6 2 1,0-4 0,1 3 1,4 1-4,2-4-5,0 0-9,-1 0-18,1-4-20,-1 1-21,1-3-12,0 1-7,-1-2-1,1-4 8,-8 3 16,2-3 17,-2 1 16,2-1 13,-1-1 9,-7 2 9,7-1 2,-13 3 5,7-3-3,-7 5 3,0-6 3,0 4 8,-7 1 22,1 0 27,-1 0 29,1 2 24,-1 5 22,-5-3 17,4 6 2,2 2-8,-7-1-14,6 2-17,1 5-21,0 1-21,-1-2-21,7 2-18,7-1-13,-1 3-9,0 1-5,8-4-6,6-1-7,-8 2-10,14-1-22,-7-4-20,8-3-26,5 0-34,-6-1-40,1-3-28,5 0-2,-6-3 8,7-1 6,-7 0-16,6-3-24,-5-4-41,-1-1-60,0-2-64,-1 3-47,-5-3 1,0-5 34,-7 4 59,0-3 73,0 0 78,-7 3 86,0 1 82,-6-5 80,0 5 80,-6 3 80,6-1 83,-6 6 86,0 2 67,-8-3 39,8 7-1,-1 0-31,-5 0-60,4 0-90,-4 7-90,6 1-80,-2-2-58,2 2-36,0 3-25,6 0-13,0-1-9,6 2-7,0 2-3,2-2-8,4-6-4,2 2-5,-2-1-1,1 1 3,7-4 0,-8 0 7,8 2 5,-6-3 3,-1 2 4,-1 2 0,2-3 2,-2 3 2,-4 0 6,-2 0 7,0 1 4,-6-1 8,0 1 3,0-2 1,0 3-5,-6-3-5,0 2-1,-2 3-7,2-7-7,0 4-5,0-6-3,6 2-5,-8-1-8,8 1-1,8-4-1,-2 0-2,0 0 2,8 0-3,-2 0-14,8-4-21,-7 1-19,7-3-24,-1 1-12,7-2-6,-6-4 9,6 0 0,0-1-4,-1-5-43,2-2-80,-1 1-93,-6-3-76,6-2-50,-7 0-32,-6-2 14,0 0 45,1 0 63,-14-6 73,6 6 96,-6-1 106,-6 4 120,-2 5 134,2 2 138,0 3 114,-1 2 81,0 6 46,-6 1 1,7 3-36,0 3-62,-1 4-82,0 4-91,1 4-84,6 3-65,-6 4-44,12 0-34,-6 4-19,0 0-16,6-1-12,-6 4-19,7-3-30,-7-1-44,0-2-67,0-6-142,-7 3-160,7-10-160,-6 1-114,-7-3-36,0-5 25,0-3 122,-7-3 153</inkml:trace>
  <inkml:trace contextRef="#ctx0" brushRef="#br0" timeOffset="419814.169">19645 16815 488,'14'-4'699,"-2"-3"88,1 3 57,0 0-38,0 4-224,7 0-234,0 0-170,-1 4-108,7 0-86,0 0-115,-6-1-162,5 1-184,-5-4-178,6 4-84,-6 0-27,-1-4 53,-5-4 134,-2 0 172</inkml:trace>
  <inkml:trace contextRef="#ctx0" brushRef="#br0" timeOffset="419921.105">20238 16796 111,'-7'12'212,"7"-5"-56,-6 4-73,6-4-161,-6 0-98,6 1-39</inkml:trace>
  <inkml:trace contextRef="#ctx0" brushRef="#br0" timeOffset="420305.5199">20297 17067 409,'0'5'545,"0"-3"59,0 3 28,0-2-111,0 1-174,6-4-164,-6 0-141,7 4-101,5-4-92,-4 0-85,4 0-85,2 4-89,-8-4-67,1 0-8,5 3 35,-12-3 63,7 4 81</inkml:trace>
  <inkml:trace contextRef="#ctx0" brushRef="#br0" timeOffset="420467.2235">20310 17247 3,'-7'11'518,"-6"-3"156,0 3 91,1-4 49,-2 4-103,8-4-192,-8 5-233,8-2-217,0 2-183,-1-3-172,1 3-153,-1 3-138,0-5-89,7 6-4,-6-9 57,0 4 105,-1-7 122</inkml:trace>
  <inkml:trace contextRef="#ctx0" brushRef="#br0" timeOffset="429249.4971">5173 16445 104,'-13'0'139,"7"0"-59,-8 4-36,8-1-19,-7 5-11,6-1-5,-6 0-2,7 0 4,0 1 4,-8-1 1,8 1 10,0-4 9,-1-1 0,0 1-2,1-1-4,-1 2-3,1-5-10,-1 2-9,7 2-4,-6 0 0,-1-4-3,7 4 0,-6-1 1,0 5 1,-2-4 2,8 3-2,-6-4 1,6 4 0,-6 1-2,6 3 0,0-4-1,6 0 1,-6 4 0,6-3-1,2 3 1,-2-4-2,0 4 1,7-3 0,-6-1 1,-1 1-1,1-1 1,-1 0 0,1 0 0,-7-3-1,7 3 0,-7 0 2,0 0-2,0 1 2,-7 3 0,7 0 0,-7 3 0,1 2 0,-7-1-1,6-1-1,1-3 0,-7 3-2,-1-7 1,8 5 1,-7-5 0,7 0 0,-7 1 1,0-4 1,6-1-1,0-3-1,1 3 0,0-3 2,-1 4-1,0-4-1,7 0 0,0 0 0,0 0 0,7 0-1,-7 0 0,13 0 0,-7 0 0,8 0-1,-8 4 0,14-1 0,-7 1 2,7 4 1,-8 2 2,8 2 0,-7 6 1,0 4 0,0-1 1,-7 9-2,1 3-2,-7 4 0,-7-1 0,1 4-1,0 1 0,-1-1 0,-6-3 0,6-5-20,1-3-60,-7-2-54,6-8-29,7-9-15</inkml:trace>
  <inkml:trace contextRef="#ctx0" brushRef="#br0" timeOffset="429838.6953">5766 16961 52,'-12'8'144,"4"-1"-36,-11 1-32,6-2-17,0 3-14,0 1-11,0 5-6,0-3-3,6 1-4,-6 3 0,7-2 1,-7 4 0,6-4 0,1 1-1,0 4-4,-2-5-3,2 5-5,6-4-5,0-1-3,0-3-1,0 0 1,6 1 0,-6-2-2,14 0 3,-8-1 0,7-6 1,7 1-4,0-4-6,-1 0-14,0-4-20,1-3-19,-1-4-21,7-3-17,-6-3-13,-7 4-3,7-3 10,-7 2 13</inkml:trace>
  <inkml:trace contextRef="#ctx0" brushRef="#br0" timeOffset="430059.5696">5884 17123 39,'6'-3'72,"-6"3"-1,0 0-12,6 0-15,-6 3-11,0 0-10,0 5-3,7-2-4,-7-1-4,7 2-2,-1 0-3,-6 0 0,6-3-4,1 0 1,0 0 3,-1-4 2,1 0 5,-1-4 5,0 0 5,-6 0 8,0-3 4,0 4-1,0-8-2,-6 3-7,0 1-4,-1 0-7,-6-1-7,0 4-3,7-3-3,-8 4 2,2 3-1,-2 0-2,8 0 0,-1 3-1,1 1-2,0-1-8,6 1-15,6 1-23,-6-2-34,6-3-51,7 0-24,1-3-10</inkml:trace>
  <inkml:trace contextRef="#ctx0" brushRef="#br0" timeOffset="430588.6981">6131 16961 120,'-13'15'153,"0"-4"-56,0 7-32,0-3-18,0 3-18,-1 1-10,2-2-6,6 6-5,-1-5-2,0-3-3,1 0 0,6-1-2,0 1-2,0-8 0,0 5-1,0-10 0,0 2-1,6-4 1,-6-4-5,7 2-5,-7-10-3,0 1-2,7-3-1,-7-2 3,0 2 1,0-1 6,6 1 2,-6-1 5,0 5-3,6-1 2,-6-1 2,6 5-1,-6 3-1,8 2 2,-8-3 4,6 2 3,0 3 3,1 0 1,-1 3 5,1 2-2,0 1-2,-1 1 0,7 1-1,-13 2 0,7-3-3,-1 5-1,0-1 0,1-4-3,-7 0-3,0 2-1,7-6 1,-7 0 3,0-3-1,0 0 3,6-3-1,-6-5 0,0-3 0,0 1-3,0-2 0,7-3 1,-7 5-3,0-5 0,6 9 1,-6-2-1,6 0-1,-6 4 1,7 1 0,0-1 0,-7 4-1,6 0 2,0 4-1,2-1 1,-2 1 1,0 0 1,1 3-2,-1-2 0,7 1 0,-13-3 0,7 1 0,-1 0-1,0 0 0,2 0 0,-2 0 1,-6-4-2,6 0 2,1 0 0,-7 0-7,7 0-15,-1-4-22,1 4-34,-1-4-48,0 0-22,1 0-7</inkml:trace>
  <inkml:trace contextRef="#ctx0" brushRef="#br0" timeOffset="431003.0924">6476 16669 112,'-6'-4'191,"-1"4"10,1 0-76,-1 8-47,7-1-29,-6 3-20,-1 5-9,7 7-8,-6-4-4,6 8-2,-6-1-1,6 2-2,0-2-2,-8 1 1,8-1-2,-6 0-1,6-5 0,0-3-1,-6-2 0,6-4 0,0-4 1,0 1 1,0-5 0,0-3 1,0 0-1,0-3-1,0-5 1,0 1-2,0-4 1,6-4-2,-6 5 2,6-5 1,-6 3 1,8 3 1,-2-7-2,0 5 0,1 4 0,6-5-1,-7 6-1,1-2 2,6 5 0,-6 3 0,5-4 0,-5 4 1,0 0 3,-1 4 4,-6-1 2,0 5 4,0 7 2,0-5 0,-6 9-3,-1 3-4,0 0-2,-5 0-5,5 4 0,-6-5-1,0-3-1,6 1 0,1-4-19,-1-8-37,1 0-44,0-11-60,6-4-33,-8-5-14</inkml:trace>
  <inkml:trace contextRef="#ctx0" brushRef="#br0" timeOffset="431150.0367">6620 16644 33,'12'-12'157,"-4"9"6,-2-2-67,0 2-41,8 3-22,-8 3-13,7 5-8,0-4-7,0 4-24,-1 2-39,2-3-52,-1 5-28,0-5-15</inkml:trace>
  <inkml:trace contextRef="#ctx0" brushRef="#br0" timeOffset="431341.6501">6691 16796 105,'-6'12'210,"6"-1"7,-7 0-53,1-1-55,6 5-41,-6-1-24,-2 1-16,8 4-9,-6 2-6,6-1-6,0 1-3,0-2-18,0-1-39,6-4-59,2 1-60,-8-8-31,6-7-15,0-2 5</inkml:trace>
  <inkml:trace contextRef="#ctx0" brushRef="#br0" timeOffset="431850.3085">6828 16826 87,'-6'14'151,"0"1"-39,-8 4-44,8-1-30,0 5-16,-8-2-9,8-3-3,-1 4-2,1-8-2,-1 1-1,0-4-2,1-3-6,6-4-7,0-4-4,-6-4-6,6-4-1,0 1-3,6-3 3,-6-2 7,6-2 4,-6 2 6,7 2-1,0 3 3,-7-5 2,6 4 2,1 1 1,-1 5 5,-6-2 6,6 0 4,2 4 2,-2 0 6,-6 0 4,6 4 1,0 2 2,2 1 0,-2 5 0,0-1-1,-6 0 2,7 0-7,-1 4-6,1-5-1,0 5-4,-1-4-8,6 0-3,-4-4-1,4 4 0,2-7-1,-1 4 1,6-8 1,-6 4-1,7-8 1,-1 4-2,1-4-1,-8-4 1,8 4-2,-7-5 2,7 1 0,-7-4 0,-6 1 0,5 0 0,-5 4 1,-7-4 0,0 4 0,0-4 2,-7 4-1,1 3 2,0 1 0,-1-1 2,-6 0 0,6 4 2,-6 4 0,7 3-1,-1 0-1,1 4-1,0 0-2,6 3 1,0 5-3,0 0-1,6-2-1,0 3 0,7 1-1,0-3-13,0 1-28,7-5-44,0-2-58,-1-2-42,1-3-24,0-3-2</inkml:trace>
  <inkml:trace contextRef="#ctx0" brushRef="#br0" timeOffset="431973.2468">7343 17104 119,'-6'11'179,"-1"0"-14,7 3-122,-7 2-108,7-2-57,0-3-32</inkml:trace>
  <inkml:trace contextRef="#ctx0" brushRef="#br0" timeOffset="432307.2341">6952 17610 143,'0'-4'146,"-6"4"-64,6 0-40,0-4-26,0 4-26,0 0-32,0 0-50,0 0-28,-7-3-13</inkml:trace>
  <inkml:trace contextRef="#ctx0" brushRef="#br0" timeOffset="438670.7293">20265 16636 123,'0'0'248,"0"0"10,0 0-24,6 0-87,0 3-61,7 2-40,-6 1-21,12-2-12,-5 0-5,5 3-6,1-3-19,6 0-24,0-2-34,-7 3-42,7-2-74,0 1-35,-6-1-5,-1 5 13</inkml:trace>
  <inkml:trace contextRef="#ctx0" brushRef="#br0" timeOffset="438939.6911">20460 16878 258,'-13'3'388,"0"4"47,6 0 32,-5 1-118,4 0-71,2 2-68,0 1-57,-1 4-38,7 3-26,-7 1-21,7 2-22,0 2-13,0-2-15,0 9-8,0-5-4,0 1-3,-6 3 0,0-2-2,-1-2 0,1 0-3,-1-3-3,-6 0-3,-1-3-8,2-4-21,5-1-28,-6 1-29,7-8-46,-1 5-57,7-9-42,0 0-33,0-3-30,7 0-54,-1-6-3,1-6 32,-1-2 37</inkml:trace>
  <inkml:trace contextRef="#ctx0" brushRef="#br0" timeOffset="439306.694">20707 16954 221,'-12'19'395,"-8"-2"60,0 9 50,-5 0-72,-2 4-55,1-1-39,0-4-39,6 1-24,-5 0-25,5-9-31,6-1-39,-5-3-50,13-1-56,-7-4-54,13-5-44,-7 1-36,7-8-34,0-7-21,7-1-18,-1-1-14,1-3-16,6-1-13,-1 2 3,2-3 10,-1 7 18,6-3 30,-6-2 30,1 6 31,5-2 20,-6 4 17,7 1 9,-7 1 7,-1 2 18,2 4 21,-2 0 29,2 0 24,-1 4 20,-1 2 18,2 6 11,-2-5 2,2 8-11,-1-1-19,0 1-15,0 0-19,-1-4-24,2 3-22,6-3-40,-7-4-71,7 0-110,-2-3-109,2-4-117,0-4-130,-1-10-49,1-1 24,0-6 81,-1-1 98</inkml:trace>
  <inkml:trace contextRef="#ctx0" brushRef="#br0" timeOffset="439477.194">21124 16709 203,'-6'3'559,"-7"1"90,-6 7 55,5 4 37,-5 0-192,-1 7-173,7-5-132,0 6-87,0-2-51,0 2-55,7 2-80,-1-6-114,1-2-139,6-1-132,-7-5-118,14-4-92,-7 0-32,0-7 54,0-7 108,-7 0 114</inkml:trace>
  <inkml:trace contextRef="#ctx0" brushRef="#br0" timeOffset="439624.4582">20922 16779 174,'-6'-8'382,"0"0"95,-1 2 77,0 2-58,7 0-69,-6 4-67,6-4-81,0 4-82,6 0-63,1 0-47,6 4-27,7 4-20,-1-2-58,7 2-116,6 0-128,-5 3-124,5-5-120,1 2-84,-1-1 0,1 1 76,-7-1 104</inkml:trace>
  <inkml:trace contextRef="#ctx0" brushRef="#br0" timeOffset="439911.671">21313 16903 392,'-6'12'484,"-8"2"61,2 1 49,-1-1-106,6 4-91,0 0-73,1 1-56,0-1-40,6 0-40,0 0-38,6-3-36,7 0-37,0-4-35,0-4-21,7-2-16,0-5-18,-8-5-22,8-6-29,-1-3-25,-5-9-22,-2 1-9,-5 1 1,0-4 11,-7 2 28,0 1 24,-7 8 23,-6-2 22,7 7 26,-14 5 21,7 0 15,-7 0 14,8 8 2,-8 4 0,6 1-14,2 3-28,-1 3-56,6-1-104,7 1-121,0-1-121,0 1-126,7-4-92,6 0-14,7-4 64,-1 0 102,0-3 108</inkml:trace>
  <inkml:trace contextRef="#ctx0" brushRef="#br0" timeOffset="440258.6994">22043 16888 169,'0'0'480,"-6"4"127,-7 3 103,6 1-2,-6 2-79,0 2-99,0-1-122,0 0-113,0 3-86,6-3-61,1 3-51,0 1-32,-1 0-20,7 1-20,7-7-14,-1 7-13,0-10-6,7 6-8,1-9-14,5-3-10,-6 0-12,7-8-15,-1-1-11,1-7-12,-8 3-7,2-7-2,-1 3-2,-7 2 14,1-4 14,0 5 18,-7-1 16,0 0 16,-7 5 19,0-2 7,-6 8 10,7 1 11,-8 3 10,-4 0 13,4 7 3,1 1-6,-7 2-6,8 2-16,5 3-38,0-5-64,1 5-116,6-4-127,0-1-119,6-1-103,8-3-84,-2 2-20,8-5 70,-1 1 106,1-4 108</inkml:trace>
  <inkml:trace contextRef="#ctx0" brushRef="#br0" timeOffset="440758.9281">22467 16936 168,'6'0'381,"-6"-4"85,0 8 74,0-4-43,0 4-61,-6 3-43,-1-3-54,1 3-51,-8 0-49,8 4-41,-7-3-34,6-2-41,-5 3-27,5-3-40,1-2-39,6-4-43,-7 4-35,7-8-31,0 0-26,0-2-17,7-6 8,-7 1 16,6 4 22,7-4 22,-7 4 20,8 0 18,-8-1 9,7 1 12,0 7 7,0-5 10,-6 5 16,6 0 28,-1 5 33,2 2 26,-8 1 18,7-1 11,-6 0 7,-1 4-13,1 0-23,6-4-26,-6 5-22,-1-6-20,0 2-21,1-5-12,6 1-6,0 0-3,0-4 3,0 0-4,1-4 2,-2 0-3,8 1 1,-1-5-1,1 5-1,-8-5 2,8 1-2,0-4-1,-1 4-14,1-4-18,-7 4-10,-6 0-8,-1 3-1,1-4 0,-7 5 9,0-2 22,-7 2 23,1 3 30,-8 0 26,2 3 24,-8 2 31,7 2 9,0 4 1,0 0-14,-1 0-16,8 4-23,0-5-22,0 5-19,6 0-15,6-3-20,0-3-26,8-1-36,-2 0-62,8-4-117,-1-2-149,1-4-133,6-2-102,-7 0-53,7-4 24,7 1 104,-1 1 128,8-6 94,-1 1 91,6 3 73</inkml:trace>
  <inkml:trace contextRef="#ctx0" brushRef="#br0" timeOffset="442431.55">23555 16888 62,'0'-4'316,"0"-2"43,0 2 29,0-4-57,0 1-85,6-4-72,-6 0-62,0 0-41,0 0-26,0-4-20,0 1-11,0-1-2,0 4-4,0-4-1,-6 8 14,6 0 28,-6-1 25,6 4 34,-14 1 38,8 6 54,-1 1 52,-6 4 41,0 3 14,7 0-12,-8 3-24,8 1-47,0-1-63,-1 1-68,7 0-42,0-1-21,0-2-17,7 2-10,-1-2-3,0-2-1,8-3-5,-2-3-3,8 0 3,-7 0-3,7 0 2,-8 0-2,8-2 4,0 2 3,-1 4-2,-5-1 2,5 4 1,-6 0 7,0 4 8,-7-1 6,8 1 10,-8 3 3,-6 0 12,6 1 2,-12-2-1,6 6-8,-6-5-8,-8 1-5,2-1-9,-1 0-4,-7-2-5,7-3 1,-6 3-3,-1-7-2,1-1-14,5-4-9,-5-8-14,6 1-13,0-8-7,-1 0-2,2-3 8,12-5 3,-6 4 3,12 1 11,-6-5-1,6 4 1,0 1 2,8-1 0,-1 0 8,0 1-6,6-1 11,1 1 10,-1-1 5,14 0 7,-7 1 5,6-5 10,2 5-4,5-4-5,-1 0-7,-5-1-18,6 1-21,-6 3-21,0-4-17,-8 5-5,-5 3-3,0-4 25,-8 9 17,-5-2 38,0 1 36,-1 7 24,-6 0 19,0 0 10,-6 3 18,-1 5 7,0 2 8,1 5 6,-7 0 6,6 3-8,1 0-10,-7 0-18,6 1-28,1-1-21,6 1-23,0-1-13,-7 0-9,14-4-8,-7 1-9,0-4-17,0 1-15,6-4-18,-6-6-10,0 2-5,0-4 5,7-4 10,-7-3 18,0 0 8,-7-4 16,7-3 9,0-1 5,0 0 4,0 0 1,0 5 9,0-2-7,0 1 0,7 5-1,-7-2-1,6 0 2,7 1-3,-6 3 3,6 0 0,0 1-4,6 0-14,1-1-22,-1 4-24,1-5-30,6 5-40,-7-3-37,7 0-11,1 3-20,-1-4-3,0-3 9,0 3 14,1 0 12,-9-3-1,9 0 20,-7 3 16,-2 1 14,2-1 22,-6 0 37,-8 4 62,1-4 77,-1 4 73,-6 0 68,0 4 68,-6-4 38,-1 4 4,1 0-22,-1 3-22,0-4-35,-5 8-43,4-3-34,2 6-24,-6-2-24,5 2-28,7 1-25,0-1-23,0 1-14,7 0-19,-1-1-15,6-3-25,2 0-20,-1-8-18,7 6-30,-1-9-24,0 0-26,1-5-28,-7-2-24,7 0-8,0-4 17,-8 0 20,1-3 28,-6-1 38,6 1 25,-7-2 17,-6 1 2,0 0 1,0 1 3,-6 3 3,-1-3 30,-6 3 42,0 3 46,1 1 42,-2 7 27,1 0 25,0 0 3,-6 4-12,12 3-26,-6 1-30,7-1-23,-1 0-24,0 4-16,7-4-23,7 4-21,0-3-16,-1 2-17,7-2-25,0-1-26,0-3-33,7 4-35,0-4-38,-1-4-43,0 0-11,1 0 8,-1 0 36,1-4 51,-1 0 53,7-8 59,1 5 42,-8-7 23,8-1 10,-1 0 7,-1 1 11,-5-1 10,0 4 4,-1-3 17,-6 6 33,0 0 50,-7 1 49,2 3 37,-2 1 25,-6 6 9,0 1-11,-6 8-35,-2-1-34,2 7-25,-7-3-9,7 2-9,-8 2-22,8 0-22,-7-2-25,13-1-29,-7-3-27,7-1-33,7-1-25,-7-4-26,13-3-18,-7-1-17,8 1-15,-1-4-11,-1-4-5,2 1 2,-2-4 1,2 3 2,-1-3 10,0-1 22,-6 5 15,-1-2 20,0 2 19,0-1 24,-6 4 24,8-2 22,-8 2 23,0 0 18,6 2 14,-6 2 6,0 4 5,0 3-10,0 0-8,0-1-15,6 5-15,-6-4-16,7 1-18,-1-2-18,1-3-26,6 1-29,0-4-27,0-1-27,0 2-33,7-10-19,-1 5-3,0-7 17,8 3 18,-1-3 27,0-1 31,7-3 24,-1-7 8,1 3-15,5-2-21,-5-6-30,0 1-21,0 1-16,-8-2 1,1 5 23,-6-4 29,-7 7 58,0 5 65,-6-1 62,-7 6 50,0 2 35,0 3 32,-7 8 7,-6-1-1,6 7-9,-5 1-4,-2 3 5,2 4-11,5 1-18,-6 2-28,6 4-30,1 0-30,0 4-36,6 1-22,0 3-18,0 2-13,0 2-9,6-5-7,0 5-15,-6-2-23,7 2-26,-1-7-36,-6-2-37,7-2-47,-7-5-53,0-3-55,-7-3-88,7-5-106,-6-6-105,-1-5-73,1-11-55,-7-2-29,0-9 59,0-3 111,0-3 127,0-8 114</inkml:trace>
  <inkml:trace contextRef="#ctx0" brushRef="#br0" timeOffset="442673.5105">25425 16903 46,'7'-19'307,"5"4"84,-5 5 85,6-1 6,0 3 10,0-2 14,6 3-23,1-1-44,0 4-57,-1 1-63,1 3-74,6 0-69,-7 3-47,7 5-37,-6-1-26,0 0-27,-7 4-19,-1 0-19,2 3-10,-14 1-5,0 4-5,-14-1-1,2 5 2,-1-6 5,-7 6-1,-6-5-10,0-4-14,7 1-36,-1-4-63,0-8-93,7 1-120,0-4-119,6-7-113,7 1-95,0-6-10,7-3 57,0 0 105,6 1 124</inkml:trace>
  <inkml:trace contextRef="#ctx0" brushRef="#br0" timeOffset="442843.449">26115 16757 208,'46'-12'681,"-7"9"152,-13 3 94,1 0 50,-1 3-161,-7 1-270,1 0-242,-8-4-185,8 4-135,-7-4-89,0-4-70,7 4-50,-13-4-39,5 0-43,-6 1-48,8 3-55,-8-4-50,1 8-45,-7-4-49,6 0-3,-6 3 47,0 5 74,0-1 81</inkml:trace>
  <inkml:trace contextRef="#ctx0" brushRef="#br0" timeOffset="442999.7132">26461 16863 238,'0'6'578,"-7"6"142,1-5 79,6 4-8,-7-3-122,7 0-164,-6-2-176,6-3-140,-6 2-84,6-2-72,0 1-53,-8 0-54,8 0-72,-6-1-93,-6 1-116,5-1-103,-6 1-98,0 7-79,-7-4-24,0 4 43,-5 1 97,-8 2 104</inkml:trace>
  <inkml:trace contextRef="#ctx0" brushRef="#br0" timeOffset="451332.558">9259 16771 12,'-7'-8'144,"1"5"-14,-1 0-31,7-5-11,0 8-14,-6-4-6,6 1-3,0 3-3,0-4-6,0 4-7,0 0-5,6 0-6,-6-4-8,0 4-8,0 0-8,0-3-5,7 3-1,-1 0-2,-6 0-2,7 0-1,-7 0 1,6 0-1,-6 0 0,6 0 1,-6 0 0,0 0-3,8 0 0,-8-4 1,0 4 0,6 0-2,-6-4 1,0 4 3,0-7-1,0 3 0,0-3-2,0 0 1,-6-1-1,6-2-1,-8 3 0,8 3 0,-6-4 1,6 1-1,0 3-1,-6 0 1,6 2-11,0 2-23,0-5-31,0 5-28,0 5-41,0-3-54,6 2-20,-6 7 10</inkml:trace>
  <inkml:trace contextRef="#ctx0" brushRef="#br0" timeOffset="452270.2913">9689 16878 2,'-13'6'178,"7"2"18,-2-5-26,2 1-51,-7 0-29,6-4-17,1 4-12,6-4-12,-6 0-12,6 0-7,-7 0-5,7-4-5,-6 0-3,6-3-6,-7-1-3,7 2 0,-7-3 0,1-1 4,0 3 8,-1-1 6,0 1 0,1 0 0,-7 0-1,0-1-3,-6 4-8,5 1-5,-5-1-2,-1 4-1,0 0 1,2 0 0,-2 4 2,0-1 2,1 5 1,-1-1 1,0 0 1,7 0-1,1 5-1,-2-5-3,8 3-3,0-1-3,-2-6-2,2 4-2,6 0-1,6 1 1,2-4 1,4 4-1,8-2 1,-1 2-1,1-1 0,6 4-1,7-4 0,-1 4 1,1 0 0,-1 0 0,-6-4 1,7 4 1,-1 0-1,-5 1 0,-8-2 1,8 1 2,-15 1 0,1-1-2,1 3 4,-14 4-1,0 4 2,-7 1-2,0 2-1,-6 0-1,-7-2 0,-6-1 0,7 0 5,-13-4 5,6-7 1,-1 0 2,-5-3 0,6-8-2,6 0-4,-5-8-5,5-3-3,0-4-1,7 1-2,7-5-1,-1-4-1,7 6 2,7-9 1,-1 8 1,7-5-2,7 3-1,0-3 2,5-2-2,1 2 0,6-2 0,-5 3-6,5-4-13,1 4-13,6 4-17,-6-3-11,0 5-15,-1-2-6,-6 6 3,7-2 3,-7 3 7,-7 4 7,1 0 9,0 0 13,-14 3 9,7 0 15,-7 0 11,-6 1 10,0 3 13,0-4 7,-6 4 9,-1-4 3,1 4 7,-8-4 7,8 4 8,-7-2 11,7 2 8,-7 0 4,6 0-2,1 2-9,6 2-15,-7 4-15,0 3-17,7 3-11,0 1-5,0 3-3,-6 4-2,6-3-1,0-2 0,0 6 1,0-9 0,-6 5 1,6-5 1,0-3 1,-7 0 0,7-3-1,-7-1-2,1-2 0,0-5 0,-1-5-3,1 2 0,-1-9 0,0 1 2,7-7-2,-6 0 0,6 0 0,0-1 0,0 2-3,6 1 2,1 1-2,0 0 1,6 5 1,-1 3 1,2-5 0,5 9 1,7-1 1,-6 1-2,6 3-12,0 0-16,0 3-21,7-3-25,-8 4-27,9-4-29,-9 3-15,7 1-18,-6-4-26,1 4-8,-7-4 8</inkml:trace>
  <inkml:trace contextRef="#ctx0" brushRef="#br0" timeOffset="453105.4595">10250 16837 77,'-8'0'181,"-4"0"-7,5 3-39,-6 1-28,6 4-18,1-1-14,-6 3-12,4 2-7,2 2-12,0 6-7,-1-6-5,0 4-5,7-4-8,0 1-6,0-4-5,0 1-2,7-2-2,0-6-3,-1 3 2,0-7 0,2 0-2,4-7 1,1-4-1,0-4 0,-6 1 0,5-8-2,2 0-1,-8 4-3,0-5-1,2 1 0,-8 8-1,0-5 1,0 5 3,-8 3 2,2-1 4,-6 10 1,4-2 2,-4 0 1,5 8-1,-6 0 2,0 2-3,7 2-1,0 3-2,-2 0-2,8-1-1,0 2-3,0-1 1,8 0-2,-2-1-4,6-2-5,2-5-12,-1 1-10,7 0-16,-2-8-16,9 0-11,-7 1-4,6-5 3,-1-2 8,-5 2 10,6-3 16,-6 4 15,-1-4 10,1 4 7,0 0 7,-8 3 3,1 0 9,-6-3 14,6 7 13,-13-4 13,6 4 10,-6 0 10,0 4 6,0-4-4,-6 7-6,-1-3-3,7 3-5,-6 0-5,-1 0-4,1 5-5,-1-5-7,1 3-7,6-1-5,-6 1-7,6-3-5,0 1-3,6 0-3,-6-4-2,6-2 0,1-2 1,6 0 1,-7 0-1,7-2 0,-7-2 1,8-4-1,-1 0 0,-6 1 1,5 0 0,-5 0 0,6-4 0,-6 3-1,-1 5-1,-6-5 0,6 4 2,-6 1-1,8 3 2,-8 0 0,0 0 1,0 7 0,0 1 2,0 3 0,0 0 0,-8 3 2,8 1-2,8-3-1,-8-3-1,0 3-2,6-4 0,0-1-2,1 0 1,6-4 1,0-3 0,-1-3-2,2-4 1,6 0-1,-8-5-7,8-5-10,-1 1-15,-5-2-12,5-4-13,-6 3-13,0 2-4,1-6 4,-2 5 10,-6 3 12,1 1 14,0 3 18,-1 3 17,-6 1 12,0 3 10,0 4 9,0 4 7,0 0 7,0 7 3,0 0 5,-6 7 3,6 1 1,0 2-1,-7 5-1,7 3 4,-7 0 0,7 5 3,0-5 2,-6 3-5,6 2-7,0-1-13,-6-4-11,6-4-11,0 1-11,6-7-11,-6-1-17,0-6-22,0-3-25,6 3-30,-6-4-27,7-5-27,0-3-18,-7 0-24,0-7-31,6-5-3,-6-6 14</inkml:trace>
  <inkml:trace contextRef="#ctx0" brushRef="#br0" timeOffset="453317.7318">10894 16774 49,'7'-17'192,"-7"5"14,6 1-39,1 4-48,-7-1-35,7 5-13,-1-1-6,0 4-2,0 0-5,8 7-5,-8 1 1,7 3-11,-6 4-9,0-1-8,5 5-8,-12-1-4,7 4-8,-7 4 1,0-4-4,-7-1 0,7-1-1,-6-3-3,0-2-9,-1-4-24,0 0-37,7-7-47,-6-1-49,6-6-58,0-1-23,0-4 5,0-2 28</inkml:trace>
  <inkml:trace contextRef="#ctx0" brushRef="#br0" timeOffset="453612.7178">11324 16719 145,'0'4'239,"0"0"23,-6 3-35,0 8-40,-2-1-18,-4 5-6,-1 3 0,0 4-6,0-4-19,-1 0-21,8-1-26,0-1-30,-1-6-28,7-3-18,7 0-12,-1-4-5,0 0 0,8-3-1,5-4 0,1-4 3,0 0 3,-1 1-1,7-1-2,0 1 0,-6-1 1,-1 1-4,1-1-4,0 4 0,-8 0 3,-6 4 1,1 3-1,-7 0 6,0 11 2,-13 0 0,1 12-2,-8-5 0,0 8 0,1-4-15,-7 5-45,6-9-61,-6 0-69,7-2-71,5-9-81,-5-2-30,6-9 22,6-3 50</inkml:trace>
  <inkml:trace contextRef="#ctx0" brushRef="#br0" timeOffset="453751.6414">11598 17079 35,'6'3'170,"0"1"5,-6 0-57,8 3-66,-8 0-55,0 0-47,0 5-62,6-5-32,-6 0-13</inkml:trace>
  <inkml:trace contextRef="#ctx0" brushRef="#br0" timeOffset="456807.2319">17684 16379 40,'-20'-4'142,"1"4"-27,-8-3-36,2-1-14,5 4 1,-6 0 1,6 0 3,-5 0 4,-1 0 5,0 4 4,6-1-5,-7 5 2,1-4-1,1 3-4,-1 3-7,6 2-7,-6-1-7,-1 3-10,2 1-10,-1 3-10,-6 1-4,5 6-3,-5-3 1,6 7 1,-7 1 5,1 3 11,-8 4 21,7 3 20,1 0 30,-7 1 34,6 2 29,1 2 17,6 1-3,0 3-17,6-2-28,7 0-35,0-3-35,13 1-30,0-2-18,0-1-12,13-6-4,0 1-3,7-6-1,-1 3 3,8-1-1,-2-4-1,7 1 1,8-1-2,-1-3 3,7 4-2,-1-5-2,1-4 0,6 1 1,6 1-2,-5-1-2,6-4 0,-1 1 2,1-2 2,0-2-2,-1-1 3,7 1 1,-6-3 0,6-1 0,0-4-2,0 0-1,0-3 1,0 0 0,-6-4-1,0 0 1,6 0-1,-7-4 2,-5 4 0,5-4 1,-5 0 2,-2 4-2,2-3 0,-1 3-3,1 0 0,-2 0-1,-5 0 1,6 0 1,0 0 1,-6 3-1,-1-3 0,1 4-2,-1-4 0,1 0-1,0 0-2,0-4 1,-1-3 0,-5 0 1,5-8-3,-7 0 0,9-3 1,-9-4 1,1 0-1,7-3 1,-7-1 2,7-3 1,-1 0 2,-5 0-1,5-5 1,-6 5-1,7 0-2,-13 0-4,5 2 1,-5 1 1,0 1-9,-1-1-1,-6 1-5,-6-1-3,0 4-11,-1-7-15,-5-1-9,-8 1-11,0-4-10,-6-3-14,0-4-2,-6-1 4,0-3 12,-8 0 11,1 0 18,0 4 20,0 0 22,-7-1 19,1 5 22,-1 3 18,8 4 10,-8 4 9,0-2 2,-6 5-1,7 4-13,-1 0-11,-6 3-3,0 0-6,0 1 1,-7-1 2,8 4-2,-8-4-1,0 1-2,0-1-2,-6 1-11,7-1-8,-7 1 0,7-1-2,-8 0-5,-5-3-1,6 7-1,-1-3-3,1 2-3,-7 1-1,1 3 0,-1 1-3,1-1 2,-8 1 1,2 4 3,5-1-2,-7 4-1,2-3 2,-1-1 3,-1 4 3,1-4 0,0 0 5,0 1 1,0-1-3,6 1-3,-6 3-5,0-4-1,0 4 3,0 0 3,-1 0 8,2 4 9,-1 3 4,-7 4 3,6 3-6,1 5-5,-7 3-1,8 0-6,-8 7 1,7 0 7,-7 1 18,7 3 17,-6 0 6,6-1 16,-7 2 15,6-2 5,1-2-3,7-5-5,-1 2-7,7-6-9,0-3-18,7 1-12,5-5-9,1 1-3,0-1 2,7-6-3,6 4-2,-6-2-3,11-3-8,-4 1-8,5 3-6,0-4-7,1 4 6,6 0-4,0-1-1,0 2 0,0-1-7,6 0-9,1 1-20,-7-6-15,7 2-20,-1-1-25,0 1-20,-6-5-15,8 1-10,-2-1 0,0 1 5,-6-4 0,7 0-9,-7 0-30,6-4-58,-6 1-68,7 3-72,-1-4-72,1 1-27,-1 3 21,-6 0 64,6 0 75</inkml:trace>
  <inkml:trace contextRef="#ctx0" brushRef="#br0" timeOffset="456975.6883">17606 16673 464,'0'0'533,"0"-4"14,-7 0-60,-6 8-180,7-4-334,-7 6-217,6-1-162,0 2-72,1 0 27,0 4 68,-1-7 81</inkml:trace>
  <inkml:trace contextRef="#ctx0" brushRef="#br0" timeOffset="458429.351">20349 15870 141,'-19'-4'185,"-1"4"7,0 0-89,1 0-40,-1 0-10,7 0 3,-6 4 18,-1-4 21,7 4 32,0-4 45,0 3 27,0 1 16,0-1 4,6-3 11,1 4 3,0-1-14,-2-3-10,2 4-12,6 0-9,0-4-26,0 4-35,0-4-30,0 0-28,0 0-23,0 3-15,6-3-9,2 0-6,4-3 10,1 3 13,7-4 11,6 0 10,0 0 10,13 1 11,-6-1-3,13-3-7,-1 0-2,7-1-13,7 1-7,-7 0-8,7 0-8,6-1-2,-6 1-3,6 3 0,0-3-1,-6 3-7,6 4-2,0-3-5,0 3-2,0 0-2,-7 0-2,7 3-6,-6-3 1,0 0-5,-7 4 1,1 0-1,-2-4 0,-5 3 5,-1 1 4,1-4 2,-7 4-1,7-4-1,-7 0 1,0 0-1,-7 0-9,8 0 3,-7 0-2,-1 0-3,1-4 2,-1 4 3,7 0 5,-13 0 0,7-4 4,-1 4 2,-6 0 0,1 0-1,-7 4 2,6-4-3,-7 0-3,1 0 0,-2 0 1,2 0 0,0 4-6,-7-4-2,0 0-1,6-4 1,-5 4-3,-1 0 2,0-4 0,6 4 3,-5 0 4,-2 0-1,8 0-3,-7 0-6,7 0 3,-8 0-2,8 4 1,-7-4 7,7 4-1,-8-4 4,2 3-1,-8-3 0,7 4-4,-6-4-8,-1 4 4,-6-4-1,7 0 0,-7 0-10,0 0-15,0 0-35,0 0-50,-7 0-69,1-4-90,-1 4-92,-6-4-66,1 1-42,-8-5-20,6 1 5,-5 3 18,-7-3 41,6 0 54,-12 0 59,5 3 62</inkml:trace>
  <inkml:trace contextRef="#ctx0" brushRef="#br0" timeOffset="459525.1894">15834 5329 109,'-26'-2'146,"-1"4"-55,1 3-31,0 2-17,-7 4-9,1 3-1,6 5 3,-7 0 6,1 2 6,6 4 0,-1-2 0,1 0-2,1-3-4,5 3-14,6-5-7,8 0-4,0 1-5,6-5-3,12 5 1,2-4 3,6-1 2,5-3 1,1 0 3,14-4-3,-1-3-2,13-1 0,-7-6-1,8-1-2,-1-3-1,0 0-2,6-4-2,-5-3-13,-1-5-21,0 0-30,-6-3-31,6-3-31,-13-4-38,0-4-33,-7 0-5,1 0 16</inkml:trace>
  <inkml:trace contextRef="#ctx0" brushRef="#br0" timeOffset="459952.3015">16374 5209 114,'-13'-14'111,"7"3"-15,-14 3-11,7 8-7,-7 0 0,-6 3-3,7 5-2,-7 6 6,6 1 0,-6 11-2,7 0 0,-1 6-5,7 5-9,0 1-14,7 5-12,6-3-12,12 4-9,2-4-7,5 1-4,7-4-2,7-8-3,-1 0 1,8-3-2,-1-9-3,-7-2-2,7 1-8,-7-10-10,1 3-12,-7-6-12,0-3-7,-6 0 0,-1-3 6,-5-6 10,-8 6 10,0-4 14,-6 0 11,0-1 9,-6 4 6,0-4 5,0 6 5,-2 2 4,2 0-1,0 0-4,-7 2-3,6 6-3,7-4-3,0 4-4,0 3-2,7-5-1,-1 3-1,7-3 0,7 2 0,0-5-2,-1 1 2,1-4-1,-2-4 1,2 1 0,0-1 0,-1-3 2,-12-5-2,6 6 1,-13-10-2,0 6 3,-6-1 2,-1 0 3,-12-1 5,-1 5 4,1 0 1,-7 4-2,-1 3-2,-5 0-5,6 7-4,6 0-6,1 4-5,5 0-29,8-1-45,6 5-83,6-7-57,14 3-31,0-11-11,-1 0 18</inkml:trace>
  <inkml:trace contextRef="#ctx0" brushRef="#br0" timeOffset="460533.1952">17182 5470 73,'-12'-4'203,"-2"4"25,1 4-43,-13-1-30,6 1-13,-6 3-17,1 5-16,-1-2-16,6 5-23,0-1-15,1-3-15,5 4-11,8-1-10,0 2-6,6-7-5,0 3-2,12-1-1,-4 0 0,4 1 1,8-6-2,-1 2-1,7-1 2,-6-3-4,6 3 1,-7-3 0,7 3-1,-6 0 1,-7 1-2,7-1 0,-14 1 0,7-1 1,-13 0 5,0 4 1,-7 0 1,-5-3 4,-2 2 0,-5 1 0,-1 1 0,-6-5 9,0 0 7,7-4 6,-7 1 2,6-4 4,7 0 2,0 0-9,0 0-7,13-4-6,0 1-5,0-1-3,7 1-7,6-4-2,0 3-4,7 0 1,-1 0 0,7 1-2,0 3 0,0 0 2,7 0 0,-7 0 2,0 0-2,0 0 1,7 0 0,-8-4 0,8 0 0,-7 1-2,0-4 2,0-1 2,0-3 0,1 0-3,-9-1 3,2 2 0,-6-5-2,-1 1-1,-1 3 0,-5-4 0,0 1 0,-1 3 0,-12 0 1,6-1 1,-7 4 1,-6 6 0,0-2 0,-7 4 3,0 6 2,2 2 2,-2 4 3,1 2 1,-1 1 0,0-1-3,7 5-1,7-1-3,-1-3-2,0 3-2,14-3-3,0 0-13,12-5-47,1 1-63,6-3-78,7-4-99,-1-4-55,7-4-19,0-4 30,0-3 54</inkml:trace>
  <inkml:trace contextRef="#ctx0" brushRef="#br0" timeOffset="461061.7234">18029 5510 123,'-6'-4'206,"0"0"17,-8 4-73,-6 4-33,1 3-23,-1 1-16,-6 6-12,7 1-10,-1-1-9,0 1-8,2 0-12,10-1-7,-4 1-5,12-4-5,0 1 0,6-2-3,0 1 1,8 0 2,6-4-1,-1 0 0,1 1-1,6-4 1,0 3-2,-1-3-3,1 0 0,-6-2-2,7 6-2,-9-4 2,-4-1 3,-1 2 4,-6 2 4,-7-3 1,0 2 2,-14 3-1,2-3-5,-8 2-3,0-1-1,-5 1 7,5-5 12,-6 1 10,6-4 10,1-4 6,5 1 5,2-1-6,12-4-11,0 1-11,6-3-8,8-2-9,4 1-4,9 3-2,-1-2-4,0-1 0,7 3-1,5-3 2,-5 0-1,6 4-1,0-8 0,0 1 2,0-1-1,1 1 0,-1-8 0,-7 3 0,1-3-1,-7 0-2,0-3 1,-7 2-2,-5-2 0,-8 4 1,0-2 0,-12 0 2,6 3-1,-6 1 1,-8 4 0,1 1 4,1-1 4,-2 7 5,2 4 3,-2 4 4,1 4 8,0 12 5,-6 1 1,5 5 3,2 8 0,5 6-1,0 1-4,1 0-9,6 3-8,0 0-11,6-3-36,1-1-62,6-6-89,-7-1-119,8-7-64,-1-7-28,-7-5 14,-6-10 49</inkml:trace>
  <inkml:trace contextRef="#ctx0" brushRef="#br0" timeOffset="461233.6248">18297 5466 266,'0'0'341,"0"0"19,-7 0 18,7 4-133,0-1-78,0 1-52,7 3-31,-1 5-17,0-6-15,14 5-19,-1 1-13,7 2-30,7-3-74,-1 3-95,8-3-119,-1 0-63,0-6-33,1-2 3,-2-3 61</inkml:trace>
  <inkml:trace contextRef="#ctx0" brushRef="#br0" timeOffset="462136.1577">19665 4667 104,'-20'-15'176,"1"1"-40,-1-1-15,-6 1-8,6-2-12,-5 5 2,-1 1-12,0-1-3,-1 3-4,-5 5-4,6-5-2,-7 8-10,7 0-3,-7 4-2,7 3-10,0 1-9,0 6-9,1 4-3,5 2-8,6 5-8,1 4-3,1-3-1,5 6-4,7 2 0,7-1-1,-1-1-1,0-1-1,7-2-2,7 0 3,0-4 0,-1 1 1,7-4 0,-6-4 1,6 0 1,-7-3-1,1-3-1,0-2 0,-8-3-2,2 1 6,-8-2 4,-6 2 0,0-1 2,-6 5 0,-8-2-2,2 6-5,-8 1-4,-6-2-1,7-1-3,-7 2 0,-1-2 1,1-3 2,6-3 2,1-1 2,-1-4 3,8-3 3,-2 0 0,8 0 2,-7-3 0,6-1-2,1 4-3,-1-3-2,7 3-2,0 0-1,0 0-4,7 3 0,-1 1 4,1 6 5,6 5 2,0 4 3,0 2 3,6 8 0,1 8-5,0 4-3,-8 0-4,8 2-1,-1 5-4,-5-4 0,-2 4-2,2-1 3,-8 1-1,-6-1 3,0 1-1,-6 0-1,-14 0 2,8-2-5,-8-2-6,-7 1-28,9-1-67,4-4-96,-6-7-119,7-4-59,7-3-30,-7-11 10,6-12 56</inkml:trace>
  <inkml:trace contextRef="#ctx0" brushRef="#br0" timeOffset="462305.061">19626 5842 250,'19'-2'424,"1"-2"39,-7 0 19,0 4-71,-7 0-172,1 0-120,-1 8-118,1-2-98,0 2-78,-1 3-63,0 3-61,1-2-68,-7-1-1,7 0 33,-1-4 43</inkml:trace>
  <inkml:trace contextRef="#ctx0" brushRef="#br0" timeOffset="464613.0732">20115 15727 195,'-8'0'223,"8"0"8,-6 0-82,0 3-60,0-3-40,-1 4-25,7-4-12,-7 0-7,7 4-4,0-4 0,0 0 0,-6 0 4,6 0-3,0 0 0,0 0 3,0 0 2,6 0 2,-6-4 8,0 4 5,7 0 1,0-4 1,-1 4 1,0-3 2,0 3-3,8-3 1,-8-1 9,7 4 5,1-4 4,5 4 4,-6-4 3,7 1 8,5 3 4,-5-4 0,6 4-2,0 0-2,7-4-4,0 4-8,5 0-10,2 0-9,-1 0-3,0 0-5,7 0-3,-7 0-3,6 0-2,-5 0 2,5 0 2,-7 0 5,9-3 8,-9-1 7,2 0 7,5 1 4,-6-5-1,1 5-5,5-4-3,1 3-9,-7 0-8,13 0-5,-7 1-3,2 3-5,4 3-3,-5 1-2,7 4-2,-2-1-1,-5 4-2,6 0 3,-6 0 15,6-4 15,-7 4 7,8-8 6,-1 5 2,-7-5-3,7 1-13,1-4-14,-8-4-7,7 1-3,-7-1-3,2-3-1,-2-4-1,1 0-1,-7 0-3,-1 0-2,2 0-4,-1 0-12,0-3-20,1 7-22,-8-5-25,7 4-25,-7 1-24,1-1-13,-7 6-7,7-2 0,-7 0 4,-6 0 6,-1 4 12,1-3 15,0 3 19,-8-4 18,-6 4 22,8 0 24,-8 0 23,1 0 15,-7 0 10,6-4 4,-6 4-12,0 0-30,0-3-53,0 3-66,0-3-35,-6-5-16,6 4 2</inkml:trace>
  <inkml:trace contextRef="#ctx0" brushRef="#br0" timeOffset="464778.9973">22961 15515 284,'0'4'377,"0"-2"30,0 6-6,-6 0-174,6-1-122,-6-3-121,6 3-98,0-4-78,0 1-55,0-4-49,6 0-11,0-4 21,2 1 34</inkml:trace>
  <inkml:trace contextRef="#ctx0" brushRef="#br0" timeOffset="466585.9013">15794 6287 8,'-19'-9'203,"-1"-1"7,8 3 6,-2-5-101,1 5-52,7-1-30,-1 2-18,7-2-7,7 1-4,-1-1-3,1 1 3,5-5 3,2 6 4,-2-2 1,8 2 4,0 1 4,-1-2 0,7 0 2,1 3 0,5 1 4,7-1-4,1 4-2,5-4-3,7 4-5,0-4-3,6 4-3,1 0-3,6 0-1,1-3 3,5 3 2,1 0 6,6 3 9,0-3 9,7 0 10,0 0 5,0 4 3,6-4-3,0 0 1,0 0-1,7-4 0,-7 1-4,7 3-1,0-4 0,-7 1-7,-7 3-7,1 0-6,-6 0-5,-2 0-6,-12 7 0,1-4-3,-14 5-2,-6-1-1,-1 4-1,-12-4 2,-1 4-3,-6-3 0,-12-4 1,5 3-2,-6-3 0,-6-1-10,-1 2-35,-6-3-43,0-2-60,-6 4-78,-1-4-70,-6 4-26,0 0 13,-7-4 34</inkml:trace>
  <inkml:trace contextRef="#ctx0" brushRef="#br0" timeOffset="473416.0635">23535 4325 77,'14'-6'201,"-14"-2"26,6 5-41,-6-5-29,6 4-17,-6 1-15,0 3-18,-6 0-24,0 0-25,-1 3-21,-6 5-14,-7 4-8,1-3-5,-1 3 0,1 3 0,-1 4 0,0-5-3,8 4-2,-2-4 0,1 1-1,7 4-4,6-4-1,0-1-1,0 1 0,13-4 1,0-4-1,0 1 3,7-1-1,-1 1 1,1-2 1,0-2-1,-2 3 0,9-3-1,-7 4-1,-2-1 1,2 0 0,-7 4 0,1-3 2,-2 3 1,2-4 3,-8 4-3,-6-4 1,0 1 0,0 2-1,-6 1-2,-1-3-12,0 3-35,1-5-52,0 2-68,-8-4-75,8-4-40,6-4-9,0-6 23</inkml:trace>
  <inkml:trace contextRef="#ctx0" brushRef="#br0" timeOffset="473574.984">23829 4300 101,'12'-14'296,"2"3"24,-8 0 13,0 4-94,1 0-86,6 3-61,-6 4-43,6 0-23,0 4-12,-1-1-8,2 1-20,5 3-42,1 4-55,0-4-64,-8 4-81,8 0-40,-1 1-5,-5-5 27</inkml:trace>
  <inkml:trace contextRef="#ctx0" brushRef="#br0" timeOffset="473753.7541">23978 4348 172,'-19'8'312,"6"3"26,-7-4 12,1 4-115,6 0-81,-7 3-63,7 1-36,0 0-26,0 3-10,0 1-12,7-1-14,6 0-39,0 0-50,0-3-67,13 0-89,-7-1-53,14-7-19,-8 1 21,8-8 41</inkml:trace>
  <inkml:trace contextRef="#ctx0" brushRef="#br0" timeOffset="474368.4617">24252 4454 138,'0'-3'287,"-6"3"23,0 0 14,-2 0-112,2 3-78,-7 1-51,0 4-33,0-1-24,-1 0-11,2 1-7,-2-1-3,8 0-5,0-3 0,6-1-13,0 1-19,0-4-17,6 0-18,8 0-15,-8-4-12,14 1 5,-8-1 12,1 1 15,7-1 15,-6 4 17,-2 0 12,8 0 11,-7 0 5,-1 4 3,2-1 5,-2 1 2,8 3 1,-7 1-2,1-5 0,-2 4-1,2 0-1,5-3-3,-6 0 2,0 0-2,7-4 1,-8 0-1,2-4 0,-1 4 1,0-8-1,-7 6-2,1-6 1,-7-3 0,0 0 0,0 4 3,-7-4 0,1 0 7,-1 3 5,1 2 4,-7 1 3,6 1 0,-6 1 0,7 6-3,-8 1-6,8 1-4,0 1-2,-1 5-3,1 4 0,6-4-3,0 4 1,0 0 0,6-5-2,1 9 1,5-5-1,2 0 0,-2-3-1,2 4 0,5 0 0,1 3 0,0-3 1,-1 0-1,-6 3 0,6-3 0,-5 4 0,-8-5-2,0 1-1,1-1 3,-14 4 0,-5-4 0,-2-2 1,-5-1 2,-7 0 7,0-4 8,0-7 12,-1 0 6,8-4 4,-7-3 4,6-4-7,8 0-9,4-3-9,2-1-10,6-3-4,6-1-5,8 4-1,-1 1-1,7 3-2,-1 0 4,7-1-1,0 2-2,6 3-10,1-1-21,7-3-26,-2 4-31,1 0-37,1-4-38,-1-3-42,0-1-24,0-1 2,-6-1 18</inkml:trace>
  <inkml:trace contextRef="#ctx0" brushRef="#br0" timeOffset="474808.2412">25027 4257 36,'-6'-15'258,"-1"0"33,1 4 27,0 4-73,-2 3-59,2 1-42,0 3-33,-7 0-23,6 7-9,1 5-3,-7 2 3,6 4-2,-6 0-3,7 7-8,0 2-15,-2-2-15,8 1-18,0 3-5,0-3-9,8-1-18,-2-2-21,0-1-26,0-4-32,1-4-31,0 1-28,-1 0-11,1-4-2,-1-4 10,1-4 26,0 1 25,-1 0 27,0-8 25,-6 0 21,6 1 13,-6-1 14,0 1 8,8-2 4,-8 5 3,0-2 3,6 2 1,0 0-4,1 0 0,-1 0 4,1 0 3,0 2 0,5-2 3,2 5 3,-2-5-2,2 0-2,5-5-3,1 3 0,0-2-3,-8-4-4,8 1 1,-13-1 1,5-2 0,-12-1-1,0 0 7,0 0 5,-6 4 3,0-4 10,-8 3 11,-5 8 14,5-3 10,2 6 5,-8 5 2,7-2-6,0 10-8,0-2-12,7 4-15,6 4-11,0-3-20,6 2-50,7 2-63,7-1-78,-1-3-99,8-2-50,-2-3-14,1-2 27</inkml:trace>
  <inkml:trace contextRef="#ctx0" brushRef="#br0" timeOffset="478506.4809">2033 5257 196,'6'-8'278,"-6"-3"27,0 8-23,0-1-78,-6 1-44,-1 3-31,7 3-26,-6 4-15,-8 9-11,2 1-9,-2 9-4,2 4-5,-8 6-7,1 8-10,-1-1-9,-6 6-10,6-2-9,-7 5-6,9-4-6,4-5-9,-5-6-24,13-5-60,-2-6-70,8-4-76,0-11-90,8-7-44,4-8-5,1-10 47</inkml:trace>
  <inkml:trace contextRef="#ctx0" brushRef="#br0" timeOffset="478796.6983">2059 5312 204,'6'-8'315,"7"1"16,-6 3 8,6 4-125,-7 0-93,7 4-56,6 3-25,-5 9-12,5-2-5,1 1-4,0 6-3,-1 1 0,7 0-2,-6 5-4,0-2-2,-2 0-1,-4 0-3,-1 1 0,-7-4-4,0 0 2,-6-3 1,0-1-1,-12-4 1,5-2 0,-13-1 2,8-8 0,-8 1 0,7-8-1,-7 1 1,1-5 0,0-2-1,5-5-2,1 0-1,7 1-3,-1-1-3,1 3-2,6-2 0,6 3-5,7 4-8,7 0-24,-1 3-39,14 1-66,-1 6-89,8 1-59,-1-1-22,0 4 7,7 1 33</inkml:trace>
  <inkml:trace contextRef="#ctx0" brushRef="#br0" timeOffset="479182.2232">5734 4795 149,'-7'14'320,"0"-2"25,7-5 12,-6 1-100,6-1-89,-7 0-63,7 0-26,0 1-1,0 7 17,0 3 17,7 4 17,-1 7 10,1 8-10,0 3-16,-1 4-24,0 3-20,2 6-23,-2-3-19,0 1-18,0-2-43,1-6-75,6-2-89,-13-9-90,7-6-80,5-11-76,-12-5-6,8-13 44,-8-8 72</inkml:trace>
  <inkml:trace contextRef="#ctx0" brushRef="#br0" timeOffset="479529.2634">5720 4898 254,'7'-14'353,"-7"2"18,7 5 9,-1-1-121,0 6-118,8-3-58,-2 5-28,2 0-1,5 0 7,-5 7 5,5 1 6,0 3-6,1 4-5,-7-1-13,7 5-15,-8-1-7,-5 4-8,0 0 0,-7-1-1,0 6-3,-7-6 4,0-2-1,1-1 1,0-3-1,-1-5-5,7-2-7,-7 0-11,7-5-8,0 0-5,7-3-2,0 0 1,5-3 4,8 0 6,-1 3 4,7-5 3,1 2-1,5 6 3,1-3 2,-1 5 4,1 1 7,-1 5 8,-6-3 19,1 4 40,-14-3 51,0 7 31,-7-2 16,-12 8 1,-1 1-14,-6 6-47,-12 4-170,5 0-224,-13 3-192,1-3-101,-1-3-55,1-8-17,6-8 102</inkml:trace>
  <inkml:trace contextRef="#ctx0" brushRef="#br0" timeOffset="479685.0695">6920 5107 567,'26'-4'703,"0"-4"-44,-7 1-220,-6 4-206,0 3-510,-13 0-261,0 3-130,-13-3 28,-6 0 211</inkml:trace>
  <inkml:trace contextRef="#ctx0" brushRef="#br0" timeOffset="481421.6967">1720 6575 20,'0'0'173,"-7"-3"4,7-1-27,0 4-12,0 0-5,0-3-5,0 3-2,0 0-2,-7 0-5,7 0-10,0 0-13,0 0-14,-6 0-18,6 0-13,-6 0-14,0 0-12,-2 0-7,2 3-7,-7 1-5,0 3-3,0 1-2,-7 0 0,1 1-2,6 3 0,-6 3 1,-1-5 0,6 5 0,2-1 0,-1 1 1,0 4 0,6-5 0,1 1 1,0 0-2,12 3 3,-6 1-1,6-5 1,7 1 0,0-4-2,6 0-1,1-4-4,6-7-5,1-4-14,5-3-32,1-8-30,-1-7-26,1-3-17,-1 0-12,-6-9 6,7 2 25,-7 2 31,-6-3 26,-1 4 27,-6 3 23,0 4 18,-7 3 16,8 5 11,-8 3 8,-6 4 5,7 3-1,-1 4-2,1 7-7,-7 1-6,13 10-7,-7 0-8,8 5-9,-2-2-6,8 4-5,-1 5-7,1-4-13,6-1-28,0 1-55,7-4-90,6-7-50,0-1-24,0-6-1</inkml:trace>
  <inkml:trace contextRef="#ctx0" brushRef="#br0" timeOffset="482876.1952">5636 6107 168,'-7'-8'245,"7"1"25,0-1-68,-6 6-44,6-3-35,0 2-38,0 3-26,0 0-21,0 3-14,0 2-6,0 1-4,0 5-4,0 8-3,6 3 0,-6 7 0,7 5-3,-7 2-1,6 7-1,-6 1-1,0 4-1,7-4 0,-7-3 0,0-1 0,0-11 1,6 1 1,-6-9-2,0-3 1,0-3 2,0-3-1,0-5-1,7-4-1,-7 1 0,0-8 0,0 1-1,7-8 1,-7-5-2,6 2 1,0-1 1,1-2-1,0-2 0,5-3-3,-5 8 1,6-5 1,6 5 1,-5 3 0,5-1-1,-6 5 4,6 0 1,1 7-2,0 0 0,-7 4 2,0 4 1,0 1 2,0 3 0,-13 6 2,0 1 1,0 2 3,-13 1 2,-7 4 1,1-1 2,-7-2 1,-7-2 2,1 2 1,-1-8-4,7-5-13,-6-3-44,5-3-62,1-8-73,6-3-82,8-3-43,5-5-12,7 0 28</inkml:trace>
  <inkml:trace contextRef="#ctx0" brushRef="#br0" timeOffset="483019.3253">5870 6495 222,'7'4'335,"0"0"20,-1-1 11,-6 1-120,0-1-107,-6 1-69,6 3-62,-7 1-69,0 3-90,1 0-106,-7 3-57,7-3-23,-8 0 10,8-4 42</inkml:trace>
  <inkml:trace contextRef="#ctx0" brushRef="#br0" timeOffset="484012.9521">1446 7257 23,'-32'-4'170,"-2"-3"21,9-1-52,-1 6-29,0-6-11,6 0-6,1 5-10,-1-1-13,7 1-7,6-5-7,-5 5-6,5-1-8,7-1-11,-7 3-7,7-3-9,0 3-5,7-2-3,0 0 0,5-4 6,2 4 6,12-3 5,-1 5 6,9-6 2,4 0 0,1 1-6,14 3-3,-1 0-7,7-2-6,-1-2-1,0 1 0,8-5 5,-1 2 2,0-9 11,0-3 7,0-4 12,-6-3 8,6-7 12,-6-1 9,-1-7 6,-11 0 3,-2 0 4,-7-4-2,2 1-8,-21-1-8,7 1-9,-19-1-9,0 4-5,-7 0-4,-7 4-3,-6-1-4,-7 5-4,-6 3-2,-7 0-4,-5 4-2,-7-1-3,-2 7-3,-5 6-2,1-2 1,-2 12-4,-5 4-6,-1 3 0,0 7-2,0 12 0,1 1-3,-1 14-2,8 10-1,-8 8 0,6 6-2,1 13-4,7-3 0,-1 9 4,7-3 2,6 2-1,7-6 1,0-5 2,13-2 2,0-7-5,13-5 0,0-4-1,6-7-1,8-3 3,6-4-3,5-4 0,1-3-6,0-4-21,13-4-53,1-4-76,5-2-88,1-1-117,6 0-75,0-4-22,7 1 32,-7-1 63</inkml:trace>
  <inkml:trace contextRef="#ctx0" brushRef="#br0" timeOffset="484728.7003">5414 5869 39,'-19'0'227,"-1"3"18,0 4 14,-5 0-97,-1 5-55,0 7-33,-7 2-21,7 4-15,0 9-11,-1 3-8,1 6 0,7 5 3,-1 7 4,8-1 6,-2 2 2,2 3 4,5-5-3,7 5-2,7-4-6,5-7-2,8 3-4,6-3-1,7-4-2,6 0 3,7-5 2,5-2-1,8-4 2,0-4 4,6 1 3,7-8 5,-1-4 16,1-7 22,6-7 24,-6-4 22,6-11 19,0-7 5,-6-8-3,-1-4 1,-6-10 0,-6-4 8,-6-3 21,-15-4 28,-5-4 24,-13-3-3,-8 2-16,-12-2-27,-6-1-42,-13 4-43,-7 0-44,-7 0-28,-13 3-14,-6 1-11,-7 0-6,1 3-3,-8 8-1,1 7 5,0 7 5,0 12 7,-6 6-2,5 16 0,-5 11 3,-1 13-2,0 9-9,-5 13-12,4 5-26,8 7-57,0-1-102,13 2-123,7-9-125,12-2-126,7-5-72,6-12 3,7-1 77,7-9 109,6-4 121</inkml:trace>
  <inkml:trace contextRef="#ctx0" brushRef="#br0" timeOffset="484866.6212">5701 6722 50,'13'3'296,"-13"5"-5,6-4-46,-6 4-138,-6-1-212,-1 3-113,1-2-55,-7 3-6</inkml:trace>
  <inkml:trace contextRef="#ctx0" brushRef="#br0" timeOffset="485469.6833">1439 7597 159,'-13'-7'184,"-6"-4"-40,6 4-20,-1 0-3,2-1-13,-1 1-8,6 0-2,-6 3-10,7-3-6,0 3-15,6 0-5,-8 1-6,2 3-13,6-4-9,0 4-12,0 0-8,-6-3-6,12 3-5,-6 0-2,6 3-1,2-3 1,4 0 0,1 0 1,7 0 2,6 0 1,6 0 1,7 0 0,7-3-1,7-4 1,5-1 1,0-3 0,8-4 3,6-3 3,-1-5 5,1-2 6,0-4 9,-1-4 7,1-1 5,-1-2 2,-6 3-2,0 1-5,1 3-6,-8 2-12,-5 5-8,-7 7-4,-7 1 3,-1 3 1,-5 7 2,-7 1 4,0-1-2,0 8 1,-7-1-6,-5 1-3,6 4-3,-8-1-4,8 3-3,-7 2-19,1-1-47,-2 3-66,1-3-88,0 5-95,0-2-48,1-7-8,-2 4 32</inkml:trace>
  <inkml:trace contextRef="#ctx0" brushRef="#br0" timeOffset="485929.2291">5310 6865 160,'26'0'443,"1"0"38,-9-4 11,-4 1 5,5-1-227,-5 0-139,4 0-77,9 4-40,-7 0-12,6 0-5,0 4 1,6 4-1,-5-5 3,5 9 9,1-2 3,5 5 1,1-1 0,1 1 1,-1 0 1,6 0 7,1-5 19,-1 2 14,1-5 22,7 1 22,-8-8 19,7 0 10,1-5-2,-2 2 2,8-8-6,-7 3-11,1-2-19,-2-1-17,-5 0-17,-1 0-19,-5 3-14,-1 1-12,-13 0 0,0 3-5,-7 1 10,-5-2 21,-8 5 16,7-3 14,-13 3 4,0-4 6,0 4-11,-13 0-20,7 0-17,-2 0-16,-4 0-10,6 0-19,-1 0-52,0 0-105,1 0-133,-1 0-131,1 0-125,6 0-105,-6 4-14,6-1 70,0 2 114,0-2 124</inkml:trace>
  <inkml:trace contextRef="#ctx0" brushRef="#br0" timeOffset="496600.8784">1909 5846 37,'-14'-4'157,"2"2"7,-8-2-69,7 4-40,-1-4-18,8 4-10,0 0-8,-7 0-8,6 0-4,7 0 0,-6 0-3,-1 0 0,7 0-1,-6 4 0,6-4-1,0 0 1,0 0-3,0 0 0,0 0 0,0 0 0,0 0 1,0 0-1,0 0 1,6 0 0,-6 0 2,7 0-1,-1 0-1,1 0 2,6 0 1,-7 4 0,8-4 0,-2 0 2,8 0 1,-7 0 1,7 0 1,0 0 0,5-4 0,-5 4 2,6 0 2,0-4 3,0 4 0,0-4 4,7 1 1,-8-5 0,8 1 0,0 0-2,0 0 1,-8-1 0,1-3-1,0 4-3,1 0 0,-7-1-1,-2 1-2,2 0-3,0 2-3,-7 2 0,7-1-2,-1 1-2,-6 3 1,6-5-2,-5 3 2,5 2-2,-6-4 4,0 4 6,1-4 9,-2 0 11,-6 1 12,2-5 18,4 4 11,-12-3 3,7-3-3,-1-2-8,1 1-10,-7-4-16,0-2-13,0-3-7,0-1-6,-7-1-4,1-3-1,-7-1-2,7-3 0,-8-5-1,2 2-4,-8-9 0,7 5 0,-7-5 1,0 2-1,-5 1 2,-1 1 5,0 1 4,-1 7 3,-5 3 2,-1 4 3,-5 7 0,-2 5-1,1 6-4,-7 4-3,1 12-5,-8 2-5,2 8-3,-1 7 0,-14 7-3,8 5 2,-1 3-3,-6 7 3,13 0-1,-7-3-2,14 3 0,-8 0 3,15-6-1,4-2 1,2 2 0,5-2 1,8-2-2,6-4 0,7-1-1,-1 0 2,14-3 2,-1 0 1,14-3 2,0 3 2,6-4 1,13-3-3,0-1-10,13-2-18,0-5-26,7-4-34,6-3-42,0-3-43,6-5-47,2-3-53,4-7-11,8-3 13,-7-5 32</inkml:trace>
  <inkml:trace contextRef="#ctx0" brushRef="#br0" timeOffset="497296.0201">5766 4542 203,'-12'-4'215,"-2"8"2,-6 0-92,1 11-46,-7-1-33,0 12-20,0 3-6,-7 8-2,7 3 2,-7 4 1,7 4 4,1 3 4,-1-3 1,6 3 1,0 0-3,7 0-3,1 5-3,4-9-5,2 8-3,12-4-6,2 5-2,4-2 0,8 1-3,5 4 2,2-4 5,12 0 2,0 0 1,14-4 2,-2-3 3,8-4-1,-1-4-3,8-7-1,6-12 1,-1-5 0,0-9 1,-5-7 1,6-15 3,-1-7 1,-6-8 1,-6-13-2,-7-8 1,1-8 5,-15-7 7,-5-3 5,-7-1 7,-6-3 6,-14 3 3,1-3-3,-14 4-6,-6-5-7,-6 0-11,-7 5-6,-1 0-3,-11 6-2,-2 5-3,-5 9 0,-1 9 1,-12 8 0,-1 13-6,-7 16-2,-5 6-3,0 19-2,-8 11 0,8 8 0,-8 10 0,14 5-14,0 2-25,6 4-41,14-3-52,5-5-59,14-3-74,7 1-56,6-8-9,13-5 22,0-1 42</inkml:trace>
  <inkml:trace contextRef="#ctx0" brushRef="#br0" timeOffset="497442.9335">6222 5458 35,'33'-8'347,"-13"1"27,-1 0 3,-12 0-53,6 3-251,-7 0-196,7 4-134,-6 4-71,-1 4-24,-6 2 42</inkml:trace>
  <inkml:trace contextRef="#ctx0" brushRef="#br0" timeOffset="497627.4222">6359 5993 221,'0'7'296,"0"-3"-1,7-1-17,-7-3-192,6 0-132,7 0-98,-6 0-82,-1-3-32,7 3 0,-7-4 30</inkml:trace>
  <inkml:trace contextRef="#ctx0" brushRef="#br0" timeOffset="500024.1116">344 5637 58,'0'-14'111,"0"-4"-12,0-1-12,-6 2-9,6 2-10,-6-4-4,0 9-5,-8-5-4,8 1-7,-7 2-5,-1 1-7,8 0-9,-6-1-6,-8 5-4,6 0-3,1 4-5,1-1-3,-2 4-2,2 4-2,-8 4-2,7-1-1,6 3 0,-6 5 0,7-1 0,0 1 1,-2-1 0,8 5 0,0-4 0,0 4 0,8-2 0,-2 2 0,7-1-1,-7 1 0,7-5 1,0 5 0,1-5 1,5 4 0,-6-4 1,6 6 1,-5-6-1,-2 1 0,2 3 2,-2-3 1,-5-1 2,0 5 0,-7-5-1,0 5 0,-7-5 0,0 5-1,-5-8-3,-2 3 3,2-7 2,-2 1 3,1-1 1,-6-7-2,6 0 2,7 0-4,-8-7-2,8-1-4,6 1-1,0-3-1,0-2-1,13-2 1,-6 2-2,12 2 2,0-5 0,1 3 2,7 2 0,-2-5 1,1 4-2,14-3-3,-8-1-9,7 1-9,-6-1-7,-1 0-7,-6 1-4,-6 2 2,-1 1 7,-5 0 6,-8 4 8,0 0 7,-6-1 4,0 1 3,0 0 1,-6 4 1,0-1 4,-2-1 0,2 2 2,0 3 1,0 0-1,-1 0 0,0 3-3,7 2-1,-6-1-1,-1 6-1,7 1 0,-6 4 0,6-1-1,-6 1 0,6-5 0,0 5 1,0-7 1,0 3-1,0-3 1,0-1 1,0 0-2,0-7 1,0 0 1,6 0 1,-6-7-2,0-5 0,6-2 0,1-4 0,-7-4-1,6 0 0,1 0 1,0-4 1,-1 4-1,0 4 1,8-1-2,-8 8-2,0 1 1,8 6-2,-1 0 0,-7 4-1,7 4 0,0 3-1,0 5-2,-6-6-7,6 10-13,0-7-12,0 7-9,-7-5-11,8-1-7,-8 2-3,0-1 1,7-4 6,-6 1 2,-1-5 1,1 1 6,-1-1 7,-6 1 9,7-4 8,-7 0 11,7 0 14,-7-4 9,0 4 8,0-3 12,0 3 10,0-4 5,0 4 2,0 0-1,0 4-3,-7-1-6,7 1-8,-7 7-7,7 0-4,-6-1 3,-1 5 2,1 1 2,-1 2-3,7-4 1,-6 1-1,-1-1-4,7-2-3,0-1-5,0-5-1,0 2-1,7-4 1,-7-4 0,6 0 0,1 0 2,6-8 1,-7-2-1,1-5-1,0 0-2,-1-7 0,0 5-1,1-6 0,-7 5 1,0-1-3,0 1 2,0 4-1,-7 2 0,7 5 0,-6-3 0,0 6 2,6 4-1,-7 4 1,0-1 0,1 4-2,6 0 0,-7 1 0,7 3-1,0-4 1,0 4-2,0-4 1,0 5-1,7-5 1,-1-4-1,1 1 0,0-1 1,5-3-2,-5-3 2,6-1 0,0-4-1,0 2 1,0-5-2,7-1 1,-8 2-1,-5-1 0,6 0 1,0 0 0,-7 4 0,2-1 1,-2 1 0,0 3 0,0 1 0,2-5 0,-8 8 0,0-4 0,0 4 0,0 0 0,0 0 0,0 0 0,0 4 0,0 0-1,0 0 1,0 3-1,0 0 0,0 5-1,0-2 0,6 1 2,-6 4 0,6-5 1,7-2-1,-6-1 1,6 1 0,0-4 0,0-2-2,0-2-1,0 0 3,0-2-1,1-6 1,-8 1-1,6-5 2,-5 2 0,6-1-1,-6 0-1,-1 0 0,-6-1-1,7 2 1,-7-1 0,7 0 0,-7 0 0,0 3 0,-7-3 2,7 7 3,0-3 1,-7 4 2,7-1 2,0 1 1,-6 3 0,-1 0-3,7 3-2,-6 1-2,6-1-1,0 4 0,-7 5-2,7-1-1,0 3 1,-7 1 0,7-1 1,7 1-1,-7 4-1,0-5 1,0 1-1,0 0-3,7-4-3,-7-4-7,6 4-19,-6-7-19,0 3-24,7-7-28,-7 0-31,0-3-10</inkml:trace>
  <inkml:trace contextRef="#ctx0" brushRef="#br0" timeOffset="500232.1808">1153 5487 63,'0'9'56,"0"1"-15,0 0-10,0 9-5,6 0-2,-6 2-3,0 4 0,0 2 0,0 2 1,6 0 0,-6 1-2,0-1-3,0 4-2,-6-4-3,6 1-4,0-5 0,0 0-2,0 2-2,-6-9-2,6 0-1,6-4-2,-6 1-6,0-7-13,0-1-20,0-7-34,6-3-34,-6-5-16</inkml:trace>
  <inkml:trace contextRef="#ctx0" brushRef="#br0" timeOffset="500455.7219">1192 5525 26,'6'-9'87,"1"3"-25,0 2-12,-1 0-1,7 4-2,-6 0-4,-1 0 1,0 8 2,8-5 0,-8 9-4,1-5-3,-1 7-3,-6-3-5,6 7-6,-6 1-2,-6 3-2,0-1-2,-7 5-1,-1 3-1,2-2 1,-8 2-4,-6 0-1,7-3-3,-7-1-2,6-7-2,-7 1-5,15-8-27,-8-4-45,14-7-67,-1-7-35,1-8-21,6-4-7</inkml:trace>
  <inkml:trace contextRef="#ctx0" brushRef="#br0" timeOffset="500594.6416">1394 5334 47,'6'-7'185,"1"0"10,-7-1-54,7 8-47,-14 0-38,0 8-24,1 1-14,0 7-23,-2 2-35,-4 0-57,5 5-51,-6-6-27,7-2-11</inkml:trace>
  <inkml:trace contextRef="#ctx0" brushRef="#br0" timeOffset="501330.7267">1635 6986 173,'-32'3'218,"-1"-3"16,-7 5-76,15-5-40,-7 2-18,12 2-11,-7-4-10,15 4-10,-8-4-13,14 4-7,-8-4-10,8 0-14,6 3-9,-7-3-6,14 0-3,-1-3-3,8 3 3,-2-4 6,14 0 19,1 0 12,12 2 5,-1 2 7,8-5 3,7 5-6,-2 0-13,8 0-11,-7 5-7,1-5-5,-2 2-6,2 2-2,-7 0-1,-7 0 1,-1-4-1,-5 0 0,-1 3 5,-12-3 27,0 0 26,-7 0 11,-7 0 7,-6 0 6,0 0-5,-6-3-37,-7 3-49,-7 0-52,0-4-57,1 4-61,-7 0-72,0 0-74,0 0-53,0 0-2,-7 4 27,1-4 43</inkml:trace>
  <inkml:trace contextRef="#ctx0" brushRef="#br0" timeOffset="501872.1781">1329 7231 157,'0'-7'276,"-6"-4"15,6 0 7,-8 4-128,8 0-77,8 2-41,-8-1-24,6 2-15,7 0-6,0 0-3,0 0 1,-1 1 5,8-1 5,0 2 5,-1 2 3,7-6 1,1 6 1,-1 0-5,6 0-5,1 6-3,-1-4-2,8 2-3,-1 3-1,0-3-1,-7 4-2,7-2 0,-7 1 0,8 2-1,-14-6 1,1 5 1,-2-5 2,-5 1-1,-8-4 2,2 3 1,-8-3 0,1 0-1,-7-3-2,-7 3-4,-5-7-13,-2 3-10,-5-3-13,-13-2-9,-2 2-4,-5 1-1,-6-2 8,-1 0 9,1 1 10,-7 5 9,-1-4 8,8 4 8,-7 2 6,13 0 4,-1 0 6,1 2 3,7 6 1,6-4-3,7-1 0,-1 1 0,0 0-5,14 0-3,-7 0-4,6-4-2,7 4-3,0-2-1,7-2 2,6 5 3,-1-3 6,14 3 5,7-1 9,7-1 10,5-3 4,1 0 1,13 4 1,-1-4-4,7 0-5,7 0-7,-7 0-5,0 0-1,1 0-1,-1 0 1,-7-4-1,-6 1-3,-6-1 0,-7-1-4,-7 3-3,-6-3-13,1 3-49,-7-2-83,-8 4-131,1-4-69,0 4-35,-13-8-10,0 1 35</inkml:trace>
  <inkml:trace contextRef="#ctx0" brushRef="#br0" timeOffset="503036.1258">5499 6836 185,'-19'14'302,"5"-6"23,-6-1 16,8 1-131,-1-8-75,0 2-49,6 2-30,1 0-14,0-4 5,-2 0 17,8 4 18,-6-4 13,6 0 7,0 3-8,0-3-17,0 0-24,0 0-21,6 0-18,8 5-9,-1-2-5,7 1 0,6 3-2,0 0 1,6 1 2,7 3 2,0-4 2,0 4 1,7 3 1,-1-2 1,1-2 1,-7-3-1,7 5 2,-1-5 2,-5 1-1,-1 0 2,-7-6 1,-5 2 14,-9-1 68,2 2 73,-13-2 42,-1-3 19,-12 4 10,-1 0-9,-13 2-66,-12-1-73,-1 2-43,-5 4-22,-8-4-16,0 4-4,-12-4-5,5 0-6,-5-3 3,6 0 0,0 0 8,-1-4 8,8 0 13,-1 0 13,7 0 13,7 0 10,6 0 3,-1 0-12,7 0-9,8 0-15,-1 0-17,6 0-9,7 0-9,0 0-1,7 0 0,6 0-2,-1 0 3,15 0 2,-1 0 0,6-4 2,1 0 1,13 0 7,-1-3 0,8 0-1,-7-4 4,12 0-4,-6 0 0,6 0-4,-5-3 1,-8 2 0,1 4-1,-7 2 3,-7-2 18,-5 1 25,-7 3 10,-14 0 7,-6 2 4,-6 2 1,-8 2-16,-12 2-24,-7 0-15,-6 7-9,-13-1-3,-7 5-4,2 1 0,-16 2-1,2 0 1,-8 5 0,2-6-2,4 3-1,2-3 1,0 2 0,12-5 1,7-3 4,6 4 0,7-7 3,6-2-1,7 2-7,7-5-3,6 5-2,6-8-2,7 4-3,0-4 1,20 2 5,-1-4 3,7 2 0,13-8-1,1 4 3,11-3-2,8-3 0,0-6 0,6 6 5,1-5 3,5-3 2,-6 2 1,6 1 0,2 1-1,-8-1-4,0 5 2,-7-1-1,1 0-2,-14 4 0,-5-1 3,-1 0 11,-13 2 30,-7 2 24,-5 0 14,-14 4 6,0 0 5,-20-3-9,-7 3-33,-5 0-26,-13 0-16,-8 0-8,-12 0-4,0 0-1,-7-5 0,-6 5 2,0-3 0,7-1 1,-1 2-1,6 2-1,7 0 1,8 0-1,11 0 2,8 0-4,7 0-3,5 0-4,6 0-3,1 0 0,13 0 0,0 0 2,13-6 1,7 4 5,6-2 2,7-4-1,5 1 2,9-3-3,5-2 3,7-3 5,6 1-4,6-1-15,8-3-26,-2 0-32,2 3-56,-1 1-109,6-1-167,-5 3-152,-1 9-154,-6 6-68,-1 5 1,-6 3 75,-12-1 157,-14 5 159</inkml:trace>
  <inkml:trace contextRef="#ctx0" brushRef="#br0" timeOffset="515437.0125">5466 7532 98,'20'44'47,"6"-7"-32,0-8-18,7-7-14,0-15-21,12-7-30</inkml:trace>
  <inkml:trace contextRef="#ctx0" brushRef="#br0" timeOffset="516474.0696">6190 5345 12,'12'11'213,"2"-8"14,-14-3 8,6 4-88,-6-4-63,0 0-32,0 0-18,0 0-12,0 0-8,0 0-7,0 0-1,0 0-2,0 0-6,0 0-8,0 0-13,0 3-26,7 1-39,-7 7-60,6 0-43,-6 8-20,-6 3 1</inkml:trace>
  <inkml:trace contextRef="#ctx0" brushRef="#br0" timeOffset="523151.5457">1648 6063 42,'-13'-4'142,"-7"0"-37,1 1-26,6-1-19,0 1-12,0-1-8,0 4-4,7-5-2,-8 3-4,8 2 1,-1-4-1,7 4-1,-6 0-4,-1 0-4,7 0-5,0 0-5,-6 0-2,6 0-4,0 0-2,0 0-3,0 0 0,6 0-1,1 4 1,-1-4 3,1 0 4,5 0 1,2-4 2,6 4 2,-1 0 1,1-4-1,-1 0-2,14 1-1,-8 3 0,8-4-2,0 0 0,0 0 1,6 1-1,-7-1 2,7 1 2,-7-1 0,8-3 0,-1 3 2,-6 0 0,5 1 1,-5-1 1,7-4 0,-2 6-1,1 2 0,-6-5-2,7 5-3,-2 0-1,1 0-2,0 0 1,1 5 0,5-5-2,7 2-1,-7 2 1,8-4 2,6 0 0,-7 0 2,7-4 4,-1 4 5,1-2 2,0-6 2,-1 4 1,0-3 0,-5-1 0,5 1-3,1 4-2,0-4-2,-7 3-3,7 0-2,-8 0-2,2 1-2,-1-1 0,7 0-3,-8 1-1,8 3 3,-7 0-1,7-5 0,0 2 0,-7 3 1,6-4-2,-6 1-1,1-1-1,-1 1 2,0 3-1,-6-4 1,-1 4-2,-5 0 2,-2 0-2,1 0-1,7 4-1,-7-1 0,0 1 0,1-1 0,5 4 0,1-2 0,-7 6 0,6-8 0,1 5 0,6-1 0,-6 0 0,0 0 0,5-3 0,-5 0-1,-1 0 0,1-1-1,-1 1-1,2-4 1,-9 3 0,1-3 0,7 0 0,-13 0 1,6 0 1,0 0 1,-6 0 0,6 0-1,-7 5 3,1-5-1,-1 0-1,-6 0-1,7 0 1,-7 0-1,0 0-1,1 0-1,-8 0 2,7 0-1,-6-5 1,-1 5 1,0-3-3,1 3 2,-1-4-1,1 4 1,0 0-1,-1-3 0,1 3 1,0 0-1,-1 0 0,7 0-1,-6 0 1,6 0 1,-7 0 1,1 0 1,0 0 1,-1-4 1,0 0-1,0-3-2,1 0 1,0 0 2,-1-5-1,-5-2 3,5-5 6,-6 1 2,0-4 4,7-4-1,-8 1 2,8-8-5,-7-4-4,7-3-2,0 0-4,-1-8-3,0 0-1,1 0-1,-7 2-2,7-6-2,-1 8 3,-6-1 2,0 2 0,1 2 1,-8 1 2,0 3 0,0 5 0,-6 3-2,0 0 1,-6-2 0,0 6 0,0 3 0,-8-4 1,1 5-1,-7-2-1,2 2 0,-2 2 0,0-3 2,-6 0 1,0 0 1,0-3 2,0 3 0,-7-1 0,7 1-1,0 1-3,-6 2 3,5-2 0,-5-2-3,-1 2 0,1-2-1,-1 5 2,-6-3-3,0 2 0,0-3 4,0 4 0,-7-1 0,1 1 1,-1 3-3,-7 0 1,2 1-1,-2 6-1,-5 5 0,5-1-2,-5 4 0,-7 4 0,6 3-1,-6 1-3,6 2 1,0 1 1,1 0 2,-1 0 0,1 0 0,6 1 2,0-1-1,-1 0 0,-6-4 1,8 4-2,-1 0 1,-1 0-1,-6-1-1,-6-2-1,7 3 0,-7-1 1,0 2-3,-7-5 1,6 5 1,-5-6 4,6 3-2,0-3 1,0 5 1,6-3 2,1 3-3,-1-3-1,6-2-1,1 2 0,1 3-1,-2-5-1,8 2 1,-1-1-1,1 1 2,-1-1 0,1 0-2,-8 4 3,7-4-1,1 5 1,-7-1 0,7 0 1,-2-4 0,2 4-1,-7 1-1,6-2-1,-6-3 2,6 5-1,-6-5 0,7 5 0,-8-6-1,8-2 2,-1 3-2,1-3 1,-1 4 0,7-6-1,-7 3 2,7 2 0,0-4 1,1 1-1,-2 4 1,1-5 0,0 1-1,7 0-4,-8 2 1,7-2 1,1 4 0,-7-5 0,7 5 1,-1-4 2,7 3 0,-7-4-1,7 1-1,6 3 0,1-3 1,-1 0-1,8-1 1,-2 5-1,8-5 0,-7 1-1,6 4 0,7-2 0,-6 5-3,-1 1 4,1 2-2,6 1 1,-7 0 0,0-1 1,7 4 1,0-2-1,-6-2 2,6 4 0,-6-4 0,6 2-1,-6 2 1,-2 0 1,2 0-2,6 4 0,-6 0 0,-1 5 1,1-2 0,-8 5-2,8-5 1,6 4 1,-6 0-1,-1-3 0,7 0 0,-7-4 0,7 0 0,7-1-1,-7-2 1,7-1 0,-1 1-1,7-4 1,7 2 0,-8-2-1,14 3 0,1-3 0,5 0 1,-6 0 0,7-1 0,6-2 1,-7 2 0,2-3-1,-2 7-5,1 0-25,-1 8-49,1 3-71,-1 5-91,-6 5-47,-7 5-20,-5-3 9</inkml:trace>
  <inkml:trace contextRef="#ctx0" brushRef="#br0" timeOffset="523301.4617">2906 5813 216,'32'-3'247,"1"-1"6,-7 1-64,0 3-123,0 3-99,0 1-108,0 7-58,0 0-28,-6 3-5</inkml:trace>
  <inkml:trace contextRef="#ctx0" brushRef="#br0" timeOffset="577488.7533">18238 14789 107,'0'-3'57,"-6"-1"-40,6 0-36,-8 1-45,8-1-22</inkml:trace>
  <inkml:trace contextRef="#ctx0" brushRef="#br0" timeOffset="580967.9288">17814 6689 102,'-13'-4'90,"6"4"-14,1 0-6,0 0-8,0 0-6,-2 0-10,-4 4-16,5 0-10,-13 7-10,8-4-3,-2 7-2,-5 1 1,-1 4 1,1 3 0,0 3 0,-1 5 0,0 3-1,1 4-2,-1 6 0,0 2-2,1 1 2,-1 6-2,0 2 5,8 2 0,-1 7 0,0-1 0,0 4 0,-1-1 1,2 9-2,5-1 1,-6 0 0,0 4 0,0 4 5,0-4 0,0 7 1,0-3 0,0 3 0,0 0-2,0 1-2,-1-1-1,2-4 4,-1 4 4,0-2 3,6 1 3,-6 1 3,6 1 0,1-1-4,6-3-1,-6-1-5,6-3-5,0 4-1,0-4-1,0-4-1,0 5 0,0-5-1,0 4 0,0-4-2,-6 0-2,6 0 1,-8-4-2,2 5-1,0-5 3,-7 1 1,6 0 0,-6-5-2,0 2 0,6-5 3,1 1-4,-7-2-1,6-1-1,1 1 1,-1 2-2,7-1-1,-6 3 4,0 5 0,-1 3 2,0 8-1,7 1 0,-6-3 0,0 2-2,-2-5 0,2-2-1,0 0-1,-1-8 2,1-4 2,-1 0 0,1-3-1,-1-1 0,1-2 0,0-2 1,6 5-3,-8-1 0,8 1-1,-6-1 2,6 5 0,0-5 0,0 5-2,0-1 1,0 0 1,6 0 1,-6 1 0,8-1-1,-2 0 0,0-3-1,1-1-3,-1-2 0,1-9 0,-1 1 0,1-7 1,-1-2 1,-6-5 1,6-1 0,2-4 0,-8 1 0,6-5 0,0 4 0,-6-3-1,7 3 2,0 4 1,-1-4 1,0 5-1,7-2 1,-6 2-1,0-2-1,5 1 0,-5 0-1,0 0-1,5-4 1,-5 4 1,6 1 0,-6-2 0,5-3 0,-4 0 0,-2 1 0,6 0 0,-5-5-1,0 5 0,6-1 1,-7-4 0,1 4 0,0 1 1,5-4 0,-6 3 2,2-3-1,4 3-1,-5-4 0,6 4 0,0 1 1,0-1-2,0 4 0,0 1 1,0-2 0,0 1-2,7 0 0,-8 1 0,8-2 1,-7 2 0,7-5-1,-8 0 4,8 0-1,-6-3-1,-1-4 0,6 0-1,-6 0 1,7-5-3,-1 3 2,1-2 0,0-4 0,-1 1 2,0-4 0,1 0-1,6 0-1,-7 0 0,8 3 1,5-3 0,-6 5-1,7-1 4,-1-1 2,1 1 0,-1 2-1,7-2 0,-5 3-1,5-3 0,-7 4-2,7-5 2,0 1 1,-6 0 3,6-5 2,0 5 2,-7-4-1,7 0 1,-5-4-1,-2 1-6,1-2-1,5-1-3,-5-5 0,-1 3-1,7-6-1,-6 3 1,0-5 0,6 2-1,-6 0 1,-1-5 0,1 1 0,-1-1 0,1-2 0,-1-1-3,-6 0 0,7 0 2,-7-4-2,0 1 2,0-1 0,1 0 2,-2-4-1,1 2 0,-6-5-3,6 0-7,-7 0-6,1-4-8,0 0-5,-1 1-4,1-5 1,-8 5 3,8-2 6,-6 2 6,-2 4 4,1-6 3,1 6 2,-2 3 1,-6 0 3,8 2 2,-8 3 2,1-3 0,0 5 3,-1 1 2,-6-2 2,7-3 3,-1 5 2,0-5 3,-6 1-1,8-2 1,-2 6 0,0-5-3,-6 1-2,6-1-3,2 1-1,-2 2-4,0-3 1,1 1-3,-1 2 1,1-2-1,-7 3 1,7-3 0,-1-1-1,0 3 0,-6 2 1,6-5-1,2 1 0,-8 3 0,0-8 0,6 4 0,-6 1 0,0-5 0,6 1 0,-6-4 1,0 3-1,0 2 0,0-5 0,0 0 0,0 0-1,-6 1 1,6-2 0,0-3 0,6 0-1,-6-3 1,0 0 0,7-1-1,-7 1 2,7-4 3,-1 1 5,1-2 0,-1 1 4,0 4-1,1-4 1,0 0-2,-1 0-3,7-3 0,-6 3-1,-1-5-2,1 2-2,-1-3-1,-6-2-1,7-3-2,-1 0-1,-6-4-1,0-3 2,7 0 0,-7-2 0,0 3 1,6-4 0,-6-1 2,0-5-1,6-1 1,-6-2-1,8 1 0,-8-4 0,6-4-2,-6 0 1,6 1-1,-6 4 0,0-6 2,7 2 2,-7 3 3,0 1 1,6-2 4,-6 4 2,0-3 0,0 1-1,0-1-3,0 0-2,0-4-3,0 1-3,0-2 0,0-1 2,0-2 0,0 1-2,0 0 2,0-4 0,0 0-2,-6 4 0,6-1 3,0 5 3,0 3 6,0 1 4,0 2 4,-7 1 2,7 0 2,7-5-3,-7 4-5,0-2-4,6-1-4,1-4-3,-1 5-2,1-1 0,6-1 5,-6 1 4,5 5 3,-5-2 3,0 5-2,-1 3 3,0-5-5,1 6-3,-7-1-4,6 0 1,-6 0 1,7-4-3,0 5-1,-1-2 1,8-2-1,-8 0-2,6-1-2,8 0 1,-7-3-1,1 3-1,-2-3-2,8 0 1,-7 3 0,0 0-1,0 5 1,0-1 4,-6 4 7,-1 3 5,0 0 5,-6 4 7,7-3 5,-7 6-3,0 1-4,-7 0-2,7 3-6,0-4-5,-6 5-6,6-1-4,-6 1-1,6-1-2,-7 0 0,0 1 0,7 0 0,-6-2-1,0 1 1,6 5 0,-7-1 1,0 3-1,7-2 1,-6 2 1,-1 1 0,7 0 2,-6-1-3,0-3 3,6 4-1,-7 0-2,0-4 0,1 3-1,0 1 2,-2 0-2,8 0 0,-6 0 0,0-1 2,-1 1-2,1-4-1,-1 4 1,0-5 1,1 5 0,0-4-1,-8 4 0,8 3 0,0-3 0,-1 3 0,-6 1-2,6 3 2,1-4 0,-7 4 1,6 1 1,-5-2 2,5 1 0,-6 1-1,0-2-1,0 1 1,0 4-2,-7-3 2,7-2-2,-6 0 0,-1 2 0,-6 3 0,7-4 1,-8 0-1,1 3 0,0-3 1,-7 5 1,7-2-1,-6-3 1,-1 4-2,7-1 1,-7 1 0,7-4 1,1 3-1,-7 1 0,5-1-1,1 2 1,0-2-1,0 5-1,-7-1 0,7 0 0,-6 4 0,-1 0-2,7 4-2,-13-5-3,6 10 0,-5-2-2,-2 0-3,-5 4-1,5 0 0,1 4 0,0 0 0,1-2 1,5 3 1,0-2 2,0 1 1,8-1 0,-1 1 1,-1 0 3,1 0 2,0-1-1,0 1 1,0 3 2,0-4 2,0 6-1,0-6-1,-7 8 1,7-5-1,-6 11 1,-1 0-2,-7 2-3,2 3 2,-7 7-1,5 0 0,-5 5 1,-2-2-2,2 1 3,-1 3 1,1-2 0,6-2 1,0 2 0,6-1 2,-6-4 0,7-4-1,6 4-1,-7-3 1,7 0-2,0 0 0,-1-4 0,8 3 0,-7 5 1,6-1-1,1 0 0,0 0-1,5 1-1,-5 3 0,5-4 2,2 0 0,6-3 1,-8 0 3,8-4-3,-1 0 0,1-5-1,-1-2-1,0 1 1,1-3-2,0-1 0,0-1 1,-2-4 2,8 1-1,-6 0-6,0-6-17,6 6-29,0-4-37,0-4-35,0 3-39,0 1-46,6 0-53,-6-4-9,6 4 16,2-8 24</inkml:trace>
  <inkml:trace contextRef="#ctx0" brushRef="#br0" timeOffset="581147.7605">17703 7242 32,'14'8'211,"-8"-1"10,0-3 3,-12 2-106,0 2-56,-8 7-33,2-1-23,-2 9-34,8-1-45,-7 3-72,6-3-39,7 0-19,0-4-1</inkml:trace>
  <inkml:trace contextRef="#ctx0" brushRef="#br0" timeOffset="589128.5762">19039 14507 48,'-6'4'36,"-1"-4"-12,1 3-8,-1-3-5,1 0-4,6 4-7,0-4-5,-7 0-6,7 0-6,0 4-1,0-4 1,0 3 4,0 1 0,0 0 2,0-1 1,0 2-6</inkml:trace>
  <inkml:trace contextRef="#ctx0" brushRef="#br0" timeOffset="589365.4761">19026 14495 70,'-6'0'163,"6"0"-25,0 0-40,-7 0-30,7 0-23,0-2-17,0 2-15,0 0-19,0 0-20,0 0-23,0-5-31,7 2-47,-7 0-21,0-5-4</inkml:trace>
  <inkml:trace contextRef="#ctx0" brushRef="#br0" timeOffset="589589.1803">19130 14225 29,'-6'0'186,"0"0"9,-1-4-39,0 4-64,7 0-33,-6 0-25,6 4-19,-7-4-14,7 0-17,7 4-22,-7-1-31,6 5-57,1-2-35,0 2-13,-7 0 2</inkml:trace>
  <inkml:trace contextRef="#ctx0" brushRef="#br0" timeOffset="591403.2766">19528 14159 118,'0'0'142,"-7"0"-45,7-4-28,0 4-26,0 0-15,0 0-11,7-4-10,-7 4-7,7 0-7,-1 0-10,7 4-4,-7-4-11,8 4-8,-8-4-11,7 4-8,0-4-17,0 3-27,-6 1-8</inkml:trace>
  <inkml:trace contextRef="#ctx0" brushRef="#br0" timeOffset="591782.1169">19821 14305 41,'-6'11'39,"6"-3"-7,-6-2-9,6-1-4,-8 2-3,8 1-5,0-5-10,0 1-7,0 0-2,0-1-4,0-3-2,0 0 0,0-3-2,0-1-2,0 0 1,-6 1-1,6-2 2,0 2 2,0-1 5,0 1 3,-6-2 5,6 3 0,0-2-3,-7 0-2</inkml:trace>
  <inkml:trace contextRef="#ctx0" brushRef="#br0" timeOffset="592342.2489">19919 14328 49,'0'0'32,"0"0"-15,6 2-7,-6-2-4,7 0-2,0 0-3,-7 0-3,6 0-6,0 0-5,1 5-5,0-5-1,-7 0-1,6 0 2,0 3 8,-6-3 9,0 0 11,0 0 7,7 0 8,-7 0 7,-7 0 1,7 0-3,0 0-5,0 0-5,0 0-8,0 0-5,0 0-8,0 0-16,0 0-24,0 0-34</inkml:trace>
  <inkml:trace contextRef="#ctx0" brushRef="#br0" timeOffset="592521.656">20062 14272 77,'-6'8'110,"-1"-1"-56,7 0-35,-7-2-32,7 1-35,0-2-37,0 3-18</inkml:trace>
  <inkml:trace contextRef="#ctx0" brushRef="#br0" timeOffset="592689.8781">20049 14291 85,'-7'3'154,"1"-3"-36,0 0-39,0 5-26,-2-5-19,2 0-26,6 2-24,0 2-33,0-4-57,6 4-31,-6-4-14</inkml:trace>
  <inkml:trace contextRef="#ctx0" brushRef="#br0" timeOffset="592865.2372">20075 14265 173,'-13'4'184,"7"-4"-47,-1 0-41,0 3-28,7-3-27,-6 0-27,6 0-26,0 4-25,0-4-32,0 0-56,6 4-32,1-4-10</inkml:trace>
  <inkml:trace contextRef="#ctx0" brushRef="#br0" timeOffset="593029.9697">20075 14265 62,'-6'4'186,"-7"-4"2,6 0-57,0 0-34,1 3-34,0-3-27,0 0-20,6 0-17,0 4-20,0-4-19,0-4-24,6 4-33,-6 0-47,6-3-19,0 3-1</inkml:trace>
  <inkml:trace contextRef="#ctx0" brushRef="#br0" timeOffset="593215.7822">20042 14276 34,'0'4'143,"-12"-4"-30,6 0-25,-2 0-14,2 0-12,6 0-9,-6 0-11,-1 4-10,7-4-12,0 0-12,0 0-12,0 3-12,0-3-11,0 4-14,7-4-12,-7 0-7,6 3-4,-6-3-2,6 0-2,-6 5-3,8-5 2,-8 0 1</inkml:trace>
  <inkml:trace contextRef="#ctx0" brushRef="#br0" timeOffset="593702.3548">20016 14301 15,'0'0'35,"0"0"-8,0 0-5,0 0-7,-6 0-7,6 0-8,0 0-6,0 0-2,0 0-2,0 0 0,0 0 0,6 0 4,-6-2 3,0 2-1,0 0 2,0 0-1,8 0-1,-8 0 0,0 0 1,0 0 2,0 0 2,0 0 6,0 0 3,0 0 3,0 0 1,0 0 0,0 0-2,0 0-3,0 0-5,0 0-5,0 0-3,0 0-3,0 0-1,0 0-1,0 0 2,0 0 0,0 0 1,0 0 0,0 0 3,0 2 0,0-2 0,0 0 2,0 4 2,0-4 2,0 0 4,0 0 1,0 0 3,0 0-1,0 0 0,0 0-2,0 0-5,0 0-5,0 0-4,0 0-1,0 0-2,0 0-5,0-4-1,0 4 4,0 0 1,6 0 2,-6 0-1,0 0 7,0 0 2,0 0 3,0 0 4,0 0 2,0 0 7,0 0 1,0 0 4,0 0 1,-6 0-2,6-2 1,0 2 1,0 0 3,0 0 2,-8 0 2,8 0 5,-6 0 1,6-5 0,0 5-4,-6 0-5,6 0-6,0 0-4,-7 0-4,7 0-6,0 0-3,0 0-2,0 0 0,0 0-11,0 0-16,0 0-23,0 0-50,0 0-26,0 0-13</inkml:trace>
  <inkml:trace contextRef="#ctx0" brushRef="#br0" timeOffset="594515.1462">20062 14294 26,'-6'5'170,"-1"-5"9,0 0-62,1 2-36,0-2-31,6 0-20,-6 0-15,6 4-8,0-4-14,6 0-12,-6 0-13,6 0-14,0 0-13,1 0-10,-7 0 4,7-4 4,-1 4 10,-6 0 14,7 0 13,-7-2 15,0 2 9,0-5 8,0 5 9,0 0 5,-7-3 9,7 3 4,0-4-1,-6 4-3,6 0-2,0-3-4,-7 3-8,7 0-6,0-4-3,-7 4-1,7 0-2,0 0-3,0 0-2,0 0-1,0 0 1,0 0 0,0 0-1,0 0 1,0-4 0,0 4 0,0 0 0,0 0 0,0 0 0,0 0 0,0 0-1,0 0-1,0 0 0,0 0 2,0 0 0,0 0 0,0 0-1,0 0 1,0 0 0,0 0 0,0 0-1,0 0-1,0 0 2,0 0 0,0 0 0,0 0 0,0 0 1,0 0 0,0 0 0,0 0 0,0 0 0,0 0-1,0 0 0,0 0 0,0 0 0,0 0 0,0 0 1,0 0-1,0 0 0,0 0-2,0 0 2,0 0-1,0 0 1,0 0 0,0 0 0,0 0 1,0 0 0,0 0 1,0 0 0,0 0-1,0 0 3,0 0-2,0 0-1,0 0 5,0 0 0,0 0 3,0 0 4,0 0 1,0 0-1,0 0-3,0 0-3,0 0-2,0 0-5,0 0 1,0 0 0,0 0-1,0 0 1,0 0 2,0 0 4,0 0 1,0 0 5,0 4 0,0-4-1,0 0-1,0 0-1,0 0-5,0 0-1,-6 0-1,6 0 0,0 0-2,0 0-1,-6 0 1,6 0-1,0 4 1,0-4-1,0 0 2,0 0 1,0 0-1,-6 0-2,6 0 0,0 0-1,0 0 0,0 0-2,6 0 1,-6 0 2,0 0 0,0 0-4,0 0-9,0 0-13,6 0-17,-6 0-25,0 0-51,0 0-26,0 0-6</inkml:trace>
  <inkml:trace contextRef="#ctx0" brushRef="#br0" timeOffset="600004.7715">18779 13950 8,'-7'-4'1</inkml:trace>
  <inkml:trace contextRef="#ctx0" brushRef="#br0" timeOffset="603893.1618">18811 14067 17,'-7'0'135,"1"0"-31,0-3-28,-1 3-14,1 0-12,-1 0-11,0-5-7,7 5-11,-6 0-8,0 0-6,6 5-3,-7-5-6,7 0-6,-7 3-4,7 1-3,-6-4-2,6 4 1,-6 3 0,-1-7 4,0 4 4,1-1 2,-1-3 4,1 4 0,-8-4 3,2 3 2,6-3 4,-8 0 0,1 0 3,0 0 2,0 0 1,1-3 1,-2 3-4,1 0-3,0-4 0,6 4-2,-5 0-2,-2 0-5,2 0 0,5 0 2,-6 4 0,0-4-3,7 3 0,-8-3 2,2 4 0,-2 1-2,8-2 2,-7 0 0,0 1 2,0 3 0,-1-4 0,2 6-1,-2 1 1,1-3 0,1 5-2,-2-2-1,2 1 0,5 5 1,-6-7-2,6 3 1,-6-1 2,7 0 0,-1 0 0,1 0 0,0 0 1,-2 0-1,2 1 0,6 2 2,-6 1-1,6-1-1,0 1-1,-7 0 0,7-1 0,0 1 0,0-1 1,0-3 0,0 0 3,7 1-1,-7 2 1,0-3-2,6 0-1,-6-1-2,6 2-1,2 3 2,-8-1-1,6 1 2,0 0 0,1 3 2,-1-3 0,1 0-2,-7 3 0,6-5 0,1 3 0,-1-5-2,1 4 0,0-4 0,-7-1 1,6-2 0,0 3 2,-6-4-1,7-4 0,0 5-1,-1-4 2,0 4-1,1-5 0,-1 1 1,8-2 0,-8 7 0,8-6-2,-2 1 0,1 0 0,0 3 0,6 0-2,-5 1 3,6-1-1,-1 0 0,-6 0 0,6 1 0,1-1-1,0 0 0,-1-3 0,1 3 1,-1 1-2,1-5 0,6 1 2,-6-4-3,-1 0 2,1 0-2,6-4 1,-7 1-2,1-1-2,-1 0-1,8-3-4,-8 3-2,0 1-3,0-1-4,1 4 5,0-3-2,-1 3 4,1 0 4,0 0 1,-1 0 5,1 0-2,6 0 0,-7 0 4,-6-4 0,7 4 0,-1-4 1,1 0 3,-1 1 2,1-1 0,0 0 1,-8 1 2,8 0-1,-7-1-2,1 0-1,4 0 2,-4 1-4,-1-1-1,0 0-1,6 1 1,-13-1 0,8 0 0,-1 1 0,0-1 1,0-1-2,-7 3 1,8-2-1,-8 1 2,8-5 3,-2 4 2,-5 0 3,6-3 1,0 3 3,-7-3-3,8 4-4,-2-5 0,2 1-2,-8 0-2,7 0-1,0-1-1,0 4 1,-7-3-1,8-1 0,-8 1 1,7 0-1,-6 2-1,6-1 2,-7-1 3,0-1-1,8 0 3,-8 6 2,1-5 4,-1-1-1,1 0 3,-1 1 3,1-5-1,-1 6 3,1-9-2,0 5 1,-1-2 0,0-3-2,1 1-1,0-1-3,-1 0-3,-6 4 0,6-3-3,1-1-1,-1 5-2,1-2 0,-7 1 1,0 0-4,7 4 0,-7 0 2,0-1 1,0-3 1,0 3 0,0 1 2,-7-3 2,7-2 2,-7 1 1,7 0 1,-6 1-1,-1-2 0,7 2-4,-6-6-1,0 6-3,-1-1-1,0 3-1,7-2 2,-6-2 0,0 5 0,-1-1 0,0 6 1,1-6 3,-1 4 0,1 1 4,-1-1 1,1 4 3,-7-4 3,7 0-1,-8 1 1,1 3 4,0-4 4,-6 4 1,5-3 4,2 3 2,-8 0 2,7 0-2,-7 0-2,8 0 0,-2 0-3,2 0-3,-2-4-5,8 4-5,-7-3-1,-1 3-7,8-4-1,0 4-4,-8-5 0,8 5-2,0 0 1,-1-3-2,1 3 1,-1 0 1,0 0 0,1-3-1,-8 3 0,8 0 1,0 0-1,0 0-2,-8 0 1,8 3 1,-7-3 0,7 0 1,-8 3-1,2 2 2,-2-1-1,1-4 0,0 3 1,0 1-2,1-1 1,-2 1-1,1-1 0,6 1-2,-6-4 0,1 4 2,-2-4-2,8 0 1,-7 0 1,0 0 1,0 4 0,6-4-1,-6 0 0,1 0 0,4 0 0,-4 3 0,5-3 0,-6 0 1,7 4-1,-7-4 0,-1 3 0,8-3 1,-7 5-1,0-5 0,0 2 0,7-2 0,-8 4 0,2-4 0,-2 4 0,1-4 0,0 4 0,7-4 0,-7 3 1,7-3 2,-8 0-1,8 0-2,-1 0 0,-6 0 0,7 0-1,-1 0-2,1 0 3,-8-3-1,8 3 2,0 0 0,-1-4 0,0 4-1,1 0-1,0-4 1,-1 4 0,0 0 1,1-4-1,-1 4 2,1 0 0,6 0 1,-6-2-2,-2 2 0,2 0-1,0 0 1,6 0 1,-6 0 2,-1 0 3,0 0 0,7 0 0,-6 0 2,-1 0-1,1 0 2,-1 0 0,7 0 3,-7 0 5,1 0 5,0 0 0,6-5 1,0 5-1,-6 0-4,6 0-4,-8 0-5,8 0-3,0 0-2,0 0-4,-6 0 2,6 0-2,0 0-1,0 0 0,0 0-1,0 0 1,0 0-2,0 0 1,0 0 0,0 0 0,0 0 0,-6 0-1,6 0 2,0 0 0,0-3 1,-7 3-1,7 0 0,-6 0 0,6 0 0,-7 0-1,7-4 0,-7 4 2,1 0 1,0 0-2,6-3 0,-7 3 0,0-4 2,1 4-2,0-4 0,-1 0 1,0 4 0,1-3 0,-1 3-3,-5-4 2,5 4-1,0-3 1,-5 3 0,4-4-1,-4 4 1,5 0-2,-6 0 1,7 0 0,-7 0 1,7 0 0,-8 0 1,8 0 1,-1 0-1,0 0 0,1 0-1,-1 0 0,1 0 0,0 0-1,6 0 1,-7 0 0,0 4 0,7-4 0,-6 0-1,0 0 1,6 3-1,-7-3 1,0 0-1,1 0 1,6 4 0,-7-4-1,7 0 1,-6 3-1,-1-3 0,7 0 1,0 4 0,-6-4 0,6 0 1,-7 4 0,7-4 0,0 0-1,-6 4 0,6-1 0,-6-3 0,6 4 0,-8-1 0,2 2-2,6-3 1,-6-2 1,6 4 0,-7 0 0,7 0-1,-6-1 2,6-3-1,0 5 0,-7-2 0,7 1 0,0 3 0,0-4-2,0 5 1,0-1-1,0 1 1,0-2 0,0 2 1,-6 0 0,6-1 0,0 0 0,0 1 0,0 2 1,0-3-1,0 1 0,0-1-1,0 1 0,0-2-1,0 2 0,6 4 2,-6-5-2,0 3-1,0-2-3,7 3-4,-7-4-4,6 4-5,-6-3 1,7 2-1,-1 2 1,-6-5-2,6 3 1,2-2-2,-8-1-2,6 5-4,0-5 0,1 1 2,-1-1 0,-6 0 4,7 0 1,-1 1 5,-6-5 1,7 5 5,-7-5 2,6 2 2,-6 1 4,0-2-1,7 0 1,-7-1 1,0 1 0,0 0-1,7 0-1,-7-2-2,0 3-2,6 2-3,-6-4 0,6 5-1,-6-4-1,7 4 2,0-6-3,-7 3 2,6 1 0,-6-2 0,6 4-1,-6-4 2,7-1 2,-1 3 1,-6-1 1,7-1 3,0-1 1,-7 1 0,6 3 1,0-3-1,-6 0-2,8-1 2,-8 1 0,6 0 1,-6 0-1,6-2 1,-6 3 1,7-2-1,-1 1-1,-6-1 1,7 5 1,-1-4-1,-6-1 0,7 1 0,-1 3-1,-6-4-1,6 5 1,2-4 0,-2-1 1,0 5 1,-6-4 0,7-2-1,0 3 0,-1-1 0,0-1-1,1 1 0,-1 0 1,1-1 0,0 1 0,-1 0-2,0-1-1,1 1-2,6 4-5,-7-5-6,8 0-3,-1-3-2,-1 4-2,2-4-2,-8 4 1,7-1 4,0-3 4,0 4 0,1-4 2,-2 0 3,2 4 2,-2 0 2,1-4 2,1 3-1,-2 1 2,2-4 0,-2 3 0,2 1 0,-1-4 0,-7 0 3,7 0 1,0 3 0,1-3-1,-8 0 1,7 0 0,0 4-2,0-4-7,-7 0-7,14 4-6,-14-4-12,8 0-6,5-4-8,-6 4-1,0 0 3,0-4 3,-6 4 5,6-3 7,0-1 9,0 4 6,-1-3 5,2-1 4,-8 1 3,7 3-1,0-4-2,-6 0-2,6-3-3,0 3-1,-7 0 0,8-2 0,-2 2 4,-5 0 2,6 0 3,-6 1 2,5-1 2,-4 0 2,-2 1 0,0-1 0,0 4 4,1-4-1,0 4-1,-1 0 2,1-3 1,-1 3 1,0-4-4,2-1 1,-2 5 0,0-2-2,0-2 1,2 4-1,-2-3 0,0 3 0,1-5 3,-1 2 0,1 3 1,0-4 0,-1 4-1,0 0-1,0-4-1,2 4-1,4-4-2,-5 4 0,6-3 0,-6 3 0,5-4-1,-4 4-1,4 0 1,2-3 0,-8 3 0,7 0-3,0-4 2,0 4 1,-7 0-2,8-3 1,-2 3-1,2-4 2,-8 0-1,7 0-1,-7 1 2,8-1-2,-2 1 2,-5-4 0,6 3-2,0 0 2,-6-3-3,6-1-2,-1 4-6,2-3-3,-1 0-4,0 2-3,0-1-1,0-1 3,0 3 3,-7-4 5,8 4 1,-2-3 1,1 0 2,1 0 2,-2-1 3,-4 1 3,4-1 8,-6-2 9,1 3 3,0-5 5,-1 2 1,1-1-2,-7 0-4,6-5-6,-6 3-3,0 1-2,6-1-2,-6-3 2,0 1-3,0-3 0,0 3 0,0 1-3,0-1-1,0 1-2,0-1 3,-6 0 0,6 0-1,0 1 1,0-1-1,0 4 0,0-3-2,0 3-1,-6 3 0,6-3 0,0 4 4,-7 2 2,7-1 3,0-2 5,-6 5 5,-1-5-1,7 4 0,-7 2-1,1-3-3,-6 2-7,4-1-2,-4 1 0,5-1-2,-13 0-2,8 4 3,-8-4-2,0 4-1,1 0 2,-7-3 7,0 3 10,0 3 10,-1-3 11,1 0 14,1 4 8,-1-4-3,6 0-2,0 4-8,1-4-8,-1 0-12,8 0-8,-2 0-5,1 0-9,7 0-3,-1 0-10,0 0-13,1 0-18,6 0-16,-6 0-18,6 0-22,-8-4-12,8 0-11,-6 1-13,0-1-20,0 1-3</inkml:trace>
  <inkml:trace contextRef="#ctx0" brushRef="#br0" timeOffset="614836.7709">18727 14059 11,'-7'0'178,"0"-2"19,7 2-48,-6 0-19,-1 0-16,7 0-17,-6-5-19,6 5-17,0 0-15,-6 0-16,6 0-13,0 0-8,0-2-6,6 2-2,-6 0-4,6 0-20,1 0-27,-1 0-32,1 2-35,0 5-48,-1 1-40,0 4-6,1-2 15</inkml:trace>
  <inkml:trace contextRef="#ctx0" brushRef="#br0" timeOffset="615456.0863">19026 14353 88,'0'-3'147,"-6"3"-49,6 0-36,0 0-23,0 0-15,0 0-11,0 0-6,0 0-2,0 0-4,0 0-1,0 0-3,0 0-8,6 0-11,-6 0-8,7 0-6,-7 3-9,6-3-3,-6 4 1,6-4 4,-6 4 2,0-4 1,8 3-5,-8-3-3</inkml:trace>
  <inkml:trace contextRef="#ctx0" brushRef="#br0" timeOffset="642551.2834">26715 8957 86,'0'-11'152,"0"0"-40,6 0-21,-6 4-8,0-4-6,0 3 0,-6 1-6,6 0-12,0 3-7,0-4-9,0 5-1,-6-1-9,6 0-7,0 0-7,0 4-5,0 0-3,0-2-6,-7 2-4,7 0-3,-7 2-2,7 2-10,-6 0-18,0 3-25,-1 5-38,-6-2-66,6 2-38,1-1-12,-8 0 6</inkml:trace>
  <inkml:trace contextRef="#ctx0" brushRef="#br0" timeOffset="643180.29">26748 8928 130,'6'-8'169,"-6"5"-47,7-1-33,-7 4-18,-7 0-15,1 4-13,-1 3-12,-5 4-12,-8 7-4,-6 0-4,6 8-2,-7 1-4,-5 2 0,7 3-1,-9-3-1,9 1 0,-1 0-2,6-5 0,0-4-1,7-2 2,1-1-2,4-3 0,-4-4 1,12-1-1,-6-6 0,12 1-1,-6-10 3,12 1-3,2-6 0,-1-5 1,7-4-2,-1-2 0,0-4-2,1-2 0,-1 2 0,1 0 2,0-2 2,-7 2 8,6 7 11,-12-4 5,5 7 8,-4 1 0,4 2 0,-5 5-8,-7-1-8,7 6-1,-1-3-5,1 5 1,-1 5 4,0-3 4,1 10 0,6-5-3,-7 8-3,8-1-1,-8 1-4,7 4-2,0-1-3,0 1-2,7-2 0,0 2-2,-1-5 1,1 1-2,-8-1-3,8-2-14,0-1-14,-1-4-21,-5 0-32,4-2-30,-4-3-36,-1-2-32,7-2-12,-8-6 10</inkml:trace>
  <inkml:trace contextRef="#ctx0" brushRef="#br0" timeOffset="644220.7656">27132 9092 94,'0'0'172,"0"-3"-23,-6 3-43,-1 3-37,7 4-21,-7 1-12,1 3-10,0-1-5,-2 6-3,2-2-3,6 4-5,0 1-1,0-1 0,0 1-3,14-4-2,-8 2-1,14-5-3,-7 2-5,7-7-4,6 1-5,-7-5-5,7-6-3,0 0-3,-6-2 4,-1-6 1,1 4 4,-1-4 5,-6 0 9,0-3 12,0 6 12,-6-3 15,-1 5 13,0-2 11,-6 4 0,8 1-3,-8 3-10,0 0-11,-8 3-15,8 4-8,0 0-6,-6 5-4,6-1-3,6 3 0,-6 1-1,8-4 1,-2-1 0,7 5 0,0-7-2,0 3-2,7-4-7,6-2-9,-7-3-9,7-2-8,6-2-7,-5-3-6,-1-2 1,0-4 1,0 3 2,-7-7 6,7 5 6,-6-1 10,-7-4 5,7 7 11,-14-2 12,7 3 10,-6 3 8,-1 0 3,-6 4 6,0 0 1,-6 8-2,-1-1 3,0 3-1,1 5-1,-6 0-2,4-1-4,2 1-4,0 1-8,-1-1-5,7-5-2,-6 5-2,6-9-1,0 6-3,6-5 1,-6-3 0,7 0-2,-7-4-8,6 0-9,0-8-9,8 1-5,-8-5-3,0-2-1,1-1 7,0-2 7,-1 1 11,1-2 10,-7 4 10,6 2 4,-6 2 4,0 3 0,7 3 2,-7 4-2,0 0-6,0 6-1,0 2-1,7 3 2,-1 4-3,0-5-4,0 9 0,8-4-3,-8-1 0,7 1-2,1-1 0,-2-2 1,2-1 1,-8-4 0,7 0 3,-6-3 4,6-1 0,-7-6 3,0-1 3,8-3-1,-2 0-1,-4-4-2,4-3-1,-5-1-5,6 3-3,-7-2-1,1 3-1,-1 3-1,-6 2-3,6 1 1,2 5 2,-8 5-1,6-2 1,-6 4 1,6 0 1,1 5 0,0 2 0,-1-3 0,1 3 1,-1-2-2,7 3-1,-6-1 0,5 1 1,2-4 0,-1 0-1,0 1 2,6-6 2,-5-3-1,5 2 0,0-2-2,1-6 0,-1-5-5,1 2-2,6-6-2,-7-3-1,1 0 0,6-3 2,-6 3 1,-1-2 3,-5-2 4,5 4 3,-13 5 4,8 2 3,-8 0 3,0 2 1,-6-3-1,7 9 0,-7-3-4,0 3-2,0 0-1,0 0-1,0 3-2,-7-3-1,7 9 1,-6-6-1,0 4 1,6 0-1,-7 1-1,7-1 0,0 0-1,0 1-1,0-1 1,0 1 0,7-2 0,-1 2 1,0-4 0,8 3 1,-2-3-2,-5 0 0,6-1 1,0-3 0,1 0 0,-2 0-1,2-3 1,-8-1 1,7 0-1,-7-3-6,1 3-18,0-4-22,-1 2-28,0-2-37,-6 1-63,6-1-36,-6 1-4,0-3 9</inkml:trace>
  <inkml:trace contextRef="#ctx0" brushRef="#br0" timeOffset="645003.8924">29178 9005 37,'0'-8'229,"0"1"16,-6-1 8,6 4-100,-7 2-49,1 4-26,-8 2-9,2 11 2,-2 3 11,2 8 7,-2 7-1,-5 4-8,6 3-14,0 4-17,-1 4-20,2-5-15,-1 2-4,6-1-6,0-5 1,-5-1-5,6-5 2,6-8 1,-8 0-2,2-6 2,6-4 0,-6-3 1,-1-6 1,0-3-1,1-3 1,-1 0 0,7-7-4,-6 0 0,0-5-1,6-2 0,0-1-1,0 1-1,0-1 0,12-2 0,-5-3 1,6 6-3,0-1 2,1 1-2,4-1 1,2 4-1,-1 4 1,1-1 2,0 5-2,-7-1 0,7 4 0,-8 4 2,2-1 0,-2 1 0,2 4 2,-8 2 2,1 1-1,-7 0-2,0 3 0,0 3 0,-7-8 0,-6 7 0,0-2 3,1 1 1,-15-4 0,7-1 0,1-1-1,0 1 0,-1-6-1,7-1 3,6 0 1,0 2 0,1-5 1,6-5 0,6 2-3,1 0-2,6-5-2,6 2 0,8-6 0,-8 5-1,1 0 1,-1-1 0,1 1 1,0 3 2,-7 1 4,7-2 5,-8 3 4,8-2 4,-7 0 1,0 4-2,0 0-2,7-4-3,-8 4-7,1-3 0,7-2-2,-7 2 0,6-3-1,1-2-4,-1-4-15,-5-2-21,6-1-18,-8 1-24,1-5-19,0-3-8,0 5 7,-7-6 22,2 9 20,-8-2 25,6 6 19,-6 2 12,0 4 7,-6 8 3,-8 0 4,1 7 1,7-1 8,-7 5 2,0 4 2,7 3-1,-2-1-6,2 2-3,6-2-6,0 2-4,6 0-6,2-2 1,-2-3 0,0 1 0,7-2-5,0-2-14,0-4-11,7 1-30,-7-2-42,7-3-56,-8-3-76,8 0-30,-6-4-9,5-4 15</inkml:trace>
  <inkml:trace contextRef="#ctx0" brushRef="#br0" timeOffset="645531.3308">30169 9293 183,'6'-3'238,"-6"-1"10,0 4-65,0-3-71,6 6-41,-6-3-29,0 7-9,0 2-2,-6 1 2,6 2 0,0 3 0,0-1-4,-6 1-6,12-1-6,-6 1-3,6-1-3,-6 1-1,14-1-1,-8-2-1,7-2-2,0-3-1,0 1 0,7-8-2,-1 0-2,1-8-3,-7 1-5,6-7-7,-5-5-4,-8 1-3,0-4 0,-6 1 4,-6-2 4,0 2 7,-1 2 4,-6 0 2,-7 9 0,7-2 0,-6 5 0,6 7-4,-1 0 1,8 7-11,0 1-38,-1 3-57,14 3-80,-1 5-41,8-4-23,5-1-1</inkml:trace>
  <inkml:trace contextRef="#ctx0" brushRef="#br0" timeOffset="645803.7964">31061 9133 27,'0'-11'253,"-6"0"21,-1-1 11,1 5-75,-7 7-80,-6 0-47,-1 7-22,0 8-1,-6 4 7,0 10 12,-7 0 15,8 8 10,-8 3 1,7 8-11,0 0-12,0 2-16,6 2-16,7 7-17,-1-3-13,2 2-11,6-3-11,-1-5-23,7 2-26,-7-8-34,7-3-36,0-9-24,-6-6-17,6-8-29,-7-3-37,1-12-35,-8-3-7,2-7 2,-8-8 14</inkml:trace>
  <inkml:trace contextRef="#ctx0" brushRef="#br0" timeOffset="645958.7036">30534 9506 182,'6'-25'247,"8"-1"17,-2 4-66,1 7-49,7 4-37,6 4-36,6 7-24,1 0-17,13 4-15,-7 3-21,6 5-38,1 2-46,-1 1-60,1-1-72,-1 5-39,-5-5-7,-1 5 22</inkml:trace>
  <inkml:trace contextRef="#ctx0" brushRef="#br0" timeOffset="646679.2242">31706 9474 97,'0'0'198,"0"-5"-6,0 2-23,0 3-20,7-4-11,-1-3-10,-6 4 1,7-6-4,-1 6 3,1-4 7,0 0-3,-7 4-14,6-2-21,-6-2-17,6 3-25,-6 1-25,0-1-17,0 4-18,7-3-20,-7 3-23,0 0-14,0 0-10,7 0-6,-7 0 2,0 3 9,6 1 9,-6-4 3,6 3-1,-6-3 2,0 4 5,0-4 9,0 3 9,0-3 11,0 0 11,0 0 4,0 0 4,0 0 3,-6 0 3,0 0 1,-1 4 2,-6-4 5,0 8 7,0-1 8,-7 3 13,1 7 11,-1 0 6,1 2 2,-1 6-2,0 1-3,8 0-11,5 3-8,0-4-4,7 1-5,0 0-3,7-1 0,0-3 3,-1-4 3,7 1-1,7-5-1,-1-2-1,0-1-5,1-8-6,6-3-4,1 0-5,-8-3-2,7-5-6,-6-3-14,0-1-21,5-1-23,-5-3-34,0-5-37,6-1-42,-1-4-44,1 1-54,0-4-31,1-5 2,5-2 24</inkml:trace>
  <inkml:trace contextRef="#ctx0" brushRef="#br0" timeOffset="647559.4409">32378 9220 5,'0'4'174,"-7"7"17,0 1-41,1 2-37,-7 4-14,0 5-4,0-1 2,0 3 6,-6 1 4,-1 3 5,0 0 4,1 0-3,-1 0-13,7 1-14,-6-1-16,-1 2-14,7-6-16,7 0-15,-2 0-8,2-6-5,0 3 0,6-8-2,6 1-1,0-1 1,2-2-2,4-4 0,8-5-3,-7 1-8,13-4-16,-6-4-26,6 1-17,-1-5-19,2 0-13,-1-3-3,-6 4 7,6-4 17,-7 0 11,1 4 15,0 0 9,-8-1 12,-5 5 6,6-5 7,-7 5 5,1 3 4,-1-4 1,-6 4 1,6-4 1,-6 4 0,8 0-2,-8-4 0,0 4 1,0 0-1,0 0 1,0 0 1,0 0 2,6 0 4,-6 0 4,0 0 5,0 0 12,0 0 8,0 0 7,0 0 5,0 0 1,0 0-4,0 0-10,0 0-9,0 0-8,0 0-7,0 0-3,0 4-1,-6 0 1,6 3 1,-8 1 5,2-2 2,6 9 0,-6-4-1,-1 4-1,7-1-2,-6 2-3,-1-3-3,7 3 0,0-1-3,0-4 0,0-1 0,0-2 2,7 3 0,-7-4 1,6-3-1,-6-1 1,7 1-1,-1-4 1,0 0-3,8-4-1,-8 1-3,14-4 0,-7-1-10,0-3-3,6 1-6,-5-2-4,-2 1-2,2 0 0,-1-1 7,-1 6 1,-4-1 6,-2 3 5,0 0 3,0 4 3,1 0 0,0 4 2,-7 0 1,6 3 1,-6-1 1,7 2-1,-7 0 0,6 3-1,1-1-2,-7 2 1,7-1-1,-1 0 0,0-4 1,8 4 0,-8-8-1,7 5 2,0-4-2,-6-4-2,5 0 1,2-4-3,-2 0 1,2-3-1,-1 0 1,-7 0 1,7-5 2,-6-2 2,-1 2 0,0-2 1,-6 3 0,0-1 2,0 6 0,-6-1-2,0-1 0,-8 8 1,8-4 0,-7 8-2,0 0 0,6 0 0,1 3 0,0-1-2,6 2 0,0 4 1,0-5 1,0 3-1,6 2 1,0-5-1,1 4 1,-7 0 0,7 0-1,-1-4 0,1 1 0,-1 0 0,-6 1 2,6-5 0,-6 4 2,0 0 3,0-5 7,0 1 7,0-4 3,0 4 2,0-4 1,-6-4 3,6 4-2,0-4 0,0 1-4,0-5-3,6 0-5,8-2-16,-2-1-30,2-4-35,5-3-36,7-1-42,0 1-43,7-4-54,-7-3-22,13 0 7,-7-2 23</inkml:trace>
  <inkml:trace contextRef="#ctx0" brushRef="#br0" timeOffset="647706.3572">33315 9544 146,'0'-5'135,"8"1"-38,-16 4-29,2 4-16,0 1-8,-1 5-2,-6 0-3,0 2 0,-7 2-4,8 6-6,-8-3-6,7 5-4,0 0-4,0 1-6,0-2-3,0 1-16,0 1-24,7-9-38,-8 4-64,8-7-32,0 1-17,-2-6 2</inkml:trace>
  <inkml:trace contextRef="#ctx0" brushRef="#br0" timeOffset="647865.265">33068 9624 32,'0'-14'207,"0"-2"11,7 5-27,-7 4-69,0 4-43,0-1-30,0-1-27,6 10-11,1-1-4,-7-1-5,6 8-1,0-4-1,2 9-13,-2-2-34,0 4-54,-6 0-59,7 1-33,0-1-17,-7-4 5</inkml:trace>
  <inkml:trace contextRef="#ctx0" brushRef="#br0" timeOffset="648375.4215">33192 9876 218,'7'0'251,"-7"0"12,0 0-75,0-3-57,0-1-48,6 0-32,-6 0-11,6-3-8,1 0-7,0 0-3,6-1-3,-1 1-4,8-3-8,-7 1-4,7-1-4,0-1-1,-8 0 0,2 4-1,5-4-2,-13 3 1,8 0 4,-8 1 0,-6 0 2,6 4 0,-12-1 2,6 4-1,-13 0-1,6 4 3,-12 4 2,5-2 3,-4 5 3,-2 1 1,7-3-1,-1 7 0,2-1-3,-2 0-3,8 2-3,0-2-2,-1-1-2,7 1 0,0-3 0,7 2 1,-7-3 0,6 0 1,8-4-1,-8 1-1,6-1-1,2-3-3,5-4-3,-5 0-2,4-4-3,-4 0 1,5 1-1,-5-5 1,6 1 5,-8 0 3,-6 0 2,8 3 3,-8 0 1,1 0 1,-7 0 1,0 8 1,0-4-2,-7 8 1,1-1-3,-1 4 0,-6 1 1,7 2-2,-8 1 0,2 2 1,-2-2 1,8-1-1,-7 1-1,7-3 0,-2-5-1,8 4 2,-6-7 9,6 3 6,0-7 4,6 0 2,2-7 4,4 3 0,1-7-7,1-3-3,-2-2 1,8 2 8,-7-1 7,7-3 3,-8 3 7,2 1-3,-2 2-1,2 6-11,-1-2-10,-7 5-5,1-1-6,6 4-4,-7 4-2,-6 3 1,6 3-1,2 5-5,-8 0-18,6 3-32,-6 1-42,0 6-51,0-4-79,-6 6-72,6-1-22,-8-4 11,2 3 31</inkml:trace>
  <inkml:trace contextRef="#ctx0" brushRef="#br0" timeOffset="649750.2149">25535 9404 137,'7'-7'181,"6"-1"-37,-6 1-32,-1 3-33,-6 1-21,0-2-16,-6 5-12,-1 5-8,1 2-6,-8 0 0,2 8 1,-2-1-1,2 1-1,-2 4-1,1-2 1,7 5-3,0-3-3,-1-1 0,0 1-2,7-5 0,7 1 0,-7-1 0,13-2 1,-7-4-1,14-1 1,-7-5 1,13-2 0,0-2-2,1-3-3,-1-1 1,6-2-3,1 0 0,-1-1 0,-5 1-1,-1-1-1,-1 6 1,1 0 3,-6 3 0,0 0 6,-1 6 11,-6 3 11,0 5 13,-7 5 10,-6 6 8,0 0 2,0 9-8,-6-1-7,-7 4-9,0-1-10,0-3-8,0-4-6,-6 1 0,5-5-1,-5-2-1,6-6 0,-6-2 4,5-1 1,-6-6 3,8-4 5,-8-4-2,7 0 1,1-4-3,4-7-3,2 0-7,0 0-7,6-4-2,0-3-4,6 0-2,0 2-2,14-1-3,-7-2-10,7 1-8,6 3-15,6 0-16,1 1-10,-1-1-8,7 5-1,1-1-1,-1-1 10,6 5 9,-5 1 5,5-2 8,-5 0 10,-2 4 8,1-3 7,-6 3 6,-7 4 5,0 0 1,0-3 3,-13 3 1,1 0 1,-2 0 4,-6 0 4,1 3 5,0-3 4,-7 0 9,6 4 9,-6 3 4,-6 1 0,6-1-3,0 0-1,0 4-10,6 1-8,-6-5-6,7 4-2,6 0-1,-6 0-1,5-4 0,8 1 0,-7-4 1,7-1-1,-8-3 0,8-3-2,0-1 1,-7-4-3,-1-3-2,2 0 0,-8-3 0,-6 3 2,0-8 0,-6 5-2,-8 2 0,2 1-2,-8 1-1,7 2-4,-7 1-7,1 7-9,-1 0-10,8 4-17,-2-1-23,8 5-20,0-1-18,6 4-21,6-4-26,6 1-39,2 2-8,12-3 8</inkml:trace>
  <inkml:trace contextRef="#ctx0" brushRef="#br0" timeOffset="650040.8305">26748 9781 4,'19'4'185,"0"-4"24,-5 0-31,-1 0-23,0 0-17,-7 0-12,-6 0-10,7 0-13,-14 0-15,7 4-18,-6-1-15,0-3-14,-1 4-15,7 0-12,-7 2-5,7-1-3,-6 2-3,6 0-1,6 0-2,-6 1-1,7-1 0,6 0 1,0 0-2,0-3-3,6-4-2,1 4 1,0-4-2,-7-4 1,7 4 0,-8-4 4,1 4 0,-6 0 2,-1-3 1,1 3-1,-1 0-1,-6 0 2,0 3 5,6 1 3,-6 0 4,0 0 1,0 4 1,8-1-1,-8 3-5,6 2-2,0 2-24,0 1-37,8-1-55,-1 1-72,0-4-71,6 0-37,1 0 0,6-8 26</inkml:trace>
  <inkml:trace contextRef="#ctx0" brushRef="#br0" timeOffset="651089.2792">27595 9979 31,'-7'3'226,"1"1"16,-1 0 14,0 0-94,1-1-54,0 4-26,-8 0-19,2 8-11,-2-3-10,1 2-8,1 1-9,5 0-7,0 3-5,1-3-3,6 0-5,0-1-1,0-3 1,6 3-4,8-7-2,-8 5-9,7-8-11,7-1-18,-8-3-22,8 0-22,-7-3-24,7-1-18,-8 0-13,8-4-3,-6 5 10,-2-1 16,1 1 26,-6-2 29,0 5 33,-1 5 35,0-2 26,-6 1 24,0 4 19,7-1 10,-7 3 5,0 2-3,0-5-5,0 4-11,7 0-8,-1 1-11,0-2-12,8-3-8,-1 1-8,-1-2-6,8-1-9,6-2-4,-6-3 0,5 0-1,2 0-2,-1-3 0,0 3-4,0-5-2,0 3-12,-7-2-19,8 4-22,-8-4-17,8 0-10,-8 4-6,7 0 4,-6 0 10,0 0 13,-1 0 11,0 0 7,-6 0 1,7 4 3,-7-4 5,0-4 2,6 4 8,-12-3 6,6-1 4,-7 0 11,1-2 16,0-2 20,-1 0 14,-6-3 17,0 4 21,-6-4 7,-1 3 1,-6 2 2,0 2-3,-7 0-6,-6 4-10,0 4-4,7-4-7,-7 7-14,6-4-6,0 9-10,8-5-9,-1 4-5,6-4-4,0 4-5,7 0-5,7-3-2,0 3 0,6-5-3,-1-1 0,8 2-1,0-7 1,6 3 1,-7-6-2,1-1 0,0 1 1,-8-2-2,8 3-1,-7-2 1,0-4 0,0 5 0,-7-1-1,1 4 1,0-4 0,-7 0 0,6 4 1,-6 0 4,0 8 7,0-4 8,0 3 3,-6 3 2,6 2 2,0 3-4,0 0-5,6-1-8,7 1-2,-7-1-3,14 1-2,0 0-3,-1-4-7,7-1-8,7-2-14,-7-4-10,6-1-6,1-3-6,-1-3 3,1-5 6,-7 4 11,0-3 11,1-3 6,-1-2 8,-7 1 5,-6 0 11,0 4 14,-6 0 9,-7 3 13,0-3 13,-7 7 11,-6 0 3,0 3-5,-6 1-2,-7 2-8,-1 3-11,1 1-13,0 2-11,1-1-7,-1 0-7,6-1-9,7 2-8,-1-2-8,8-3-9,0-3-14,12 4-8,0-8-4,1 0 0,13-3 3,0-2 7,-2-2 13,2 0 12,0 0 6,-1-1 8,-5 1 7,5 0 6,-6 2 3,-6 3 4,5-2 3,-5 4 2,6 0-1,-7 4-5,1 3-2,6 0-4,0 0-4,0 4-2,6-4 1,1 9-3,0-6-15,6 0-22,7 2-34,-1-5-44,7 1-51,6-4-64,-5-4-43,5 0-9,-5-8 16,-1 2 34</inkml:trace>
  <inkml:trace contextRef="#ctx0" brushRef="#br0" timeOffset="651238.1943">29458 10312 131,'7'-11'325,"-14"-3"38,1 7 20,-7-1-87,-7 8-93,0 4-68,1 7-53,-7 3-35,-6 4-21,5 8-13,-5 1-23,6-2-45,-1 4-58,9 4-78,-9-4-102,14 1-55,-6-5-10,13-3 24,-8-4 49</inkml:trace>
  <inkml:trace contextRef="#ctx0" brushRef="#br0" timeOffset="651386.1098">29113 10367 191,'14'-18'438,"-2"-1"53,1 5 28,7-1-20,0 8-194,-2 3-109,2 8-84,7 3-55,-9 4-83,9 3-117,-7 9-127,-1 6-133,0 4-71,-5 7-32,5-3 33,-13 7 93</inkml:trace>
  <inkml:trace contextRef="#ctx0" brushRef="#br0" timeOffset="651544.0191">29810 11173 126,'6'-4'295,"-6"-2"-41,0-6-119,-12 5-148,6-1-156,-14 1-82,0 0-34</inkml:trace>
  <inkml:trace contextRef="#ctx0" brushRef="#br0" timeOffset="653030.7856">26617 10994 147,'19'-22'294,"-5"0"31,6 0 34,-7 0-106,6 3-49,-6 5-29,7 3-33,-1 0-25,1 8-27,6 3-19,0 3-17,0 0-12,0 8-9,7 9-5,-8-3-6,-5 5-5,0 4-5,-7 7-4,-7-1-1,-6 5-3,0 0-1,-13-4-2,0-4 1,-6 0-2,-7-3 0,6-3 1,-6-5 3,0 0 0,6-4-3,1-3 1,0 0-3,5-3-2,8-2-2,-1 2-1,1-1 1,6 1 0,0 0 3,6 3 0,-6-4 0,7 4 1,-7 3-2,6 2 3,0-2 0,2 3 0,-8 6 2,0-2 2,0 2 0,-14 3 0,1 3-3,-6-3 1,-8 3 2,-11-3-4,-1-1-12,-7 1-24,-7-8-33,8 0-45,-1-2-57,7-10-86,13-3-92,7-6-28,5-8 5,14-11 30,7-7 47</inkml:trace>
  <inkml:trace contextRef="#ctx0" brushRef="#br0" timeOffset="653446.3698">26936 10789 242,'20'-33'315,"-14"0"19,1 3 9,-7 5-149,-13 10-81,1 5-42,-21 6-30,0 10-14,-13 9-7,-6 11-2,-13 6 8,-6 14 29,-2 0 38,-4 6 48,4 7 38,-4 3 25,12 4 0,12 0-25,7 4-35,14-1-49,19 4-37,13-3-27,13 4-15,13-9-3,14 0-5,11-2-3,8-8-3,6-3-2,14-5 2,-2-7 10,2-3 24,12-8 19,0-6 16,14-6 9,-1-5 9,0-9-9,7-6-20,0-9-9,-1-5-8,-5-9-8,-14-8-10,0-6 0,-13-7-4,-13-8-8,-6-11-11,-20-4-7,-12-7 3,-15-7-9,-12-4-9,-12-4-14,-15-3-1,-19 3 5,-6 5-3,-13 3 5,-13 13 12,-7 10 13,-12 13 4,-8 11-4,1 12 5,-13 14-2,6 14-21,1 12-51,-2 11-102,9 10-114,11 8-117,7 8-128,13 2-52,14 9 17,12-1 82,8-1 105</inkml:trace>
  <inkml:trace contextRef="#ctx0" brushRef="#br0" timeOffset="653620.2705">27380 12272 492,'58'8'782,"-19"-12"74,-6-10 24,-7-1-29,-6 1-401,-8 2-492,2 9-370,-8 3-248,1 7-115,-14 3-20,1 5 67,-8-3 164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10-21T02:56:02.2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3974 4022 137,'-12'-4'184,"4"-4"-27,-4 6-41,6-2-22,-2 0-14,2 0-15,6 1-12,-6 3-15,6 0-10,-7-4-8,7 4-8,0 0-8,7 0-2,-1 0-3,8 0 0,-2-4 1,2 4 1,11 0 0,1 0 2,0 0 0,7 0-1,6 0-2,0 0 0,0 4 0,6-4 0,8 0 1,-1 0 5,7-4 4,0 0 7,-1 4 6,7-2 7,7-3 4,0-2-2,-1 4 0,8-5-6,-1 5-6,0-1-7,6 0-6,1 4-2,0 0-1,0 0 1,0 0 1,6 0 1,0 0 0,0 4 2,1 0 0,-1-1 1,0 1 16,-7-4 16,7 4 17,0-1 9,-6-3 4,7 4 12,-1-4-3,0 3-8,6-3-10,-4 0-3,-2 5-1,0-5-6,0 2-10,7-2-7,-7 4-3,0 0-6,1 0-5,5 3-4,-6 1-3,0 0-4,-6-2 2,7 5 0,-1-3 1,-6 3-4,-1 0 0,7-4 1,-6 4-6,0-4 0,0 5-3,-8-6 1,2 2 0,-1-1 1,0-3 0,-7 0 1,-5-1-1,-1-3 0,0 5-3,-6-5-2,0 0 0,0 0 1,-8 0 2,-5 0-2,-1 0-1,1 0 1,-7 2-1,-6-2 0,-1 0-2,-6 0 1,1 4-14,-1-4-19,-6 0-26,-1 3-35,-6-3-41,0 0-44,-7 4-49,0-4-71,-6 0-35,0 0 0,0 0 25,-12-4 37</inkml:trace>
  <inkml:trace contextRef="#ctx0" brushRef="#br0" timeOffset="363.6289">9370 3580 14,'-7'-5'217,"7"5"13,-7-4 3,7 1-94,0 3-60,7 0-32,-7 0-11,7 3 4,5 1 9,2 1 10,-1-3 15,13 5 8,-7 5 6,14 3 2,-8 3-3,8 3-8,7 2-11,-8 6-8,7 3-18,-6 3-16,-1 1-10,1 0-6,-1 1-3,-6-4-3,-6 0 2,-7-1 2,0 3 6,-13-4 2,0 7 1,-13-2-2,-13 9-9,-7 2-24,-12 4-37,-7 8-38,-7-1-30,-6 4-27,0-3-28,0 0-50,6-7-37,0-13-1,7-3 9,1-9 16</inkml:trace>
  <inkml:trace contextRef="#ctx0" brushRef="#br0" timeOffset="517.1141">9552 4473 49,'19'0'359,"-5"0"17,-8 0-29,0 0-73,-6 4-296,0-1-192,-6 5-100,0-1-37,-8 0 17</inkml:trace>
  <inkml:trace contextRef="#ctx0" brushRef="#br0" timeOffset="5724.1772">4645 3872 73,'0'-4'84,"0"4"-10,0-4-11,-6 4-8,6 0-8,0 0-4,0-4-7,0 4-4,0 0-2,0 0-3,0 0-3,0 0-5,0 0-3,0 0-2,0-2-6,0 2-2,0 0-6,0 0 2,0 0 0,0 0-2,0 2-2,0-2 3,0 0 2,6 4-2,-6-4 0,0 8 2,0-5 1,0 5-3,7 4 1,-7-6 1,0 5 2,0-3 0,6 3 2,-6-4 2,0 0 0,0-3 1,0 3 0,0-3 1,-6 3 1,6-3 3,0-1 3,0 2 0,0-3 4,-7-2 1,7 4 0,0 0-1,0-4-1,0 0-2,0 0-2,0 0-4,0 4-2,0-4-3,0 0-1,0 0 0,0 0-3,0 0-1,0-4 1,0 4-1,0 0 0,0 0 1,0 0-4,0 0 3,0-4-3,0 4-7,0 0-18,0 0-30,0 0-36,0 0-53,0 4-46,0 0-17,-6 3 4</inkml:trace>
  <inkml:trace contextRef="#ctx0" brushRef="#br0" timeOffset="6057.2772">4639 4333 72,'0'0'165,"-6"0"-29,6 0-34,0 0-24,0 0-18,0 0-14,0 0-10,0 0-5,-8 4-4,8 1-3,0 1-3,0 2 0,0-1-2,0 8-1,0-5-3,0 9-2,-6-5-1,6 5-2,0-1-1,0 4-2,-6-3-5,6 6-5,-6-3-24,6 4-34,-7-5-51,7 2-53,-7 3-28,7-9-11</inkml:trace>
  <inkml:trace contextRef="#ctx0" brushRef="#br0" timeOffset="6952.0168">5440 3850 119,'0'0'174,"0"-4"-32,-6 4-37,6 0-25,0 0-14,0 0-14,0-3-12,0 3-10,0 0-9,0 0-7,0 0-7,0 0-3,0 0-4,0 0 0,0 0 1,0 0 0,0 0 2,0 0 3,0 0 4,0 0 2,0 0 1,0-4 1,0 4-2,0 0-4,0-4-2,0 0-2,-6 4-2,6-3 2,0-1-2,0 4 1,0-3-3,-7-1 2,7 4 5,0-4 8,0 1 10,0 3 9,0-4 7,-7 4 6,7 0-2,0-4-4,0 4-2,0 0-6,0 0-5,0 0-5,0 0-5,0 0-5,0 0-6,0 0-2,0 4-3,0 0 0,0-1-1,7 5 1,-7-1-1,0 0-1,0 4 0,0 1 0,0-2 1,0 5-1,0 3-6,0-3-16,0 3-28,-7 4-36,1-4-52,6 4-62,-7 0-42,7-3-10,-6-1 14</inkml:trace>
  <inkml:trace contextRef="#ctx0" brushRef="#br0" timeOffset="7429.1088">5349 4304 79,'0'-4'187,"-6"4"7,6 0-63,0-4-53,0 4-33,6 0-22,0 0-12,-6-3-6,8 3-2,-2 0 0,6 3-2,-4-3-1,4 4 3,-5 0 2,6 0-2,-6 4 2,5-1-1,-6 0 2,2 0 0,-2 4 1,-6-3 5,0 3 0,6-4 2,-12 4 3,6 0-1,-6 0 0,-2-1-3,2 2 5,0-5 10,-7 3 8,6-2 11,-6 1 11,7-3 11,0 2 13,-2-5 7,2 0 6,0 2 2,6-1-5,-6-4-8,6 3-19,-8-3-18,8 0-17,0 0-15,0 0-8,8 0-6,-8 0-1,6 0-1,0 0 0,0 4 1,8-4-8,-1 0-25,0 0-34,0 0-42,7 3-44,-8-3-52,8 0-69,-1 0-21,-5-3 9,5 3 27</inkml:trace>
  <inkml:trace contextRef="#ctx0" brushRef="#br0" timeOffset="8135.0943">6267 3813 51,'0'-7'148,"0"3"-34,-6 1-23,6-1-13,0 0-6,0 4-6,0-3-7,0 3-12,0 0-9,0 0-8,0 0-6,0 3-1,0-3 4,0 4 3,0 3 3,0 1 2,0-1 0,0 0-7,0 4-6,0 0-6,0 1-5,0 2-2,-6-3-2,6 7-2,0-3-12,-7 3-22,7 4-40,0 1-52,0-6-66,0 5-31,0 1-11,0-5 15</inkml:trace>
  <inkml:trace contextRef="#ctx0" brushRef="#br0" timeOffset="8659.1242">6229 4333 64,'0'0'207,"0"0"8,0-3-41,0 3-60,0 0-44,0 0-32,0 0-18,6 0-9,-6-5-4,7 5-3,-1 0-4,-6 5 1,7-5 1,-1 3-2,0 1-2,2 4-4,-8-1-7,6 4-6,-6 0-7,0 3-1,-6 1 2,6-1 4,-8 1 7,2-4 6,0 4 5,6-7 5,-7 3 7,1-5 7,6-1 8,-7 2 7,7-3 2,0-4-1,0 3-6,0-3-7,0 0-8,0 0-4,7 0-3,-1 0-1,1 4 2,5-4 1,-4 0 4,4 3-1,2 1 3,-1 0-4,-1 0 2,2 3-1,-2 1-2,-5-2 4,0 5 7,-1 1 9,-6-2 3,-6 5 3,-1-1-1,-6 5-6,0 3-7,0 0-7,0-1-6,0-2-16,-6-1-27,11 0-45,-4-2-58,5-5-69,1-4-35,6-7-7,0-7 16</inkml:trace>
  <inkml:trace contextRef="#ctx0" brushRef="#br0" timeOffset="9221.2298">7193 3835 124,'0'0'194,"-6"4"-8,6-4-48,0 0-36,0 0-24,0 4-18,0-1-15,0 1-13,0 0-9,0 2-4,0-2-5,0 4-3,6 0 2,-6 3 4,0-5 2,0 6 4,0-1 2,0 3 1,0 1-5,0 3-3,-6 0-5,6 1-7,0-1-15,0-3-23,0 3-30,0-3-44,0 0-74,0-5-43,0 1-14,0-3 10</inkml:trace>
  <inkml:trace contextRef="#ctx0" brushRef="#br0" timeOffset="9635.3082">7193 4432 113,'-6'0'213,"0"0"10,-2 0-57,2 0-50,6-3-29,-6-1-18,-1 0-13,7 4-6,-7-4-5,7 4-11,0 0-9,0 0-12,-6 0-5,6 4-7,0 0 1,0 3-2,-7 4 0,7 0 1,0 4-1,0-4 1,-6 4-1,6-4 2,0 4 0,0-5 3,6 1 2,-6 0 7,7 1 4,-7-5 2,6 0 3,8 0 3,-8-3-1,8-1-6,4-3-2,2 0-2,-1-7-4,1 3-5,6-3-4,1-1-17,-1-2-36,0 3-45,-7-1-64,7 2-71,-6-6-37,-1 5-4,1-4 22</inkml:trace>
  <inkml:trace contextRef="#ctx0" brushRef="#br0" timeOffset="9825.2658">7434 4319 138,'-6'6'245,"-8"2"20,8 7-27,0 0-66,0 3-40,-8 4-23,14 0-17,-6 4-13,-1 0-16,1 3-17,6-4-38,0 5-67,6 2-92,1-2-93,-7-1-50,6-7-24,0 0 9</inkml:trace>
  <inkml:trace contextRef="#ctx0" brushRef="#br0" timeOffset="24482.6568">3812 1402 37,'-8'-2'39,"8"2"-1,-6-5 3,6 5-1,0-3-7,0 3-4,-6-4-3,6 4-4,0-3-2,0 3-3,0-4 1,0 4 0,0-4-3,0 4-2,-6-4-5,6 4 1,0-3-1,0 3-1,0-4 0,-8-3-3,8 4 0,0-1 0,0-4 1,0 1 0,0 3 0,0-7 4,0 4 1,0-4 0,8 3-1,-8-7 0,0 5 3,0-1-2,6-4-3,-6 5 0,0-5-1,0 1-1,0-3-1,0 4 0,6 1 2,-6-1-1,0-3-2,0-2 1,-6 3-2,6-2-2,0 1-2,0-2-1,0-1 2,0 2 0,0 3-2,0-6 0,0 3 3,0-2 0,0 4-1,0-3 0,0 0 0,0 4 2,0-6-2,0 6 1,0-4 1,0 3 1,0-3 1,0 3-2,0 0 1,0-3-2,0 3-1,0 1-2,0-1 1,0 0 0,0 1 1,-6-1-2,6-4 2,0 5 1,-8-1 0,8 1 0,0-1 0,-6 0 1,6 1 0,-6-1-3,6 4 2,0-3 0,0 3-2,-7-3 1,7 2-1,0-3 2,0 5-2,0-6 0,0 5 1,0 2-1,0-3 0,0 1 2,0 0-3,0 3 3,7-3-3,-7 4 2,0-4 1,0 4 1,0 0 0,0 0 1,0-5-1,0 9-1,-7-5-1,7 2-2,0 1 2,0 1 0,0 1 2,0-2-1,0 5 0,0-3 0,0 3 2,0 0-1,0-3-1,0 3 1,0 0-1,0 0 0,0 0 0,0 0 2,0 0 0,0 3 0,0-3 1,-6 0-1,6 3 2,0 2-2,-7-2-1,0 6 2,7-3 0,-6 5-1,-6-3 0,4 6 1,-4-3-2,-2 4 0,8 3 1,-13 0 0,5 2-1,2 0 0,-8-2 0,7 5 4,0-1-4,0-1 0,-1 2 3,2-5-2,5-4 1,1 6-3,-1-5 0,1-5 0,6 1-5,0-1-8,0-2-26,0-4-39,6-4-44,1 0-24,-1-4-12</inkml:trace>
  <inkml:trace contextRef="#ctx0" brushRef="#br0" timeOffset="24707.908">3778 367 62,'0'-5'75,"0"5"-23,8 5-12,-8-5-10,6 2-6,0 2-1,0 4 0,8-1-2,-1 3-3,0 2-6,0 2-2,7 2-1,-8 2-2,8 0-2,-1 0-3,1 1 1,6 2 1,-6 1-2,-1 0-11,1 1-30,-1 2-48,1 1-27,-7-4-14</inkml:trace>
  <inkml:trace contextRef="#ctx0" brushRef="#br0" timeOffset="30870.8147">3812 1296 70,'-8'0'72,"8"-3"-6,0 3-8,-6-4-9,6 4-8,-6-4-5,6 4-3,0-4-5,-6 4-5,6-2 4,-8 2 1,8-5 1,-6 5 3,6-3 1,0 3 6,-6-4 2,6 4-4,0 0-4,0-3-6,0 3-5,0 0-6,0 0-3,-7 0-5,7 0 0,0 0-1,0 0-1,0 0-2,0 0-1,0 3-3,0-3 0,0 4-1,0-1-1,0 4-2,0 1 4,0-1 1,0 5 0,0 2 1,0 1 0,0 0 1,0 3 1,0 0-3,0 0 0,0 5 1,-6-1 0,6 0 0,0-1-2,0 6 1,0-6 1,0 1-2,0 0 0,0 4-1,-7-1 1,7 1-1,0-4 1,0 3 2,0 1-1,0 0-1,0-4 0,0 0 0,0 3-1,0-3-1,7 1 0,-7-1 2,0-1 0,6 2 0,-6 2 0,0-4 0,0 5 2,7 0 1,-7-1 0,0 5 1,0-4-1,0 0-2,0 3 1,0-4-2,0 4-1,0-3-1,0 0 2,0-1 0,0 2 0,0 2 0,0-7 2,0 3 0,0 0 0,0 2-2,6-5 0,-6 4 0,0-5 0,0 2-1,0 2-1,0-3 2,0-1-1,0 2 1,0 2-2,0 1 2,6-4 0,-6 3 0,0 1 3,0 0 0,0 4 0,0-5 1,8 4-2,-8-3 0,0 0-2,0-1-1,6-4 0,-6 6 0,0-6 1,0-2 0,0 4-1,0-6 1,0 2-1,0-1-1,0 0 2,0 0 0,0-4 1,0 6-1,0-2 0,0 4 3,0-4-3,0 0-1,0 1 1,0-1 1,0 1-1,0-1 1,0-4 0,0 5 0,0-1-1,0-3 2,0 0-1,0 2-1,0-1 1,0-3-1,0-1 0,0 3 0,0-5 0,0 5 0,0-4-2,0 0 1,0 0 1,0 0-1,0 5 1,0-7 2,0 3-1,0-1 0,0 1 1,0-2-2,0 1 0,0-1-2,0-2 2,0 3-1,0 0-1,0-4 2,6 4 1,-6-4-1,0 5 0,0-1 0,6-5 0,-6 6 0,0-4 1,0 3 0,8-5 1,-8 2-2,0-1 0,0 1-1,0-1 0,0 0 0,0 1-1,0-1 2,6-4 1,-6 5-1,0-1 0,0 1 0,0-4 0,0 2 0,0-2-1,0 3 1,0 1 0,0-4-1,0 4-2,0-6 2,0 2-3,0 0 1,0 0-3,0-1 1,0-3 2,0 4-3,0-4 4,0 0-2,0 4 2,0-4 2,0 0-2,0 0 0,-6 0-1,6 0-2,0 0-2,0 4-5,0-4-5,0 0-7,0 0-6,0 3-6,0-3-2,0 0-3,0 4 0,0-4 6,0 0 6,0 0 4,0 3 4,6-3 6,-6 0 6,0 0 3,0 0 1,0 4 3,0 0 2,-6-4-1,6 3 0,0 1 1,0-4 1,0 4 0,0-1 6,0-3 2,0 0 3,0 0 4,-8 0 6,8 0 5,0 0 6,0 0 1,-6 0 1,6 0 0,0 0-6,0 0-6,-6 4-5,6-4-4,0 0-6,0 0-3,0 0 0,0 0-2,0 0-2,0 0-3,0 0-1,0 0 1,0 0-4,0 0 3,0 0 1,0 0 1,0 0 1,0 0 2,0 4 1,0-1-3,6 1 0,-6-1 0,0 4 0,0 1 0,0-1-2,0 1 0,0-2-1,0 2-5,0-1-7,6 1-9,-6-4-13,0 0-25,0 0-30,0-4-48,0 0-21,0 0-7</inkml:trace>
  <inkml:trace contextRef="#ctx0" brushRef="#br0" timeOffset="38747.839">3804 3191 5,'-6'0'25,"6"-3"2,0 3 1,-6 0 3,6-5 2,0 5-2,-6 0-5,6-3-6,0 3-5,0 0-4,-8-4-4,8 4-3,0 0 1,0 0 1,0-5 2,0 5-2,0 0 1,0 0 0,0 0 0,0 0 1,0-2 1,0 2 2,0 0 4,0-4 4,0 4 2,0 0-1,0-3-1,0 3-2,0-5-3,0 5-2,0 0-2,0-3 0,0 3-2,0 0 0,0 0-1,0 0-2,0 0-1,0 0-2,0 0 1,0 0-2,0 0-2,0 0 1,0 0 0,0 0 0,0 0 0,0 0 1,0 0 6,0 0 1,0 0-1,0 0 4,0 0-2,0 0-2,0 0-3,0 0-1,0 0 1,0 0-4,0 0 1,8-3 0,-8 3-1,0 0-1,6-5 3,-6 5 3,6-4-1,-6 1 1,6-1 3,2 4 3,-8-3-3,6-1 1,0 1 1,1 3-1,-7-4-1,6 0-1,1 4 0,0-4-3,-1 1 1,0 3 0,0 0-2,2-4 1,-2 4-2,0 0-1,1 0-1,6 0-1,-6 0 3,-1 0-1,0 0-1,2 4 2,-2-4-1,0 0 1,0 0-2,2 0 2,-8 0-1,0 0 0,6 0-1,-6 0 0,0 0 0,0 0-7,6 0-5,-12 3-23,6 1-39,0 4-56,-6-5-28,-2 4-13</inkml:trace>
  <inkml:trace contextRef="#ctx0" brushRef="#br0" timeOffset="40181.6758">3804 2403 2,'0'-4'32,"-6"1"-11,6-1-6,0 1 2,-6-1 0,6-1-1,0 2 3,0 3 0,-6-3 0,6 3 0,0-4-1,0 4-3,-8 0 1,8-4 1,0 4-1,0 0-2,-6-3 0,6 3 2,0 0 3,0-3 1,-6 3 1,6 0 0,0 0 1,0-5-1,0 5-2,0 0-1,0 0 4,-7-4 3,7 4 1,0 0 3,0 0 1,0-3 0,0 3 1,0 0-1,0-4-1,0 4 2,0 0-3,0 0-3,0 0-5,0 0-5,0-3-1,0 3-7,0 0-5,0 0 0,0 0 0,7 0-1,-7 0-2,6 0 1,0 0 1,2 0-1,-2-4 0,6 4 0,2-3 3,-1 3-2,0-4-3,0 0 0,7 0-13,-8 4-23,2-3-40,5 6-64,-13-3-34,8 4-19,-14 4 2</inkml:trace>
  <inkml:trace contextRef="#ctx0" brushRef="#br0" timeOffset="41524.1117">3778 1333 3,'0'-3'43,"-6"0"0,6-2-2,0 1-8,0 1 2,0-2 1,0 3 0,-6 2-2,6-4-4,0 4-4,0 0-5,0 0-5,0 0-7,0 0-2,0 0-4,0 4-2,-7-4 0,7 7 1,0-4-1,-6 6-2,6-3 1,-7-2 0,7 3 1,0 1-1,0-4 2,0-1 1,0-3-3,0 4 0,0-1-2,0-3 1,0 4-1,0-4 4,0 0 2,0 0-1,0 0 1,0 0 3,0 0-1,0-4-2,0 4 0,0-3-2,0 3 3,0-4-4,0 4-1,0 0-1,7 0 1,-7-3 3,0 3-1,0 0-1,0-4 2,0 4 0,0 0-3,0-5 2,6 5-1,-6 0 3,0-3-3,0 3 1,0-3 2,0 3-2,0-4-2,7 4-2,-7 0 1,0 0 0,0 0 0,0 0 1,0 0 0,0 0 2,0 0-1,6 4-1,-6-4-1,0 3 0,6 0 1,-6 2-3,0-1 2,8-4 1,-8 3 0,0 1 1,6-1-1,-6 1 2,0-1-3,0-3-2,6 4-8,-6-4-32,6 0-51,2 0-29,-2-4-13</inkml:trace>
  <inkml:trace contextRef="#ctx0" brushRef="#br0" timeOffset="42757.8522">3766 1571 31,'0'0'44,"0"-4"-2,-7 4-4,7 0-3,0 0-1,0 0 2,0-3 0,0 3 3,0 0-3,-6 0 0,6-4-2,0 4-1,0 0-2,0-3-1,-7 3 0,7 0 0,0-5-3,0 5-3,0 0-4,0-2-2,0 2-4,0 0-4,0 0 0,0 0-3,0 0 0,0 0 1,0 0-3,0 0-1,0 0-1,0 0-1,0 0 0,0 0-4,0 0 1,0 0 1,0 0-1,0 0 1,7 0-1,-1 0 1,-6 0 1,7 0-1,-1-4 3,0 4 0,2 0 2,-2 0 2,0 0-1,0 0 0,8-4 1,-8 4 0,1 0-3,6 0-1,-6 0-1,-1 0 0,6 0-2,-4 0-2,-2 0 2,0 0-2,1 0 0,-7 0 2,7 0-1,-1 0 2,-6 0-1,7 0 1,-7 0 1,0 0-2,0 0 1,0 0 1,0 0 2,0 0-2,0 0-2,0 0 3,0 0-3,-7 0 0,7 4 0,-6 0 3,-1-2 0,0 3-1,-5-2-1,4 1 0,2-1-1,-6 5-4,-2-4 2,8 0 0,-7-1 2,-1 0 0,2 2-1,6-5 2,-8 4 0,8-1-1,-7 0 0,6-3 0,0 4 2,1-4-1,0 0 0,6 0 1,-6 4-1,6-4 0,0 0 1,-8 0 0,8 0-2,0 0 1,0 0 0,0 0-1,8 0-1,-8-4 1,0 4-1,6-4 1,0 4 0,0-3 0,1 3 3,0-3 2,6-1 1,-7-1-2,8 2 2,-8 0-1,6-1-2,-4 0 0,4 0-2,1 0 0,1 4-1,-8 0 0,6-3 1,2 3 0,-8 0 2,8 3-1,-8-3 1,1 0-4,5 4 0,-4-4 0,-2 4-6,-6-4-1,6 4-12,-6-4-22,6 4-52,-6 2-57,-6-1-29,0 2-12</inkml:trace>
  <inkml:trace contextRef="#ctx0" brushRef="#br0" timeOffset="44335.511">3068 3194 76,'-6'-3'168,"6"0"-29,-6-2-20,6 2-12,0-1-7,-7-1-6,7-1-7,0 3-3,-7-2-3,7 2-7,0 0-8,0 3-8,-6-5-13,6 5-12,0 0-11,0 0-8,0 0-3,0 0-4,0 5-3,-6 1 0,6 6-2,-7 2 1,7 8-3,-7 0-12,1 7-38,-1-3-61,7 4-85,-6-4-53,6-5-25,-6 1-2</inkml:trace>
  <inkml:trace contextRef="#ctx0" brushRef="#br0" timeOffset="45345.1238">3115 2426 40,'-8'-5'147,"-4"2"-37,5-1-22,1 0-12,-1-3-11,-6 3-10,7 1-7,-1-4-8,0 3-1,1-4-9,6 1-5,-6 0 0,6 4 0,-7-6 1,7 6 3,-7-4 2,7 3-1,0 1-2,0 3-5,-6-4-3,6 4-9,0 0-4,0-4-2,0 4-5,0 0 0,6 0 0,-6 0-1,7 0-1,0-4 1,-1 4 1,7-3 1,-6 3 0,5 0 0,-5 0 1,6 0 0,-6 3 1,5 1-1,-4 0 1,-2 0 0,6 3 0,-5 0 0,-7 5-1,7-2 3,-7 5 0,0-1-1,-7 1 1,7-1-1,-7 1-3,1 0-1,-6-1-1,4-2 0,2-1-1,-7 0 2,7-7 1,-1 3 1,-6-4 0,7 1-1,-1-4 2,0 0 0,1 0 1,0 0 0,6 0 0,0 0-1,-7 0 1,7 0-2,0 0-2,0 0 0,7 0-1,-1 0 1,0 0-2,1 0 1,6 0 0,0 0 1,7 0-1,0 0-8,-2 0-24,2 0-47,0 0-74,-1 0-47,1 0-25,-7 0-6</inkml:trace>
  <inkml:trace contextRef="#ctx0" brushRef="#br0" timeOffset="46041.5923">3133 1347 122,'-6'-6'115,"0"-2"-21,0 5-10,-2 0-11,2-2-9,0 5-7,-1-4-8,7 4-8,0 0-13,-6-3-8,6 3-9,6 0-6,-6 3-3,7-3-1,-1 0 1,0 4-2,2 1 0,4 1 1,-6-2 1,8 3 1,-8 5-1,1-5-1,6 3 2,-6 2 0,-1 3-3,-6-1 1,0 1 0,0-1 0,0 1 2,-6 4-1,-1-2 1,0-2-1,1 3-1,-7-3 0,6 3-1,0-7 0,-5 1 0,6-1 1,6-4 3,-8 0-4,2-3 1,6-1-1,-6 1 1,6 0-2,0-4-2,0 0 1,6-4 1,-6 4-1,6-4-1,2 1 3,-2 3 0,0-4 0,0 4 3,1 0-2,0 0 0,-1 4-1,1-4 2,6 3-2,-6 1-1,-1 0 3,6 3 2,-12 0 1,8 0 2,-2 1 1,-6 3 0,-6 4-1,-2-5 0,2 5-1,-6 1-3,-2 1-5,1-2-18,0-4-45,0 4-73,1-4-37,-2-5-19,8-2-7</inkml:trace>
  <inkml:trace contextRef="#ctx0" brushRef="#br0" timeOffset="71694.9244">7141 2124 15,'0'0'10,"-7"0"-5,7 0-2,0 0-2,-6-3 0,6 3 1,0 0 1,0 3-2,0-3 0,-6 0 1,6 4-2,0-4-1,0 4 2,-7-4 4,7 3-1,0-3-3,0 0 2,0 0 3,0 3-4,0-3-1,0 0 0,0 0 2,0 0-3,0 0 0,0 0-2,7 0 1,-7-3-1,0 3 3,6-3 0,-6 3-1,0-4 1,0 4 1,0 0-2,0-4 0,6 4 1,-6 0-1,0 0 0,0 0 0,0-3 0,0 3-1,0 0-3,0-3 1,0 3 2,0-5 0,0 1 3,0 1-2,0 3 4,0-4 2,-6 4 1,6 0 0,0 0-3,0-3 7,0 3-2,0 3-2,0-3-4,0 0-1,0 4 0,0-1-2,0 1 0,0 1 1,0-2 0,0 0 3,0 1-2,6-4 2,-6 4-1,0-1-2,0-3-8,7 3-28,-7-3-28</inkml:trace>
  <inkml:trace contextRef="#ctx0" brushRef="#br0" timeOffset="74019.7296">4652 3098 7,'0'0'8,"0"0"-1,-7 5-2,7-5-2,-6 3-1,6 1 2,0-1 1,-6 1 1,6 0-2,0 0 0,-8-1-3,8 1 0,8-4-1,-8 3 0,0-3 1,6 4-1,0-4 3,1 0-1,-1-4 1,1 4-1,0-3-2,5-1 0,-5 4 2,0-3-2,5-1 1,-5 0 0,0 0 4,-1 1-1,1 3-1,-1-4 2,-6 1-3,0 3 0,0-5 1,0 5-1,0-2-1,0 2-1,-6 0 3,-1 0-1,1 0-1,6 0-1,-7 0 0,0 0 1,1 0-1,0 0 0,-1 2-1,7-2 1,-7 0 0,7 0 1,0 0-1,0 0 0,-6 0 2,6 5 0,6-5-2,-6 0-1,0 3 1,0 1 0,7-4 0,-7 0-1,7 0-1,-1 3 3,-6-3 1,6-3-1,-6 3 2,7 0 0,-7 0 4,7 0-1,-7 0-2,0-4 2,0 4-5,0 0-6,0 0-17,-7 0-35</inkml:trace>
  <inkml:trace contextRef="#ctx0" brushRef="#br0" timeOffset="76629.3445">4672 2297 97,'-7'0'100,"7"0"-20,-7 0-13,7 0-7,0-4-7,-6 4-6,6 0-10,0-4-7,0 4-8,0 0-7,0 0-7,0 0-4,0 0-2,0 0-1,0 0-1,0 0 0,0 0 0,0 0 0,0 0 0,0 4-2,0 0 0,0-4 0,6 4 2,-6 0-1,0-2 1,0-2 0,0 5 3,0-3-1,0-2-2,0 5 0,0-5 1,0 0-1,7 3 0,-7-3-1,0 0-3,0 0 3,0 0-1,7 0 0,-7 0-1,6-3 3,-6 3 2,6-5-1,-6 5 0,7-7-1,-7 5-1,7-2-3,-7 0-1,0 0-2,0 0-1,0 0 1,0 4 1,0-3 1,0-1-2,0 4 2,-7 0 2,0 0-1,7 4-1,-6-1 2,0 1 1,-1 4 0,7-4 1,-7 2 1,1 1 0,6 1-1,-7 0 1,7-1 1,-6 0-1,6-3 0,0 3-1,0-2 1,6-2 1,-6-3 0,7 0-1,-1 0 0,1 0 0,0-3 0,-1-2 0,0-2-2,1 3 1,6-3 1,-7 4 2,1-5 0,0 4-1,-7-4 4,6 6-4,-6-3 1,7 3-2,-7-6-1,-7 4 0,7 0-1,0 4 1,-6-4-2,6 1 2,-7-1 0,0 4 1,1 0 0,6 0 0,-6 0-1,-1 0-1,7 4 2,-7 3-2,7-3 1,-6 4 0,6-2 1,0 1 0,-6 5-1,6-4-1,6-1 1,-6 0 0,6 0 2,-6-2 1,7-2-1,-7 0 0,7 1 0,-7-4 2,6 0-2,-6-4 1,6 4 4,-6-3-1,0 0 1,0-2-1,0-2 2,0 3-1,0 1-1,0-4 0,0 3-1,-6 0-1,6 0-2,-6 1 2,6 3-3,0-5 2,-7 5-1,7 0-3,-7 0 1,7 0-1,0 0-1,-6 0 1,6 0-4,0 0-12,0 0-41,0 5-51,0-2-28,0 1-15</inkml:trace>
  <inkml:trace contextRef="#ctx0" brushRef="#br0" timeOffset="88214.0586">4424 3077 4,'-6'0'49,"-1"4"-3,0-4-5,1 0-1,0 3-3,-2-3-3,2 0-2,0 0-4,-1 0 0,1 4-3,6-4-4,-7 4-6,0-4-2,1 0 1,0 4-4,0-2-1,-2-2-2,2 5 1,0 2-1,-1-4-2,0 5-1,1-1 1,-1 0-4,1 4-1,6-3 0,-6 3 0,6 0 0,0 1 0,0-2 6,0 1-5,0-1 2,0 2-1,6-5-2,0 4 1,1-4-2,-1 0 1,1-3 0,6 4 2,-7-5 1,8 1 1,-2-4 1,2 0-3,-8-4 2,7 1-1,1 0-1,-2-6 0,2 2-4,-8 0 4,7-4 0,-7 0-1,8 1 0,-8-2 0,-6 1 1,6-3-2,-6 3-2,7-1 0,-7 1-3,-7 0 2,7 1-3,-6-2 2,0 5 1,-1-1 3,0 6 0,7-2 1,-6 4 3,-1-4 1,1 4 2,0 0-2,6 4 2,-7 0 0,0 3 0,7 0-1,-6 4 0,6 0 0,-6 3 0,6 5-1,0-1 0,0 1-2,0-2-2,0 6-4,0-2-32,0-2-64,6-4-34,-6-3-18,6-2-7</inkml:trace>
  <inkml:trace contextRef="#ctx0" brushRef="#br0" timeOffset="90235.4194">5727 3096 6,'0'0'156,"-7"0"1,7 0-49,0 0-30,0 0-18,0 0-5,0 0-1,0-4 6,7 0 1,-7 0 0,7-3 0,-1 3-8,-6-2-8,6 1-10,2-2-9,-2 4-5,0-1-7,0 4-6,-6 0-2,7 0-3,0 7-1,-1-3-1,-6 6 1,0 2 2,0-1-1,0 3-2,0-3-1,-6 4 0,6-1 0,-14-3-2,8 3 0,0-2 3,0-4 0,-8 3 0,8-4 0,-1-3 0,0 2 0,1-1-1,-1-2 1,7-3-1,-6 0-1,6 4 0,0-4 1,0-4-1,0 4-1,6 0 2,1-3 1,-7-2 0,6 3-1,8 2 3,-8-4-2,8 0 0,-8 0-1,6 4-15,2-3-28,-1-1-40,7 0-61,-8 1-56,-5-5-28,6 1-3</inkml:trace>
  <inkml:trace contextRef="#ctx0" brushRef="#br0" timeOffset="90672.661">5779 2898 11,'-19'2'161,"5"7"7,-5 1-53,-1 2-41,8 3-25,-2-1-13,-5 1-4,12-1-3,-6 4 1,7-4-1,-7 5 0,13 0-2,-7-1-3,1 3-1,6-2-3,0-1-2,0 1-3,6-2 1,1 3-1,-1-2 1,1-3-2,6 3-1,0-4 4,0 2-2,0-6-2,6 0-2,1 2-2,-1-4-2,1-1-2,0-7 0,-1 4 0,1-8 1,0 0 0,-8-2 1,8-6 1,-7-3-2,0 5 1,0-9 0,-7 0-3,8 2 0,-8-2 0,-6-3-1,0 0 0,0 3-2,-6-3 2,-1 1-1,-6 2-1,0 1-1,0 0 0,-7 0 3,1-1-1,-1 8 4,8-3 1,-8 6 2,0 1 2,7 3-4,-7 0 0,8 8-1,-2-4-4,1 7-5,7-3-15,-7 4-31,6-1-48,1 0-80,0 4-45,6-7-17,-7 4 1</inkml:trace>
  <inkml:trace contextRef="#ctx0" brushRef="#br0" timeOffset="91653.5119">4698 1792 15,'-7'0'146,"0"0"-34,7 0-14,-6 0-13,0 2-9,6-2-9,-7 0-15,7 0-10,0 0-12,0 0-10,0 0-7,0 0-6,0 0-3,7 0 0,-7 0 1,6 0-2,0 0-1,1 4 1,0 0 2,-1 0-3,0 3-2,-6 1 0,7 2 1,-7 1 1,0 0-2,0 0 0,0 4 1,-7-4-1,7 0-1,-6 1-1,0-2 1,6 1-1,-7-3 1,0-1 3,7-4 1,-6 1 1,6-1-2,0-3 1,0 0-2,0 0-1,6-3-1,-6-1 0,7 1-1,0-1 1,-1 1 1,0-1-1,1 0 1,0 4 1,-1-4-1,7 4 0,-7 4 2,1-4-1,6 4-1,-7 3-1,2-3-1,-2 3 2,-6 4 0,0-4 1,0 4-1,-6 4 0,-2-4 2,2 4-2,-7-1-5,0 1-19,0 0-30,0-1-51,6-6-49,-5-1-24,5-4-7</inkml:trace>
  <inkml:trace contextRef="#ctx0" brushRef="#br0" timeOffset="92131.377">4684 1637 9,'-12'5'104,"-2"-3"-27,1 6-12,1-1-9,-2 5-3,2-2-7,-2 1-1,1 0-4,7 5-5,-8-6-1,2 9-6,6-5-2,-2 4-6,2 0 0,0 5-1,-1-6-2,7 6-3,0-1-1,0 0-1,0 3-2,7-3-1,-1-3-3,8 2 0,-2-2-1,-6-1-2,8 1 1,5-4 1,-5-5 1,-2 1 3,8-3-2,-7-5 2,7 1-1,-1-4 0,0 0-2,1-4 0,-1-3-2,1-1-1,0-2 1,6-1-1,-7 0-1,1-3-1,-7-1 1,7 3 0,-8-3 1,-5 1-2,0-5 0,-1 5-1,-6-1-1,0-2-1,-6-2-1,-1 1 2,0-1-1,-12-3 2,6 0-1,-6 1 2,-1 2-1,-6-3-1,7 7 1,-1 4-1,0 0-1,1 4-1,-1 3-1,7 4-2,0 4 0,0 3-3,6 8-8,1-4-20,-1 4-29,7-1-44,0 1-51,0-1-25,0-3-6</inkml:trace>
  <inkml:trace contextRef="#ctx0" brushRef="#br0" timeOffset="93457.8503">5864 1047 143,'-7'-7'140,"7"4"-48,0-2-30,-6 5-18,0-2-11,6 4-12,-7-2-8,7 5-2,-7-2-3,7 4 0,-6 1-1,6 3 1,0-1 3,6 5-3,-6-4-1,7 4-2,0-4 0,-1 0-1,0 1-3,7-3 3,1-1-1,-2 0 3,2-1-4,5-3 0,1-4 1,-8 0-2,8 0 1,0-4-4,-1 1-9,-5-1-22,4-4-35,-4-2-52,-1-2-31,-7 1-12</inkml:trace>
  <inkml:trace contextRef="#ctx0" brushRef="#br0" timeOffset="93622.5972">6001 1030 84,'-7'7'147,"0"3"-44,1 2-29,0 2-21,0 1-11,-2 3-10,2 0-4,0 1-6,6 2-5,-7-2-3,7 4-7,0-3-4,0-1-22,7 0-58,-7-4-48,6-1-26,0-6-12</inkml:trace>
  <inkml:trace contextRef="#ctx0" brushRef="#br0" timeOffset="94032.1957">5838 916 137,'-19'3'161,"-1"1"-54,7 7-31,-1 0-18,-4 3-14,4 1-12,8 4-3,-8 3-3,8 3-1,6-3-1,0 4-4,0-4 1,0-1-2,6 1-2,1 1-4,6-5-4,1 0-2,-2-4 0,8-2-1,-1-1-2,1 0-2,6-4 3,-7-3-1,7-1-3,0 2 0,1-10-1,-1 5 1,-7-3-1,7-4 1,0-1 1,-6 1-2,-1-4 2,1-1 0,0-2 0,-8-1-1,-5-2 0,0 1 0,-1-2 0,-6 0-1,-6 0 1,-1-1-1,-6 1-2,0 0-3,-6 0-4,-1-1-1,-7 4-2,2 1-1,-1 3 2,-6 0 3,5 8 2,1-2 1,0 2-4,0 6-11,7 5-14,-1-1-13,0 4-11,7 5-15,7-2-14,-1 1-17,0-5-22,7 5-7</inkml:trace>
  <inkml:trace contextRef="#ctx0" brushRef="#br0" timeOffset="94724.2312">7428 1619 140,'0'4'227,"0"-4"15,-7 0-66,7 4-49,0-4-44,0 0-30,-7 3-21,7-3-13,0 4-10,7 4-3,-7-2-2,7 2-3,-1 3 0,1 0 2,-1-1 0,8 5-2,-8-4-1,6 4 1,2 0-1,-1-4 0,-7-1-1,8 2 1,-8-1 2,0-5 0,8 2-1,-8-1 0,-6-3 1,6 4 6,1-5 11,-7-3 10,0 4 4,0-1 0,-7 1 0,1 3-7,0 1-8,-8-1-11,2 0-11,-2 0-22,1 1-23,1-1-34,-8 1-44,7-4-52,0-1-49,0-3-9,-1 0 7</inkml:trace>
  <inkml:trace contextRef="#ctx0" brushRef="#br0" timeOffset="94898.1362">7467 1615 156,'0'-3'268,"0"-1"15,0 4-26,0-4-88,0 4-65,0 0-44,0 0-27,0 0-16,6 0-10,0 4-11,2-4-28,-2 4-39,7-4-46,7 0-72,-8 0-51,8 0-20,-7 0 11</inkml:trace>
  <inkml:trace contextRef="#ctx0" brushRef="#br0" timeOffset="95296.0271">7454 1484 81,'-26'10'199,"6"2"16,-6 3-59,7 2-41,-1 2-29,0-1-21,8 5-15,-2 2-12,1 0-5,7 5 0,0-1-2,6 0-3,0 0-2,6 0-3,0 1-5,7-4-7,7 0-8,0-1 2,-1-3 0,7 0-1,6-8-1,-5 1 2,5-1 5,1-5-7,-1-3-3,1-2 0,-1-4-2,-6 0-2,7-4 2,-7-2 2,-6-6 1,6-2 4,-13-5 2,7-6 2,-14-1 5,8-4 7,-14-3 3,0-3 5,0-1 2,-14 1 0,8 3-3,-14 0-5,1 0 0,-1 7-3,-6 1-1,0 6-2,-1 9-3,1 2-2,1 8-11,-8 0-11,7 10-11,6 2-15,-6 3-21,7 4-28,-1-2-22,0 2-30,8-1-37,6 1-52,-8-2-13,14-2 9,-6 1 20</inkml:trace>
  <inkml:trace contextRef="#ctx0" brushRef="#br0" timeOffset="100451.4847">4652 3142 18,'0'0'44,"-7"-3"-6,7 3-5,0-4-7,-6 4-3,6-3-3,0 3 0,0-4-1,-6 4 0,6-3 1,0 3 0,-8-4-1,8 4-3,0-4 1,-6 4 2,6-4 2,0 4 0,0 0 0,0-3-1,0 3-5,-6 3-4,6-3-3,0 4-6,0-4-1,0 4-1,0 0-1,0 3 1,0-4 0,0 1 0,0-1 1,0 1 0,6 1 0,-6-2-1,0-3 1,6 3 2,2-3-3,-2 0 0,-6 0 3,6-3-1,1 0-2,-1-2-2,1 1 4,-7 1 0,7-1-2,-1-3 2,-6 4 0,6-5 1,-6 4-3,7 1-2,-7-1 2,0 1-2,0-2 0,0 3-1,0 2 0,0-4 1,0 4-1,-7 0-2,7 4 1,0-4 2,0 2 0,-6 3-1,6-2 0,0 1 3,0 3-1,-6-3-1,6 3 1,0-3 0,6 3 0,-6-4-2,0 1 1,0-4 0,0 5 2,6-5 0,-6 0 1,0 0 2,7 0-1,-7-5-1,0 5 1,7-4 0,-7 1-1,0-1-1,6 1 0,-6-1-3,0 1-3,0-1-2,0 0-1,-6 0-1,6 1 1,0 3 2,0 0 2,0 0 0,0 0-1,0 3 2,-7 1 1,7 4 2,0-5-1,0 4 3,0-3 1,0 3 1,0 1-1,0-5-14,0 2-21,7-2-51,-7 1-27,0-4-14</inkml:trace>
  <inkml:trace contextRef="#ctx0" brushRef="#br0" timeOffset="117446.8919">11918 2696 168,'0'4'217,"0"0"10,-8-2-80,8 2-40,0 4-26,-6-1-13,6 1-3,0 2 4,0 5 5,0 0 2,0 0 4,0 3 4,0 1-4,0 2-8,6 4-14,-6-2-8,0 2-10,8-3-17,-8 0-23,6 0-48,-6 0-66,6 1-98,-6-5-79,0 1-39,0-5-7,0 1 30</inkml:trace>
  <inkml:trace contextRef="#ctx0" brushRef="#br0" timeOffset="118178.6973">11748 3887 259,'0'0'301,"0"0"20,0 0-57,0-4-77,0 4-61,0 0-49,6 0-30,-6 0-14,6-3 2,8 3 9,-1-5 8,0 2 2,0 3-1,7-4-6,-1 4-11,-6 0-12,7 4-8,-7-1-4,-1 2-2,2-2-4,-8 5 0,1 2 0,-7 1 0,0 4-2,-13 0-2,7-1 2,-14 4 1,0-3-3,7 0 3,-13-1-1,13-2 4,-6-1 6,-1-5 16,7 2 19,-1 0 21,2-5 11,6 1-1,-1 0-3,0-4-18,7 0-20,7 0-21,0 0-13,5-4-1,2 4-3,-2-4-1,8 4 1,6-3-1,0-1-43,0 4-57,0 0-65,7 0-72,-7 4-82,0-4-85,0 3-3,-7 1 31,7 0 51</inkml:trace>
  <inkml:trace contextRef="#ctx0" brushRef="#br0" timeOffset="118669.4407">11780 4623 202,'-6'4'258,"0"-1"30,-2 1-53,2 0-39,0 0-18,6-4-14,-6 0-19,6 3-25,0-3-23,0 0-27,0 0-26,0 0-21,6 0-12,0 4-5,8-4-1,-8 3-1,7 2 1,0-3 0,0 6 0,7 3 1,-8-1 1,2 2-1,-8 3 0,7 0-1,-6-2-1,-7 7 0,0-3-1,0 6 2,-7-5 2,1-3-3,-1-1-1,1 1 0,-8-4 0,8-1-2,-7 2 1,6-9 3,-5 5 2,12-4 0,-7-1-2,1 1-2,6-4-3,0 4-1,0-4-6,6 0 0,1 4 0,-1-4 1,7 0 5,-6 2 0,12 2 3,-6 0 1,0 0 1,0 3 0,-6 4-1,5 0 0,-12 4-11,0-1-21,-6 4-35,0 5-53,-7-1-65,0 3-93,-7 4-64,1-3-18,-1 1 14,-6-10 42</inkml:trace>
  <inkml:trace contextRef="#ctx0" brushRef="#br0" timeOffset="119198.2557">11768 6007 105,'-8'8'237,"8"3"9,-6-1-20,6 6-90,-6-5-58,0 0-35,-1 3-22,7-3-7,-7 3-5,1-2-3,6-1-1,-7 0 0,1-1 7,6 2 7,-6-5 6,6 1 12,-8-1 14,8 0 14,0-2 9,-6-3 7,6-2 0,0 4-9,0-4-13,0 0-16,0 0-11,6 0-8,-6 0-2,8 0 4,-2-4 4,7 4 3,-7 0 0,8 0-4,4-2-6,2 2-3,0 0-5,-1 0-12,7 0-37,-6 0-55,6-5-65,1 5-76,-8-3-88,0-1-38,1-1 8,-7 3 39</inkml:trace>
  <inkml:trace contextRef="#ctx0" brushRef="#br0" timeOffset="119395.7314">11918 6125 188,'0'3'342,"-8"5"22,2-1 12,0 4-105,-1 4-98,7 2-81,-6 2-46,-1 4-22,7 2-19,-6 0-26,6 1-38,0 4-49,-7-4-61,7 3-82,0-4-58,0 1-14,0 0 14,-6-4 39</inkml:trace>
  <inkml:trace contextRef="#ctx0" brushRef="#br0" timeOffset="119848.1368">11780 7169 84,'0'19'210,"-6"3"21,0-4-48,6 0-48,-8-3-30,8-1-19,0 5-10,0-5-8,0-2 0,8 2-3,-8 1-3,6-4 4,0 3-6,1-2-5,0 2-8,-1-3-8,1 0-6,5-1-9,-5 2-11,6-1-2,0-5-5,0 3-2,0-1-1,0-5-2,-6 0 0,5 5 2,-4-5 14,-2 1 29,-6 0 27,0 0 17,0 3 11,-6 3 8,6 2-10,-14 2-28,1 1-24,0-4-18,0 3-52,0 1-79,-6-4-90,-1 1-97,1-9-92,-1-3-47,0-3 15,1-9 57</inkml:trace>
  <inkml:trace contextRef="#ctx0" brushRef="#br0" timeOffset="120007.0448">11754 7224 221,'6'-18'573,"8"0"73,-8 3 38,1 7 20,0 1-210,-1 1-211,1 6-136,-1 0-77,7 2-68,0 5-67,7-3-82,-1 4-98,1-4-98,6-4-104,0 4-97,0-8-19,-7 4 35,7-8 75,-6 0 87</inkml:trace>
  <inkml:trace contextRef="#ctx0" brushRef="#br0" timeOffset="123615.8978">13410 1967 131,'0'-4'217,"0"0"18,0 4-70,0-3-38,-7 3-27,7 0-26,0 0-18,0 0-15,0 0-11,0 3-6,-7 1-8,7 0-5,0 3-3,7 1 0,-7-2 0,0 3 5,0 1 10,0 5 7,0-3 6,0 5-1,0 2 4,0 3-6,-7-1-9,7 9-28,-6-1-56,6 0-86,0 4-85,-7-3-45,7-5-23,0-2 5</inkml:trace>
  <inkml:trace contextRef="#ctx0" brushRef="#br0" timeOffset="124875.3471">15370 1967 14,'0'-11'212,"0"4"32,0 0-4,0-1-50,0 1-19,0-1-21,-6 4-20,6 2-25,0 2-19,0-4-21,0 4-20,0-4-17,0 4-14,6 0-6,2 4-2,4-4 2,-5 4 0,6-4 5,0 2 1,-1 2 2,2 0 0,6 0-3,-8 3-2,-5-3-2,6 3 0,0 0-2,1 0-3,-8 5 1,0-5-2,-6 3-2,0 2 2,0 2-2,-6 1 1,-8 0 2,2 4-2,-8-5 1,-6 4-1,-1-4-2,-5 1 0,7-1-1,-9-2 1,9-1 1,-1 0-1,6-3 1,0 3 2,1-8-2,5 4-2,8-3-4,0-4 2,0 4-1,6-4 0,0 4 1,6-4-2,0-4 5,8 4-1,-2 0 1,8-4 0,-1 4 1,1 0 2,6 0-11,0 0-28,1 0-39,-8 0-50,7 4-66,0 0-85,-6 3-39,5 0 1,-11-4 26</inkml:trace>
  <inkml:trace contextRef="#ctx0" brushRef="#br0" timeOffset="125661.9181">17384 1821 40,'0'0'242,"7"-4"16,-1 0 11,-6 4-99,0 0-57,6 0-42,-6 0-28,8 0-10,-2 0-6,0 0 2,1 4-1,6 0 0,-6-1-3,5 4-4,-6 0-5,8 5-6,-8-1-3,1 4-1,-7-1-1,0 1-4,0 3 1,-7-3 0,1 3-1,-8-3-2,2 2 1,-1-2 0,0-4 2,-6 1-2,5-4 1,-6 2 2,8-6-2,-1 3 0,-1-3 1,8 0-2,0-2-1,-1-2-2,7 5 0,0-5-1,0 0 1,7 0 0,-1 0 2,7 0 0,0 0 1,6 0 0,-5 3-3,6 1 0,-1-1 0,1 5 3,-8-1 0,8 0 3,-14 0 2,1 5 1,0 2 1,-7 1-1,-7 4-4,-6-2-10,-1 6-31,2-5-34,-1 4-57,0-7-85,0-1-46,7 1-15,-2-7 13</inkml:trace>
  <inkml:trace contextRef="#ctx0" brushRef="#br0" timeOffset="126210.847">18903 1861 89,'6'3'300,"-6"0"42,6 1 26,-6 1-88,-6 2-68,6 4-60,-6 0-53,-2 3-34,2 1-16,0 3-3,-7 1 0,0-2 12,6 2 10,-5 0 5,4-5-4,-4 1-7,5 0-10,0-5-13,1-2-16,6 3-13,0-8-5,0 4-4,0-3 1,6 1 2,1-2 1,0 0 3,5-3 6,2 0 6,-1 0 6,6 0 1,-6-3 14,7 3 4,6-3-1,-7-2-3,7 1-8,1 1-4,-1-1-22,6 4-27,-6-3-45,1-1-51,-1 4-59,-1-3-64,1 3-53,-6 0-40,0 0-41,-7 3-2,-1-3 29,2 4 49</inkml:trace>
  <inkml:trace contextRef="#ctx0" brushRef="#br0" timeOffset="126387.7207">19118 1974 29,'0'8'252,"-7"-5"29,0 9 26,7-6-69,-6 10-52,-1-1-46,1 2-33,6 5-24,-7 4-28,1-1-23,6 6-23,-7-6-41,7 0-59,0-3-80,7-4-90,-1 1-48,1-7-16,-1-3 19</inkml:trace>
  <inkml:trace contextRef="#ctx0" brushRef="#br0" timeOffset="126758.3589">20245 1719 205,'20'-5'325,"-1"1"20,0 1 14,-6 3-119,-7-4-78,2 4-32,-2 4 15,0-1 35,1 1 37,-7 3 41,7 5 37,-1-5 3,-6 4-22,7 0-35,-1 4-32,0-4-45,1 3-46,6 5-35,-7-5-25,2 4-22,4 0-19,1 1-3,0 4-4,-6-9 0,5 4-7,2-4 7,-1 1 0,0 3-8,-7-7-5,7 5-1,-6-6 8,0 1-5,-1 0 4,0 1 3,-6-5 1,0 0-1,0 4-6,-6-4-10,0 0-28,-1 4-47,-6-3-93,0-1-122,0-3-124,0 2-104,-7-1-98,7-5-22,-6-5 55,0-1 103,5-5 114</inkml:trace>
  <inkml:trace contextRef="#ctx0" brushRef="#br0" timeOffset="126930.4537">20375 1769 315,'6'-18'434,"1"3"89,0-2 71,5-2-115,-4 4-71,11 1-66,-6 2-85,6-3-89,1 8-64,0-3-47,5 2-43,8 1-67,-7-1-89,6 5-101,-6 3-118,1 0-101,5 0-89,-6 0-15,-6 3 54,5-3 81,-11 0 104</inkml:trace>
  <inkml:trace contextRef="#ctx0" brushRef="#br0" timeOffset="127045.3215">20981 1627 30,'-6'0'205,"-1"3"-20,1-3-45,-1 4-173,0-1-91,1 2-49,-8-3-21</inkml:trace>
  <inkml:trace contextRef="#ctx0" brushRef="#br0" timeOffset="148969.9783">13410 3004 122,'0'3'137,"0"-3"-39,-7 0-15,7 0-14,-7 0-6,7 0-7,-6 0-5,6 0-4,-7-3-6,7 3-5,-6-4-6,6 4-2,0-4-4,-7 4-3,7-4-2,-6 4 1,6 0-1,-7 0-4,7 4-2,-6 0-2,0 3-1,-2 1-3,8 2-2,-6 5-1,0 0 1,6 3 0,0-3-3,-7 3 0,14-3 0,-7-1 2,6 2 1,0-2 1,2-8 6,4 6 1,1-4 1,7-5 0,-7-3 0,13 0-2,-7-3-4,8-5-2,-1 1-3,0-4 2,-1-3-4,-5-2-1,6 2 0,-6-9 1,-1 6 0,-5-2 1,-2-3 1,-12 3-2,0-2 2,-6 3-2,-7-1 0,-6 2-1,-8-2 0,1 8 0,0 4-4,-7-2 1,1 9 1,-1 9-1,7-2 2,0 11-1,7 4-7,-1 4-20,14-1-41,0 5-65,-2 0-63,16-1-32,-2-4-8,7-4 12</inkml:trace>
  <inkml:trace contextRef="#ctx0" brushRef="#br0" timeOffset="151095.9312">15508 3850 148,'-14'10'158,"8"5"-60,-7 1-33,0 2-21,6 0-10,-5 0-2,4 4-4,2 0-2,6-3-1,0-2 1,0-1-2,6-2-3,8 1-1,-8-4-4,14-4-2,-7-3-1,7-1-2,0-3 0,-1 0 0,7-3-3,-6-1 0,-1 1-2,7-1-2,-6-3-3,-1-1 3,0 1 0,1 0 2,-7-4 10,1 3 7,-8-7 3,-6 1 1,0-1 2,-6-7-3,-8 4-8,1-4-6,-13 4-2,6 0-2,-6-1 1,1 7-2,5 2 1,-6 3-1,6 3-5,1 4-5,5 7-19,8 1-39,0 6-78,6 9-54,0-5-28,0 7-10</inkml:trace>
  <inkml:trace contextRef="#ctx0" brushRef="#br0" timeOffset="153747.5014">17417 4763 74,'-6'0'166,"6"-4"-29,0 4-23,-8-4-9,8 4-8,0 0-10,0-4-9,-6 4-12,6 0-11,-6 0-6,6 0-10,-7 4-11,7 0-9,-7 3-6,1 0-2,6 0-4,-6 8-1,6 3 4,-7 1 1,7 4 1,0-2 1,0 1 0,7 0-3,-7 0-2,6-4 0,0 0-1,8-3 0,-8-1 0,8-3 0,5-3 0,-6-5 0,6-3 2,1-7 0,0 0 1,-1-8 0,1-7-3,6-3 0,-7 0-3,-6-9 0,6 1 2,-5-4 1,-1 8 0,-13-3 9,6 5 5,-6 2 2,-6 2-1,-1 6 0,-5-2-2,-8 9-6,7 2-5,-13 4-2,6 4-6,0 8-8,1-1-13,-1 0-30,8 4-42,4 0-52,-4 1-69,12-2-46,0-3-14,0 1 14</inkml:trace>
  <inkml:trace contextRef="#ctx0" brushRef="#br0" timeOffset="155760.0639">19221 6147 104,'0'0'176,"0"0"-29,0 0-30,-6 0-20,6 0-18,0 0-14,0 0-14,0 0-16,0 0-10,0-4-8,0 1-6,0-5-4,6 4-1,-6 1-1,0-1-2,7 1-3,-7-2-2,0 3-5,0 2-2,0 0-1,0-4 0,7 4 0,-7 0 2,0 0 4,-7 0 1,7 4 3,0-4 1,0 0 2,0 2 1,-7-2-4,7 0-5,0 0-14,0 0-16,0 5-18,0-5-19,0 0-15,0 0-12,0 0-7,0 0-2,0 0-4,0 0-9</inkml:trace>
  <inkml:trace contextRef="#ctx0" brushRef="#br0" timeOffset="156706.9813">19007 6052 90,'-7'3'168,"1"-3"-22,6 4-29,-7-4-17,0 0-12,1 4-8,0-4-8,6 0-15,-7 0-8,0 4-9,7-4-12,0 3-8,-6-3-4,6 4-6,-6 4-2,6-2-1,-7 2 1,7 3 2,0 0 6,0 3 4,0 1 6,0-1 3,0 5 5,7-4 0,-7 3-2,6-3 0,0-4-4,8-1 0,-8 2-6,14-5 1,-7-7-5,0-4-4,6-3-3,1-8-5,-1-7 0,-6 0-3,7-10-2,-1 2-3,-5-3 0,-2 0-5,-5 4-1,-1-1 0,-12 5-2,-1 0-1,-5 6 3,-8 1 4,-6 7 4,0 0 6,-7 7 7,1 4 6,-7 4 1,6 3 2,7 8-2,0-1-5,0 4-6,13 4-21,-1 0-32,14 4-52,0 0-63,8-4-83,4 0-41,1-5-8,7-2 17</inkml:trace>
  <inkml:trace contextRef="#ctx0" brushRef="#br0" timeOffset="157622.3121">20453 7183 48,'0'5'193,"-6"-3"21,6 3-42,-7-1-23,1-1-12,-1 1-6,1 0-6,0-1-3,-8 4-6,8-3-14,-1 3-10,0 0-12,1 1-11,0-1-13,6 5-8,-7 2-8,7 1-7,-6 2-3,6 6 0,0 3 5,0 0 1,6-1 8,-6 0 2,7 5-3,-1-4-2,0-1-7,8-3-7,-2 0-8,-4-4-7,11-3-2,-6-1-2,6-6-3,1 0 0,0-8-2,-1-4 1,1-3-1,6-4 0,-7-4 0,1-4 0,0-3-1,-8-3-1,1-1 0,0 1-1,-6-4 1,-7 3-1,0-3 0,-7 3 1,-6 0-1,-6 0 2,-1 8 0,-6 0 4,0 3-1,0 8-1,-6-1-1,-2 8-2,9 8-3,-7-1-13,5 3-33,8 2-51,-1 3-60,1-1-77,5 1-109,8 0-48,-1-1 3,7-3 33,0 0 54</inkml:trace>
  <inkml:trace contextRef="#ctx0" brushRef="#br0" timeOffset="157779.9088">20936 7425 90,'12'0'379,"-12"4"33,0-1 16,-6 6 3,0-6-244,-8 0-163,2 5-112,5-5-102,0-3-112,1 0-62,-1-6 4,1-2 35,0 0 45</inkml:trace>
  <inkml:trace contextRef="#ctx0" brushRef="#br0" timeOffset="159446.4713">11304 3593 119,'0'4'150,"-6"-4"-57,6 0-34,-6 4-19,6-4-17,0 0-9,0 0-6,6-4-3,-6 4 4,6-4 4,2 0 6,4-3 3,-5 5 1,6-7 1,0 2-5,0-4-4,0 4-2,0 0-2,6-1-2,-6 1-2,7 0-2,-6-1 1,4 4-1,2 1 1,-7-1 1,7 1 0,0 3 4,-1-4 0,1 4-1,6 0 2,-7 0 5,7 4 9,0-4-1,0 0 2,7 0 2,-1-4-3,7 4-5,1 0-8,-1-3-5,6-1-2,1 0-4,6 0 0,0 1-3,7-2 1,-7 3 1,7-2 0,-1 1 2,7-1 0,-6 0 0,6-4 0,0 4-2,0-3 1,1 5-1,-8-6 0,8-1 2,-7 6 0,-2-4 4,2 3 6,-7 1 4,1-1 2,-1 4 1,0-4 0,0 4-3,-6 4-5,-1 0-5,1-1-1,6 1-2,-6 3-1,-1 1-2,1-4 1,-7 4-1,7-2 1,-7-3-3,6 5 2,-5-4 2,-1 0-1,-1 0 3,8 3 5,-7-5 4,6 3 1,-5-2 1,5 1-1,1 0-3,0 0-4,0-1-4,6 4 0,-1-3-3,-4 3-2,11-3 1,-6 3 1,0 1-1,7-5 0,-7 0 0,7 2 2,6-5 3,-6 0-1,6 0 0,6 0 1,-6-5-1,7 2-2,6 0-3,-6-1-3,6 0 0,-6-3 0,6 3 4,0 0 0,0 1 3,7 3 4,-6 0 0,5 0-3,0 0-4,1 0 0,0 3 0,0 1 0,-1 0 0,1 0 5,6-1 0,-6 5-1,0-5-1,0 5 0,-1-5-3,1 5-1,0-5 3,0 4-1,0-3 5,-8 3 5,8 2 6,0-2 4,-7-1 4,7 2 5,-1 0 0,8-1 2,-7 1-3,0 2-2,-2-3 0,2 1-1,7 3 0,-1-4-2,-6 0-4,12 0-5,-6-3-5,7 3-4,-7-3-4,8 0 3,-8-4 1,6 0 0,1 0-1,-1 0 1,1-4-1,1 0-3,-2 1-2,1-1 3,-1 0 3,2 1 1,4 3-1,-5 0 0,7 0-2,-1 0-4,-7 3-2,8 1 0,-8-4 0,1 4 3,-1-1 0,2 1 4,-1 0 0,-7-4-1,0 3-3,-6 1-2,-1-4 1,1 3 1,-13-3 4,6 0 3,-13 0 6,7 0 1,-13 0 2,6 0-3,-7 0-4,1-3-2,0 3-2,-8-4-3,2 4-2,-1-3-7,-7 3-15,1-4-28,-7 4-39,0-4-50,-7 4-68,-5-7-76,-7 3-31,-2 1 2,-4-8 26</inkml:trace>
  <inkml:trace contextRef="#ctx0" brushRef="#br0" timeOffset="160934.619">11454 4627 12,'8'-8'151,"-8"2"4,0 2-67,6-4-37,-6 5-21,6-2-14,-6-2-10,6 0-2,1 3-3,0-6-1,-1 2 1,1-3 0,5 1 1,-4-2-2,4 1 0,-6 0 0,8 1 3,-8-2-1,7 1 0,-6 5 7,0 1 3,-1-2 0,0 2 1,0 2 4,-6 0 6,8 3 0,-2-4 3,0 4 8,1-4 7,0 4 3,6-3 3,-1-1 0,2 0 3,-2 0-3,8-3-5,0 4-3,-1-4-6,7 3-6,-6 0-9,6 0-7,7 1-5,-7 3-4,7 0-1,-1 0 0,7 0 0,-7 3-3,7 1 1,-6 0 1,7-4 0,-2 4-2,1-1 2,1-3 7,5 0 4,1-3 2,-1-1 3,8-4 2,-2 5 1,2-4-6,5 0-4,1-1-3,0 1-4,-1-1 0,1 5 0,0-5-1,6 4-1,-13 1 0,7-2 2,0 3-1,-2 2 0,-4-4 1,-1 4 0,1 4-1,-2-4-1,1 2 0,1 3 0,-2-2-1,-5 1-2,7 1 1,-8-2 0,1 0 1,-1 1 0,8-4 0,-8 0 1,1 0 1,-1 0 2,1-4-2,-1 1 1,1 3 1,-1-8 0,1 4-2,-7 1-1,7-2-1,-1 3 2,-5-2-2,5 1-1,0-2 2,2 5-1,-1-3 0,-1-1 0,1 0 0,-1 4-1,1-4 1,6 4 3,0 0 2,0-3-2,0 3 0,0 0 1,7 0-2,0 0-1,-1 0 0,1 0-1,0 0 0,-1 0 1,1 3 0,0-3 1,6 4-3,-6 0 2,6-4 3,0 4 1,-7-1 0,14 2-2,-7-5 2,7 3-1,-1-3-2,1 4-3,0-4 1,-1 0 0,8 0 1,-8 0 0,8 0 2,6 0-1,-8 0 0,8 0 1,0 0-3,-1 2-1,7 3-2,-6-2 0,6 1 4,-6 1 0,7 1 5,-1-2 3,0 0 8,0-4 9,7 3 3,-7-3 7,8 0 2,-2 0 5,-6-3 3,7-1-2,6-3-4,-6-1-2,6 4-2,-7-4-5,8 2-3,-1-2 2,1 1 6,-1-1 3,0 5 3,7-1-1,0 4-2,-1-3-7,7 3-7,-6 0-5,7 0-8,6 3-1,-7-3-2,0-3-2,7 3-7,0-4 1,-7-3 1,7 3-3,-8-7-2,2 1-11,-1-2-20,1 1-37,-7 0-40,-7-3-43,1-1-52,-14 1-68,0-1-37,-7 0 3,-12 1 20,-7-5 36</inkml:trace>
  <inkml:trace contextRef="#ctx0" brushRef="#br0" timeOffset="162196.6473">11318 5363 180,'6'3'224,"-6"1"1,0 4-71,0-8-48,0 3-36,0-3-28,0 4-19,0-4-10,7 4-7,-7-4-4,0 3 1,6-3 3,1 3 2,6 2 2,0-1 3,0-1 0,7 1 0,-1 3-4,7-4 4,6 5-1,1-1 1,-1-2 0,8-3 2,-1 3 6,6-3 4,1-2 8,-1 4 3,14-4 0,0 0 1,0 4 0,6-4 1,7 0 1,-1-4-1,14 4 1,0-4-1,6 2-7,7-3-9,6 3-9,7-3-8,-7 2 0,7-5-3,6 4 1,1 1 0,-1-4-3,0 3 0,7-3 0,-14 2 1,8-1 0,-1 2 1,0-3 2,-5-1 2,4 4-1,-5-3-1,0 4 4,-1-4 4,-5 3 4,5 0 4,1 0 3,1-4-1,-2 6-3,1 2-5,-7-5-2,7 3-3,-6 2-3,5 0-1,-5-4-3,-2 4-1,1 0-2,1-4-1,-1 4 0,1-4 3,-2 0 1,-5 0 1,7-3 0,-1 5 1,0-6 0,0 4-4,7-4-1,-13 1 1,6 0 0,1 4 0,-2-6 0,2 2 1,-1 4 2,-6-4-2,0-1-1,0 4 2,-1-3 1,-6-1-1,1 6 0,-1-2 1,0 0 2,0 0 2,-6 4 8,0-3 8,6 6 6,-7-3 14,1 0 7,0 4 2,0-4 2,6 0-1,-6 4-2,6-4-10,1 0-6,-9 0-5,9 0-4,-1-4 3,0 0 6,-6 1 7,6-2 11,7 2 4,-7-1 5,7 2-3,-6-3-6,5 5-12,-6-3-6,7 6-4,-1 2-7,2-3-6,-1 5-5,5 1 0,-5 6-6,7-2-6,-8 3 1,1-1 0,0-2 0,-7 2-2,1-3 2,-1-4-1,-7 0-1,-6 0 0,1-3 0,-8-4 1,-6 0-2,0-4-3,-6 1 0,-6-1-2,-1-3 2,-7 0-16,-6-1-33,7 1-46,-14 0-59,1-5-53,-1 5-54,-5 0-41,-7 4-34,-2-5-35,-4 4 13,-8 4 31,-6-3 42</inkml:trace>
  <inkml:trace contextRef="#ctx0" brushRef="#br0" timeOffset="163583.5919">11174 6916 88,'-12'0'195,"4"0"12,-4 0-69,6 0-39,-1 0-32,0-4-26,1 4-15,6 0-12,0 0-1,6 0-1,1-3 4,0 0 4,-1 3 8,6-4 5,8-3 0,-6 2 1,5-2 1,7-1-1,0 6-5,7-6-3,-1 1-3,1-5-4,6 5-1,7 0 2,-1-4 4,7 0 7,7 0 5,0 0 5,6-3-2,7-1-2,-1 4-8,7-4-9,7 0-1,0 1-2,6 3-3,6 0-2,1 4-3,7-1-1,-1 5-7,0-1-3,7 4 2,0 0 0,0 4 0,6-1 3,0-3-1,0 3 1,7-3 5,0 0 0,0-3 3,6 0 2,0-5-1,0 5-3,1-1-7,-1-4 1,8 5-1,-8-1-1,6 1 0,-5-1 2,5 4 0,-6 0 1,8 0-1,-8 0-1,1 4-1,-1-4 0,0 0 1,0 0-6,1 0 4,-1-4 0,-6 1 0,6-1 1,1 0 0,-8 0 1,7 4 1,-6-8-1,0 8-1,0-2 1,-1 2 0,1-5 1,-6 5-6,5 5-1,-5-5 3,-7 2 1,0 3 0,-1 2 0,-5 1 1,-1-1 1,-7 3-2,1-2 0,0 3-4,-7-4 6,-7 1 5,1-4 3,0 2 7,0-6 7,-7 4 8,0-4 3,7 0 3,-7 0 4,-6 0-4,6 0-4,0 4-3,0-4-6,1 3-6,6 1-5,-8 0-4,14 0-3,-6 3-3,7 0-3,-1-4-4,6 5 1,-5-1 0,6 1 1,0-2 1,-7 2 2,6-4 1,1 4-3,0-1-1,0 0-1,-1 4 2,1-4 1,-7 1 3,14-1 1,-8 0 0,7 1-1,1-1-1,-1 0-5,1 1 2,-8-1 0,7-3 2,-6 2 0,6 2 5,-6-1 13,7 1 17,-8 3 13,-5 0 14,5 0 22,-6 0 14,0 0 2,-6 0-9,7 0-12,-7-4-14,-2 5-21,-4-6-20,0-2-22,-8 3-49,0-3-65,-6 0-67,-6-4-71,0 0-93,-7 0-93,-7 0-14,-5-8 34,-7 1 50,-13-1 63</inkml:trace>
  <inkml:trace contextRef="#ctx0" brushRef="#br0" timeOffset="164999.3038">11370 7745 98,'-13'7'98,"6"-1"-21,1 2-14,-1-4-7,1 4-6,-1-5-10,7 1-9,-6-1-10,6-3-4,0 4-4,6-1 0,1-3 3,-1 8 1,7-4 3,0 3 1,7 3-5,0 2-3,5-1-2,1 3-1,0 1 2,7-4 1,-1 4 4,8-4 4,5 0 3,-6 0 0,14-3 1,-1-2-4,7-2-1,-1 0-2,7-4-4,0 3 0,7-6 0,6-1 1,1 4-1,5-4-2,1 0-3,6 2-1,7-2-5,-7 4-3,7-4 2,0 0-2,-1 1 2,1-1-3,7 0 2,-1 0 2,0 1-3,0-2 0,0 3 5,1-2 4,5 1 0,-5-1-1,6 0 1,-7 0-1,7 0-4,-7 0 0,-1 1 0,2-1 3,-1 2 1,1-7 0,-1 2 2,7 0-3,0-1 0,-1 1-5,1 3 1,-1 0-1,8 1-1,-1 3 0,1 3-2,5 1 2,1 4-3,7-1 2,-1 4-1,-6 5 2,12-3-1,-5-1 0,-1-1 0,-6-1 2,6-2 1,-6-1 0,7 1 1,-7-4-2,-1-2 0,1 2-3,0-4 0,-7 0 0,1 0 0,5 0 2,-5 0 0,-1 0-1,0 0-1,0 0-2,0 0 3,-6 4 0,7 0 1,-8-1 2,1 9 0,0-2-3,7 1-3,-14 0 2,7 5 0,-8-7 0,9 3 1,-9-1 2,2-5-1,-1 6-2,-6-4-2,-1-1 0,2 1 0,-8-6 2,0 3 2,0-2 2,-7-3 3,7 4 1,-6-4 0,-6-4 1,6 4-1,-8-3 2,2 3 1,-1-5 5,0 3 1,0-2 4,1 0 6,-8 0 4,14 1 8,-7-1 3,0 0 6,7 0 5,-6 2 3,5-4 4,-6 4-2,7-5-1,0-1-5,6 0-7,0-3-10,-7 1-11,9 2-8,-2-3-7,6 0-4,-13 1-7,7-2-8,2 5-15,-9-3-25,-6 2-27,0 4-36,0-3-35,-6 7-41,-6-4-52,-9 4-29,-4-4-3,-1 1 20</inkml:trace>
  <inkml:trace contextRef="#ctx0" brushRef="#br0" timeOffset="166328.8523">14217 1406 19,'-13'-4'51,"1"2"0,-2 2 1,2 0-4,-2 2-3,1 2-2,7 4-6,-7-1-5,6 1-1,-5 2-5,4 2 6,2-1 2,0 4 1,-1-1-1,0 8-4,1 3 0,0 4-8,-1 5-5,-6 2-4,6 5-3,1 6 0,0 1 1,-2 3-2,-4 8 4,5 0 3,1 6 0,-1 8 1,-6 2-3,13 0 2,-6 2-4,0 1-3,-2 1-2,2 3 2,6-1 0,0-2-2,0 6 1,0-5-1,0 1 0,0-3-4,0 2 1,6-7-2,-6 4-1,0 1 2,8-3 0,-2 3 2,0-1-1,-6 0 1,7 0 2,-7-4-2,6 4-1,-6-4-2,0-2 0,0-2 2,0 0-1,-6 4-1,-1-4 1,7 6-1,-12 0 1,4 0-3,2-3-1,-7-2 0,6 1-1,-5-2 2,5 0 0,-6-3 0,6 0 3,-5 0 1,5 0 0,0-1-1,1 2-1,-7-6-1,13 2-2,-7-1 1,7 0-2,-6-3 2,6 0 0,0-4 0,0 4 0,0-4 1,0-1 1,0 2 0,0-2 0,0 1-2,0 0 0,0 4 0,6 0 0,-6-1-2,0 1-2,0 3 3,0-3 1,0 3 0,0 1 2,0-5 2,7 5 0,-7-2 1,0 2-2,0 3-2,7-4-1,-1 3-1,-6 1-2,6 1 1,1-1 0,0 0 2,-1 0 1,0-4 1,8 1 0,-8-1 1,1-4-1,-7 5-2,6-1-1,-6-4 0,6 1 1,-6-3-1,-6 2 1,6 0 1,0 1 2,-6-4-1,6 3 1,0 0-2,0-2 0,0-1-2,6-4-12,-6 0-20,6-7-23,1 0-31,0-7-60,-1-5-43,-6-5-11,6-9 10</inkml:trace>
  <inkml:trace contextRef="#ctx0" brushRef="#br0" timeOffset="167472.4303">12739 1095 21,'0'4'57,"-8"-1"-18,2 1-13,0 4-1,-1-1 2,1 0-1,-1 4 3,1 3 0,-1-3 4,7 8-3,-6-5 3,6 5-1,0 0 0,0 2-4,0 2-2,0 6 1,6 0-2,-6 4-3,7 7 0,-7 4 0,6 8-4,1-1-5,-7 7-6,6 0-1,-6 5-3,7 3 2,-7-1 0,0 2 1,0 6 1,-7 0 0,1 4-1,6 5-1,-7-2-2,-6 4 1,7 0-1,-1 5 2,-6-2 1,7 5 1,-1-5 0,-6 5 0,13-5-4,-6 2 1,-1-5-3,1 0 0,6 1 2,0-5 1,0 1 2,0 0-1,0-1 0,6-3-1,-6-4-4,0 1 2,0-4-2,7-2 0,-7-1 2,0-6 1,0 6 1,0-1 0,0 0 2,0 3 0,-7 1-3,7-1-1,-6 1-1,6 3-1,-7-3-2,0 0 2,1-1 1,0-3 1,-8 0-1,8-7 2,6 3 1,-7-7-3,1 0-1,-1 0 0,1 0 0,6 0 1,0-1 0,-7 1-2,7 5 1,0-2 3,7-3-1,-7 7-2,6-7 1,-6 4 2,7-1-2,-1-2-1,-6-2 0,7 1 0,-7 0 1,0-4-1,0 1-2,0 0 1,6-6 1,-6 6 3,0 3 1,0 0 3,-6 0 0,6 8 1,0-2 1,-7 2-3,1 7-1,6-5-1,-7 1-1,1 0 1,-7 0 3,7-3 5,-2-1 2,-4 0 2,5-3 2,0 0-1,1-1-3,-7 0-5,7-2-3,-1-2-2,-6 5-3,7-7 0,-8 2-1,8-3 1,0 1 1,-8-5 2,8 0 3,-1 2-3,1-2 1,0-2 0,-2 1-3,2 2-1,6-4-1,-6 4 1,6-4-3,0 0 0,0 0 0,0-7-10,6 3-16,-6-7-28,6-4-34,2 1-48,-2-9-48,-6-2-18,6-1 2</inkml:trace>
  <inkml:trace contextRef="#ctx0" brushRef="#br0" timeOffset="169162.3913">16296 1575 78,'-6'-11'69,"-1"4"-9,0-4-2,1 3-4,0-7 5,-1 5-2,0-5-4,7 1 3,-6-2-5,-1 2-2,7-1-7,-6 5-6,6-5-1,0 3-7,0 2-4,0 3-7,0-1-3,0 4 0,0 1-6,0 3-2,0-4-2,0 8 4,0-1 3,0 5 1,0 3 2,0 7 2,0 3-1,0 6-1,0 6-3,0 7-2,0 0 1,0 8 0,0 4 3,0 2 0,0 5 1,0 3-2,0 1 2,0-1-1,6 7-2,-6-3 0,7 4-1,-1-1-1,-6 0-3,7 2-1,6-1-1,-13-5-3,6 5 1,8 0 1,-8-1 3,0 8 0,1-4 0,-1 8 0,-6-1-1,7 1-4,-7 0-1,7-1-1,-7-3 2,0 3 1,-7-2 1,7-2 1,0 1-1,-7 0 1,7-3-3,-6 0-1,6-2 0,-7-2-1,7 3 1,0-3 3,-6 0 2,6 3-3,6-4 2,-6 5-1,0-2-2,0-1-3,0-2 1,0 1 0,0-5-2,0-2 1,0-1 2,7-3 0,-7-1 1,0-6 4,6-1 1,-6 0-1,7-3-2,-7-1-2,7-2 2,-7 1-3,6 0-2,0 0 1,-6-1 0,8 2 0,-8 5-3,6-5 1,-6 8 3,6-4 1,-6 5 0,0 2 1,0 0 2,0 5-2,0 0-1,0 2-2,0 1 1,0-1-1,0 2-1,-6-4 0,6 3 1,0-5 3,-6 1 1,6 5 3,0-6 0,0 2 1,0 3 1,-8-4-2,8 1-3,0-2-2,0-1 2,-6-6-1,6 5-1,0-5 4,0 6 4,0-1 3,-6-1 0,6 1 0,0 3-1,0 1-2,0 2-2,-7 0-3,7 1-2,0 1-1,0-1 1,-7-1 1,7-2-1,0 0 3,0-5-2,0-3 1,0-4-4,-6-7 0,6-4 0,6-3-12,-6-7-22,0-5-31,0-2-32,0-9-34,0-8-53,0-1-44,0-5-6,-6-11 16</inkml:trace>
  <inkml:trace contextRef="#ctx0" brushRef="#br0" timeOffset="170400.5835">18244 1523 3,'7'-14'65,"-7"-1"-7,0 5-5,0-6 1,0 2 6,0 3 3,-7-1-3,7 2-1,0-1-1,-6 3 1,6 1 2,-6 0 7,6 0 4,0 3 4,-8 0 1,8 1-3,0 3-10,0 0-16,0 0-15,0 0-13,0 3-8,-6 9-4,6-2-3,0 5-3,0 4 4,0 0 0,0 6 0,0 0-2,0 4 5,-6 8 2,6 0 2,0 6 3,0 5-1,-7 4-1,7 6-2,-6 1-1,6 7 1,-7 4-7,7 3 2,-6 4 2,6 6 1,-7 1-2,7 1-2,-6 0 8,-1-1 1,7 4 2,-7-1 0,1 1 2,6 0-2,0 0-3,0-3-5,0-6-4,0 3-2,6-9-3,-6-3 4,7 0-3,0-2 0,-1-1 3,-6-5-2,7 5 4,-7-2-6,0 0 0,6-1 1,-12 5-1,6-7 0,-7 8-2,7-4 2,-13 0 1,6 0 0,1-1 1,-7 5 1,6-7-1,-5 2 0,-1 1-2,6-3 1,-6-1-2,7 0-1,-8-3 1,8 0 1,6-1 0,-6 1 0,6 0 2,0 3 1,6-3-1,-6 7-2,6 3 0,0-4 0,2 6-3,-8-2 0,6 0 2,0-3 1,1 1 0,-7-2 1,7 1 2,-1 0-1,-6 0-1,7 0-1,-7 0-2,0 0 0,0 1-1,0-2 2,0 0 1,0-2 0,0-1 1,0 0 0,0 1 1,0-5 0,0 1-2,6-1 1,-6-2-1,6 3-1,1-5 0,0 1-1,-1 0 1,7-3 0,-6-1 0,-1-1 2,1 2-1,-1 0 2,1-1 0,-1-3 1,1-1-1,-7 0 0,6 2 1,-6-3 1,0 3 4,0-2 2,-6-3 3,6 4 3,0-4 3,-7 0-3,7-3-2,0-3-1,-6 4-2,6-6-3,-7-2-2,7-2-2,0-2 0,0-5-3,0-3-1,0 0-12,0 0-25,0-8-26,0 5-28,0-8-36,7 0-44,-7 1-31,0-6-43,0-2-10,0-4 10,-7 0 27</inkml:trace>
  <inkml:trace contextRef="#ctx0" brushRef="#br0" timeOffset="171606.0286">19880 1267 138,'-6'-7'175,"-2"-1"-44,8 5-24,-6-4-13,0 3-5,6 1 0,-7-1 2,7 4-4,0-5-10,0 5-14,-6 0-18,6 0-15,0 5-14,0-1-8,0 3-1,0 7-1,0 1-1,-7 7 2,7 3 3,0 9 4,-7 2 4,7 7 2,-6 10 3,0 5 2,0 4 2,-2 12 2,8 3 0,-6 6 4,0 6-1,-1 10-3,0-1-3,7 8-8,-6 1-6,6 3-3,0-1-3,0 2 0,0-1-2,0 0 2,0-1 1,0 1-4,0-3 1,0-1 0,6-3-1,-6-5 0,-6-2-1,6-5 2,0-3-4,0 0-2,-7-7 0,7 0 0,-6-1 3,6-3 0,0 0 2,0 0 0,-6-1 0,6 5 0,0-4-2,-7 0-1,7-1 0,0-2-1,0 0 1,0-5 3,0 5-3,0-1 3,0-4 0,7 4 2,-7 0-3,0 0-2,0 2 2,6-10-2,-6 0 0,-6 2 3,6-8 2,0-1 3,-7 0 1,7-6 1,-7 0 3,1-1-1,0-3-3,6 3-1,-7 0-2,0 0-1,7-3-1,-6 3-2,6 1-2,-7-5 0,7 4-1,0 1 0,-6-2 0,6 3 3,0 1-1,-7-2 0,7 6 4,0-3-3,-6 3 0,6 5-2,-7-1 0,7-4 0,-6 5 2,6-5 0,0 1 1,-6 3 3,-2-3 2,8 0 2,0-3 2,-6 2 6,0-4 3,6 1 3,-7 3 3,7-6 3,0 3-1,0-4-2,0 4 0,-6-3 0,6 0 10,0-2 4,0-2 5,0 4 3,6-6-2,-6 7-3,0-7-12,7 6-8,-7-4-8,6 0-6,-6 0-5,0-2-4,0-2-2,6 1 1,-6-5-1,0 0 0,0-3 1,8-4 1,-8-1 2,0-3-15,6-6-41,-6 0-57,0-9-61,6 1-61,-6-12-94,0-3-58,0-7 2,-6-4 38,-8-12 49</inkml:trace>
  <inkml:trace contextRef="#ctx0" brushRef="#br0" timeOffset="172705.0733">21359 1206 62,'0'-23'157,"0"0"-33,0 6-26,-7-2-14,7 5-14,0-1 1,-6 5 5,6-2 6,0 5 8,0 0 8,-7-1 5,7 4-4,0 1-12,0-1-16,0 1-15,0 3-19,0 0-13,0 3-13,0 8 1,0 4 0,0 4 4,0 6 5,0 4 8,0 8 11,0 7 8,0 7 11,0 8 14,0 11 7,0 7 2,-6 10-3,6 8-8,-6 11-8,6 8-13,0 10-11,0 8-13,0 4-2,0 7-5,6 3-7,-6 0-5,6 2-3,1-6 0,-1-3-1,1 1-2,0-5 0,-1-3 0,0 0 1,1 0-2,-7-4 0,7 4 3,-1-3 2,0-1-3,-6-5 2,7 3 1,0-5-4,-7-7-4,6-1 2,-6-7 1,7 1 1,-1-9 1,-6 0-2,0-2-3,6 0 0,-6-9 1,8 5 2,-8-4 2,6 0-1,-6-1 4,0 2-2,0-1-2,0-4-2,0-1-2,0 2 3,-6-7 0,6-2 2,-8 2 0,8-2 1,-6-2 4,6-2 0,-6 2 2,6-5 3,0 1 2,-7-4-2,7-1 1,7 2 1,-7-1 0,0-3-4,6 3-1,0-1-1,2 0-7,-8 6 2,6-6 1,6 5-4,-5 0 0,0 0 2,6-1 4,-7-2-2,1 1-2,0-5 3,-1 3 2,0-4-2,0 0 2,-6 1 6,0-5 7,8 1 6,-8-4-1,6-4 3,-6 0-3,0-3-7,6 0-5,-6-1-3,7-3-2,-7 0-5,6-4 1,-6 5 0,7-5-3,-7-4-1,7 1-4,-1 0-19,0-5-35,1-5-58,0-2-71,-7-7-80,6-3-83,0-4-64,1-11-13,-7-8 35,-7-3 58</inkml:trace>
  <inkml:trace contextRef="#ctx0" brushRef="#br0" timeOffset="172888.3626">21808 8642 180,'-6'0'279,"0"0"-23,-7 4-54,6-1-237,0 0-125,1 2-67,0-1-36</inkml:trace>
  <inkml:trace contextRef="#ctx0" brushRef="#br0" timeOffset="177012.483">11201 2510 117,'-27'3'88,"1"4"-18,0-3-9,1-4-5,-2 0-2,8 0 7,-1-4 17,1 4 11,5-7 11,-5 4 4,6-1-2,0-4-7,-1 5-16,8-5-14,0 5-17,0 0-14,-1 3-8,7-5-12,-7 5-7,7 0-4,0 0-3,0 0 0,0 0-3,7 5 3,-7-2 0,7 0-1,5 1 0,-6 0 1,8 2 1,-1-1 0,7 2 0,-1-3-1,0-1 0,8 4-1,5-3 1,-6 0-1,7 0 0,-1-4 0,7 3 0,-6 1 2,6-4-1,0 3-1,7-3 0,-7 5 1,0-3 0,7-2 0,-1 4 0,1 0 2,-7 3 3,6-2-2,1 2 1,-1-5-3,2 6 0,-2 0 0,-6-4-3,7 3 2,0-3-3,-1-1 0,1-3 2,-7 0 0,0 0 0,7-3 0,-8-1 2,1 0 1,1 1-1,-1-5 0,0 1 0,-7 0 1,8 3-1,-1-4-1,-7 8 0,1-3 1,-1 3 1,1 0 0,-1 0 0,1 0-1,-1 0 0,1 3-1,0-3 0,-7 0-1,6 0 0,2 0 0,-9-3 1,7 3 0,-6-4-2,7 0 2,-7 0-3,7 2 1,-7-3 0,6 2 1,-5-1 3,-1 4-2,6-3 3,-5 3-3,5 0 1,-6-4-1,7 0 0,-1 0-1,7 1 1,-6-1 1,6 1 0,0-4 1,0 3-3,1-4 0,-1 1 1,-1 0-2,1-1-4,1-4 2,-1 6 1,0-1 2,-7-1 1,8 4 1,-8 0 1,7 2 1,-13-3-2,7 5 1,0 0-2,-1 5 1,-6-3 0,0 2 2,1 4-3,-1-4 0,-7 3-1,7-3 0,-6 3 1,-1-4-3,7 1 2,-6 1 1,6-2 3,-7-3-1,1 0-1,6 0-1,0 0-1,-1 0 1,-5 0-1,7 0 1,-1 0 0,0 0 2,0 0-2,-1 0 1,2 0 0,-7 0 0,6 3-1,0-3 0,6 4 1,-5-4 0,-2 4-2,1-1 1,0-3 2,7 0-1,-7 3 2,6-3 2,-5-3 1,5 3 1,-6 0-3,7 0 1,-1-3-1,-5 3-3,5 0 1,-6 3-1,7-3 0,-1 3 0,-5 2-1,5 2 1,1-3-1,-7 3 1,6 0 1,1-3-2,-7 3 1,6-3-1,-5-1 0,-1-3 0,6 5 0,-5-5-1,-1 0-1,6 2 2,-6-2-1,0 0-1,0 0 1,6 0 2,-5 0 2,-1 4 0,0-4 1,0 4-1,0 0-1,0-1 0,0-3-2,0 5 2,-6-2-1,6-3 3,-1 4-3,2-4 0,-1 2-2,0-2 1,7 0-1,-7 0 0,0-2 0,6 2 2,-5 0 2,5-4 0,-6 4 2,7 0-1,-7-3 0,7 3-2,-1 0-1,1 0-1,-1 0 1,1 0 0,5 0 3,-5 0 0,7 0 0,-8 0 1,7 0-2,0 0 0,1-5 1,-2 5-2,1-3 0,0-1 2,7 0 1,-7 0-1,1 2-1,5-3-1,-6 2 1,7-1-3,-1 1 0,-5-5 1,5 4 0,1-3 1,-1 0 2,1 0-1,-1-1 1,1 1-1,6 0-2,-6-5 0,-1 4-1,1 6 0,7-5 0,-8 3 0,-7-4 1,9 4-3,-2 0 1,-5 2 1,-2-3 0,7 3-2,-5-3 2,-1 2 0,0-1 1,1 0 0,-2 0 2,-5 4-1,6-3 0,1-1 0,-2 4-2,-5 0 0,6 0 0,0 0 0,-6 0 2,6 0-1,0 0 2,-7 0 1,7 0 3,-6 0 3,6 0 1,-6-3 5,6 3 0,-7-4 0,1 4-3,6 0-4,-6-3-1,6-1-2,-7 4 1,7-5 0,1 2 0,-1 0 1,-1-1 1,9 0-1,-9 4-1,7-3-3,2 0-1,-1 3-1,5-5-3,-5 5 0,6 0 0,0 0 3,0 0 1,1 0 9,-2 0 5,2 0 7,5 0 6,-5-4 5,6 4 7,-8 0-1,8-3 2,-1-1 1,7 1 0,-6-1 1,6 4-4,-6-3-2,0-1-3,6 4-8,-7-4-3,7 4-5,-6-4-2,7 1-4,-1 3-4,-6 0-1,6 0-3,0-5 0,0 5 0,0 0 1,0 0 1,1 0 6,-8 0 0,8 0 4,-8-2 5,0 2 1,8 0-1,-15 0 0,8-5 0,0 5-1,-7 0-7,1-2-2,-2-2 0,-5 4-3,-1-4 0,1 0-3,-7 4 0,0-4 0,-6 0-3,0 4-1,-8-3 0,1 3 1,-6 0-3,0-4-1,-7 4-6,-1 0-24,-4-2-38,-2 2-39,0 0-52,1 0-46,0 0-43,-7 2-36,6 2-56,-6 3-10,7-3 24,-7 4 34</inkml:trace>
  <inkml:trace contextRef="#ctx0" brushRef="#br0" timeOffset="177177.1899">22584 2330 259,'0'0'319,"-6"4"14,-1-4-12,0-4-202,7 4-148,0 0-151,0 0-79,7 0-42,-7-4-2,-7-3 36</inkml:trace>
  <inkml:trace contextRef="#ctx0" brushRef="#br0" timeOffset="180223.391">5414 3092 14,'0'0'14,"-6"0"-3,6 0-4,-7 0-1,7 0-2,-6 0-1,0 4 1,-2-4 1,8 0 0,-6 2 2,6-2 4,-6 0 3,6 0 6,-6 0 2,6 0 1,-8 0 2,8 0-3,0 0-3,-6 0-9,6 0-4,0 0-2,0 0-8,0 0 2,0 5-2,0-5 2,6 0 1,-6 3 1,8 1 3,-8-4 0,6 3 0,0-3-1,0 4 1,-6-4-3,8 0 0,-2 0 0,-6 0-1,6-4 3,-6 4-1,0-3 0,0 3 1,0-4 0,0 4 0,0-3-2,0 3 1,-6-5 1,6 5-1,-6 0-1,-2 0 0,2 0 1,0 5-1,6-5-1,-6 0 1,-2 3-1,8-3 1,-6 4 0,6-4 0,0 0 1,0 3 0,0-3 1,0 4-1,0-4-2,6 0 1,-6 0 0,8-4 0,-8 4 0,6-3 0,0-1 1,-6 1-2,6 3 1,2-5-2,-2 3-1,-6-2 1,6 4 1,-6 0 3,0-4-5,0 4-6,0 0-20,0 4-34,0 0-25</inkml:trace>
  <inkml:trace contextRef="#ctx0" brushRef="#br0" timeOffset="182183.7631">14940 2909 106,'-6'-19'213,"0"4"24,0 2-58,-2-3-20,2 1-9,0 1-1,-1 3 3,0-4 8,1 4 6,6-3 11,-7 3 11,7-1 0,0 6-18,-6-2-28,6 4-23,0 0-33,0 1-29,0 3-27,0 0-14,0 0-2,6 7-6,-6 1-3,0 7-3,7 3 2,-7 7-1,0 9 1,0-2 1,0 9-2,0 2-28,-7-2-57,1 2-76,0-1-89,6-6-106,-7 0-93,0-6-23,1-5 28,0-6 60</inkml:trace>
  <inkml:trace contextRef="#ctx0" brushRef="#br0" timeOffset="185100.4212">17443 2784 124,'-7'0'310,"-6"-4"49,7 4 51,-8-3-52,8 3-54,0-4-28,-1 4-15,7 0-10,-7 0-13,7 0-18,-6 0-13,6 0-23,0 0-25,0 4-37,-6-1-36,6 5-33,0 6-22,0 9-15,0 9-13,0 5-11,0 10-42,0 4-76,0 5-115,0 6-114,-7-1-113,7-1-114,0-9-27,0-3 40,-6-11 94,-1-12 104</inkml:trace>
  <inkml:trace contextRef="#ctx0" brushRef="#br0" timeOffset="196026.0137">4580 3117 14,'-6'0'49,"6"0"-4,-7-4-6,7 4-8,-7-3-5,1 3-8,6 0-7,-6-4-4,6 4-2,0 0-2,0-3-5,0 3-5,6 3-15,0-3-35,1 4-26</inkml:trace>
  <inkml:trace contextRef="#ctx0" brushRef="#br0" timeOffset="202870.8767">19235 3151 8,'0'-12'228,"0"5"19,0-4 14,-7 3-88,7-2-41,0 3-35,0-5-25,0 1-12,0 0-4,0 1-4,0-2-1,0-3-4,-7 5 1,7-1-4,0 3-6,-6 1-7,6 0-7,-12 0-4,4 7-7,-4 0-7,-2 2-2,-5 10-5,-1-1-2,1 1-1,-1 1-2,1 2 1,6 0-1,-7-3 5,7 2-2,7-3 1,-1-5 1,1 2 2,-1-1 10,14 1 12,-7-4 18,6 3 14,1-4 19,6 1 15,-1-4 13,8 3 1,0 1-4,-1-4-4,7 5-16,-6-2-14,6 5-19,-7-1-12,7 0-13,-6 5-8,-1-2-3,1 1-3,0 4-3,-14 3-1,1 0 1,-1 4-2,-6 0-1,-6 0-1,-1 0-1,1 0-1,-8-4 2,-4-3-3,4 0 2,-5-8-1,5-2 1,-4-5-5,4-5-1,8-7 0,-8-2 0,8-4 6,-1 0 8,7 0 13,0-4 15,7 3 11,-1 1 5,1-1 1,0 1-3,5 3-14,2 5-14,-2-5-39,2 4-57,5 4-69,-5-1-75,4 1-85,-4 0-103,5 0-45,-5 2 12,-2-1 42,-6-3 64</inkml:trace>
  <inkml:trace contextRef="#ctx0" brushRef="#br0" timeOffset="203526.5802">18785 3330 62,'-6'8'257,"-8"-1"33,2-4 32,5 1-78,0-4-44,1 0-28,-7-4-10,6 1-12,1-4-21,6-5-18,-7-2-17,1-6-16,6 3-24,0-5-18,0-4-13,6 1-9,-6-1-4,7 4-1,-7 0-3,6 0-2,-6 8-1,0 2 2,0 1-3,7 0-3,-7 4 1,7 0 1,-7-1 0,0 5-3,6-4 2,-6 2 0,6 5 2,-6 0 0,7 5 0,0 2 3,-7 4-3,6 3 1,0 5-5,-6 6 3,7 1 0,0 4 1,-7 2-1,6-2 0,1 2 1,-7-6-2,6 4 0,-6-4 0,6-9 0,-6 5 2,0-7 0,7-4 6,-7-1 16,0-1 16,0-1 12,0-8 9,7-5 5,-7-7-5,6-5-13,-6-5-14,6-7-15,2-1-10,-2-7-5,0-3-2,1-4-4,-1-4-1,1 0-8,6-2-13,-7 2-9,0-4-6,2 9-3,-2 0-2,0 6 8,1 3 11,0 5 8,-1 4 5,-6 6 5,7 1 0,-7 7-2,6-1 4,-6 5 0,0 0-1,0 4 1,6-1 6,-6 0 19,7 4 20,0 0 21,-1 0 31,0 0 37,8 4 39,-8-4 27,14 0 17,-7 0 14,7 0-8,5 0-22,1-4-31,7 4-29,-1-4-38,8-3-30,5 3-22,-5-3-26,5 4-40,7-2-76,-7 2-115,8 0-149,-7 3-148,-7 3-153,0 0-57,-1 5 16,-11-4 89,-8 3 134</inkml:trace>
  <inkml:trace contextRef="#ctx0" brushRef="#br0" timeOffset="208148.4664">4828 2875 11,'6'-11'7,"8"4"-3,-8 0-2,0-4-2,1 3 4,0 2-2,-1-2-1,1 1 1,5-1-1,-5 1 0,0 0-1,-1-1 0,0 1 0,8 0 0,-8-1 0,1-2 0,-1 2 0,1 1 0,6-1-1,-7-3-1,8 3-2,-8-2 0,7-1 0,-7 0-7</inkml:trace>
  <inkml:trace contextRef="#ctx0" brushRef="#br0" timeOffset="232481.6933">20407 3125 147,'8'-12'192,"-2"2"-26,-6-1-14,6-4-8,1 5 0,-7-2 3,6 5-6,-6-4-9,0 4-24,7 2-20,-7 1-20,0 2-22,0-2-17,0 1-13,6 3 0,-6 0 5,0 3 5,0 3 6,0 3 6,-6 5 2,6 4-1,0 4-4,-7 4-7,1 6-7,-1-3-6,1 9-2,0-1-4,-2-5-4,2 5-25,0-7-42,-1-1-56,0-4-66,7-2-75,0-6-73,0-5-17,0-8 19,7-4 44</inkml:trace>
  <inkml:trace contextRef="#ctx0" brushRef="#br0" timeOffset="232772.5262">20636 3139 121,'6'3'250,"-6"6"24,0 5 3,0 1-71,0 3-44,-6 1-17,6 6-16,0-4-16,6 2-23,-6 0-24,6-6-18,8 2-17,-1-5-11,-1 1-6,2-8-3,6-4-5,-1-6-1,7-4-2,0-8-2,-6-3-2,5-8 0,-5-3 1,-6-4-2,-2 4 1,-5-4 2,-7 4 0,0 2-2,-13 5 0,7 5 0,-14 5-1,0 9-3,1 6-8,-7 5-10,0 6-25,6 5-35,-7-2-46,9 6-57,-2 0-74,7 2-49,-1-4-6,-4-2 17,10 0 38</inkml:trace>
  <inkml:trace contextRef="#ctx0" brushRef="#br0" timeOffset="233431.1274">19834 3348 43,'-7'7'239,"-5"-3"20,6 0 12,-2 0-98,2-1-49,6-6-27,0 3-11,6-8 1,-6-3 7,14 1 5,-8-9-5,7-3-10,7 0-19,-8-4-20,8-4-18,0 5-12,-1-4-6,1 3-3,-7 0-5,6 5 1,-5-2 1,-1 6-2,-1 2-2,-4 3-2,-2 6 1,0-1-2,0 2-1,-6 2 1,7 6 3,-7 5 1,7 7 2,-7 3 0,6 3 1,-6 8 1,0 5 0,7 3 1,-7-1-1,6 5 4,-6-5 1,0 1-1,7-4 0,-7-4-1,0-3 0,7-3-5,-7-6-2,6-2 2,-6-4 3,6-8 1,-6-3 0,6-8 2,8-5 0,-8-6-3,1-10-1,6-8-3,0-3 0,-7-4-4,1-4-1,6-2-3,-7-3 3,8-1-1,-8 3 0,1-2 1,-1 7 5,0 2 0,1 7-2,0 4 1,-1 0 0,0 11 2,2 0-3,-2 7 2,0 0 4,1 5 13,-1 2 14,1 5 24,-1-1 29,7 4 35,1 0 43,-2 4 33,8-1 26,-1 5 10,7-4 7,1 2-10,-1 2-31,13-5-36,-7 5-33,14-4-34,-1 3-33,1-4-26,7 4-15,4-2-8,2-5-22,7 0-29,-1 0-60,0-5-102,7-2-132,0 1-128,-7 2-127,-6-4-64,-8 4 11,-5 1 77,-7 3 117</inkml:trace>
  <inkml:trace contextRef="#ctx0" brushRef="#br0" timeOffset="245947.7845">13370 3733 107,'-6'-3'227,"6"-2"21,0 5-41,0-3-50,-7 3-21,7 0-21,0 0-11,0 0-5,0 0 1,0 0-1,-6 0-8,6 0-10,0 3-8,0 2-15,0 2-12,0 3-5,0 5-2,-6 7 0,-2 7-5,2 8-2,0 8-7,-7 2-12,0 7-44,0 5-79,-1-4-109,8 1-103,0-13-54,-8-6-26,14-12 23,-6-10 64</inkml:trace>
  <inkml:trace contextRef="#ctx0" brushRef="#br0" timeOffset="256345.4698">17130 3864 186,'0'4'248,"0"-4"23,7 0-61,-7 4-45,0-4-29,0 0-26,0 0-21,0 3-17,0-3-18,0 0-10,0 0-5,0 0-3,6 0 1,-6 0-2,7-3 2,-1 3 2,0 0-6,8 0-5,-8 0-7,0 3-6,1 2-2,6-2-5,-6 5-2,-1-2-1,1 2-3,-7 3 4,7 0-3,-7 0 2,0 4 0,-7-1-1,0 0 0,-6 5-4,0-3 0,0 1 0,1-3 0,-8 2 0,7-5-1,-1 3 1,-5-7 0,12 4 1,-5-3-3,5-5-2,7 1 4,-7 0 0,14 0 16,-7-4 17,13 3 25,-7-3 28,8 0 18,5 0 12,-6 0-2,6 0-15,1 0-18,0-3-25,-1 3-19,1 0-15,0 0-20,-1 0-40,1-4-62,-8 4-70,2 0-78,-8 0-83,0 0-89,-6 4-17,0-4 30,-6 0 55</inkml:trace>
  <inkml:trace contextRef="#ctx0" brushRef="#br0" timeOffset="256973.7982">16752 4114 20,'-13'-4'253,"0"4"23,0-7 21,0 4-61,7-5-89,-1-3-52,0-4-29,7 1-21,-6-5-17,6 2-7,0-3-4,6 3 1,1-6-2,0 9-4,-1-4-5,0 3-2,1 3-3,0 2-6,5 3-6,-5-1-1,-7 4 0,7 0-2,-1 4 1,1 4 3,-7 0 5,6 4 2,-6 3 0,0-1 2,6 5 1,-6 3 3,0 4 6,0 1 9,7-2 13,-7 9 15,7-5 9,-1-3 6,-6 4 0,6-4-2,2-4-6,-2 1-12,0-6-7,1 3-7,-7-5-7,6 0-8,1-3-5,-7-5-1,6 0 1,-6 1 9,7-4 3,-7-4 4,6-2-2,-6-6 1,6 1-4,-6-7-7,0-4-4,0 1-6,0-6 1,0-6-2,8 3-1,-8-7-1,0 6 1,0-6-2,0 4 0,0 4 1,6 3-3,-6 3 0,6 9-3,-6-1 3,7 1 3,0 6-1,-1 4 2,0 2 5,1 2 10,6 0 6,-6 2 13,5 2 16,-4 0 16,4 3 11,8-3 17,-7 3 22,-1 1 16,8-5 11,0 5 11,6-5 1,-7 4-16,7-3-25,1 0-25,5-4-26,1 4-25,-1-4-19,-6 0-37,13 0-56,-6 0-73,-1 0-81,2 0-90,-2 3-89,-7-3-79,2 4-31,-1 4 23,0-6 57,-6 2 75</inkml:trace>
  <inkml:trace contextRef="#ctx0" brushRef="#br0" timeOffset="274432.7057">28983 1421 321,'6'4'428,"0"0"31,1-2 19,0-2-141,-1 0-179,-6 0-150,0 0-121,0 0-98,0 0-105,0-2-63,-6 2 3,-1 0 25,0 0 49</inkml:trace>
  <inkml:trace contextRef="#ctx0" brushRef="#br0" timeOffset="277410.3056">18889 4081 36,'-6'-4'164,"6"1"8,0-1-69,0 0-34,0 4-19,-7-3-9,7-1-7,0 4-4,0 0 4,0-4 3,0 4 1,0 0 7,0 0 5,0 0 14,0 0 9,0 0 10,0 0 5,-6 0 0,6 4-6,-7-4-11,7 7-12,-6-3-17,-1 3-11,1 4-3,6 4 1,-6-4-1,-2 4-2,2 2 1,6-1-2,0-3-5,0 3-7,6-2-2,2-3-4,-2 0-2,0 0-2,1 1-2,6-5 1,0 0-2,-7 0 3,8-3-1,-8 0-1,7-1 1,-6 1 0,-7-1-1,6 1-1,-6-4 1,0 3 3,0 1-2,-6 4-2,-1 0-5,-6-1-16,7 0-35,-8 0-47,1-2-68,0 1-84,0-6-53,1 0-13,-2-6 16,8-3 40</inkml:trace>
  <inkml:trace contextRef="#ctx0" brushRef="#br0" timeOffset="277595.6749">18915 4100 71,'7'-8'286,"-7"4"29,7 1 19,-7-1-83,0 4-63,6-4-49,1 4-30,-1 0-23,0-3-14,8 3-13,-2-4-13,2 0-16,-1 4-41,0-3-47,6-1-60,-5 4-66,-8 0-82,7 4-67,-7-1-11,1 1 22,-7 3 47</inkml:trace>
  <inkml:trace contextRef="#ctx0" brushRef="#br0" timeOffset="278205.8954">18394 4275 140,'-12'4'217,"-2"-4"15,1 3-67,0-3-38,6-3-31,-5 3-14,5-4-13,-6 0-9,7 0-9,-1-3-8,7 0-5,0-4-10,0 0-4,0-4 0,7 1 1,-1-1 4,0 1 2,8-1 2,-8 0 0,7 4-6,-7 4-5,8 3-3,-2-3-4,-4 7-3,4 0 1,1 7 1,0 1-2,-6 2 0,5 1-3,2 7-2,-8 1-1,1 3-4,0-4 1,5 5-1,-5-2 0,-1 1 2,1-4-1,0 1 2,-1-4-4,0-4 0,1 0 6,-7-4 6,7-3 14,-1-1 13,0-6 6,1-1 4,0-11-4,-1 1-7,1-8-14,-1-5-11,0 2-6,2-8-4,-2-3-2,0 0-1,0-5 0,1 1-2,0 0 1,-1 3 0,1 8 1,-7-1 0,6 8-1,1 0-3,-7 8 1,7 3-1,-7-1 1,6 4 0,-6 2 1,6 2 5,0 0 5,8 4 2,-8 0 9,7 4 7,7 0 6,0 2 16,-1-2 13,7 4 15,0-5 7,7 5 7,5-4 1,-4 0-12,11 0-16,-6-4-17,7 2-15,-1 2-14,1-4-11,7 4-12,-8-4-34,7 0-74,-7 4-97,8-4-118,-15 3-104,2 1-45,-1 0 2,-13 0 55,0-1 87</inkml:trace>
  <inkml:trace contextRef="#ctx0" brushRef="#br0" timeOffset="278367.7973">19775 3996 376,'0'4'435,"-6"0"48,6 0 34,-7-4-141,7 2-111,-6 4-94,6-6-64,-6 2-72,6-2-91,0 0-84,0 4-85,0-1-104,6 2-98,-6 2-30,6-3 28,1 0 53,-1-2 67</inkml:trace>
  <inkml:trace contextRef="#ctx0" brushRef="#br0" timeOffset="312476.2212">23535 1281 130,'0'0'168,"7"-2"-37,-7 2-52,0 0-32,7-5-26,-7 5-13,0 0-11,6 0-5,-6 0-6,6 0-6,-6 0-6,0 0-8,6 0-30,-6 5-45,0-3-22,0 2-5</inkml:trace>
  <inkml:trace contextRef="#ctx0" brushRef="#br0" timeOffset="317143.5196">20415 3927 129,'-8'0'216,"2"4"3,6-4-52,-6 0-31,-1-4-26,7 4-18,-7 0-15,1 0-8,6 0-7,-6 0-3,6 0-8,0 0-10,0 0-9,0 0-10,-7 4-4,7-1-3,0 1-4,-6 3-1,-1 4 1,7 0 2,0 3 2,-7 1 4,7-1 1,0 6 0,7-3-1,-7 2-2,7-4-4,-1 4-4,7-5 0,-7 1-3,8-5-2,-2 1 0,2 1 1,-1-6 1,0 1-2,0-2 0,-1-2-3,-4 1 0,-2 0 0,-6 0-2,0-1-6,-6 1-11,-2 3-14,2-3-25,-7 4-22,0-2-31,-6 5-35,5-7-38,2 4-61,-8-5-15,7-3 0,7-3 19</inkml:trace>
  <inkml:trace contextRef="#ctx0" brushRef="#br0" timeOffset="317335.4504">20447 3989 62,'6'-15'262,"1"8"23,-7-4 14,6 8-99,0-5-62,-6 5-48,8-1-35,-8 4-20,6 0-10,0 0-4,1 0-5,0 4-4,5-1-3,1 1-8,1 3-21,-2-3-42,2 3-67,-2 0-93,2 0-50,-8 5-20,1-5 4</inkml:trace>
  <inkml:trace contextRef="#ctx0" brushRef="#br0" timeOffset="317867.9652">20089 4158 16,'-14'0'240,"1"0"33,0-4 30,0 0-71,7 4-26,-8-4-15,8 1-12,0-1 8,-1-3 7,1 4-10,-1-5-16,0 1-24,7-1-25,0 2-39,0-2-34,0-3-22,0 0-13,7 0-7,0 4-4,-1-4-3,-6 3-3,7 0 0,-1 5-1,0-1-1,2 4 0,-2 4 1,6 4 1,-5-1 0,0 8 2,-1-4 3,1 3 3,-1 4-1,1 1 1,-7-4 2,7-1-1,-1 5-4,-6-8-4,6-1 3,-6 2-1,6-5 2,-6 0-1,0-3 4,0-1 2,0 2 2,0-5 1,8 0 2,-8 0 5,6-8-3,-6-3-1,6-4-2,1-4 0,-1-3-3,1-3-5,0-4 1,5-4 0,-5-1 1,-7 2-4,7-5 0,-1 8 2,0-1 0,1 8 0,-7 5-1,7 2 2,-7 0 0,0 8-1,6-4-4,-6 7 0,0-3 0,7 3 0,-7 0 0,12 4 1,-5 0 8,6 0 1,1 4 1,-2 0 2,8-1 0,-1 5 0,7-1-4,1 4-1,5-4-2,1 4-16,-1 1-48,8-6-68,-1 5-74,6-3-80,-5 0-105,-2-2-60,1-2 8,0 0 46,-7 0 62</inkml:trace>
  <inkml:trace contextRef="#ctx0" brushRef="#br0" timeOffset="318018.1807">21202 3996 203,'7'4'263,"-7"-4"15,7 0-55,-7 4-77,0-4-55,0 4-58,0-4-59,0 2-68,6-2-95,-6 6-50,6-4-21,-6-2 6</inkml:trace>
  <inkml:trace contextRef="#ctx0" brushRef="#br0" timeOffset="322842.5545">13345 4748 27,'0'-12'253,"-8"1"31,2 1 24,6-2-66,-6 9-70,-1-4-39,7 2-35,-6 5-26,6 0-19,-7 0-15,7 8-11,-6 3-6,-1 7-6,1 5-4,6 2-3,-7 5-3,0 3-7,1 3-27,0 1-59,-8 3-96,8-3-86,-7 3-46,0 0-21,0-7 13</inkml:trace>
  <inkml:trace contextRef="#ctx0" brushRef="#br0" timeOffset="325324.2578">14837 4949 168,'-7'4'222,"0"-4"8,1 0-48,-1 0-20,1 0-20,-1-4-16,1 0-13,6-3-9,-7-1-16,1-2-13,6-1-7,0-7-7,6-1-5,-6-3-12,7-4-9,-1 5-7,1-2-6,-1 6-6,7-3-7,-6 2-5,0 8 0,5-2-3,-5 9-1,0-1-1,5 4 0,-5 7 1,6 1-3,-6 6 3,5 9 1,2 2 0,-8 5-1,7-1 0,-6 4 3,6-4-2,-7 5 4,8-5 0,-8 0 2,0-8 0,1 1 0,6-2 0,-7-6-1,1 1 1,-1-8 6,1 0 6,0-4 1,5-10 2,-5-3-1,6-9 0,0-3-7,0-8-2,-6 1-5,5-7-3,-4-1 0,-2-3-3,6 3 0,-5 1-2,0 3 1,-1-1 0,1 5 0,-7 4 0,6 6 7,8-3 15,-8 8 15,6 2 22,-4 1 20,11 4 21,1 0 8,-1 3-5,7 1-8,0-2-18,6 5-19,-5-2-19,5 2-13,1 0-10,-1 0-5,8 0-18,-14 0-49,7 2-75,-7 3-90,-1-2-112,-5 8-113,0 1-49,-8 6 15,-5-4 55,0 5 81</inkml:trace>
  <inkml:trace contextRef="#ctx0" brushRef="#br0" timeOffset="325649.9965">15599 4748 279,'0'0'374,"0"-5"30,-6 5 16,6 0-138,0 0-95,0 5-68,0-2-48,0 5-27,6-1-15,0 4-7,1 7-8,0 0-7,5 5-5,-5-2-1,-1 2-3,1-2-11,-7 2-1,7-2-6,-7 1 0,0-3-1,0-5 2,0-2 10,0-2 7,0-3 9,0-2 7,0 2 7,0-4 12,0-3 5,6 5 6,-6-5 0,0 0 2,6-5-5,1 5-10,0 0-8,-1-3-12,7 3-28,0 0-52,0 0-68,1 3-87,-2 2-120,8-3-64,-7 6-14,7-4 24,-2-1 57</inkml:trace>
  <inkml:trace contextRef="#ctx0" brushRef="#br0" timeOffset="325773.9269">16283 5055 163,'7'4'264,"-1"0"12,-6 3-20,0 1-144,-6-1-130,-1 0-125,0 0-68,1 4-37,0-4-11</inkml:trace>
  <inkml:trace contextRef="#ctx0" brushRef="#br0" timeOffset="337510.5003">23040 1030 25,'-13'10'172,"0"5"13,-7-4-51,7 3-22,-7 1-11,8 4-8,-1-2-5,0 3-4,6 1-14,1-4-14,6 6-11,0 0-12,13-6-12,0 2-8,12-1-4,-5-3-5,13-1-27,-1-2-43,1-1-59,7-5-73,-8-1-40,1-1-16,-1-4 11</inkml:trace>
  <inkml:trace contextRef="#ctx0" brushRef="#br0" timeOffset="337678.4615">23620 1010 24,'6'0'270,"-6"5"25,-6-5 17,6 3-71,-6 5-74,-1 3-61,-6-1-40,0 5-22,-7 8-15,8-2-5,-8 1-7,0 8-7,7-1-12,-7 0-34,14 0-61,-7 0-83,7 1-75,-1-4-40,7 0-13,0-9 18</inkml:trace>
  <inkml:trace contextRef="#ctx0" brushRef="#br0" timeOffset="337845.4226">23809 1337 67,'0'7'238,"-7"1"12,1-1 7,0 4-107,-8 4-64,-5 0-53,6 2-52,-6 5-62,-1 1-74,6-5-52,-5-4-26,13 1-1</inkml:trace>
  <inkml:trace contextRef="#ctx0" brushRef="#br0" timeOffset="338156.8682">24246 1088 29,'12'-8'223,"8"8"27,-7 0 24,1 0-82,-2 5-40,2-2-15,-2 4-6,1 0-16,-6 5-19,0 2-15,-1-3-16,-6 3-17,0 5-14,-6-4-10,6 4-4,-14-2-7,1 2-5,1-1-1,-2-4-1,2 1 0,-2-3-1,8-3 2,-7 3 0,6-7-5,0-2-3,7 0-5,0 1-1,0-4-3,0 0 1,7 0 1,0 0 1,-1 0 0,7 0-12,1 0-15,4 4-26,2-4-24,0 0-28,-1 0-22,7 0-22,1 0-23,-1 0-17,0-4-36,6-3-5,1-1 10,-1-4 24</inkml:trace>
  <inkml:trace contextRef="#ctx0" brushRef="#br0" timeOffset="338336.8975">25034 1040 238,'13'-10'285,"-7"2"17,8 1-61,-8 2-68,0 5-47,-6 5-18,7-2-3,-7 9 13,7 2 13,-14 4 16,7 8 2,-7 0-14,-5 11-22,-2 1-20,-5 11-21,-7-2-23,0 12-53,-13 3-75,-1 5-88,-5-2-103,-7-2-118,-1-1-57,2-4 3,-8-6 44,-6-12 73</inkml:trace>
  <inkml:trace contextRef="#ctx0" brushRef="#br0" timeOffset="343346.1033">6248 1117 3,'0'0'-2</inkml:trace>
  <inkml:trace contextRef="#ctx0" brushRef="#br0" timeOffset="344804.4962">25823 1062 104,'0'-11'261,"0"0"30,0 1 17,-8 2-112,8 1-61,0 2-34,0 2-34,0-1-27,8 4-14,-8 0-5,6 4 2,0-1 1,8 5 4,-1 0 4,-1-2-4,8 2-5,0 3-8,6-3-3,-1 2-3,2-3-8,5 5-23,1-5-35,-7 4-50,0-3-58,0 2-74,0-6-55,-13 3-10,7-7 17,-14-4 41</inkml:trace>
  <inkml:trace contextRef="#ctx0" brushRef="#br0" timeOffset="345003.486">26174 926 182,'-6'-10'231,"-1"-1"6,7 3-77,0 5-56,0-5-37,7 8-20,-1 0-8,8 4 2,-2 0 9,2 7 7,-2 3 7,1 5 0,1 2-7,-2 5-2,-5 4-13,-7 2-9,0 6-9,-7-2-5,-5 3-5,-15 2-1,8 3-3,-14-4-3,1 2-19,-1-6-39,0-4-56,7 2-85,0-12-72,13-8-36,0-6-3,13-13 27</inkml:trace>
  <inkml:trace contextRef="#ctx0" brushRef="#br0" timeOffset="345236.467">26794 1022 57,'19'-4'267,"0"1"16,-12 3 12,6 0-78,-13 3-90,0 5-54,-7 6-24,-6 1-5,1 10 1,-2 1 17,-6 7 15,8 0 10,-1 4 1,6-1-4,7 0-12,7 1-19,6 4-21,-1-8-19,15 4-29,5-8-35,1-3-35,6-8-36,6-4-48,-6-3-56,7-7-65,-1-4-18,-5-8 10,-7-2 20</inkml:trace>
  <inkml:trace contextRef="#ctx0" brushRef="#br0" timeOffset="345580.4543">27510 1018 63,'13'0'240,"-6"4"14,-1 0 10,0 2-93,8 2-63,-8-1-30,0 5-14,8-2-4,-8 6-6,1-2-3,-1 1-9,0-1-7,-6 4-1,0-4-5,0 6-1,-6-6-3,0 4-3,-7 1-1,-1-5-5,2 1-3,-8-1-5,7-7-1,0 1 1,0-1-1,0-2 0,6-2-4,7 1-3,-6-4 1,12 0-3,1-4-4,0 4 0,5 0 1,1 0 1,1 4-3,-2-2 0,2 6 4,5 1-1,-6 1 3,0 0-1,1 6 2,-2-2 0,-5 4 4,6-3 4,-13 4 6,6 0 3,-12-2 4,0 5 3,-1-3-5,-6 6-6,-7-4-22,7 6-46,-7-5-67,8 0-92,-2-3-74,8-5-40,0-3-4,-1-7 32</inkml:trace>
  <inkml:trace contextRef="#ctx0" brushRef="#br0" timeOffset="345737.4567">27868 1502 146,'13'0'295,"-6"4"17,-7-1 11,0 4-104,0 0-93,-7 5-58,-6 3-35,7 2-33,-8-1-43,2-1-50,-1-1-71,6-3-78,7-4-39,0-7-5,7-3 20</inkml:trace>
  <inkml:trace contextRef="#ctx0" brushRef="#br0" timeOffset="346096.4469">28312 1076 139,'26'-7'308,"-13"0"19,7 4 17,-8-1-79,1 4-89,0 4-50,0-1-9,-6 4 1,6 4 10,-7 0 1,0 0-6,2 1-5,-8 2-13,0-3-14,6 3-17,-12 1-12,6 0-11,-8-1-7,2 1-12,6-4-6,-6 1-10,0-2-5,-1-3-5,0 1-4,7-4-6,0-1-12,0 1-7,0-1-2,0-3-2,7 5-2,0-3 1,-1 2 9,0 0 5,8 3 7,-8 1-3,7-2 5,-7 2 2,8 1 2,-8 1 4,0 5-3,1-4 3,0 3 1,-1 1 9,0-1 2,-6 1 6,0 3 6,-6 1 4,0 0-3,-1-2-3,-6 2-3,0 3-5,-7-5-14,0 2-41,2-1-68,4 1-84,-5-8-93,-1 0-118,14-4-70,-8-10-5,14-4 46,0-8 69</inkml:trace>
  <inkml:trace contextRef="#ctx0" brushRef="#br0" timeOffset="346276.5153">28846 1102 234,'19'4'347,"1"0"25,-7 0 30,7 6-91,-8 1-94,1 5-46,-6 1-21,0 2-23,-1 10-22,-12 0-19,-1 7-27,-6 5-47,-6 3-84,-7 4-90,-7 6-114,-7 1-115,-11 1-62,5-1-7,-13-4 53,0 0 80</inkml:trace>
  <inkml:trace contextRef="#ctx0" brushRef="#br0" timeOffset="346436.4699">28351 1997 204,'20'0'354,"-14"0"21,6-5 12,-5 1-96,0 4-128,-1-3-96,1 3-58,-1-3-41,1 3-30,-7 0-35,7 0-43,-7 0-42,0 0-74,0 3-32,-7 0-6,0 6 15</inkml:trace>
  <inkml:trace contextRef="#ctx0" brushRef="#br0" timeOffset="347944.5791">23411 1557 42,'-6'-7'176,"0"3"19,-8-4-49,8 1-47,-1-1-22,1 6-8,6-6-12,-6 4-15,6 1-10,0 3-8,-7-4-9,7 4-6,0 0-4,7 0 3,-1 0 2,0 4 1,1-4 1,6 7 1,6-4-1,1 4-2,6 1-3,1 3 0,5-3-1,7 2 0,0 5 1,7-4 0,5 1 2,8-2 1,0 1 3,-1 4 0,7-7 1,1 2 0,6-3 1,-1 1-2,1-2 3,6 2 7,7-4 8,0 3 10,6-3 8,-6 0 6,6-1-1,-7 4-2,7-3-13,-6 3-6,6 1-10,-6-1-8,7 1-3,-8 3-4,8-1-1,-1 2-4,-6-1-3,-1-5 3,7 6 0,-6-1-2,0-4 6,-7 0-2,6 0 0,1-3-1,0 0 0,-7 0 0,0-4 2,-6 0 0,0 0 2,-1 0 3,-6 0 5,0-4 1,-6 4 0,0 0-1,-1 0 4,1 0-6,-6 0-3,-1 4-2,-1-1-1,2 1-3,-1 0-5,0-1 2,-6 4-1,-1 1-1,7-1-1,-6 1 0,-1-4 3,8 3 1,-8-3-1,1 0 2,-1-2-1,1 2 1,-1 0-2,2-4-1,-9 0 1,8 4-1,-7-4 2,0 0-1,7 3 2,-7-3 0,-6 4-3,5-4 0,2 4 3,-7-4 2,-1 4 2,7-1 3,-7-3 2,1 4 1,7-4 1,-8 3-2,-6-3 0,7 4 0,-8-4-4,1 3 4,-6-3 3,7 0 1,-9 4 0,-4-4 3,-1 0 0,0 0 0,0 4-5,-7-4-1,8 0-6,-8 0-1,0 0-1,1 4-2,0-4 1,-7 0-1,6 0-1,1 0-4,-7 0 1,6 0 1,-6 0-1,7 0 2,-7 0-1,6 0 4,-6 0-4,0 0-1,0 0-3,7 0 2,-7 0 0,0 3-2,0-3 3,6 0 1,-6 0 2,0 0-4,0 0 0,0 4 1,0-4-1,0 0-3,0 0-2,0 0-2,6 0-5,-6 0-7,0 0-10,0 0-7,0 0-11,0 0-7,0 0-8,0 0-7,0 0-6,0 0-9,0 0-13,0 0-20,0 0-23,-6 0-22,6 0-27,0 4-36,-6-4-18,-1 3 10,1-3 22</inkml:trace>
  <inkml:trace contextRef="#ctx0" brushRef="#br0" timeOffset="355272.1059">18427 4967 64,'6'0'182,"-6"0"6,0 0-64,0-3-43,0 3-24,0 0-16,0 0-8,0 0 1,0-4-4,0 4-3,6-3-3,-6-1-6,0 0-6,8-3-4,-2-1-2,-6 2-1,6-6-1,1 1 3,0 0 0,-7-3 0,6 2-2,7-1 2,-7-6-1,1 4-3,6-3-1,-7 3-1,1 0-1,0 1 0,5-2 0,-5 7 0,0 0-1,6-1 1,-7 6 1,0 0 3,2 4 3,-2 4 5,0 7 5,0 3 6,1 1 5,0 11 2,-1-4 0,1 3-2,-1 1 1,1 0 1,0-4-4,-1 4 2,-6-8-1,6 0-1,0-3-2,2-4 1,-8 0 3,6-4 2,0-4-1,1-3 2,-1-7-4,8-7-4,-8-1-7,7-7-7,-6-3-4,5-5-5,2 1 0,-8-4-2,1 0-2,5 0 1,-5-3 0,0 6 0,5-3-1,-4 8 4,-2-1 5,7 0 9,-7 8 11,7-1 14,0 4 16,1 1 33,5 3 27,1 0 20,-1 4 12,0 0 0,1 2-5,6 2-30,-7 0-29,8 3-24,-8 0-22,8 0-12,-1 3-10,-7 5-13,1-4-43,0 3-73,-2 3-89,-4 2-95,5-2-116,-13 1-52,8 4 8,-8-5 52,-6-2 76</inkml:trace>
  <inkml:trace contextRef="#ctx0" brushRef="#br0" timeOffset="355585.9713">19215 4623 32,'-12'7'260,"-2"1"26,-6-1 31,7 0-64,-6 4-63,6 0-46,7 1-34,-8 2-18,8-3-22,-1 3-17,7 1-6,7-4-5,-1 4-4,8-4-5,-2 4-9,2-4-4,-2-1-7,8 1-6,-7 1-3,7-2-2,-14-1 1,7 1-3,-6-3 3,-1 1-2,-6 3 4,0-4-1,-6 4 1,-8 0 2,2-1-2,-8 2 1,0-1-2,1-4-2,-1 4-26,1-7-46,-7-1-68,6 1-91,0-4-90,8-4-46,-8-3-2,7 0 35</inkml:trace>
  <inkml:trace contextRef="#ctx0" brushRef="#br0" timeOffset="355760.4757">19209 4722 366,'6'-7'502,"7"-1"83,-6 4 66,-1-3-98,-6 7-81,7-3-95,-1-2-84,0 5-71,8-2-57,-2-2-41,8 4-38,0-4-40,-1 4-67,7 0-144,1 0-178,-1 4-191,0 2-136,0 2-65,-1-1 5,-5-3 109,0 4 160</inkml:trace>
  <inkml:trace contextRef="#ctx0" brushRef="#br0" timeOffset="373590.4695">20284 4451 44,'6'-5'267,"1"2"17,-7 3 11,0-3-75,6 3-79,-6 0-41,7 3-17,-1-3 4,-6 3 16,6 5 18,8 1 10,-8-3-3,8 2 0,-1-2-13,6 6-19,-6 2-24,1-2-15,5 3-14,-6-1-17,0 3-11,-1-2-4,2 4-4,-14-1 0,0 1-4,0 2-3,-6-2-7,-8 3-5,1-4-2,-6 4-4,0-7 0,-1 0 3,0-1 6,7-3 5,-7-3 6,8-2 3,-2-2 0,8 0 0,-1 0-2,7-1 0,0-3-3,0 0 1,13 0-1,1 4 4,-2 0 11,8 0 18,6 3 29,1 0 27,-2 4 35,7 0 23,-5 3 15,5 1-5,-6 0-19,0-1-18,-6 5-28,-7-4-24,1-1-23,-14 5-11,0-1-14,-8 1-39,-11-2-102,-1 6-142,1-5-175,-7 4-130,-6-8-66,6-3-8,-1-3 79,8-5 126</inkml:trace>
  <inkml:trace contextRef="#ctx0" brushRef="#br0" timeOffset="373765.146">20896 5015 246,'20'3'581,"0"1"97,-8-4 57,-5 0 30,0 0-237,-7 4-211,0-4-200,0 3-192,-7 2-163,-6-2-133,-1 4-116,2 0-108,-1 5-18,0-5 54,-6 1 85,5-6 94</inkml:trace>
  <inkml:trace contextRef="#ctx0" brushRef="#br0" timeOffset="379767.9756">12693 6257 24,'0'-11'181,"0"-1"30,-7 2-42,1 3-25,6-1-17,-7 2-12,0-2-5,1 4-11,0-3-12,-1 3 2,0 0 2,1 0-10,6 1-5,-6 0-12,6-2-7,0-2-14,0 3-12,0-6-11,6 2-7,0-6-6,1 3-5,6-4 1,0-3-1,0 3 1,0 4-2,-6-3 0,6 6-1,-1 1-1,2 3-1,-8 0-1,7 4 2,-6 4-1,6 3 2,-7 5 1,1 2 0,0 1 1,-1 6 0,0 2 1,-6 2-1,0 0 0,0 2-2,0 2 1,-6-3 1,6-1-1,0-2 2,0-6 1,0-2 1,-6 0-2,6-4-1,6-3-2,-6-1 0,0-4 1,6-3 1,1-8 3,0 2 0,5-13-1,-5 1-1,6-7-1,0-5-1,-7 1-2,2-8 0,-2 3 1,6-2 0,-5-1 0,0 5 4,6-5 5,-7 4 4,8 4 4,-8 3 2,6 1 8,2 2 4,-1 5 3,-7 3 8,14 5 13,-8-1 13,8 3 2,0 4-1,-1 1-4,7 3-10,-6 0-16,13 3-12,-7 1-11,0 0-12,7 3-34,-7 1-43,0 2-61,-1 1-76,2 4-91,-8-1-90,1 2-19,-7 2 14,0-4 47</inkml:trace>
  <inkml:trace contextRef="#ctx0" brushRef="#br0" timeOffset="380177.4377">13292 6118 217,'-13'3'242,"0"-3"12,0 4-78,0-4-63,0 3-42,0 5-30,0-1-15,-1 0-11,2 4-4,-1 0-2,6 1-2,1-1-1,-1-1-1,1-2 0,6 3 0,0-3-3,6 2 1,1-3-1,-1 1-1,8-1-1,-2 0 0,2-3 0,5 3 0,-6 1-1,6-1 2,1 0 0,0 1 4,-7 4-2,6-2 5,-6 1 6,1-1 7,-2 2 11,-5-1 14,-7 0 13,0 3 7,-7-3 9,-5 3 5,-2 3 1,-5-8-3,-7 3 1,6-2 0,-6-2-7,0-4-2,7-4-4,-1 0-9,0-4-10,7-6-11,7-2-9,6-3-9,0-4-9,13-1-7,0 1-4,6-3-1,1 0-4,6 3-25,0 0-40,7 5-59,-7 3-68,7 4-108,-1 0-68,-6 0-14,0 3 21,0-4 48</inkml:trace>
  <inkml:trace contextRef="#ctx0" brushRef="#br0" timeOffset="391282.2183">14758 6150 171,'0'4'253,"-6"-4"28,6 0-42,-7 0-55,7 0-38,0-4-26,-6 1-19,6-1-19,0-3-18,0-4-11,0-1-9,6-2-9,-6-1-8,7-2-7,-1 2-5,8-3-3,-8-1-4,7-3-3,-7 4-3,7 4-1,0-5-2,1 8 1,-8-3-3,7 6 0,-6-3 2,-1 7-2,7 1 3,-7-2 0,1 5 0,0 5 1,5 2 2,-4 4 4,4 7 2,-6 4 2,8 4 3,-8 6-1,1-3 0,-1 5-1,0-1-3,2-4-2,4 0 0,-5-6 1,0 2-1,5-6 1,-5-5 1,-1 1 4,8-8 3,-8-3 2,7-4 2,-6-4 0,5-11-1,-5-2-2,6-6-4,0-6-4,1-4-2,-2-3 0,1 2 14,0-2 11,0-1 16,7 0 18,0 4 13,-1 4 7,7 3-2,-6 1-5,6 3-6,-1 7-10,1 1-2,1 3-2,-1 0-5,0 7-5,0-3-8,0 7-7,1-3-12,-2 3-9,7 0-18,-5 3-35,5-3-67,1 3-72,-7 1-76,6 0-83,1-1-83,-7 5-42,0-4 23,0 3 49,-6 0 64</inkml:trace>
  <inkml:trace contextRef="#ctx0" brushRef="#br0" timeOffset="391548.1562">15664 6019 130,'-13'7'266,"0"1"16,-6-1 8,12 0-118,-6 0-66,7 5-28,-2-2-10,2 5-1,6 0 6,0-1 5,0 1 2,0 3-7,6 0-12,2 1-13,-2-1-13,7 1-12,-6-1-12,-1 0-4,7 0-3,-7-3-1,1 0-2,0-1 0,-1-2 2,-6-5-1,6 3 1,-6-2-1,-6-1-2,0 1-19,-1-1-40,-6 0-57,-6 0-75,-1-3-101,0 1-48,-6-10-11,7 1 27</inkml:trace>
  <inkml:trace contextRef="#ctx0" brushRef="#br0" timeOffset="391702.4376">15494 6169 149,'20'-15'294,"6"4"32,-6-4 27,5 5-103,2-1-66,-1 3-44,0-3-30,-6 5-30,6-2-26,-1 4-26,1 1-35,1 3-56,-7 0-75,6 0-117,-7 0-73,1 3-32,-8-3 1,2-3 36</inkml:trace>
  <inkml:trace contextRef="#ctx0" brushRef="#br0" timeOffset="393984.0167">11768 5312 63,'6'-4'84,"0"4"-48,1 0-49,-7 4-46,7 0-25</inkml:trace>
  <inkml:trace contextRef="#ctx0" brushRef="#br0" timeOffset="395711.0839">16961 6239 15,'-6'-22'210,"6"0"9,-8-4 6,8-3-97,8 0-53,-2-5-27,-6 5-11,6-4-4,7 4 1,-6 4 5,-1-2 1,1 6 2,5-1-2,-4 3 0,-2 4-4,7 4-3,-6 1-1,5 2 1,-5 5 2,6-1 7,0 8 7,-7-1 13,8 9 9,-8 2 6,0 4 4,1 4-2,0 4-3,-1 0-12,1-1-12,-1 1-12,0-4-3,-6-5-4,8 2 0,-8-4 5,6-8 16,-6 4 23,6-7 12,-6 0 12,6-4 3,1-4-5,0-6-16,-1-9-23,1 1-19,-1-8-16,1-3-10,0-5-8,-1 2 1,0-1 16,0-1 20,2 2 13,-2-1 13,0 8 16,7-1 13,-6 4 0,6-1-6,0 5 3,6 0 3,1 4 5,-1-1-5,1-4-10,6 5-10,1-1-12,-1 3-16,6 2-17,-6-1-20,7 0-47,-1 7-79,-5 1-107,-2 6-111,-5 1-107,0 7-100,-1 3-78,-6 1 11,0 4 68,0-1 91,-6-3 99</inkml:trace>
  <inkml:trace contextRef="#ctx0" brushRef="#br0" timeOffset="395974.1127">17723 5784 218,'-13'12'320,"0"-2"17,0 1 16,6 0-125,-6 7-66,0-3-30,7 3-6,-1 5 11,1-1 13,0 0 8,-2-5-9,8 6-15,0-5-16,8 4-26,-8-7-27,12 3-19,-5 0-15,6-3-12,0 0-7,0-4-7,0-1-1,0-2-4,-6-1 3,-1 0-3,0-3 0,-6 3-9,0-2-27,0-2-47,-12 0-61,-2 5-64,-5-4-68,-1-2-67,-6-2-57,-6 0-18,6 0 28,-7-2 45,1-6 59</inkml:trace>
  <inkml:trace contextRef="#ctx0" brushRef="#br0" timeOffset="396126.524">17462 5982 57,'20'-19'300,"6"5"54,-7-4 58,7 4-24,1 2-39,-8 1-42,8 0-41,-2 7-47,1-3-52,-6 4-55,6 3-53,-7 0-68,1 0-99,0 7-108,-1-4-126,1 9-115,0-1-56,-8 0 9,2-4 66,5 0 91</inkml:trace>
  <inkml:trace contextRef="#ctx0" brushRef="#br0" timeOffset="401169.8965">24122 2667 192,'-7'-11'328,"0"3"41,1 1 48,0 0-99,0 3-28,-2 1-15,2-2-22,0 5-19,6 0-26,-7 5-18,0-2-25,1 8-23,-1 0-17,1 7-13,0 1-16,6 2-17,0 6-19,0-2-21,6 4-13,0 1-10,1-1-29,-1 0-76,8 1-110,-8-1-116,0 0-116,8 0-129,-8-6-58,7-2 30,0-6 83,-6-8 102</inkml:trace>
  <inkml:trace contextRef="#ctx0" brushRef="#br0" timeOffset="401542.4571">24454 2674 13,'19'-11'352,"-5"-4"40,-1 8 21,-7-4 10,7 3-154,-6 5-91,5 0-60,-4 3-16,-2 0 5,0 3 11,1 0 3,-7 5-2,6 3-7,-6-4-16,0 8-19,-6-1-21,-1 5-21,1-5-13,0 9-9,-8-6-8,1 2-10,-6 0 1,6-5-2,-1 1 1,8-7-24,-7 2-38,13-6-44,-7-1-33,7 1-22,0 0-12,0-4 18,0 0 36,7 0 43,0 0 30,-1 0 24,7 4 11,-6-1 9,6 2 9,0 1 11,0 5 16,-1 0 18,2-1 27,-1 2 15,0-1 16,-7 4 15,7-5 5,-6 5-1,-7-1-15,0 1-8,0 0-16,-13-1-23,0 5-18,0 0-21,-14-5-45,8 1-74,0 0-82,-8-5-90,15-2-104,-2-4-102,2-4-21,12-4 35,0-4 62,6-7 77</inkml:trace>
  <inkml:trace contextRef="#ctx0" brushRef="#br0" timeOffset="401682.5094">24747 2971 129,'14'4'273,"-8"-4"13,-6 2 6,0 3-110,0-2-80,0 4-57,-6 5-50,-2-4-49,2-1-56,0-1-70,6-1-58,0-5-21,0 0 10</inkml:trace>
  <inkml:trace contextRef="#ctx0" brushRef="#br0" timeOffset="402067.0044">25203 2568 214,'14'-4'344,"-2"4"49,2 0 73,-1 0-33,-1 4-22,-5-1-10,6 5 12,0-4-16,-6 3-48,-1 0-74,1 4-77,-1-3-65,-6 3-46,0-1-31,0 1-23,-6 4-8,-1-1-14,1 1-10,-1-1-21,0 1-25,7-3-52,-6-2-61,6-3-54,0 1-45,0 0-18,6-5-1,1 1 33,0 0 48,-1-1 53,1 1 50,-1 0 33,1-1 26,6-3 16,-7 4 13,8 3 8,-2-3 11,-5 3 16,6 1 22,0 2 20,0 1 24,0 1 20,0 2 8,0 1-1,-7 2-12,7 2-14,-6 0-23,0 3-22,-7 0-15,0 0-14,0-1-11,-7-2-7,0 4-13,-6-6-39,1 5-81,-2-7-102,8-1-112,-7 2-136,6-10-81,7-1-8,-6-10 51,12-1 88</inkml:trace>
  <inkml:trace contextRef="#ctx0" brushRef="#br0" timeOffset="402276.5121">25809 2583 253,'20'2'371,"-7"-2"89,7 5 107,-8 2-61,2 1-52,-2 3-31,-5 3-41,6 1-76,-13 3-100,7 4-67,-7-1-51,-7 6-36,1 2-22,-1 0-26,-6 1-72,-7 3-130,8-8-136,-1 5-122,-1-8-125,2-1-81,4-6 12,8-7 96,8-8 118</inkml:trace>
  <inkml:trace contextRef="#ctx0" brushRef="#br0" timeOffset="402512.4914">26180 2706 253,'14'4'386,"-1"-4"81,6 4 97,-6-4-55,7 0-49,0 0-28,6 0-41,-7 0-63,7 0-84,0 0-67,7-4-56,-7 4-39,7-4-35,-7 4-13,6-2-16,1 2-30,-7-4-40,0 4-64,-7-4-84,1 0-95,0 4-85,-7-3-71,-7-1-60,7 0-43,-6 0 12,-7-3 53,6 0 69,-12-4 76</inkml:trace>
  <inkml:trace contextRef="#ctx0" brushRef="#br0" timeOffset="402718.5342">26695 2576 40,'-6'-5'296,"6"2"46,-6-1 31,6 4-52,0-4-55,0 4-16,0 0-2,6 4 35,7 0 41,-6-1 34,13 5 12,-8 3-30,8 0-39,-1 4-65,1-1-62,6 4-48,-7 1-36,1 3-29,0-1-12,-1 2-18,-12 2-6,-1 1-9,-6 0-1,-6-1 0,-8 4-5,-12-3-7,-6 3-35,-13 0-78,-1 0-196,-19 1-214,6 0-180,-13-5-88,0-3-19,7-8 49,0 1 177</inkml:trace>
  <inkml:trace contextRef="#ctx0" brushRef="#br0" timeOffset="405514.1416">27445 2542 54,'-7'-3'294,"1"-1"24,-1 0 12,1 4-58,-1 4-94,-5 0-47,-2 3-16,1 3 15,0 5 42,-6-1 49,5 9 48,-5 3 26,0 3 12,-1 0-17,7 4-32,-7 0-49,8 4-62,5 3-42,0-4-44,1 2-41,12-6-72,-6 2-96,14-5-111,4-3-116,2-4-103,13-5-98,-1-5-35,1-9 42,7-6 85,-2-5 96</inkml:trace>
  <inkml:trace contextRef="#ctx0" brushRef="#br0" timeOffset="405722.4887">27901 2583 354,'0'-7'459,"-6"-1"60,-1 0 45,0 8-108,-6 0-101,7 4-69,-8 3-57,8 5-42,0 2-29,0 1-30,6 0-23,6-1-25,6 5-25,2-5-17,5 1-24,7 0-42,7-5-74,-1 1-98,8-7-96,-1 0-81,-7-4-59,7-4-24,-5-4 2,-2-3 23,-7 1 43,-5-9 55,0 5 54</inkml:trace>
  <inkml:trace contextRef="#ctx0" brushRef="#br0" timeOffset="405858.4086">28286 2535 3,'-14'-11'246,"8"7"51,-7 4 60,-7 4-16,0 7 1,1 3 17,-7 8 9,0 8-2,-6 3-24,5 7-49,1 4-56,-6 4-71,13 3-92,-1-4-141,6 1-157,2 0-145,12-8-151,0-3-96,12-5-17,2-9 66,-2-9 108</inkml:trace>
  <inkml:trace contextRef="#ctx0" brushRef="#br0" timeOffset="406036.3091">28462 2919 368,'6'8'423,"-6"-4"34,0 3 24,-6 1-137,-8 6-121,2 1-85,-2 2-48,-12 6-33,7-1-42,-7 3-56,-1 5-64,1-5-75,7-3-88,-1 1-114,14-9-45,6-2 10,0-9 38,13-6 58</inkml:trace>
  <inkml:trace contextRef="#ctx0" brushRef="#br0" timeOffset="406331.5184">28839 2773 348,'26'-7'419,"-13"3"55,1 0 71,-2 1-72,2 6-62,-2-3-28,1 4-18,1 3-33,-8 1-57,0-1-63,-6 4-66,0 4-56,0 2-35,-6 2-19,-7 3-20,0 0-4,-6 0-8,-1 0-5,0-4 2,7 1-5,-6-5 3,12-3-17,-5-3-8,4 0-4,8-1-12,0-1 2,8-1 1,4-2 8,1-3 15,0 4 4,7-4-1,6-4-25,-7 4-41,8-8-68,-1 4-99,0-2-98,-1-2-75,9 1-51,-9-4-31,1-3-18,0-1 35,1-4 69,-7-3 67,-2-3 69</inkml:trace>
  <inkml:trace contextRef="#ctx0" brushRef="#br0" timeOffset="406492.4266">29433 2576 147,'19'-5'358,"-6"5"118,0 5 131,-1 9 10,2 4-43,-1 11-38,0 4-45,0 7-95,-7 8-109,-6 4-96,0 6-64,0 1-42,-12 3-45,-8 8-69,-13-1-98,-6 1-134,-19-1-154,-1 2-151,-19-2-144,-7 0-38,-12-6 33,-8-5 102,1-6 137</inkml:trace>
  <inkml:trace contextRef="#ctx0" brushRef="#br0" timeOffset="408420.9928">19984 6118 59,'-7'-5'244,"1"-1"24,0-2 13,6 1-103,-7-3-58,7-2-40,0-6-29,0 2-20,7-5-9,-7 3-7,6-1-4,0-3 0,8 4-3,-8 4-1,1-1-4,-1 0-3,8 4 0,-8 0-3,0 4 1,0 3-1,1 4 1,0 0 7,-1 8 4,1 2 4,-1 5 5,1 4 8,-7 2 7,7 6 3,-7-2 0,6-4 0,0 2-3,0-1-4,-6-4 5,14-4 6,-8 1 5,1-3 11,-1-5 15,1 0 10,0-7 1,5-4-6,-5-6-6,6-5-11,-7-4-17,8-3-12,-1-3-10,-7-8-6,7-1-5,-6 2-1,5-8 6,-4 3 13,4-4 10,-5 5 6,-1 3 3,7 8 3,-6-2-3,5 10 8,2-2 11,6 9 5,-7 1 7,13 3 6,-6 6 0,5 0-23,1 6-18,0-1-13,0 2-9,7 4-24,-7 0-52,7 0-74,-7-1-87,0 2-102,-7 3-132,1-5-61,0 2 4,-14-1 51,0-5 74</inkml:trace>
  <inkml:trace contextRef="#ctx0" brushRef="#br0" timeOffset="408728.245">20466 5865 159,'0'4'311,"0"-1"36,6 1 51,8-1-65,-1-3-70,6 4-44,1-1-25,-1 2-25,1 2-49,0 4-42,-1-3-27,1 2-17,-1 1-11,-6 0-9,-6 3-2,5 1 0,-12 4-5,0-5-1,-6 5-2,0-1 0,-7-3-4,-7 4 1,8-5 0,-8 1-1,7-1 8,-7-3 13,7 0 14,6-4 3,1-4 0,0 6 4,6-6-9,0 0-13,6-3-10,7 0 0,0 0-5,7 0-29,-1 0-68,7 0-88,0 0-94,1 0-101,5 0-94,1 4-24,-7-4 41,13 4 72</inkml:trace>
  <inkml:trace contextRef="#ctx0" brushRef="#br0" timeOffset="408870.1632">21287 6224 13,'-6'4'208,"6"-4"-6,-7 4-37,1-4-174,6 2-104,-7-2-56,7 0-25</inkml:trace>
  <inkml:trace contextRef="#ctx0" brushRef="#br0" timeOffset="414267.4823">12797 7657 182,'-13'-15'224,"6"1"14,-6-1-83,7 4-40,-7-4-21,-1 4-15,2 0-8,5-1-8,-6 2-5,7-1-8,-1 0-6,1 4-8,-1-4-11,7 0-10,-7 0-6,14 0-4,-7-1-1,0-2-2,7 2-1,-1-2-1,1 3 0,-1-3 2,1 3-2,-1 0 0,1 3 0,5 2 0,-4-2 0,-2 4-1,0-1 1,7 3 0,-6 2 2,6 2 2,0 7 1,-6 2 1,5 3 1,2 8-2,-8-3 0,0 7 1,1-6-4,-1 7 3,1-5-1,0 0 1,-1-4-1,0 0-2,2-7 1,-2 0-2,-6-4 2,6-2 4,0-5-2,8-8 1,-8-4-1,1-5 1,-1-5 0,8-7-2,-8-1-1,0-7 2,0 1 0,2-1-3,-2-3 0,-6 0-2,6-1 5,1 1 4,-1 4 10,-6 5 11,7 2 10,0 8 9,-1 3 6,0-1 4,0 8 8,2 0 5,4 5 0,2 0 7,5 4 2,1 2-1,6 2-10,0-2-10,7 6-7,-1-4-14,1 2-10,-1-1-9,7 2-7,0-2-6,1 5-9,-8-2-33,7 6-56,-7-1-70,-5 4-82,-1 0-105,-6-1-68,-8 3-10,-5-2 33,-1 1 58</inkml:trace>
  <inkml:trace contextRef="#ctx0" brushRef="#br0" timeOffset="414467.9843">13305 7195 54,'-19'15'239,"5"-5"19,2 6 16,-2 1-99,-5 9-55,6 3-36,0 1-22,-1 6-18,2 1-15,6-1-10,-1-2-7,0 2-7,14-7-34,-7-3-57,7-4-103,5-3-53,-6-8-27,8-7-15,-1-4 22</inkml:trace>
  <inkml:trace contextRef="#ctx0" brushRef="#br0" timeOffset="414752.5013">13436 7396 155,'-7'15'222,"0"-1"24,1 8-70,6-3-34,-6 3-21,-1-3-10,7 2-15,0-6-17,0-1-13,7 1-6,-1-5-3,7-2-6,0-1-6,0-7-4,7-3-4,-8-1-8,8-7-7,-7-3-8,0-5-5,-6 1-2,-7 0 3,0-4 8,-7 4 4,1 0 4,-8-2 7,-4 10 1,-2-1-3,0 3-8,1 5-7,-1 3-6,0 3-17,7 5-26,0-1-35,0 4-46,7 1-52,0-1-63,12-2-73,-6 3-22,6-1 11,1-3 32</inkml:trace>
  <inkml:trace contextRef="#ctx0" brushRef="#br0" timeOffset="428331.164">14804 7514 224,'0'3'247,"0"-3"3,0 0-68,0 0-34,0 0-37,0-3-27,0-1-16,0-3-8,6-4 2,-6-8-6,7 1-1,6-1-1,-6-6-3,-1 3-7,7 0-11,-6 0-7,5 4-10,-5-1-8,-1 5-2,8 2-5,-14 2 0,6 3-1,0-1 1,-6 4-1,8 4-1,-8 0 3,6 4 3,0 4 8,0 2 14,8 9 10,-1-2 7,-1 10 4,8-2 2,-6 5-4,5-1-6,-6-4-10,6 1-3,1-4 1,-7 0 0,7-7-1,0-1 1,-8-3 3,8-3 0,-7-5-5,0-6-3,0-5-4,-1-6-2,-4-8-4,4 0-4,-5-7-2,-1-5 0,-6 1-1,7-3-1,-7-4 8,0-1 18,0 1 28,0 0 38,7 7 35,-7 0 22,6 3 17,0 8 11,1 1-1,6 2-12,0 2-11,7 5-4,-1-3-15,0 5-19,8 2-22,-1-3-20,6 3-21,1 1-17,-1 0-17,1 3-12,7-3-11,-2 0-20,-5 3-52,6 0-112,1 1-137,-15 6-132,8 1-146,-14 7-90,1 0-5,-7 3 79,-7 5 125,-6-5 127</inkml:trace>
  <inkml:trace contextRef="#ctx0" brushRef="#br0" timeOffset="428579.6932">15703 7202 129,'-13'11'281,"0"0"19,0 1 16,7-2-103,-8 1-59,8-1-33,-1 2-9,7 3 6,-6 2 6,12-1-6,-6-3-5,7 4-15,6 0-16,0-2-23,0-1-18,0 1-12,7-1-9,-1 1-5,-5-4-4,-2 4-4,1-4 0,-6 0 2,-1-3 1,1 3 0,-14-1 0,1-2-1,-1 3-11,-12-1-42,5-2-67,-11-1-79,-1 1-99,0-8-95,-1 0-43,1-8 12,-6-3 48</inkml:trace>
  <inkml:trace contextRef="#ctx0" brushRef="#br0" timeOffset="428734.1291">15560 7334 180,'19'-11'316,"-5"3"29,5 1 35,0 1-96,1-2-69,-1 4-51,1 0-31,6-3-27,-7 7-31,1-4-30,6 4-19,-6 0-12,-1-3-40,7 3-60,-6 3-77,-1-3-98,1 4-93,-7-4-45,0 0 5,0 0 44</inkml:trace>
  <inkml:trace contextRef="#ctx0" brushRef="#br0" timeOffset="434263.3989">17123 7195 262,'0'-5'334,"0"-2"16,0 5 10,0-2-151,7 4-78,0 0-52,6 4-25,-1-2-1,2 3 7,-2-3 6,8 3-1,-7 2-4,7-3-8,-8 3-13,8 0-17,-7 4-7,1-4-4,-8 1-3,0 3 0,1-1-1,-7 2-1,-7 3-1,-5-5-4,-2 6 1,1-2-1,-7 1 0,-5-4 0,-1 0-2,6 0-1,-6-4 0,7 4 2,-1-4-1,7-3-2,0 3 0,0-3-2,6-1 1,7 4 2,0 2 10,7 2 18,6-2 23,0 3 23,6 7 29,8-4 20,-7 2 9,-2 2 0,2-1 4,0 0 18,-7 0 10,-1 5 1,-12-1-6,0 3-7,-12 1-22,-1 3-35,-7 1-41,-6-1-39,0 0-79,0-3-131,0-4-144,-7-1-142,1-5-132,5-3-56,-5-8 26,7-5 104,-2-5 127</inkml:trace>
  <inkml:trace contextRef="#ctx0" brushRef="#br0" timeOffset="436312.5361">18498 7349 71,'-13'3'188,"1"5"4,-2-5-53,8-3-33,0 4-24,-2 0-19,2-4-12,6 0-5,0 0 8,0 0 13,0-4 12,6 4 7,2-4-1,-2 1-5,0-5-14,1 5-16,0-1-15,-1-3-10,0 0-10,1-1-7,-1-4-3,1 3-5,0-7 2,-1 2-2,-6-1 0,6 0 0,1 1 0,-7-1 1,7 1-1,-7 3 1,6 4-1,-6 3-1,6 0 1,-6 4 2,7 4 7,0 7 5,-1 3 15,-6 8 12,13 0 11,-13 7 5,14-2 5,-8 2-1,0 3-3,0-2-6,8-5-6,-8 1-1,1 0-6,-1-8 5,1-3 5,0-1 8,-7-3 10,6-3 12,-6-5 13,6 1-1,-6-4-10,6-7-13,2-8-15,-8-3-15,6-4-19,0-7-8,-6-5-4,7-2-2,-1-1 0,-6-6-2,7 2-2,0 4 4,-1 3 1,0 5 1,8 4 0,-8 6 2,7 2 9,0 2 11,0 8 8,7-1 1,0 5 2,-1 3 2,0-5-8,8 10-11,-1-5-12,-1 0-10,-5 3-39,6 1-62,0-4-80,-7 7-89,1-3-100,0 3-110,-7 4-26,-7 3 28,1-2 63,-7 3 79</inkml:trace>
  <inkml:trace contextRef="#ctx0" brushRef="#br0" timeOffset="436612.5361">18968 7323 132,'0'0'315,"0"4"25,0-4 26,6 4-66,0-4-64,1 0-26,0 0 3,6 0 6,0 0-5,0 3-15,-1 1-31,2-2-43,-1 7-40,0-1-30,-7 2-22,7 5-13,-6-1-7,-7 1-5,0-1-3,0 5 2,-7-2 0,1 0 0,-7 0 0,0-2 1,0-4 8,7 0 15,-8 0 19,8-4 12,-1 0 7,7-3 1,-6 0-6,6-1-21,6-3-16,1 0-14,5 0-7,8-3-4,0 3-14,-1-4-44,7 0-80,0 0-107,1 8-107,5-4-113,-6 8-99,-7 3-12,7-5 49,1 6 88,-7-1 99</inkml:trace>
  <inkml:trace contextRef="#ctx0" brushRef="#br0" timeOffset="436729.0157">19541 7693 21,'7'4'361,"-1"-4"51,-6 0 27,0 0-2,0-4-161,-6 4-154,6 0-141,0 0-119,0 0-97,0 0-97,0 4-44,6-1 11,0-3 41,8 3 59</inkml:trace>
  <inkml:trace contextRef="#ctx0" brushRef="#br0" timeOffset="449153.6461">8588 15808 99,'0'-4'300,"0"4"30,-7-4 17,7 4-93,0 4-63,-7 3-60,7 4-40,-6 4-19,6 3-11,-7 8-8,7-1-7,-6 9-10,0 2-10,6 4-6,-7 0-8,0 8-13,1 0-42,0 3-60,-1 0-84,7-3-111,-13-1-56,6-6-23,1-4 21,-1-4 51</inkml:trace>
  <inkml:trace contextRef="#ctx0" brushRef="#br0" timeOffset="449970.8267">10118 15954 35,'0'-3'244,"0"3"16,0 0 10,0 0-91,8 0-66,-8 0-45,6 3-17,0-3 3,1 3 9,6-3 12,0 4 4,7 1 5,-1-2-4,1 0-14,6 5-16,-6-5-13,5 9-6,-5-5-9,0 3-12,-1 2 2,-6 2-2,-6 1 1,-1 4-1,-6 2 1,-6 2 4,-8-2-2,1 4 5,-7-2 20,2 0 39,-9-3 38,7 3 44,-6-8 61,1 0 52,5-5 34,8-3 0,-8 1-14,6-2-30,8-1-58,-1-2-58,1-3-55,6 0-38,6-3-28,1-2-14,6-1-8,0-2 0,13-3-4,0 5-14,7-2-36,-1 1-90,1-1-134,-1 4-137,7 1-133,1 3-121,-8 0-36,1 0 54,-1 3 113,1-3 127</inkml:trace>
  <inkml:trace contextRef="#ctx0" brushRef="#br0" timeOffset="450834.6162">11819 15837 235,'0'0'354,"-6"4"27,6-4 14,0 4-124,0-4-101,0 3-69,0-3-44,6 0-21,1 0-7,0 3-2,-1-3 0,7 4 1,0-4 0,0 4-5,7-1-5,-8 1-5,2 4-1,-8 2-5,7 1-1,-13 8-2,7-1 1,-14 4 0,1 0-2,-1 0 2,-5 0 2,-8-4-2,7 0-1,-7 1 1,0-4-1,8-4-2,-2 0-1,2-4 0,-1 0 1,6-3-3,0-1-1,7 1-2,0-4-1,0 0-3,7 0 0,6 0 1,0-4 4,7 4 0,-1 0 0,7 0 2,0 0 0,0 8 0,0-4 1,7 3 1,-7 1 0,-7 2 4,1 1 0,-6 7 1,-8 1 1,-6 3 0,0 4 0,-14 3-1,2 0 0,-2 1-1,1-1-17,-6-4-42,0-2-63,-1-2-87,0-6-117,7-3-62,1-5-18,-2-7 22,8 0 54</inkml:trace>
  <inkml:trace contextRef="#ctx0" brushRef="#br0" timeOffset="451352.5263">13989 15822 96,'-6'4'276,"-7"7"38,0 3 29,-7 1-83,-6 3-56,7 4-24,-14 0-5,7 4 7,-6 0 18,6-1 13,-7 1 8,7-1-8,6-3-26,1-3-38,-1 0-44,7-5-38,6-3-32,1-4-18,6 0-5,6-2 1,1-5 4,6 0 9,7-5 7,5 2 6,1-4 2,7 3-2,-1-4-1,1 1-6,7 0-4,-8 4-8,1-5-4,6 4-7,-7 1-23,1-1-57,-1 4-99,-6-4-103,1 4-108,-1 0-119,-6-3-78,-1 0 0,-6-2 71,0 1 88</inkml:trace>
  <inkml:trace contextRef="#ctx0" brushRef="#br0" timeOffset="451526.4289">14139 15884 51,'-6'7'451,"-1"5"87,-6-1 73,7 0 55,0 4-122,-2 2-135,2 2-104,-7 3-76,13 4-66,-7 3-56,1 0-43,0 1-50,6-1-118,0 0-164,0 0-174,6-3-156,-6 0-81,0-8-21,6 0 75,-6-10 140</inkml:trace>
  <inkml:trace contextRef="#ctx0" brushRef="#br0" timeOffset="452120.4868">15834 15928 49,'0'0'282,"0"-3"32,0 3 25,0 0-56,0 0-67,0 0-43,0 0-23,0 0-10,0 0-5,0 0 0,0 0-2,0 0-2,0 3-6,0-3-13,0 8-16,-8-1-19,2 4-20,0 1-21,-7 5-14,0 2-6,-7 3 18,1 3 32,-1-2 33,1 2 28,-1 1 24,0-4 19,1-1-2,6 1-22,-6-7-32,5 4-18,8-8-23,0-4-23,-2 0-20,2-3-10,6-4-10,6 0-5,2-7-9,-2 0 0,7-5-3,-6 1-2,12 0 2,-6-1 1,6 6 3,1-2-2,0 1 6,5 3 3,-5 0-3,6 8 2,1-4 0,-1 8 2,6-1 3,-6 3-3,-7 2 1,8 3-5,-8 0 1,-6 3 3,1 4-1,-8 0 3,0 3-1,-6 1 8,-6 0 3,-8 4-1,-5-5-1,0 0-3,-8 2 5,1-6-3,0-3-19,-7-3-46,8-4-101,-8-3-154,0-8-150,1-8-160,-1-7-85,7-6-8,-6-8 70,5-5 139,8-3 139</inkml:trace>
  <inkml:trace contextRef="#ctx0" brushRef="#br0" timeOffset="452286.3693">15644 16009 97,'14'-11'504,"5"0"74,-6 4 66,0-1 60,7 5-123,0 0-180,5 3-125,1-5-69,0 10-62,13-5-57,-6 6-48,6-2-66,0 0-112,0 3-147,1 1-156,-1-1-166,-1 3-82,2-2-2,-1 3 77,-7-1 128</inkml:trace>
  <inkml:trace contextRef="#ctx0" brushRef="#br0" timeOffset="452418.2883">16596 16177 362,'0'8'404,"0"-2"20,0-1-15,0-2-205,0 1-199,0-4-175,-6 5-132,6-5-68,0 0-10,0 0 36</inkml:trace>
  <inkml:trace contextRef="#ctx0" brushRef="#br0" timeOffset="456884.1797">20525 13822 229,'0'-4'275,"6"4"14,-6-3-40,7-1-101,0 1-53,-1-1-34,7-4-13,0 1-1,7 3 3,-7 0-1,7 2-8,-2-2-8,2 4-4,-7 4-9,1 2-6,-2 9-4,-6 0-3,-6 7 2,0 4-3,-12 3-2,-2 4-2,-5 0-2,-7-4 6,-6 0 9,-1-3 27,1-4 35,-1-4 45,7-4 67,0-5 56,0-3 32,13 2-1,-1-8-26,2-4-41,12 0-64,6-2-58,0-6-41,14 1-25,0-4-12,13 5-3,-1-1-2,13-1-7,1 5-45,-1 1-92,14-2-112,-6 8-115,5-4-126,-5 4-92,4 4-8,-4-4 67,6 0 100</inkml:trace>
  <inkml:trace contextRef="#ctx0" brushRef="#br0" timeOffset="458491.9777">21763 13900 235,'6'-16'323,"1"1"26,-7-3 19,0 4-130,0-5-85,-7 1-44,7-1-15,-12-3 7,-2 5 10,1-2 9,0 0 12,-6 5 1,-1-1-7,0 5-27,1 3-25,-1-1-16,1 8-18,0 0-8,5 4-8,1 2-4,1 2-8,-2 3-4,8 4-2,6-5-1,0 5-4,0-1-1,6 5 6,0-4-1,8 3 9,5 1 14,-5 2 21,5 2 15,7-2 13,-6 6 10,6-6-4,0 5-12,0 0-17,-1-1-9,-5 2-15,0-6-12,-7 4-5,0-3 2,-6-3 2,-7 3-4,-7-1 5,-6-2 2,0-5-1,-7 2 0,-6-7 0,0-1 5,1-4-1,-2-4 1,1-4-2,0-4-3,0-1-7,6-7-7,7-2-6,1 0-4,12 0 5,0-1-4,6 1-1,7 0 0,0 0 3,13 3 1,0-4-5,0 5-2,6 3 1,1-3-10,7 2-18,-1-2-30,-1 2-44,2 2-40,-1-5-33,0 3-12,0-1-13,0-3-1,-6 5 23,-1-4 32,1 1 27,-7 3 20,-7 0 29,1-3 31,-7 3 25,0 3 32,-7 2 36,1-2 43,0 1 42,-7 2 37,6 5 28,-6-3 12,7 6 0,-7 5-6,0 0-23,0 6-22,0 1-20,6 3-25,-6 0-27,-6 5-32,6-2-13,0 1-15,-7 1-11,7-2-3,-6-2-1,6-9-4,-7 5-3,0-8-2,7 1-2,-6-4-7,0-4-6,-1-8-3,0 1-4,7-7 1,-6-1-1,6-4-1,0-2 4,6-2 5,-6 1 4,7 4 3,6 0 4,-7-1 3,8 5-2,-1-1 3,7 4 0,-2 3-1,2 2-7,0 6-1,5 4-9,-5 2-36,7 2-56,-1 7-75,0-1-78,-7 1-71,7 2-54,0-2-21,-6 0 7,-1 3 35,7-6 42,-6-1 39,-7-4 41,7 0 48,-8-3 63,-4-4 64,4-4 64,-12 1 63,6-4 53,-6-1 39,0 1 19,-6-5 18,6 6 25,0-2 38,-6 0 38,0 5 32,-2-5 24,2 8-2,0 0-15,-8 8-36,8-1-40,-7 5-36,7 1-40,-8 7-27,14-3-29,-6 6-25,6-5-29,6 0-25,1-2-23,6-3-19,0-1-17,7-6-23,0-1-24,-2-5-29,2-5-26,-1-5-23,1-2-10,0-2 8,-7-4 13,-7 4 28,1-5 30,-7 0 42,0 2 49,-7 2 45,-6 1 47,1 2 36,-2 4 30,-6 1 8,1 7-11,-1 0-24,2 4-36,4-1-32,1 5-30,0 0-24,6-2-22,7 1-26,0 5-40,13-8-56,1 3-83,6-3-97,5-4-89,7-4-49,2-3-1,5-1 35,-1 0 72,9-1 95,-2-7 94,1 5 70,-1-8 42,1 5 29,-7-1 27,-7 1 28,1 3 36,-7-4 66,-6 9 98,-8-2 83,1 4 45,-6 1 15,-7-2-5,0 5-48,-7 5-83,-6 2-73,7 1-44,-14 6-22,8 1-22,-2 2-13,1 6-21,7-2-17,-1 2-14,1-6-15,12 6-11,-6-5-11,13-3-4,-6-1-6,5-6-13,8-1-11,0-7-11,-1-4-8,7-7-12,1 1-9,-8-5 0,8-3 3,-1-1 13,-7 2 7,1-3 16,-1 6 10,-6-1 16,0 4 10,0 0 16,-6 4 22,-1 0 16,-6 3 19,6 1 7,-6-1 5,8 4-9,-8 0-14,-8 4-16,8 3-14,0 3-10,-6 5-11,0-1-5,6 5-10,0 0 0,0 3-4,0 0 0,12-4-2,-4 0-3,4 0-2,8-3-1,-1-4-4,1-4-1,6 0-9,0-3 2,0-8 3,-7 1-2,8-3-1,-8-6 3,8 1 8,-8-3-1,-6-5 0,6 4 3,-5-3 3,-8 0 1,7 0 2,-6-5 5,-7 4 0,6 5-1,-6-4 11,0 7 11,-6 0 8,6 4 6,-7-1 5,0 8 5,1 4-2,0 3 3,-8 8 7,8 7 12,-7 3 17,6 9 17,1 3 15,-1 6-1,1 6-7,0 1-15,-2 4-17,2 5-17,6-3-26,0 3-26,0-8-28,6 0-35,-6-11-41,8 1-56,-8-9-68,6-10-111,-6-3-138,6-8-127,-6-7-129,0-12-37,0-11 27,-6-2 95,6-13 143</inkml:trace>
  <inkml:trace contextRef="#ctx0" brushRef="#br0" timeOffset="458713.0459">23725 13866 133,'19'-12'338,"-6"2"69,6 3 85,1-1-16,6 4-12,-7 1-9,7-1-15,1 4-40,-1 4-64,0-1-72,-7 1-80,1 4-66,0 3-40,-14-1-29,0 5-19,-6 4-10,-6 3-8,-7 0-6,-7 0-18,1-1-22,-8-2-35,8-1-62,-7-7-101,6-4-117,8 1-117,-2-8-117,8-8-79,6-3 2,6-3 71,8-5 104,-2-2 118</inkml:trace>
  <inkml:trace contextRef="#ctx0" brushRef="#br0" timeOffset="459022.8636">24487 13679 508,'19'0'711,"-12"4"89,-1 0 51,-12 3-37,-1 0-246,-6 8-239,0 2-139,-13 6-83,0 2-26,-6 2 10,6-2 9,-1-4 0,7 2 0,8-4-7,12-1-30,0-3-44,6-1-35,14 1-19,-1-4-14,7-1-2,7-2 2,-7-1 10,13 0 13,-6 1 7,6-4 8,-7 4 8,-5-2 7,5 5 10,-13-3 12,1 3 16,-6-1 7,-8 9 0,-6-5 2,-14 8-4,2 0-6,-15 4-7,-5-1-4,-7 5-10,7-4-28,-14-1-48,7 0-81,0 2-173,5-10-222,2-1-223,-1-2-100,7-6-22,7-5 40,6-3 151,0 0 209</inkml:trace>
  <inkml:trace contextRef="#ctx0" brushRef="#br0" timeOffset="459932.5205">8855 17140 112,'-40'-6'182,"1"-5"19,7-1-77,-7 2-38,7-1-19,5 0-7,1 4-4,6-4-16,1 3-9,6 0-7,6 1-5,1 5-5,6-6-6,6 4-1,1-4-2,13 1 0,0 0-1,12-1 1,1 1 0,12 0-3,7-4-2,13-4 4,0 1 2,14-2 1,12 3 1,0-6 3,13 5 1,7-1-4,7 0 1,-1 0 1,13 5 0,0 2 0,14-3 0,-1 7 5,7-2 5,13 2 7,-1 4 4,8 0 13,6 0 12,13 4 4,0 2 10,13 5 6,7 1 11,-1 2 1,7 8 3,0 0 3,0 8-6,6 3-12,-12 3-17,-7 0-12,-13 5-8,0-4-11,-19-5-5,-8 1 0,-12-11 4,0 4 0,-20-11-4,-6-1 0,-7-3-3,-12-3-4,-14-2-6,-7-1-30,-11-1-58,-8-1-72,-7 1-95,-13-1-112,-5 1-60,-7-1-3,-14 5 38,-6-8 62</inkml:trace>
  <inkml:trace contextRef="#ctx0" brushRef="#br0" timeOffset="460810.2144">21124 14364 131,'-26'-3'268,"0"-5"14,0 5 10,0 3-121,-7 0-71,8 0-42,5 3-23,-6 5-16,0 3-8,-1 0-6,9-1 1,-9 1 9,7 0 17,0 0 27,8 0 24,-1-3 16,6-2 8,-6 0 1,13-4-2,-6 2 26,6-1 66,6 5 67,1-4 64,-1 3 41,8-4 17,4 4-25,9-2-71,-1 2-68,14 0-59,-1 1-42,6-1-21,1 0-15,12 4-7,14-3 7,-1 3 7,14 0 15,13-1 9,6 2 5,14-2-4,5 1-19,14-3-21,6 3-25,7 0-19,0 3-16,0-2-12,6-1-5,-6-5-5,-6 6-3,-8-9-6,-6 5-8,-5-4-12,-15-1-19,1 1-30,-13-4-48,-7 0-64,-6-4-108,-7 1-157,-6-1-149,-7-4-161,0 5-54,-13-4 12,1 0 84,-8-1 159,-6 4 163</inkml:trace>
  <inkml:trace contextRef="#ctx0" brushRef="#br0" timeOffset="460971.9715">24812 14913 40,'14'15'732,"-8"-7"137,-6-5 63,0 1-25,0-4-97,6 0-689,-6 4-465,14-1-320,-8 1-158,7-4-28,-6 0 72,-1-7 196</inkml:trace>
  <inkml:trace contextRef="#ctx0" brushRef="#br0" timeOffset="466405.0962">11709 3242 27,'-14'-4'134,"8"-3"-39,0 3-23,0 1-15,-2-2-1,2 3-3,0-2-1,-1 0 0,-6 0-2,6 4-1,1-3-6,0 3-5,-2-4-6,8 4-7,-6 0-4,6 0-8,0 0-4,0 4-5,6-1-1,2 1-1,-2 4-2,7-1 1,7-4-22,0 4-50,-2-3-72,9 0-36,-1-8-20,0-7-11</inkml:trace>
  <inkml:trace contextRef="#ctx0" brushRef="#br0" timeOffset="467057.4208">14778 3363 119,'0'-4'180,"-6"4"-22,-2 0-40,2 0-27,0 0-15,-1 0-7,-6 4-5,7-4-1,6 4 0,-7-4-7,1 0-8,6 0-7,-7 3-7,7-3-10,0 0-6,0 0-5,0 0-1,0 4 0,7-4-1,-1 0 1,1 0-1,-1 0-2,1 0-4,-1 3-2,1-3-1,-1 0-2,-6 0-3,6 0-8,2 4-28,-8-1-60,0 1-91,6 0-47,-6 0-23,0-4-6</inkml:trace>
  <inkml:trace contextRef="#ctx0" brushRef="#br0" timeOffset="472614.9437">8718 15625 9,'-7'0'16,"1"0"-1,0 0-2,-2 0 2,2 0 3,0 0 1,0 0 0,-2 3-7,8-3-3,-6 4-2,0-4-5,-1 4-1,7-4 3,-6 0 1,6 0 6,0 0 3,-7 0 7,7 0 5,-7 0 0,7 0 1,0 0-1,0 0-3,0 0-4,-6 0-3,6-4-3,0 4-3,0-4 0,-6 4 5,6 0 9,0-3 5,0 3 7,-6-5 9,6 5 9,0-3 2,-8 3 1,8 0 2,0-4 1,-6 4 0,6 0-5,0 0-2,0-2 0,-6 2 2,6 0-1,0 0 1,0 0 0,0 0 0,0 0-4,0 0-4,0 0-8,0 0-8,0 0-9,0 0-7,0 0-7,0 0-4,0 0-3,0 0 0,0 0 2,0 0-2,0 0 1,0 0 5,-7 0 7,14 0 5,-7 0 7,0 0 4,0-6 2,-7 6-2,7 0-5,0-2-5,0-6-9,7-3-4,-7-4-4,0 1 0,6-8-2,-6 0 0,6-7 0,2 0 0,-8-5 0,6-2 1,0-1 1,0 0 0,-6-3 1,7 0-2,-7 3 3,7-3-3,-7 3 0,0 5-2,0-2 1,0 1 1,0 4-1,0 4-1,0-1 1,-7 8 1,7-4-4,0 3-6,0 4-13,7-3-13,-7 3-10,6-2-11,-6 2-5,7-4-1,-1 5 8,0-1 11,2 3 11,-2-2 9,0 7 9,0-4 5,2 4 3,-8 0 2,6 3 1,-6 0 2,6 0 0,-6 4 5,0-3 3,0-1 1,7 4 3,-7 0 3,0-4 4,0 4 3,0 0 1,0-4 3,0 4 0,0-3-3,0-1 1,0 1-5,0 3-3,0-4-1,0-1-2,0 5 0,0-2-1,0 2 7,0 0 4,0-4 7,0 4 11,0 0 14,0 0 13,0-3 16,0 3 16,-7 0 17,7 0 13,0 0 7,0 0 0,0 0-6,0 0-10,0 0-12,0 0-22,0 0-15,0 0-19,0 0-15,0 0-15,0 0-14,0 0-5,0 0-5,0 0-4,0 0 2,0 0-1,0 0-1,7 0-1,-7 3 1,6-3 2,1 0 1,6 4-1,-7-4 0,8 2 3,-2 3-2,8-1-2,-7-1 0,13 4 2,-6-3 1,-1 4-1,13-1 2,-5 1 3,-1-1 1,6 0-3,1-4 2,-1 5-1,1-1 1,-1-3-1,2-1 0,-9 1-1,9-4-2,-2 0 0,1 0-3,-7 0 3,-1 0-1,8 0 1,-7 0 3,0 0 0,-6-4 2,6 4-4,-7-3 2,7-1 0,-6 1-3,-1-1 1,1-4 0,-7 5 2,6-4 0,1 0 0,-1-1-2,1 1 1,-6 3-1,5-4 0,1 5-1,-8-1 0,8 1 4,-7 3-3,0-4 1,6 4 1,-5 0 0,-2 0-1,2 0-5,-1 0 3,0 4 0,-7-4 0,7 0 2,1 0 1,-8 3 0,7-3-1,-7 0 0,1 0 1,6 0-4,-7 0 0,8 0 1,-8 0 0,7 0 0,0 0 1,0 0 4,0 0-3,0 0 1,1 0 1,-2 0-2,1 0-1,0 0 1,0 0 1,-7 0-1,8 0 0,-2 0 0,-4 0 1,4 0-3,-5 4 1,-1-4-2,1 0 1,6 0 0,-13 0 1,6 0-1,2 0 1,-2 0-2,0 0-9,0 0-11,1 0-11,0 0-10,-1 0-17,1 0-19,-1-4-10,0 4-2,2 0-2,-2-3 1,-6 3 12,6 0 17,-6 0 18,0 0 13,0 0 13,0-4 11,0 4 5,-6 0 3,0 0 2,-2 0 3,2 0 4,0 4 11,-1-4 9,1 0 10,6 0 9,-7 0 12,0 3 5,1 1-4,6-4-5,-6 3-9,6 5-10,-6-1-13,6 1-10,0 6-7,0 1-3,0-1-1,0 8-4,6 1 1,-6-1 0,0 3 0,6 4-2,-6-3 1,6 4 1,1-1-2,-7 0 1,7 0 1,-7 0 0,6 2-1,-6-2-1,7-4 2,-7 0-1,0 0 2,0 1-1,0-3 3,0 3 1,0-9-3,0 6 3,0-5 0,0 0-2,-7 0-1,7 1-2,0-2 2,0 3-1,0-5-3,0-1 1,0 4 2,0-3 4,0-1-5,-6 2 0,6-1-1,0-1 2,0 3 0,0-1-1,0-2 1,0 1 1,0 3 0,0 1 1,0-5 0,0 5 0,-7-5-1,7 1-1,0-4 0,0 3-1,0-6 0,-7 3 2,7-4-1,0-3 1,0 3 2,0-4-1,0 1 1,0-4-3,0 4 2,0-4 1,0 0-2,0 0 1,0 0-1,-6-4 2,6 4-15,0-4-29,0 4-42,0-3-55,0 3-63,0-3-69,6-1-55,-6 0-54,0 0-25,0 1 20,0-1 44,-6-3 58</inkml:trace>
  <inkml:trace contextRef="#ctx0" brushRef="#br0" timeOffset="474763.907">9512 14587 31,'0'4'221,"0"0"24,0-4 0,0 4-62,-6-4-42,6 3-21,0-3-15,-6 5-13,6-5-14,0 0-13,0 2-16,-6-2-16,6 0-12,0 0-8,0 0-5,0 0-1,0 0 8,0 0 9,0 0 11,0 0 12,0 0 11,0-2 6,0 2-4,-7-5-8,7 2-10,0-5-11,0 1-12,0-5-7,-7-2-4,7-3-3,7-6 1,-7 0 1,0-2-1,7-4-1,-7 3 1,6-3 0,0 0-4,0 2 1,2 2 0,-8 0 1,6 3-2,0 4-1,-6-1 2,7 1-2,-7 7 2,6-1 2,-6 5 7,0 0 10,0 0 18,0 3 19,0 4 17,0-4 10,0 1 7,7 3-3,-7 0-11,0-4-16,0 4-15,0 0-15,0 0-11,0 0-9,-7 4-6,7-4-4,0 3-2,0 1-1,-6 0-2,6 3 2,0-3-2,0 4 0,-7-6-1,7 6 3,0-1-1,0 1-2,-6-2 4,6 2 0,0 4 0,-6-5-1,6 3 0,0 2 4,-8-1-5,8 0 0,0 3 0,-6 1 1,6 0-2,-6 3 0,6-3 1,-6 0 1,6 3-1,-7-7-1,7 0 2,0-1 1,-7 2 0,7-5-1,0-3 2,-6 2-2,6 0 0,0-6-1,0 2-1,0 2 1,0-4-1,0 0 3,0 0-2,0 0 0,0 0 1,0 3 0,0-3 0,0 0-3,0 0 1,0 0 0,0 4 1,0-4 0,0 8-4,0-4 5,0 2 0,0 1 1,-7 2 1,7 1-1,0 1 0,0 0 0,-6 0-1,6 0 0,0 1 0,-7-2-2,7 5 2,-7-3 0,7-3-2,0 3 0,0-4-1,-6-1 0,6 0 0,0-3 0,0-1 1,0 1 2,0-4 0,0 3 0,0 1 2,0 0 0,0 0 1,0-1-3,-6 5 0,6 3 2,0-4 0,0 4-1,-6-4 0,6 4 1,0-4 1,-8 1 0,8 0-3,0-5 3,0 1-1,0-2 0,0 3 1,-6-1-2,6-4-2,0 3 0,0-3 0,0 0-2,0 0-1,0 0 3,0 0 1,0 0-2,0-3 1,0 3 0,0-4 1,0-3 1,6 0-1,-6-1 0,0-4 0,8-2-1,-8-1-1,6-2 0,0-2-1,0-3 2,1 0 1,0 1-1,-1-6 3,1 2-2,6-5 1,-6 0 0,5 1 1,-6 0-2,8 0-10,-8 0-8,1 3-9,-1 1-6,1 2-5,0 5 0,-7 0 6,6 0 11,-6 7 8,0 0 6,0-1 5,0 4 1,0 6 1,0-5-1,0 2 0,0 2-2,0-1-1,0 4 1,0-4-2,6 0 1,-6 2-1,0-3 3,0 2-1,7-1 1,-7-3 1,0 3 1,7 0-3,-7 1 1,0-1 1,0 1 1,0 3 0,0-4 0,0 4 1,0 0 0,0-3 0,0 3 0,0-4 1,0 4-1,-7-5 0,7 5 1,0 0-1,-7-3-1,7 3-1,0 0-1,-6-3 1,6 3 1,0-4 0,-6 4 0,6-4 0,0 4 2,-7 0 1,7 0-2,0 0-1,-7 4-2,7 3-1,-6 1-1,6 3 0,-7 3-1,7 4 1,-6 1 1,6 3 1,-6 4 0,6-4 0,-8 3 2,8 1 1,-6 3-1,6 1 1,0-1 1,-6-4 0,6 6 2,0-6-3,0 0 0,0-3 2,0 0 0,0-3-3,0-2 1,6-5 2,-6 3-2,0-5 0,0-2 0,0-1 6,0-3 7,0 3 12,0-3 15,0-4 12,0 3 9,0-3 3,0 0-6,0 4-10,0-8-16,0 4-12,0-3-10,0-6-6,-6 0-7,6-7-6,0 3 0,0-10 0,0-3-5,0 1-2,-6-4-1,6-1-1,0-3 1,-7 0-2,7 0 2,0 3 4,-7 5 4,7 4 2,0 2 3,0 4 3,-6 1 2,6 3 2,0 3 3,0 1 7,0-1 2,0 5 3,0-2 0,0 3 0,0 2-4,0-4-8,0 4-2,0 0-3,0-3-4,0 3-1,0 0 0,0 0 1,0 0 0,0 0-1,0 0 1,0 0-1,0 3 1,0 1 1,6 3 1,-6 4 0,0 4 3,7 3 0,-7 4 2,0 3-4,0 0 0,0 2 7,0 2 5,0 0 9,0 1 5,0-5 8,0 5 0,0-5-4,0-3-6,-7 1-10,7-6-5,0 3-5,0-11 0,0 3-3,0-4 1,0-5 0,0-3 1,0-3 0,7-5 1,-7-4-3,0-5 1,0-5 0,0-4 2,7-7-1,-7 3 0,-7-7 0,7 1 0,0 0-3,0-8-1,0 3 0,-7 1-2,7 0-5,0 4-11,0 2-16,0 9-27,0 2-40,0 9-61,0 3-70,-6 7-70,6 8-73,0 7-75,-7 7-13,7 4 33,-6 0 61,-1 4 71</inkml:trace>
  <inkml:trace contextRef="#ctx0" brushRef="#br0" timeOffset="475944.4917">25243 9049 165,'-7'-15'209,"-6"-4"-17,7 5-18,-8 3 9,8-3 25,-7-1 33,0 3 39,6 2 55,-5-1 52,-2 3 41,8 1-3,-1 0-31,0-1-50,1 4-76,0 4-84,-1 4-72,1 4-51,-1 10-23,0 11-14,7 8-9,-6 7-4,6 4-4,0 6 0,0 1-13,13-3-25,0-2-60,13 2-108,1-12-131,5-2-129,1-9-128,12-7-99,-6-7-4,7-8 75,-7-12 114,0-1 116</inkml:trace>
  <inkml:trace contextRef="#ctx0" brushRef="#br0" timeOffset="476156.3474">25959 8876 277,'6'-15'349,"-6"9"32,0 2 29,0 8-87,-12-2-42,5 13-14,-6 4 6,0 7 0,0 6-22,0 5-40,-7 3-45,8 4-51,-8 8-44,7-5-41,-1 4-73,8-3-102,0-4-108,-7 0-102,13-7-115,-7-4-95,7-4-3,0-7 62,0-10 87,0-2 93</inkml:trace>
  <inkml:trace contextRef="#ctx0" brushRef="#br0" timeOffset="476344.8073">26188 9308 235,'6'0'381,"0"4"33,1 0 26,-7 7-94,-7 1-100,1 5-89,0 5-53,-8 0-33,8 4-55,-7 0-80,6-1-94,1 1-108,-1-8-104,7 0-55,0-10 0,7-5 44,-1-3 73</inkml:trace>
  <inkml:trace contextRef="#ctx0" brushRef="#br0" timeOffset="476652.0881">26468 9012 252,'19'-11'335,"-6"0"36,7 7 42,-7 0-100,6 0-66,0 4-33,1 0-13,0 4-15,-1 4-30,-5-1-36,5 4-26,-6 0-22,0 8-18,-7-1-16,-6 4-14,0 3-9,-6 0-6,-7-2-2,-7 2-5,0 2-2,-5-10 0,5 6 5,-6-9 12,6 1 19,1-1 30,-1-7 28,8 2 18,-2-3 6,8-2-7,6 0-20,0-1-28,6-3-29,8 0-20,5 0-18,1-3-41,6-1-72,6 0-95,-6-2-102,7 1-102,0-2-105,-1 0-52,1-4 23,-1 0 68,1-1 89</inkml:trace>
  <inkml:trace contextRef="#ctx0" brushRef="#br0" timeOffset="478624.6393">28363 8865 33,'8'-8'264,"-2"-2"29,0 3 15,-6-1-77,6 4-65,8 4-43,-8 0-29,7 0 1,1 4 8,-2 0 11,8 3 4,-7 1 2,7 2-8,-8-2-24,8 3-19,-7 3-19,7-2-9,-8 6-12,-4 0-6,-2 1-4,-6-2-3,0 6-4,-6 0-5,-8-2 0,1-3-2,-7 4-1,1-4 0,-7 1 1,6-5-1,-6 1-1,7-4 0,6 1-3,0-5-7,-1-4-19,8 4-16,0-3-10,6 0-5,6 0-1,0 3 3,1-4 18,6 4 15,7 1 10,-1-1 5,7 5 3,-6 2 2,6-3 2,0 3 2,-6 2-1,0 1 1,-2-2-2,-4 4 0,-8-2 2,1 2-9,-7 3-19,-7-4-30,-5 5-42,4-6-50,-4 5-58,-2-7-72,2 4-53,5-9-6,1-1 20,6-3 40</inkml:trace>
  <inkml:trace contextRef="#ctx0" brushRef="#br0" timeOffset="479015.4573">29602 9485 116,'-7'-8'305,"1"5"39,0-5 46,-2 4-51,2 2-31,0-3-22,-1 2-14,0 3-15,1 0-25,-7 8-36,0-2-44,0 9-40,-1 0-33,-5 3-72,0 3-126,0 5-148,5 0-168,1-3-106,6-6-54,7 2 20,0-12 87,7-7 125</inkml:trace>
  <inkml:trace contextRef="#ctx0" brushRef="#br0" timeOffset="479286.3379">30149 8828 273,'13'-10'430,"-6"3"57,-1-1 38,-6 4-98,6 4-56,-6 4-59,0 0-40,0 10-17,7 1-10,-7 4-12,0 2-43,0 1-47,7 4-38,6-4-39,0 3-32,6 1-40,7-4-64,0 0-78,1-3-90,5-5-84,1-3-66,-1 1-42,1-10 3,-1-2 24,1 0 31,-7-7 19,0-3 10,0-5 28,1-3 35,-9-1 42</inkml:trace>
  <inkml:trace contextRef="#ctx0" brushRef="#br0" timeOffset="479434.5161">30664 8799 89,'-19'0'289,"5"4"47,-12 7 38,0 3-70,1 5-57,-2 3-44,-5 7-40,6 8-38,-7-1-36,7 5-49,0 0-70,6-2-84,1 2-100,12 0-121,-6-5-61,13 1-15,0-5 30,0-3 61</inkml:trace>
  <inkml:trace contextRef="#ctx0" brushRef="#br0" timeOffset="479656.5603">31048 9407 78,'13'7'328,"1"2"50,-8-6 56,0 4 3,-6 0-16,0 1-16,-6 4-11,0 2-24,-8 1-37,-5 2-67,-1 5-92,0 0-110,1 1-142,-1-6-158,8 3-155,5-6-156,0-3-103,7-7-20,14-4 59,-2-12 118,1-3 128</inkml:trace>
  <inkml:trace contextRef="#ctx0" brushRef="#br0" timeOffset="479914.5815">31654 9038 161,'19'-19'480,"1"5"76,-7-1 51,-6 3 14,-1 5-141,1 4-116,-7-1-57,6 4-33,-6 4-15,-6 4-19,6 2-19,0 5-31,0 3-40,0 1-39,6 6-26,1 1-20,0-1-19,5 5-15,2 0-14,-2-1-6,8 0-9,-7-4-7,1 1-2,-2-1-10,-6-6-12,1-1-13,-7 1-12,-7-5-17,-5 1-26,-2-1-30,-12-3-70,1-3-116,-15-1-124,1-3-99,0-1-72,-7-6-61,1-5 14,13 2 96,-1-10 119,1-6 111</inkml:trace>
  <inkml:trace contextRef="#ctx0" brushRef="#br0" timeOffset="480063.4966">31700 9030 2,'39'-11'495,"6"0"126,-12-4 92,-1 4 65,1 0-91,-1 4-164,-5 0-171,-1 3-130,0 0-99,0 4-79,-7 0-70,1 4-99,0 0-147,-7 3-129,0 0-125,0 4-130,-13 0-47,0 1 41,0-2 114,-6-1 118</inkml:trace>
  <inkml:trace contextRef="#ctx0" brushRef="#br0" timeOffset="481952.5237">25568 7267 139,'0'-6'235,"-6"-2"24,-1 5-56,1-5-39,-1 4-24,7 4-32,-7-2-26,7 4-22,-6 2-15,6 7-10,-6 3-5,0 9 1,-2 2-1,2 9 1,0-1-3,-1 7-4,-6 4-5,0 7-7,7 4-6,-8 1-14,2-2-57,5-3-94,0 1-91,1-13-49,6-2-24,6-11-3</inkml:trace>
  <inkml:trace contextRef="#ctx0" brushRef="#br0" timeOffset="482247.0501">26180 7785 203,'0'-4'338,"0"4"30,0-3 18,0 3-123,-6 3-83,0 1-69,-7 6-46,0 5-31,0 3-21,-1 4-33,-5 4-63,-1 0-92,8-4-108,-2-1-55,8-2-27,6-4 9,0-12 50</inkml:trace>
  <inkml:trace contextRef="#ctx0" brushRef="#br0" timeOffset="482586.367">26754 7272 228,'20'-11'355,"-8"0"25,2 3 13,-1 2-112,0 1-80,-7 5-68,7 5-35,1 1-12,-2 2-3,-5 7-12,0 2-12,-1 5-10,-6 5-9,-6-1-12,-1 3-7,0 0-4,-5 3-5,5-6-2,-6 4-3,0-9 0,7-2-4,-8-1 1,8-7 6,6-1 0,-6-2-2,6-8-1,0 0 0,0-3 2,0-5 1,0-3 11,6 0 12,-6 4 9,6-4 4,1 4-1,0-1-4,5 1-11,1 4-9,7-1-6,0 4-5,6 0-29,-1 4-71,8 3-86,-1 0-107,2 1-133,-2 2-69,7 1-11,0 0 48,-7-3 73</inkml:trace>
  <inkml:trace contextRef="#ctx0" brushRef="#br0" timeOffset="482794.5586">27921 7620 162,'0'8'449,"0"-5"60,0-3 32,0 0-23,0 4-152,0-4-129,-7 3-86,0 1-51,1 3-23,-7 8-9,0-1-8,-6 11-14,-1 1-12,0 3-12,1 5-24,-1-5-94,8 0-119,4-3-130,2-3-134,6-9-72,6-3-21,8-11 65,-2-8 102</inkml:trace>
  <inkml:trace contextRef="#ctx0" brushRef="#br0" timeOffset="483146.3705">28377 7242 39,'12'-11'401,"8"0"50,-7 4 27,-6 0 15,12 3-150,-5 4-113,-2 0-77,8 0-25,-7 4-10,0 3 3,6 4-4,-12 3-15,6 1-15,0 7-23,-7-3-15,-6 7-15,0-6-12,-6 7-4,-7-1-2,0-4-2,0-1-5,0 1-3,0-7-5,0 0-1,0-4-4,6-3-7,1-1-4,6-4-10,-6 1-1,6-1-5,0-3 2,0 0 2,6 4 7,0-4 9,-6 0 2,13 0 2,-6 4 4,6 0 2,-7-1 1,8 4 1,-2 4 2,-5 0 3,0 3 1,-1 1 2,-6 4-1,-6 0-1,-1 6-5,0-3-49,-5 4-109,-2-1-133,-5 0-157,6-2-86,6-1-42,1-7 25,0-9 95</inkml:trace>
  <inkml:trace contextRef="#ctx0" brushRef="#br0" timeOffset="483346.4069">29119 7781 385,'8'7'670,"4"0"77,-6-3 39,-6 0 21,0 3-282,0 1-231,-12 2-139,-2 9-79,-5-1-45,-7 4-37,0-1-49,6-1-86,1 1-120,12-2-123,0-5-125,7-3-128,7-4-41,13-7 42,0-7 97,6-4 112</inkml:trace>
  <inkml:trace contextRef="#ctx0" brushRef="#br0" timeOffset="483582.9922">29595 7382 210,'7'-19'548,"-1"1"80,1 4 38,-1 3 24,-6 2-221,7 2-172,-7 5-113,0-3-54,0 10-3,0-3 5,0 5 5,0 5 1,0 5-13,6 3-21,0 2-37,8 3-25,6 0-16,5 4-14,8-2-12,6-1-29,0-4-41,14-1-54,-2-6-56,1-5-84,1-2-90,-1-4-66,0-4-48,-6 0-41,-1-4-53,-5-7 29,-8 0 65,-6-4 75,0-2 79</inkml:trace>
  <inkml:trace contextRef="#ctx0" brushRef="#br0" timeOffset="483725.9122">30279 7345 223,'-25'-7'367,"-2"3"44,8 1 30,-8 6-98,8 3-76,-7 6-46,6 7-6,-6 3 5,7 3-5,-7 4-10,6 2-22,8 1-44,-2 4-143,1 5-185,7 0-188,6-2-146,0-3-75,0 1-31,13-3 71,-7-9 129</inkml:trace>
  <inkml:trace contextRef="#ctx0" brushRef="#br0" timeOffset="483914.0172">30599 7916 427,'6'15'687,"0"-7"68,2-2 36,-8-2 20,6 7-301,-12-3-234,-2 6-131,-4 1-69,-8 0-43,1 6-33,-1-2-39,-6 3-56,-1-3-109,9 2-140,-2-3-129,7 1-132,-1 0-69,14-10-3,0-3 81,7-6 125</inkml:trace>
  <inkml:trace contextRef="#ctx0" brushRef="#br0" timeOffset="484170.0314">31192 7389 14,'6'-11'352,"1"4"36,-7-1 18,6 2 9,0 1-164,-6 2-107,8 6-69,-2-3-26,0 8 18,7 3 19,0 0 18,0 3 16,1 5 14,4 2 2,-4 1-30,5 4-26,1 0-20,-7 0-21,0 3-13,0-4-12,-6 1-3,-7 0-5,0-1-2,-14-3-2,2 4-14,-8-8-59,-6 4-99,-7-3-111,-6-5-143,1 1-76,-2-8-29,1-7 37,6-7 85</inkml:trace>
  <inkml:trace contextRef="#ctx0" brushRef="#br0" timeOffset="484335.945">31413 7272 376,'26'-5'674,"-7"-1"82,1-2 46,0 5 30,5-5-276,-5 4-232,7 2-144,-1 2-90,-7 0-66,1 2-55,-7 2-65,0 4-100,-1-5-154,-4 9-153,-8-2-142,0 1-58,-8 0 6,2-4 71,-13 0 137</inkml:trace>
  <inkml:trace contextRef="#ctx0" brushRef="#br0" timeOffset="485171.5539">25275 7067 96,'-26'0'184,"0"3"9,0 1-76,-7 7-38,7 4-20,-6 0-9,-1 10-7,1 4-3,-1 8 0,1 7 2,-1 8-1,1 3-5,5 3 4,1 5 6,6 2 0,8 5-1,-2-5-4,14 2-3,7-9-6,6 0-10,7-3-2,12-7-4,13-12 2,8-3 1,6-8 4,6-9 3,13-9-1,0-7 2,7-7-2,0-9 1,-8-1 1,2-9 6,0-3 16,-8-8 17,-12-4 17,-1-6 16,-6 0 12,-13-1 4,-6-7-8,-7 1-14,-7-6-14,-5-5-18,-14-1-14,-7-4-13,-6-3-13,-13 0-6,-7-4-6,-6 7-2,-13 4 0,-1 11 0,2 4 0,-8 10 0,-6 12 2,7 7-4,5 11-12,-6 11-42,7 11-50,1 8-53,5 2-52,7 9-62,13 3-74,6 4-39,1-1 9,11 5 30,2-5 41</inkml:trace>
  <inkml:trace contextRef="#ctx0" brushRef="#br0" timeOffset="486141.545">26871 7056 201,'-12'-4'226,"-8"4"-1,1 0-72,-1 4-46,0 2-25,-6 2-12,1 7 2,-2 3 6,1 8 6,-6 3 10,-1 3 3,1 9-1,-2 3-2,2 4-2,6 3-8,0 0-11,6 5-13,8-5-12,4-1-13,8 3-9,8-6-4,11-3-2,7-4 1,6-3 0,14-4-2,0-8 0,6-3-3,13-6 0,-6-7-2,6-4-2,0-5 0,0-7-2,1-8 0,-1-6-3,-6-6-1,-8-6-1,-5-3-2,-1-9-1,-12-2 0,-7 0 2,-6-6-3,-8-1 4,-4-4 3,-16-1-1,-4-3 1,-8-1-1,-13 1 2,1-1 0,-7 2 0,-7 6 4,7 4 2,-6 3 3,-1 8 2,1 7-2,-1 3-3,7 8-6,-7 11-7,7 7-7,6 8-13,-5 11-33,11 6-52,1 8-74,14 5-94,-2 6-97,14 7-45,0-3 3,14 4 37,11 0 66</inkml:trace>
  <inkml:trace contextRef="#ctx0" brushRef="#br0" timeOffset="486821.3735">28930 7202 77,'-19'-19'177,"0"5"9,-1 3-70,7-3-41,-7 2-26,0 5-11,1-3-5,6 2 0,0 1 5,0-1 3,0 1 4,7 3 1,-1 1-4,-6-1-7,7 4-9,-1 0-5,-6 4 2,0 6 2,-7 5-1,1 3 6,-7 5 3,0 6 4,0 4-2,-7 7 6,1 0 16,-7 5 16,6 2 18,-7 4 20,8 1 21,-7-1 12,7 4 5,-1-4-5,7 0-13,0-3-18,13-4-24,0-4-20,6-3-18,7 0-14,13-8-3,0-4-1,6-2-1,8-9 3,-1 0-1,13-6 3,0-8-5,13 0-4,-6-8-2,6-6-8,0 0-5,6-5-1,-5-3-1,-1-3-6,0-5-2,0 1-1,-6-4-2,-1-3-1,-6-2-3,-5 1 3,-9-6 3,1-1 3,-6-4 5,-14-3 4,1-5 11,-14 2 18,1-1 15,-14 0 20,-6 0 10,-7 3 10,-6 8 3,-6 5-13,-7 6-11,-7 7-20,1 11-14,-1 7-15,0 8-12,0 8-3,7 7-5,7 4-6,-1 2-29,13 6-87,14-2-122,-1 8-123,14 0-121,6 3-112,6-3-36,14 3 55,-1-7 103,14 2 112</inkml:trace>
  <inkml:trace contextRef="#ctx0" brushRef="#br0" timeOffset="487420.2239">29973 7242 192,'-7'-6'235,"1"-2"15,0 0-71,-1 1-31,-6 0-25,7 0-18,-8-2-10,-5 7-5,-1 2-12,1-5-9,-7 10-5,0 2 3,-7 0 5,7 4 3,-6 7 12,-1 1 12,1 6 17,5 4 14,-5 5 14,6 2 11,0 5-1,6 2-10,1 2-16,5 2-20,8-3-23,6 4-15,12-1-14,8-3-9,7 1-5,5-9-6,14 0-9,6-7-4,6-2-7,1-5-2,6-5-4,0-5 0,1-9 1,-1-3 0,-6-7 3,6-7-3,-13-5 1,0-6 0,-6-9 8,-1-3 8,-13-2 13,1-6 13,-7-6 6,-12 0 6,-2-5-4,-6-2-10,-12-5-13,-6 5-9,-8 0-4,-7-1 3,-5 9-3,-13 2 2,-1 4 0,-7 10 0,-5 9-4,-7 7-11,0 10-4,0 5-7,6 6-2,0 5-23,7 6-71,7 8-128,12 0-135,1 7-125,12 0-140,1 8-55,12 0 30,0-4 106,14 4 124</inkml:trace>
  <inkml:trace contextRef="#ctx0" brushRef="#br0" timeOffset="487956.1487">31152 7302 64,'-6'-12'275,"0"-3"36,-1 1 33,7 3-74,-7-3-53,1 6-13,6-3-5,-7 7-3,1-3-7,0 3-2,-8 1-2,8 6-24,-14 1-20,1 7-14,-1 3-12,-6 5-3,0 6-4,-7 8 2,1 8 1,-1 3-4,1 4-2,-1 3-6,7 0-13,6 8-14,1-1-23,13 0-16,-1-2-10,7-2-10,13-3-4,6-6-1,7-1 0,14-12-1,-1-3-1,20-6 4,-1-5-1,20-14-3,1-4-5,6-8-4,-2-6-9,9-5-12,-7-10-6,-7-3-3,0-9 2,-13-3 7,1-7 6,-15 0 5,2-8 11,-15 0 3,-5-3 1,-7 0-1,-12-3 2,-8-2 4,-12 5-2,-8-1 4,-12 5 4,-7 7 2,-5 6 5,-15 5-4,2 10-2,-15 8 0,8 7-4,-14 9-1,7 6-6,6 6 1,-6 6-2,6 10-8,14 0-44,-1 7-97,1 5-125,12 5-123,7 2-125,0 2-115,13 5-21,6-3 63,7-5 108,7 1 112</inkml:trace>
  <inkml:trace contextRef="#ctx0" brushRef="#br0" timeOffset="488100.052">31673 7755 305,'8'3'583,"-8"-3"69,0-3 39,-8 0 13,8 0-335,0-1-301,-6 4-287,0 0-240,-1 0-128,-12 4-64,-1 2 28,1 2 112</inkml:trace>
  <inkml:trace contextRef="#ctx0" brushRef="#br0" timeOffset="489283.8493">8711 16452 51,'-6'-3'33,"6"-1"-10,-6 4-8,12-4-8,0 1-5,1-4-5,6 3-17,0 0-30</inkml:trace>
  <inkml:trace contextRef="#ctx0" brushRef="#br0" timeOffset="489462.9675">10771 16112 30,'6'0'-16</inkml:trace>
  <inkml:trace contextRef="#ctx0" brushRef="#br0" timeOffset="494160.0791">25483 8327 95,'0'-4'58,"7"1"-22,-7-2-11,0 5-9,7 0-2,-1-3-1,8-1 1,-8 4 1,6-2 4,8 2 2,-1-5-4,1 2-1,0-1-3,6 0-6,7 0-49,-1 1-46,1-1-24,6 0-13</inkml:trace>
  <inkml:trace contextRef="#ctx0" brushRef="#br0" timeOffset="514975.3551">11780 3374 71,'-6'-4'163,"0"4"2,-2-3-79,2 3-42,6 0-23,0 3-12,0 1-4,0 3-2,0 0-2,6 1-17,2 6-37,4-2-52,2-2-30,-1-3-17</inkml:trace>
  <inkml:trace contextRef="#ctx0" brushRef="#br0" timeOffset="515477.709">17664 3374 92,'7'0'202,"-7"-4"24,0 1-61,0-1-38,0 0-28,0 4-24,0-4-18,0 4-24,0 0-14,0 0-21,0 0-31,-7 4-62,7 4-78,0 2-41,-13-3-20,7 5 0</inkml:trace>
  <inkml:trace contextRef="#ctx0" brushRef="#br0" timeOffset="516789.9633">28586 9910 65,'-8'0'124,"8"-4"-17,-6 0-11,0 0-13,-1 0-9,7 0-10,-6 2-5,-1-2-6,7 1-7,-7 3-5,7-5-11,-6 2-6,6 3-11,0 0-12,0 0-17,0 0-20,0 0-22,6 0-39,-6 0-55,7 0-26,-7 0-4</inkml:trace>
  <inkml:trace contextRef="#ctx0" brushRef="#br0" timeOffset="519283.9911">11891 15756 71,'0'5'123,"0"-5"-18,0 2-10,0 2-3,0-4-5,0 0-9,0 0-8,0 0-10,0 0-11,0 0-4,0 0-2,0-4-2,0 2 0,0-6-3,7 4-5,-7 0-7,0-3-6,0 3-5,6 0-5,-6 1-2,0-4-2,0 3-2,6-7-1,-6 0 1,0-4-2,8-3-2,-8-3-2,0-6 1,6-6-4,0 1 1,-6-5 3,7-4 1,-7 1 2,6-4 2,1 0 3,-7 0-1,6-4 1,-6 2 1,0-3 3,0-6 3,0 4 3,0-4 4,0 4 0,0-5 0,-6 6-4,6-5-3,0 3-3,-7 5-2,7-4 1,-6 3-1,6 0 4,0 5 0,-7 1 1,7-1 0,0 7-3,0-6 1,0 6-3,0 0 0,0-1-2,0 0-2,0 1 1,0-1 0,7 5-3,-7-1-2,0 0 1,0 4-1,6-1-2,-6 1-1,7 4 0,-7-2 1,0 5 1,0-4 0,6 5 2,-6 2 7,0 1 12,0 3 13,-6 1 11,6-1 17,0 4 17,0 0 11,-7 4 1,7-4-6,0 3-6,-6 5-14,6-4-19,0 2-16,0 3-10,0-2-8,0 0-6,0 0-5,0 4 0,-7-3 0,7 3 0,0 0-1,0 0 1,0 0 0,0 0 1,0 0 2,0 0-1,0 0 3,0 0 1,0 0 0,0 0 0,0 0-3,0 0-4,0 0-11,0 0-27,0 0-52,-6 0-62,6 0-69,-6 0-93,-2 3-55,2 1-12,-7-4 34,0 0 52</inkml:trace>
  <inkml:trace contextRef="#ctx0" brushRef="#br0" timeOffset="520832.2658">9565 14203 64,'0'-3'97,"-6"-2"-23,6 2-10,-7-5-6,7 4-2,-7-3-4,1 0-4,-1 4-2,7-5-2,-6 4-1,0-3-3,6 4-5,-8-1-3,8 1-1,-6-1-3,6-1-2,-6 2-4,6 3-1,0-3-1,-6-5-4,6 5-4,0-5-2,0 1 1,0 0-2,0-4 1,0-5 2,0 3 1,6-3-1,-6-1-3,6-6-1,0 2 0,2-2-2,4 2-1,-5-2-3,-1 1 1,8 0-1,-8 4-1,0 0-1,1 0 0,0-1 0,-1 5 0,0-1 0,1 4 0,-7-1 2,0 6 2,7-2-3,-7 1 1,0 3-2,0-3 2,0 3-1,-7 1-1,7-1 2,0 1 0,0-1 2,0 0-3,0 4-1,-7-4 0,7 4 0,0-3 0,0 3-2,0 0 1,0 0 1,0-4-2,0 4 1,-6-3 0,6 3 1,0-5 0,0 3 0,0 2 0,0-4 0,0 4 1,0 0 0,0-4 2,-6 4 2,6-4 5,0 4 4,0-3 4,0 3 2,0 0-1,0 0 0,0 0-5,0 0-3,0-4-4,6 4 0,-6-4 0,6 4-1,1-4 1,6 4 0,-6 0-1,5-2-2,8-3-1,-6 5-1,11 0 1,-5-3-1,12 3 4,-5 0-3,5 3 2,7-3 0,-7 5-2,8-3-2,-1 6 0,0-4 1,7 3 0,-7-3-2,7 0 1,-1-2 1,1 3-2,-1-5 1,1 0-1,-1-5 0,1 5 0,-7-2 2,6 2-1,1-4 0,-7 0 1,7 4-1,-7-4 1,0 4-1,7-3 1,-13 3-1,5 0 0,-5 0 0,-1-4-1,1 4 0,-1 0-2,-5 0 1,5 0 0,-6 0 1,1 4 0,-1-4 0,0 0 1,0 0 0,-7 0 0,7 0-1,1 0 2,-1-4-2,0 4 1,0 0-1,-1-4 2,8 4-2,-7-4 0,7 4 0,-1-2 1,2 2 0,4-5 0,-5 5 1,-1 0-1,1 0 1,-1 0-2,1 0 0,-7 0-1,0 0 0,-6 0 0,-1 5 1,1-5 0,-7 2-1,0-2 2,0 0 0,0 0 0,-6 4 0,-1-4 1,0 0-1,1 0-1,-7 0 0,7 0 0,-1 0 0,-6 0 1,7 4-1,-1-4 0,-6 0 1,7 4-1,-1-4-1,-6 3 0,7-3 0,-1 4-2,0-4 2,2 4 2,-8-4 0,6 4 0,-6-4-1,6 0 1,1 0 0,-7 0-1,6 2 1,-6-2-1,7 0 3,-7 0-3,0-2-6,6 2-14,-6 0-29,-6 0-51,6 0-82,-7 0-52,1-4-21,-7-4-2</inkml:trace>
  <inkml:trace contextRef="#ctx0" brushRef="#br0" timeOffset="523624.0023">27236 8949 194,'0'-10'236,"-6"-1"20,0 3-74,6 1-27,-7 0-11,0-1-7,7 4 1,0 1 1,-6 0-1,6 3-9,-7-4-15,7 4-16,0 0-19,0-4-18,0 4-17,0 4-14,0-4 7,7 7 22,-1 0 22,8 4 22,-2 8 24,2-1 18,5 7-9,1 5-23,-1-1-25,0 4-24,-5 3-25,-1 1-14,-13 3-28,0 8-78,-20 0-103,-6 4-113,-13 2-117,-13 1-103,-6 3-32,-1-2 41,-14-1 88</inkml:trace>
  <inkml:trace contextRef="#ctx0" brushRef="#br0" timeOffset="524157.0829">25184 10606 22,'-13'-4'219,"-6"-1"30,-8-1 6,8 2-64,-1 0-34,1 4-21,-1 0-21,0 4-19,1 6-18,-1 2-11,8 7-2,-8 3-2,7 7-5,-1 4-2,8 4-6,6 3-9,-6-4-12,12 1-9,0 0-6,8-1-6,12-7-5,-1-3-19,8-4-35,7-7-47,5-7-56,7-6-67,1-9-83,5-4-32,1-7 11,-7-4 34</inkml:trace>
  <inkml:trace contextRef="#ctx0" brushRef="#br0" timeOffset="524365.8383">25965 10495 213,'0'-2'277,"0"-3"20,-6 5-44,0 7-58,-7 1-33,0 11-4,0 2 8,-7 4 7,-6 9-2,0 7-13,7 2-24,-7 1-41,-1 4-39,15-1-57,-8-3-97,14-3-108,6-5-138,0-3-73,6-7-36,0-8 12,0-11 69</inkml:trace>
  <inkml:trace contextRef="#ctx0" brushRef="#br0" timeOffset="524552.9291">26259 10865 231,'6'8'322,"-12"-1"16,-7 4 10,0 8-136,-6 2-85,-7 8-55,-1 1-28,-5 3-17,6 0-11,-7 0-26,13-4-67,1 0-102,6-7-88,13-6-47,0-9-23,6-11 7</inkml:trace>
  <inkml:trace contextRef="#ctx0" brushRef="#br0" timeOffset="524862.8973">26552 10631 193,'27'-11'302,"-15"8"17,1-5 13,0 8-118,-6-3-75,5 6-35,-4 5-17,-8-1-5,6 4-5,-6 4-8,0 3-15,0 7-14,-6-3-10,-2 4-11,-4 3-6,-1 1-6,0-1-2,-6-4-3,-1 1 1,0-7 0,1-4 0,5-1 2,2-7 7,-2 1 3,8-5 0,0 1 0,-1-4 1,14 0-3,-1 0-6,0-4-5,14 1-1,0-1-1,-1 4-1,7-4 2,0 8-1,0 0-11,7-1-33,-7 1-53,7 3-73,-1 0-101,-6 1-79,7-1-31,-7-3 11,0-1 42</inkml:trace>
  <inkml:trace contextRef="#ctx0" brushRef="#br0" timeOffset="525041.7968">27151 10887 31,'8'4'284,"-8"-1"26,0 2 22,0 2-43,-8 4-59,2 0-39,-7 7-11,-7 0-2,0 8-6,-5 3-17,-1 1-30,0 2-36,0-3-42,-1 5-84,9-9-112,4 0-139,1-9-108,7-5-60,-1-7-22,7-12 45,7-7 88</inkml:trace>
  <inkml:trace contextRef="#ctx0" brushRef="#br0" timeOffset="525431.5628">27491 10493 381,'25'-8'440,"1"-1"27,-6 7 17,-7 2-128,7 0-143,-8 0-85,2 7-39,-1 0-13,0 4-4,-7 0-3,1 3 0,-7 5-9,0-1-10,0 4-11,-7 4-12,1 0-13,-7-1-8,0 1-11,-1-4-13,2-3-10,-8-2-3,7-5-5,1-1-4,4-4-2,-4-3 2,12-4 1,0 0 1,0-4 5,6 0 7,8 1 7,-2 3 6,8-3 6,-1-1 1,7 8 5,0-1 2,7 4 6,-7 0 6,7 8 10,-7 3 7,6 1 2,-5 6 2,-9-3 5,-4 4 0,-1 3-5,-20-4-4,1 9-4,-14-5-4,-12 4-9,-7 4-5,-7-4-37,1-1-78,-8-2-85,1-1-103,0-10-125,6-8-72,7-4-3,7-14 56,6-9 75</inkml:trace>
  <inkml:trace contextRef="#ctx0" brushRef="#br0" timeOffset="525673.7313">28148 10280 498,'33'0'696,"-1"2"64,-5 3 35,-1 5 5,6 5-331,-6 3-220,7 7-113,-7 9-65,0 3-34,-6 7-13,-7 4-12,-7 6-4,-6 9-8,-12 3-4,-15 7-6,-11 4-19,-9-4-43,-5 4-112,-13 0-169,0-8-195,0-6-124,0-8-53,0-15 6,6-10 96,13-15 156</inkml:trace>
  <inkml:trace contextRef="#ctx0" brushRef="#br0" timeOffset="525835.458">28305 11335 361,'52'3'761,"-6"-6"108,-13-2 57,-15 2 27,2-1-253,0 4-412,-7-2-352,0 2-301,-6 2-254,-1 5-171,-6 5-54,-6-2 33,-8 2 139,-5 3 182</inkml:trace>
  <inkml:trace contextRef="#ctx0" brushRef="#br0" timeOffset="526252.3849">29295 11243 149,'-12'0'411,"-2"-7"93,2 2 85,-2 5-9,8-2-100,-13 4-87,5 6-91,-6 3-89,1 7-79,-7 4-68,0 9-88,0-2-130,7 3-150,-1 1-182,0-4-115,14-2-52,-1-9 24,7-7 95,13-15 132</inkml:trace>
  <inkml:trace contextRef="#ctx0" brushRef="#br0" timeOffset="526514.2382">30090 10583 287,'20'-15'633,"-7"5"86,-6-1 44,-1 3 23,1 5-243,-7 3-207,0 11-146,0 3-72,-13 8-32,6 7-10,0 9-3,-5-2-7,12 8-13,-8 0-18,16 0-12,-2 0-15,7 0-21,7-4-19,6-3-24,6-8-32,7-6-59,13-6-87,-6-9-107,6-4-102,7-8-73,-7-7-40,7-3 1,-8-9 10,2 1 78,-7-8 94,-1-2 84</inkml:trace>
  <inkml:trace contextRef="#ctx0" brushRef="#br0" timeOffset="526669.1475">30911 10583 146,'-13'-15'350,"0"12"86,-12-1 90,-2 11-31,-5 8-22,-1 4-34,-6 10-44,0 8-62,0 7-77,-1 4-76,8 6-55,-1 1-65,7 4-126,13-1-191,1-2-198,12-5-160,0 0-85,6-10-25,7-9 72,0-10 155</inkml:trace>
  <inkml:trace contextRef="#ctx0" brushRef="#br0" timeOffset="526854.2733">31101 11163 204,'6'10'563,"-6"5"77,0-3 42,0-2 18,0 1-213,-6 7-187,-1 0-159,0 9-102,-5-2-90,-2 1-90,-5-1-91,6 1-102,0-1-98,-1-6-104,8-1-18,6-7 35,0-7 61,6-4 87</inkml:trace>
  <inkml:trace contextRef="#ctx0" brushRef="#br0" timeOffset="527146.1148">32046 10485 306,'18'-9'650,"-4"3"94,-1-2 49,-7 2 25,1 6-243,-7 3-220,0 4-155,0 8-81,-7-1-40,7 9-17,-6 2-3,-1 4-1,7 1-5,0 3-9,7 0-6,-7 0-8,13-1-11,-6 5-9,11-4-3,-4-3-5,-1-1-3,7-4 0,-8 2-2,2-6 0,-8 1 0,0-4 0,-6-3-6,-6 0-8,-7-1-10,-6-3-28,-1 1-48,-7-5-100,-5-4-122,-1-3-116,-5-3-101,5-4-100,7-5-51,0-6 48,-1-4 103,9-11 107</inkml:trace>
  <inkml:trace contextRef="#ctx0" brushRef="#br0" timeOffset="527284.0361">32032 10572 55,'32'-21'423,"-5"-1"130,-1 3 116,6 4 48,-5 1-92,-1 3-102,0 0-119,0 3-124,-1 4-112,8 4-95,0-3-120,0 3-197,-1 3-223,1 1-174,-1 4-94,1-5-32,-7 5 51,0-4 158</inkml:trace>
  <inkml:trace contextRef="#ctx0" brushRef="#br0" timeOffset="527444.943">32853 10697 104,'-13'26'882,"-7"-12"204,1-2 113,0-12 58,-1 3 3,7-3-599,7 4-456,12 0-410,0 6-420,7-2-327,7-1-147,-7 1-16,0-5 74,-7-3 183,-6 0 297</inkml:trace>
  <inkml:trace contextRef="#ctx0" brushRef="#br0" timeOffset="533256.5485">25138 11555 104,'-26'7'277,"7"-4"20,-1-3 16,0 0-93,8 0-88,5 0-47,0 0-30,1 0-8,6-3 5,0 3 18,6-4 28,1-3 46,6 3 48,7 0 30,6-3 22,6 0 13,1-1 3,12 1-11,1 0-20,13-4-10,0 4-20,12-2-19,0 7-24,8-3-26,6 3-16,0 2-20,6 2-17,6-2-12,1 0 1,6 0-5,1-2-7,5 2-10,1-4 1,-6 0-4,5 4-9,-5 0-9,-8 0-5,1 0 0,-7 4-8,-6 0-5,-8-2-2,-11 5-1,-7-2-1,-14 2-1,-6-3 2,-13 0 1,0-1-8,-13 1-23,1-1-38,-8 1-69,-6 0-133,-6-1-156,-8-3-149,1 0-148,-6 0-51,0 0 20,-1-3 107,0-1 140</inkml:trace>
  <inkml:trace contextRef="#ctx0" brushRef="#br0" timeOffset="534274.5783">25483 11434 112,'-32'-4'225,"6"0"25,0 0-37,-6 1-52,5-1-16,8 0 1,-8 4 5,15-4 5,-2 4 1,2 0-5,-1 0-11,6 0-23,0 0-26,7 0-14,0 0 2,7 0 21,0 0 27,6 0 26,-1 0 27,8-2 17,6 2 1,7-5-9,-1 2-13,7-1-5,7 4-18,-1-4-19,8 4-16,5 0-18,1 0-21,6 4-18,0 0-14,7 4-8,6-2-7,1-2-5,6 3-7,-1 1-6,7-4 0,-6-2 0,6 4 8,0-6 2,-6 0 4,6 0 2,-6 0-4,0-6-1,-7 4-7,-7-2-6,1 0-5,0 4 0,-14-4 0,1 4-5,-7-3-2,-6 3 0,0 3 2,-8-3-7,-5 0 1,-1 4 3,1-4 0,-13 4 0,0-4 0,-8 4 2,1-4 3,-6 0-2,0 0 3,-1 0 1,0 0 4,-6 2-1,7-2 0,-7 0 2,0 0-4,7 0 0,-7 0-5,0 0-10,0 0-13,6 0-22,-6-2-20,0 2-18,0 0-17,0 0-18,0 0-17,0 0-19,6 0-26,-6 0-41,7 0-52,0 2-44,-7-2-32,6 0-17,-6 6-4,7-6 14,-7 2 19,6 2 15,-6-1-13,6 1 16,-6-4 29,0 0 37</inkml:trace>
  <inkml:trace contextRef="#ctx0" brushRef="#br0" timeOffset="537094.218">12048 6546 133,'0'8'258,"-7"-4"9,0-4 6,1 3-129,-1-3-72,1 4-45,6-1-34,0 4-26,-6-3-19,6 4-20,0 0-15,0-1-22,0 0-29,6 0-39,-6-3-12,0 0 3</inkml:trace>
  <inkml:trace contextRef="#ctx0" brushRef="#br0" timeOffset="538578.5533">21013 6307 197,'7'0'459,"-14"-3"98,1-4 70,0 3-10,-1 1-162,0 0-112,1 3-98,0-5-97,-1 5-65,7 0-39,-6 0-19,6 0-11,0 0-3,0 0-1,0 0-3,-7 0 0,7 0-4,0 0 1,0 0-8,0 5-5,0-5-15,7 0-16,-7 0-22,0 0-18,0 0-13,6 0-9,-6 0-1,0 0 1,0-5 4,7 5 2,-7 0-2,0 0 3,0 0 8,0 0 11,0 0 15,0 0 18,0 0 15,0 0 13,0 0 8,0 0 4,0 0 3,0 0-6,0 0-7,0 5-15,0-5-20,0 0-24,0 0-26,0 0-22,0 0-21,0 0-15,0 0-8,0 0-4,0 0 3,0 3 12,0-3 18,-7 0 17,7 0 15,0 3 12,0-3 8,7 0-2,-7 0-5,0 0-9,0 0-24,0 0-12,0 0 2</inkml:trace>
  <inkml:trace contextRef="#ctx0" brushRef="#br0" timeOffset="540079.5612">20518 5571 45,'-19'4'167,"6"-4"7,-7 0-70,1 0-39,-1 4-25,0 0-15,1 4-13,-7-1-7,6 0-4,0 4 0,-5 0-1,5 4 2,-6-1 2,0 1 3,7 3 3,-1-3 1,0 2 1,1 6-2,6 0-3,0 2-1,7 0 0,-8 12 1,8 0 4,6-1 5,-6 4 5,6 4 5,0 0 2,6 0 1,0 0-4,0-3-1,2-1-3,4-3-4,1-1-1,7-3 2,-7-8 1,6 2 3,1-1 0,6-9 1,-7 3-1,8-6-4,-1-3-4,0 0-2,7-4-1,-1-4 1,1-3-4,5-3 2,-4-1-1,5-4-2,-1-2-2,-5-5-2,6 1-3,1-5 0,-8-3 0,7-4 0,-7 1 0,1-1 0,-1-3 2,1 0 1,-7 0-1,0-5 0,-6 5-2,-1-4 1,1 0 1,-7 0 3,0-3 3,-6 2 4,-1-3 2,-6-2 1,-6-2-2,-1-2-1,-6-1-1,-6 0-1,-1-4 4,-13 0 6,1 0 7,-1 4 17,-5 1 21,-9 1 25,2 6 20,-1 7 11,-6 0 7,-6 7-10,6 4-19,-7 7-25,7 6-22,-1 3-17,-6 4-16,14 10-6,-7-4-6,13 6 0,0 1-6,-1-1-3,15 8-6,-1 0-24,0 0-37,12 7-45,2 5-52,-1-1-51,6 7-53,7 0-66,0 1-8,0 3 22,0-5 38</inkml:trace>
  <inkml:trace contextRef="#ctx0" brushRef="#br0" timeOffset="540264.2076">20622 6389 89,'8'14'303,"-2"-6"5,0-1-30,-6 0-115,0-4-207,6 6-143,-6-1-74,-6-2-24,0 2 19</inkml:trace>
  <inkml:trace contextRef="#ctx0" brushRef="#br0" timeOffset="540609.6331">20740 6539 191,'0'0'204,"-7"0"-14,7 4-129,-6-4-104,6 0-80,0 3-44,0 0-20</inkml:trace>
  <inkml:trace contextRef="#ctx0" brushRef="#br0" timeOffset="540774.0375">20818 6535 196,'0'0'194,"-6"-3"-30,-1 3-155,7 0-105,-7 3-55,1 1-28</inkml:trace>
  <inkml:trace contextRef="#ctx0" brushRef="#br0" timeOffset="541134.0163">20896 6590 53,'0'0'149,"-6"0"-12,6 0-105,0 0-82,0 0-55,0 0-27</inkml:trace>
  <inkml:trace contextRef="#ctx0" brushRef="#br0" timeOffset="541529.5737">20994 6554 72,'-7'0'224,"1"0"14,0 0-16,6-5-94,-7 5-47,7 0-31,-6 0-12,6 0-3,-7 0 4,7 0 1,0 0-3,0 0-2,0 0-8,0 0-12,7 0-8,-7 0-3,6 0-3,1 0-12,-1 5-24,0-5-38,8 4-68,-8-1-69,0 1-36,-6-1-9,7 1 12</inkml:trace>
  <inkml:trace contextRef="#ctx0" brushRef="#br0" timeOffset="541979.4234">21027 6561 63,'-7'4'243,"0"-1"21,7-3 13,-6 0-107,0 0-61,6 4-36,0-4-29,-7 0-22,7 0-10,0 0-5,0 0-3,0 0-3,0 0 0,7-4-1,-1 4 0,-6 0-1,6-3 2,1 3 1,0-4 1,-1 1-1,1 3 0,-7-4 0,6 4 0,-6-5-1,7 5-2,-7 0 0,0 0 1,6 0-1,-6 0-1,0 0 1,0 0 0,0 0 1,0 0-1,0 0 2,0 0 1,0 0-1,0 0 0,0 0 0,0 0 1,0 5-3,0-5-1,-6 0 1,6 4 0,0-4 0,0 0 1,0 3-1,0-3 1,0 0-2,0 0-1,0 0 1,0 4 1,0-4 1,0 0 0,0 0 0,0 0-4,0 0-8,0 0-12,0 0-14,0 0-16,6 3-15,-6-3-15,0 4-15,0-4-12,7 3-17,-7-3-30,0 4-20,0-4 1</inkml:trace>
  <inkml:trace contextRef="#ctx0" brushRef="#br0" timeOffset="542388.9753">20928 6488 182,'-6'11'455,"-6"-7"53,-8-4 26,1 0 13,5-4-242,2 4-151,-2 0-123,8 4-104,6-4-78,-7 0-65,7 3-52,0 1-46,0 3-60,0-4 1,-6 5 23,6-1 35,0-3 44</inkml:trace>
  <inkml:trace contextRef="#ctx0" brushRef="#br0" timeOffset="542569.8828">21001 6428 190,'-7'5'354,"-6"-1"23,7-1 11,-7-3-86,6 0-162,0 5-121,1-5-92,0 2-70,-2 2-64,8-1-77,0 5-30,-6 0 17,0-2 33</inkml:trace>
  <inkml:trace contextRef="#ctx0" brushRef="#br0" timeOffset="542730.9753">20987 6447 191,'-12'4'222,"-1"-1"-24,6 2-124,-6-2-149,-1 5-78,2-4-42,-1 3-16</inkml:trace>
  <inkml:trace contextRef="#ctx0" brushRef="#br0" timeOffset="542890.4036">21013 6503 155,'-6'3'209,"0"1"1,-1-4-95,0 3-111,1 1-106,0-1-55,-1 1-29,-6 0-13</inkml:trace>
  <inkml:trace contextRef="#ctx0" brushRef="#br0" timeOffset="543603.4406">14791 3191 105,'6'-3'150,"1"-2"-59,-1 5-31,-6-3-18,7 3-19,-1 0-14,1 3-37,6-3-60,0 5-32,-6-2-19</inkml:trace>
  <inkml:trace contextRef="#ctx0" brushRef="#br0" timeOffset="543833.6006">16987 3052 61,'25'3'170,"-5"1"5,0-4-70,-14 3-45,7 2-25,-13 1-26,0 5-45,-6 3-68,-7 5-35,0-1-21,-6 4-9</inkml:trace>
  <inkml:trace contextRef="#ctx0" brushRef="#br0" timeOffset="544130.579">13572 4095 159,'-6'5'177,"0"-5"-25,6-5-72,6-2-37,0 4-20,14-5-13,-7 1-11,13 3-20,-6 1-32,-1 3-52,7 3-36,-12 1-17,4 0-6</inkml:trace>
  <inkml:trace contextRef="#ctx0" brushRef="#br0" timeOffset="544333.0863">13357 4898 260,'-12'18'314,"-2"-6"13,-5-10 6,12-2-160,1 0-103,6 0-87,6 4-85,14 0-111,0 0-60,-1 3-29,-6 1 3,6-5 35</inkml:trace>
  <inkml:trace contextRef="#ctx0" brushRef="#br0" timeOffset="545102.1615">20701 6595 242,'-6'7'360,"-8"-7"18,8 0-2,-7 0-149,6-5-180,0 3-133,7 2-113,0-5-93,0 2-39,0 3 16,-6-4 34</inkml:trace>
  <inkml:trace contextRef="#ctx0" brushRef="#br0" timeOffset="545261.0616">20792 6528 136,'6'-4'260,"-6"0"9,7 4 4,-7-3-142,7 3-98,-7-4-73,6 4-64,1 4-80,-7-4-44,6 3-10,-12 1 15</inkml:trace>
  <inkml:trace contextRef="#ctx0" brushRef="#br0" timeOffset="560016.1585">25184 12354 174,'-20'-6'222,"0"4"19,1 2-66,0 0-42,-1 2-10,-6 4-3,7 4 11,-1 5 11,1-1 12,-7 8 11,6 1 1,0 6-6,1-4-19,5 4-26,2 0-27,5-3-24,7 0-23,7-1-13,-1 2-9,14-6-3,6-2-5,0-1-15,13-7-32,6 0-73,1-7-86,7-4-91,-2-4-108,8-4-43,-7-6 0,1-4 54,-2-1 74</inkml:trace>
  <inkml:trace contextRef="#ctx0" brushRef="#br0" timeOffset="560199.1779">25809 12348 125,'6'-2'301,"-12"2"33,6 0 35,-6 10-85,-7 5-37,6 4-32,-12 10-5,-1 4 8,0 4-8,1-1-18,-1 8-28,-6 0-30,14 0-41,-2-1-56,8-5-104,6 2-128,6-7-139,8-8-131,-2-6-64,2-5-20,-2-7 59,2-7 103</inkml:trace>
  <inkml:trace contextRef="#ctx0" brushRef="#br0" timeOffset="560436.1861">26246 12573 124,'7'3'316,"-1"-3"25,-6 8 14,-6-1-91,6 4-86,-7 4-76,-6 7-44,0 0-25,-7 3-12,0 4-8,-5 4-5,-1-3-1,0 3-23,-1-4-54,1-3-89,0-4-103,7-7-54,6-9-29,0-6 4,7-13 45</inkml:trace>
  <inkml:trace contextRef="#ctx0" brushRef="#br0" timeOffset="560763.1026">26579 12291 234,'12'-15'330,"8"3"19,-7 6 19,-1-2-113,-4 5-70,4 3-41,2 0-10,-8 3 6,7 5 0,-7 3-9,1 3-14,0 8-12,-7 4-20,0 3-22,-7 4-19,0 0-18,-5 1-10,5-5-6,-6 0-6,0-7 16,-1 0 31,8-8 43,-7 1 42,7-8 36,-1 0 25,7 1-1,-6-4-25,6 0-37,6-4-41,1 0-37,-1-8-27,13 4-14,1-3-5,0 1-8,-1 1-7,7 2-27,7 3-90,-7-4-149,7 4-154,-7 0-164,6 4-88,1-8-16,-1 4 63,-6-8 134</inkml:trace>
  <inkml:trace contextRef="#ctx0" brushRef="#br0" timeOffset="560942.0155">27236 12492 35,'6'4'385,"-12"0"60,6 0 44,0-2 32,-6 3-150,6-2-93,-6 4-61,-1 5-42,-6 5-34,0 2-27,-1 8-24,-4 4-26,4 3-29,-5 2-27,-1 1-82,0 0-131,8-4-154,-2-7-132,8-5-68,-1-13-27,7-8 53,7-12 115</inkml:trace>
  <inkml:trace contextRef="#ctx0" brushRef="#br0" timeOffset="561309.0523">27438 12301 381,'20'-14'490,"6"3"49,-7 4 49,1 0-66,-7-1-145,7 4-110,-1 1-63,1 3-40,0 0-41,-8 7-40,2 1-29,-2-1-19,-5 7-6,-1 4-10,-6 4-7,-6 3-5,-1 6-4,-5-2-8,-2 1-3,-6-5-4,8-3 1,-8-3-2,7-5 1,1 1 3,-2-8-1,8 3 4,-1-6-3,7 4 1,0-5 1,7 1 0,-1 3 7,8-3 2,-2 4 7,8-5 6,5 8 5,2-4 5,-1 9-1,0-7-1,0 7-6,-6 2-5,5 0-2,-11 1 0,-8 2 2,-6 1 0,-6 5 4,-14-2 1,-6 5-3,-7-1-15,1-4-28,-7-4-93,0-1-153,-1-9-171,8-8-142,-1-10-63,14-12-15,-7-14 70,13-11 138</inkml:trace>
  <inkml:trace contextRef="#ctx0" brushRef="#br0" timeOffset="561509.9863">27881 12162 99,'46'-7'410,"-7"3"73,-7 1 81,8 6 80,-1 6-138,0 4-86,-7 3-39,1 9-53,-7 4-69,-6 4-73,-7 8-57,0 6-51,-13 1-32,-6 7-21,-8 3-16,-6 1-15,1 3-58,0-3-156,0-5-196,-1-6-197,0-8-101,7-11-48,7-6 26,6-13 138,0-10 188</inkml:trace>
  <inkml:trace contextRef="#ctx0" brushRef="#br0" timeOffset="562026.9877">28859 12782 9,'-7'0'422,"7"2"100,-6-2 76,-1 0 65,-5 8-103,-2 0-100,-5 3-112,-7-1-87,-7 13-67,7-5-63,-6 8-63,-1-5-117,7 6-190,6-6-207,0 2-166,8-9-87,12-3-33,6-4 57,8-10 157</inkml:trace>
  <inkml:trace contextRef="#ctx0" brushRef="#br0" timeOffset="562320.4771">29869 12375 274,'-13'-7'373,"-7"-5"50,7 4 36,-6 2-105,-1 3-61,7-1-33,-7 8 12,1 3 23,6 3 30,-7 13 2,1 2-12,6 12-26,6 3-56,1 4-68,6 7-66,13 5-46,0-2-42,13-2-87,0-1-170,13-7-189,6-4-182,8-8-122,-1-5-50,0-8 37,-6-9 141,6-6 174</inkml:trace>
  <inkml:trace contextRef="#ctx0" brushRef="#br0" timeOffset="563008.106">30461 12385 100,'0'5'183,"0"-5"-15,8 0-14,-8 0 1,0 0 7,0 0 11,-8 0 15,8-5 25,0 5 16,-6 0 0,6 5-9,-6-2 3,-1 5 21,1 3 11,-1 7 3,-6 4 0,7 3 3,6 2-23,0 2-47,0 0-58,6-3-48,7 3-31,7-4-25,0-3-12,12 0-10,1-8-4,5-2-17,1-1-34,7-11-68,-1 0-99,-5-4-105,-1-6-92,0-2-60,-13 1-35,0-7 7,0 0 40,-6-7 43,-7-2 57,-7-6 59,1-3 58</inkml:trace>
  <inkml:trace contextRef="#ctx0" brushRef="#br0" timeOffset="563175.9431">30925 12368 51,'-7'-20'277,"-6"7"70,0 5 86,-7 1 18,8 7 20,-15 7 23,8 5 5,-8 9-15,1 4-51,1 12-81,-9 4-90,16 7-87,-9 3-74,7 0-95,14 0-187,0 0-233,6 1-230,6-8-120,8-8-53,-2-7 10,15-9 139,-1-11 210</inkml:trace>
  <inkml:trace contextRef="#ctx0" brushRef="#br0" timeOffset="563345.8434">31107 12804 508,'0'11'689,"-6"-5"88,-1 3 53,0 1-64,-5 1-208,-2 4-217,1 3-145,-6 7-93,6-2-75,-7-1-82,7 0-156,6-4-194,7-3-209,0-5-123,7-3-45,6-7 19,1-2 121,5-13 175</inkml:trace>
  <inkml:trace contextRef="#ctx0" brushRef="#br0" timeOffset="563611.7038">31589 12383 285,'13'-12'669,"-7"5"106,1-1 57,0 6 37,-7-4-200,6 12-222,-6-4-152,-6 10-78,6 5-33,-7 2-17,0 3-22,7 4-29,0-1-24,0 4-24,14 1-25,-8-1-22,7 2-9,7-2-5,-8-4-5,8-4-4,6 2-3,-13-5 2,7 0-1,0-2 2,-8-7 0,1 3 2,-6-1 0,0-5 2,-1-1-1,-6 2-2,-6 1-3,-8-1-4,-5 0-9,-7 1-19,0 2-43,-7-2-71,-6-1-132,7 1-196,-8-5-184,8-3-159,-1-7-49,7-1 22,7-9 107,-1-6 186</inkml:trace>
  <inkml:trace contextRef="#ctx0" brushRef="#br0" timeOffset="563795.5984">31628 12383 254,'20'-15'682,"-1"3"113,-5 2 64,-2 3 40,8-1-188,-7 0-262,7 2-193,-8 1-110,8 3-61,-1 2-49,1 0-61,0 0-104,-1 2-229,1 3-244,0-2-161,-8 0-75,8 1-7,-1 0 70,-5-4 211</inkml:trace>
  <inkml:trace contextRef="#ctx0" brushRef="#br0" timeOffset="564097.5853">32358 12075 413,'-6'-4'696,"6"1"78,-7-1 39,0 0 22,1 0-289,6 1-248,-7 3-142,7-5-74,-6 5-40,6 0-18,0 5-9,6-5-6,-6 7-2,7-3-1,-1 7-3,1-4 0,6 4-2,-7-4 0,8 5 12,-2-2 6,-5-3 9,6 5 8,0-2 2,1 1 2,-2 4-8,1-1-8,0 1-9,0 4-7,1 3 0,-2 0 5,2 0-3,-8 7-1,0-1 1,-6 7 1,-6 1-3,-7 0-2,-6 5 2,-1-1-1,-6 0-1,-7 5-2,0-9-5,-5 4-31,-8-3-68,0 0-153,7-4-161,-6-1-159,-2-2-157,9-5-59,5-7 20,1 1 130,5-8 147</inkml:trace>
  <inkml:trace contextRef="#ctx0" brushRef="#br0" timeOffset="564252.4955">32260 13115 535,'13'15'821,"1"-5"91,-8 1 31,0-7-44,1 3-424,-7-3-510,0-4-360,0 4-281,-7-4-139,-5 0-17,-8 0 64,0-4 178,7 4 175</inkml:trace>
  <inkml:trace contextRef="#ctx0" brushRef="#br0" timeOffset="566279.2667">13943 15877 145,'-6'-11'191,"6"4"7,-6-4-85,6-4-38,-7 1-11,7-1-3,0-3 6,0-1 3,-7-7 3,14 1-4,-7-4-6,0-8-9,7-2-4,-7-6 0,6-2 0,0-5 3,-6-3 9,8-3 19,-8-5 24,6 5 18,-6 0 14,6-2 8,-6 2 0,0 3-11,0-4-21,0 7-18,0 5-15,0 0-15,-6 7-13,6 3-12,0 0-7,0 8-13,0 3-7,0 5-4,0-2-3,0 5-3,0-1-5,0 1 2,0 3-2,0 1-1,0-1 2,0 4 0,0 0 1,6 5 1,-6-6-3,7 4 0,-7 5-2,6-1-1,1 0-1,6 4 1,-7 4 5,8 0 2,-2-1 2,8 5 2,-7-2 4,7 2 0,0-1 1,5 1-3,-5 0 2,6-5-2,-6 5-1,-1-6 1,7 3 0,-6-5-2,-8 0 3,8 0 1,-7 0 1,1 0 3,-2 0 3,-6-5 4,1 3-1,-7-6-1,7 5 2,-7-5-3,0-3 2,0 5 1,-7-2 2,7 0 7,-7 1 0,7-1-4,0 4-4,0 2-2,-6 2-5,6-5-8,0 5-3,0-3-1,0 3-3,0 0-6,0 0-1,6 0 2,-6 0 1,14 0-1,-1 0 3,0 0 2,12 3 0,2-3 1,5 5-1,1-5 1,13 0 2,-1 0 0,7-5-3,1 2 0,5-1 5,1 0-2,6 1 0,0-1-1,0 0 2,0 1 2,8-1-4,-2 1 0,-6-1 1,0 4-1,0 0 0,1 0-2,-15 4-3,2-1 0,-7 1 3,-1-1-1,-6 5-2,-7-1 3,1 0 3,-7 0 0,-6 1-1,0 3-2,-1-3 2,-6 0 0,6-2-3,-12 1-1,6 1-2,0-1 4,-6 1-2,6-1-2,-7-3 4,0 3 1,8-4 2,-8-3-2,-6 4 3,6-4-4,2 4-5,-8-4-2,0 0-7,6 0-16,-6 0-23,0-4-16,0 4-4,0-4-3,0 4 3,0-3 14,0 3 24,0-4 17,0 4 7,0 0 5,0 0-1,0 4 1,0-4-1,0 7 1,-6 0 2,6 9-1,0-2 4,-8 3 1,8 6 3,-6 6 6,6 1 7,0 7 5,-6 2 9,-1 6 3,7-2 1,-7 9 3,1 3 9,0 3 1,-1 1 7,1-1 6,-1 0 2,0-3-3,7-3-10,0-1-5,-6-4-13,12-2-9,-6-5-7,0-6-6,7-1-2,-7-4-5,7-7-1,-7 0 0,6-5-1,-6 3-2,0-5-2,0-1 1,0-3-4,0 0-9,0-4-12,0 0-22,0-3-28,0 3-46,0-3-53,-6 0-59,-1-4-51,0 0-42,1 0-37,0-4-33,-8 0-3,8-3 34,-7-4 48,-7 0 57</inkml:trace>
  <inkml:trace contextRef="#ctx0" brushRef="#br0" timeOffset="567017.5719">15038 14345 84,'-6'5'247,"6"-2"31,-7 1 9,7 0-37,-6-4-7,0 0 0,-1 0 31,-6-4 40,7 0 22,-2 1-13,2-5-16,0 1-22,-1-4-54,1-4-65,-1 0-52,0-7-29,1 1-20,6-13-14,0-3-9,0-2-1,0-9-4,0-3-6,6-7-6,-6-5-5,7-4-3,0-2-1,-7 0-4,6 7 1,1 3 1,-1 8 3,-6 3-3,6 7-6,-6 9 7,0 2 2,0 5 1,0 7 2,0-1-1,-6 4 0,6 1-4,-6 3-3,6 3-1,-7 1-6,1-3-4,6 5 1,-7-2-2,7 4-3,-7-1 1,7 0-1,0 0 1,-6 1-1,6-1-1,0 1 0,-6 3 1,6-4 2,0 4 3,0-3-4,0 3-4,0-4 5,0 4-9,-6 0-6,6 0-12,0 0-11,0 0-28,0 0-44,6 0-65,-6 4-85,0-4-74,0 3-77,0 4-64,6 0-55,-6 5-20,0-2 37,0 5 63,0-4 78</inkml:trace>
  <inkml:trace contextRef="#ctx0" brushRef="#br0" timeOffset="570292.3599">10399 11785 90,'-52'8'236,"0"-1"8,-13 7 3,-7 5-119,0 10-59,1 7-33,-1 16-17,-6 14-7,-1 7-5,8 11-4,-14 12-9,0 6 2,7 12 0,-7 3-1,1 7 4,6-3 1,-1 0 0,2-7 0,-2 0 2,8-1 1,-2-6-1,8-1 0,0-7 2,7-4-5,-1-7-3,7 0 0,6-5 2,0 6 2,8-2-2,-1 5 2,6 7 0,1-4 1,6 4-3,-1 4 1,7-1 2,1 1 0,6-4 1,0 0 0,0 0 1,6-7-4,1-5-2,6 1 0,-6-6 3,6-6 0,6-2 1,-6-5 4,6 0-1,1 1 0,6 2 0,0-1-2,7-1-2,6 2-2,0 3-1,-1-2 2,9 0 1,-2 4 0,7 0 0,0-4 1,0 0 1,1 0-3,5 0-1,1-7 0,-1-3-1,7-5 1,1-7 1,6-3 2,-1-4 2,7-4 1,7-7 3,-1 0 0,7-3-5,1-1 2,5-4-4,-5 0-1,6 2 1,-1-5 2,0 0 1,1-3 1,0-5-1,0 1 4,-1-8-2,-5-4 1,6-3-2,-8-8 2,8-2 6,-6-5 1,-2-6 4,8-5 5,0-3 6,0-8 7,0-4 4,6 1 4,-7-8-2,7 1 0,1-8 1,-7 0 0,6-7-3,0-1-2,-6-6 1,6-5 0,-6 2-2,-7-9-4,0-3-4,-6-1-2,0-2-2,-7-2-4,0 1-2,-6 1-3,-7 2-1,-7 5-1,1-1-3,-7 1 0,-6-1-4,-7 0-4,-7-3-1,-6-4 2,-6-7 0,-7-8-2,-7-7-1,-6-7-1,-6-15 0,-7-3 1,-7-7 0,-6-2 1,-1-6 2,-5 3 11,-1 2 8,-5-3-1,-8 5 1,0-4 2,1 5-2,-7-2-4,-1 6-6,1 3-2,-7-5-1,7 8-4,0 5-2,-7 6-4,7 2-3,-13 10-7,0 6-2,-1 8-3,-5 10-5,-1 10 0,0 4 0,-6 17 1,0 6 0,0 11 1,-1 11 0,1 12-8,0 10-25,6 12-29,0 10-35,8 11-44,4 15-43,8 11-46,14 11-32,-2 11 1,15 10 21,11 2 38</inkml:trace>
  <inkml:trace contextRef="#ctx0" brushRef="#br0" timeOffset="571122.1657">25503 13474 60,'-20'-8'278,"-12"-6"18,6-5 10,-7 2-59,0-10-112,1 6-50,6-4-14,0-2 8,7 2 20,6 0 30,-7 2 20,14 2 14,-2-2 3,8 5-7,8-4-8,-2 0-15,7 3 0,13-2 1,0 6 5,7-4 6,13 9-1,5-2-3,8 1-14,13 7-19,6 2-15,13 2-11,6 2-13,8 6-11,6 4-7,13-3-7,6 3-3,14 3-8,6-4-7,6 0-25,0 0-101,7 4-169,7 0-179,-8 2-170,-6-3-89,-6 3-29,-6-11 70,-14-9 153</inkml:trace>
  <inkml:trace contextRef="#ctx0" brushRef="#br0" timeOffset="571428.0794">30104 13287 594,'12'18'795,"-5"-11"100,0-3 54,-7-4 26,6 0-382,1 0-235,12 4-156,7-4-93,13 0-49,20-4-26,12 0-16,14 1-5,13-4 1,19-4 5,13 0 1,8-3 2,12-1 2,6 7-4,6 1-11,-12 3-34,0 11-43,-12 1-38,-8 6-35,-13 5-33,-19 3-37,-14-4-37,-6 1-50,-19-1-73,-13-3-91,-7 0-98,-7-5-93,-12 1-13,-1-7 46,-12-8 89,-7-7 117</inkml:trace>
  <inkml:trace contextRef="#ctx0" brushRef="#br0" timeOffset="571603.9806">32097 13448 111,'-19'29'837,"-13"-15"157,-15-5 80,-5-18 40,1 7 4,4-2-603,9 4-415,5 6-388,7 11-349,0 0-246,6 5-111,1 4-3,5-8 95,-11-3 214,-1-4 261</inkml:trace>
  <inkml:trace contextRef="#ctx0" brushRef="#br0" timeOffset="572630.6017">15155 12807 41,'-51'-15'163,"-8"-2"10,7-3-69,-7-1-32,0-1-12,1 4-8,-1-1-6,0 5-3,-6 3-2,7 3-3,-7 12-7,0 7-6,0 11-3,-8 11-2,8 14-3,-6 20-5,6 12-2,-7 21-4,-6 25-2,-1 13-4,2 24-3,-8 20 3,6 10 2,8 2 2,0 0-4,5-7 3,7-11 4,14-11-5,-1-12-2,13-6 2,8-4 3,5-4 10,20 0 7,6 0 7,14 8 4,13-4 2,19 3 1,13-10-10,6-5-7,14-10-7,13-10-2,-1-13 4,8-9 0,5-17-1,14-9 2,1-12 2,-1-15 6,6-13 9,6-16 11,8-14 13,-1-11 14,13-16 11,-6-6 8,0-11-3,6-8-1,1-6-6,-7-8-10,0-9-7,-7-5-7,0-12-8,-12-12-3,-7-5-4,-7-16-4,-7-7-6,-19-12-5,-12-6 0,-20-5-6,-20-5-6,-20-14-5,-19-9 4,-19-15-4,-27-11-9,-26-4 3,-19-3 2,-27 2 0,-12 12-9,-26 13 1,-6 15 7,-8 28-5,-6 20-5,-7 24-2,7 25 6,1 22 2,5 21-5,-6 23-3,0 15 2,13 17 4,1 15-1,6 19 0,6 17 1,19 16-3,7 11-10,26 7-48,13 11-60,20 3-77,20 1-112,19 10-69,13-3-26,13 4 23,7-8 49</inkml:trace>
  <inkml:trace contextRef="#ctx0" brushRef="#br0" timeOffset="572798.5047">16283 15158 507,'123'-32'677,"-30"-11"58,-22-2 27,-12-2-24,-1 6-496,-13 9-365,8 5-266,-8 13-193,1 7-99,-7 7-14,-7 0 104,-18 0 155</inkml:trace>
  <inkml:trace contextRef="#ctx0" brushRef="#br0" timeOffset="597194.1243">10809 13679 53,'-6'-11'178,"0"-3"11,-1 3-62,0-3-30,1 2-13,0-3-13,-1 0-8,0 1-6,1-1-8,-1-4-8,1 5-7,6-8-6,0 4-8,-6-8-5,6 0-3,0-3-2,0-3 0,0-1-2,6-9-2,-6 3-1,6-6-2,7-2-2,-6-1-3,6-3-2,7 0-8,-8-4-16,8 3-16,-1 2-17,-5 2-14,5 4-18,-6 3-20,-6 9-36,6 2-25,-13 8-7,0 5 5</inkml:trace>
  <inkml:trace contextRef="#ctx0" brushRef="#br0" timeOffset="601886.6041">4724 9293 25,'0'-14'157,"0"-1"8,0 5-57,-7-1-32,0 0-12,7 3 1,-6 4 1,6-3-1,-6 4-6,6-1-7,-7 1-6,0 3-9,1-4-7,6 4-5,-6 0 0,-1 0-4,7 0-3,0 4-5,-7-4-3,7 7-3,-6-4 0,6 4-2,-7 5 1,7-5-1,-6 8 2,6-1-2,0 1-3,0-1-2,6 1-2,1 0 0,-1-3-2,1-2 3,6-3 1,0 1 2,-6-4 3,5-2 2,2 3 2,-1-5 0,-1-5-1,2 5-1,-2-6-1,2 2-1,-1-3 1,0-5 0,-7 5-2,7-3-1,-7-2-1,2 5 2,-2-1-3,0 1-1,-6 0 0,7 3 0,0 1 1,-1 3-1,-6 0 0,13 0-1,-7 7 1,8 0 0,-2 5-1,2 2 1,-1 4 0,6-3 1,0 4-1,1-5 0,0 1 1,6-5 2,0 1 0,0-3-1,0-5 1,6 1 0,-5-8 0,5 1-13,1-5-17,-7-3-27,6 1-35,-5-9-32,-1 1-29,0-3-16,-7-6-5,1 1 6,0 1 22,-8-1 29</inkml:trace>
  <inkml:trace contextRef="#ctx0" brushRef="#br0" timeOffset="602213.0691">5519 9111 60,'6'-14'100,"0"-5"12,1 8 3,-7 0-5,0 8-9,0-1-13,0 0-18,0 0-16,0 8-9,0-4-3,-7 8 4,1-1 3,0 3 3,-1 9 3,-6-5 2,0 9-7,0-2-11,0 1-10,-1 4-7,2-3-5,-1-2-7,6-3-4,1 1-3,-1-9-2,1-3-7,6-3-7,0 1-8,0-5-11,6 0-13,1-9-15,-1 2-4,8-3-3,-8-5 2,6 3 9,2-2 13,-1-1 15,0 5 13,-6-1 9,5 3 6,-5 1 7,0 4 6,5 3 3,-5 0 4,6 3 3,-6 1 3,6 3-2,-7 1-4,7 2-1,1 1-3,5 0-4,-6 3-3,6-2-3,-5-1 0,5 0-3,0-4-1,1-4-6,-1-3-25,7 0-37,-6-7-46,-1 0-63,1-8-33,6-2-14,-6-6 18</inkml:trace>
  <inkml:trace contextRef="#ctx0" brushRef="#br0" timeOffset="602384.3287">6085 8990 82,'14'-12'153,"-2"5"-44,2 0-32,-8 4-21,7 3-14,-6 3-15,6 4-9,-7 4-7,7 4-5,-6 3-3,5-3-17,-4 4-43,4-1-55,-12 4-27,7-8-15</inkml:trace>
  <inkml:trace contextRef="#ctx0" brushRef="#br0" timeOffset="602545.2379">6190 9155 3,'-7'10'223,"0"1"13,-5 1 6,5 3-84,1 2-63,-8 2-44,8 3-23,-7 0-14,13 3-7,-7 1-7,7 0-18,0-1-41,7-6-64,0 0-58,-1-5-32,7-11-14,0-3 6</inkml:trace>
  <inkml:trace contextRef="#ctx0" brushRef="#br0" timeOffset="602914.1403">6640 8836 157,'0'-4'283,"0"0"12,0 8 7,-8 4-124,2 7-75,-7 2-32,0 5-5,0 8 4,1 3 8,-2 0 8,1 3 1,6 1-11,1-1-20,6-2-17,0-2-13,6 2-9,8-1-3,-2-8-1,8-3 0,6-4 1,1-3 1,-1-8-2,6-2-4,-7-5-3,9-5 0,-1-6-2,-7 0-1,6-7-3,-7 0 3,-5-4-1,7 1-1,-15-6 0,2 5-1,-8-3 1,-6 3 0,0-1 0,-6 6 1,-8-2 0,2 9 1,-8-2 1,1 9 2,5 6 0,-5 5 1,-1 3 1,0 7 0,8 3-2,6 8 0,-2 1 0,2 0 1,12 0-2,8-1-2,6-4-1,-1 0-16,13-3-42,1-2-34,6-6-17,7-3-34,0-5-69,5-1-54,1-5-32,7 0-8,-6-7-5,-2-1 25</inkml:trace>
  <inkml:trace contextRef="#ctx0" brushRef="#br0" timeOffset="603073.0452">7779 9276 188,'14'0'298,"-8"0"14,-6 3 9,7-3-131,-7 0-85,6 0-49,-6 4-28,0-4-14,0 0-14,-6 3-13,6 1-38,0-1-60,0 1-100,-7 7-54,7-3-23,0-5-6,-6 5 29</inkml:trace>
  <inkml:trace contextRef="#ctx0" brushRef="#br0" timeOffset="606044.2777">6685 9781 26,'0'-7'162,"0"0"8,0 3-64,-7 1-39,1 3-23,0-4-10,-2 4-8,2 0 6,0 0 7,-8 4 0,2-1 0,5 1 2,-6 3 6,0-4-3,1 5-4,-2-1-1,8 1-2,-8-5-3,8 5-8,-1-4-13,7-1-7,-6 4-3,6-3-3,0-1-1,6 5 0,1-4 0,-1 3 1,1 0 0,6-4-1,1 9 1,-2-4 0,8-1 0,-7 3 0,-1 2 0,2-5 1,-2 3 1,2 2-1,-8-1 0,1 0 0,-1 3 1,-6 1 0,-6 4 0,6-2-1,-13 5-1,-1-3 1,2 3 0,-8-4-1,1 0 1,-1-3 0,0-8 1,8 1 1,-8-2-1,1-6 1,5 0-4,2 0-1,5-2-2,-6 2 0,6-4-2,1 0 0,-1 4 3,7 0 0,0 0 2,0 0 0,0 4 0,7 0-2,-1 3 1,1 0 2,-1 8 0,8 0 2,-2-1 0,-5 4 0,6 4 1,-7 1-1,1 2-1,-1 0 0,-6 0-1,0 6 3,0-2 0,-13 3 0,7 2-14,-7-1-53,-6-4-92,5 4-49,1-7-26,-6-4-15</inkml:trace>
  <inkml:trace contextRef="#ctx0" brushRef="#br0" timeOffset="606873.0013">8523 9847 54,'-14'-11'195,"1"0"22,-6 1-53,6-2-28,-1 1-11,2-4-12,-1 5-13,0-1-8,6 3-7,-6 0-11,0 1-17,7 5-13,-8-3-12,8 5-12,0 5-7,-7 1-5,6 5-2,0 8-1,1 6 0,0 8 0,-2 3-1,2 9-1,0 2 0,6 4-2,-6 1-1,6-1 0,6-3-2,-6 0-1,6-5-1,0-2 0,2-4-3,-2-8-36,0-4-46,1-2-52,-7-6-82,0-5-50,-7-5-22,1-4 21</inkml:trace>
  <inkml:trace contextRef="#ctx0" brushRef="#br0" timeOffset="607059.6171">8079 10082 8,'6'-19'223,"2"1"23,4-1 20,1 2-78,7 2-40,0-4-30,6 1-17,-1 3-17,9 0-17,-2 1-16,1 3-18,6 3-11,-1 2-10,8 2-8,-7 4-6,7 0-18,-7 6-50,6 2-67,-5 4-93,-1-1-49,-7-5-22,1 3 2</inkml:trace>
  <inkml:trace contextRef="#ctx0" brushRef="#br0" timeOffset="607242.5131">9030 9723 16,'7'-19'264,"-7"9"40,0-2 33,0 1-54,0 4-73,7 3-49,-7 0-45,0 1-37,0 3-33,0 0-21,6 0-13,0 0-10,8 3-4,-1 5-20,0-4-59,0 7-74,-1 0-108,2-1-54,-1 1-27,-6 1 1,-7-2 50</inkml:trace>
  <inkml:trace contextRef="#ctx0" brushRef="#br0" timeOffset="607414.415">8965 9881 119,'-12'13'281,"-2"-1"30,8-1 26,-7-1-92,-1-1-62,8 1-45,-6 5-30,5-4-25,-6 7-27,6 1-23,1-2-14,-1 5-8,7-3-8,0 3-7,0-4-38,7 0-76,6-3-91,0 0-86,0-11-45,7-4-20,-1-8 24</inkml:trace>
  <inkml:trace contextRef="#ctx0" brushRef="#br0" timeOffset="607716.5694">9337 9921 65,'0'3'237,"-7"4"13,1 1 5,-1 3-99,-12 0-64,6 7-29,-7-3-16,1 2-8,-1-2-4,8-1-7,-2-2-9,1-4-9,6-5-4,7 1-5,0-4-2,0 0 0,7-7-1,6-5-1,1 2 2,-2-5-1,8 3 1,-7 2 1,-1-1 0,2 0 0,-1 4 3,0 0 4,0 3 11,-7 0 12,8 0 9,-8 4 7,7 0 5,-6 0 4,5 4-3,2 4-7,-1-1-6,-1 3-8,2 2-4,5 3-11,1 2-10,0-3-25,-8 9-55,14-4-71,-6-1-88,-1 0-62,1 0-31,0-3 4,5-5 41</inkml:trace>
  <inkml:trace contextRef="#ctx0" brushRef="#br0" timeOffset="608065.2099">9891 10096 83,'0'-10'211,"-6"-2"20,-8 5-40,8 0-41,-7-1-22,0 4-13,0 4-13,-7 0-8,7 8-13,-6-4-9,6 7-14,-7 0-15,6 0-11,2 3-12,6 1-7,-1 3-4,0-3-3,14-1-2,-7-2-2,13-1 4,-1 0 0,8-8-3,7-3 1,-1-8-1,0-2 0,0-5-3,-1-3-2,2-5 0,-1 2-2,0-4 0,-6-1-1,-1-3 2,1-1 2,0-3 1,-8 1-1,1 2 1,-6 0 11,-1 8 24,1 0 30,-1 5 27,-6 2 23,6 4 16,-6 7 3,0 0-18,-6 8-27,6 7-23,-6 8-20,6 6-16,-7 11-13,7 1-16,0 7-45,7 0-88,-1 0-114,8-3-123,-2-2-65,2 2-27,5-9 22,1-2 76</inkml:trace>
  <inkml:trace contextRef="#ctx0" brushRef="#br0" timeOffset="608554.8699">11136 9890 2,'0'-14'264,"0"3"47,0 0 40,-7 1-44,7 2-61,-7 8-47,1-4-45,-1 8-42,1 4-38,-8 6-29,-5 4-19,6 8-11,-6 3-7,5 5-6,2-2-2,-2 2-2,8-5-4,0 0-14,-1-3-43,7-5-51,0-2-60,0-5-51,0-2-48,0-5-55,-7-3 6,7-8 34,-6-3 47</inkml:trace>
  <inkml:trace contextRef="#ctx0" brushRef="#br0" timeOffset="608747.0348">10966 9939 45,'0'-15'235,"0"4"16,0 4-11,6-1-66,-6 0-53,7 6-39,0 2-21,-1-4-10,7 4-6,6 4-6,1-2-6,6 2-8,7 4-6,0 3-8,-1 0-8,7 4-31,-7-1-54,8 5-76,-1 3-73,-7-5-40,1 3-16,-7-6 15</inkml:trace>
  <inkml:trace contextRef="#ctx0" brushRef="#br0" timeOffset="609123.6056">11578 10071 165,'-13'0'268,"1"0"22,-2 3-20,2 1-73,-2 4-50,-5 2-35,5 5-23,2-1-16,-2 1-15,2 4-12,5 3-11,0-5-7,1 2-8,6-1-5,13-2-5,-6-2-3,5-3-1,8 0-2,6-8-1,-7 1-4,15-8-8,-9 1-11,1-8-14,7 0-9,-7-3-7,-6-5-3,6 4 7,-7 1 9,-5-5 13,4 8 12,-10-3 16,4 6 17,-5-3 15,0 7 14,-1 0 12,-6 2 7,7-3-2,-7 5-7,0 5-11,6-3-7,-6 6-8,6-1-3,1 5 0,0-2-1,-1 5-2,7-4-3,0 0-4,0 0-2,7 0-5,0-4-2,-1-3 1,7 0-1,-6-4 1,-1 0-1,0-8 1,1 5-3,-7-8 0,1 0-3,-2-4-1,-6 1-11,1-6-37,0 3-51,-7 3-64,0-1-64,0 0-68,-7 8-70,7 0-8,-7-1 26,7 8 52</inkml:trace>
  <inkml:trace contextRef="#ctx0" brushRef="#br0" timeOffset="609446.9671">12328 10107 217,'-7'4'299,"1"-4"30,-8 4-8,2-1-80,-2 4-53,2 4-27,-1 0-13,-1 3-15,2 6-19,-2-3-16,8-1-15,6 2-17,0 1-20,6-2-14,8-3-9,-2-2-5,8-5-5,7 1-4,-2-8-4,1-4-1,0-7-2,7-1-1,-7-5-1,-6-2 0,-1 1 0,-6-4 0,-6 0 0,-1-1 1,-6 2 1,-6-1-1,-7 4 0,-1 4 0,2 2-2,-8 5-4,7 3-11,0 4-13,-6 4-32,5 3-45,8 5-51,-7-2-61,6 9-55,7-4-84,0-1-22,7 1 18,0-1 37,-1-3 56</inkml:trace>
  <inkml:trace contextRef="#ctx0" brushRef="#br0" timeOffset="609714.6168">13357 9913 45,'7'-7'234,"-7"-1"21,0 4 26,-7 0-78,1 4-28,-8 4 1,2 0 18,-1 8 26,0 2 22,-7 8 10,7 7-2,-7 7-12,8 9-19,-8 2-29,7 9-39,-1 6-32,2-1-28,6 6-31,6-1-27,0-5-42,6-5-75,0-5-90,8-6-95,-8-9-92,7-7-88,7-7-83,-8-7 6,2-12 56,-8-6 74,7-9 82</inkml:trace>
  <inkml:trace contextRef="#ctx0" brushRef="#br0" timeOffset="610302.375">13370 9931 124,'13'-10'317,"0"-1"24,-6 3 25,6 0-57,0 4-90,-6 4-54,5-2-26,1 2-5,1 0-9,-2 2-19,2 2-20,5 4-15,-12 0-11,6 6-16,-1-2-11,-4 5-6,-8 2-7,0-1-6,-8 3-5,2 6-4,-13-5-9,-1 0-2,0-1-1,1 1-1,-7-7 0,6 0 4,1-4 4,-1-4-5,7 1-15,7-8-14,-1 0-9,7-5-7,7-2-4,6-1 2,0-2 15,7-1 15,-1 1 9,0 2 6,8 1 5,-1-1 2,0 4-1,-1-3 2,2 4 0,-1 3 4,-6-4 1,-1 4 2,0 0 2,1 4 2,-1-4 1,-5 0-2,-2 3 0,2-3 2,-8 4 2,1-4 6,-1 3 7,1 1 5,0 4 6,-1-1 3,0 3-1,0 5-5,8-1-9,-1 1-5,0 4-5,6-4-5,1-1-4,0 1-1,5-3 0,1-6-1,7-2 1,-1-4-4,2-4-2,-9-2 0,1-6 5,-6-3-3,0-3-4,-14-4 3,1-1-1,-7 2 4,-7-1-6,-6 0 2,0 0 3,-7 4 0,-6 0 3,1 3-1,-9 7 1,2 2 0,-1 6-3,7 2-2,-6 6 0,-1 4-4,7 2-4,7 1-19,-1-1-39,14 1-68,0-1-81,6 1-81,6-1-87,6-2-59,2-1 0,5-5 48,7 2 68</inkml:trace>
  <inkml:trace contextRef="#ctx0" brushRef="#br0" timeOffset="610515.6283">14439 9890 192,'0'-6'392,"7"3"54,-7-2 43,0 2-55,0-1-108,0 4-87,0-4-62,6 4-50,-6 4-36,6-4-32,8 4-21,-2-1-9,8 5-14,-1-2-48,1 6-93,0-1-101,6 0-105,-7 1-121,-5-2-59,5 1 9,-12 0 69,-1-4 89</inkml:trace>
  <inkml:trace contextRef="#ctx0" brushRef="#br0" timeOffset="610696.5204">14511 10056 116,'-20'11'331,"1"0"49,5 4 46,-5-5-28,-1 5-72,8 3-43,-8 1-26,0-1-34,7 1-41,0-1-45,0 0-46,7 0-38,0 1-44,-2-4-94,8-1-117,8-3-122,-2 0-136,0-8-72,7-6-21,7-1 57,-7-7 102</inkml:trace>
  <inkml:trace contextRef="#ctx0" brushRef="#br0" timeOffset="610983.4824">14699 10136 109,'7'4'295,"-7"0"25,0 3 19,-7 1-79,1-1-77,-7 3-48,6 2-26,-5-5-19,-1 4-16,6-3-16,-6-1-13,7-4-16,6 1-14,-8-4-9,8 0-15,8-4-17,-2-3-18,0-4-12,8 0-4,-8 0-1,7 0 8,-7 4 12,1 0 18,0-1 16,-1 4 20,0 1 18,1-1 20,-7 4 22,7 0 32,-7 4 34,6-1 16,1 5 3,-7 3-9,6-1-17,1 2-31,6-2-37,-7 6-28,8-2-21,5-3-33,0 1-68,1-6-86,6-2-91,-7 0-101,8-4-89,5-4-25,-6-6 38,1-2 68</inkml:trace>
  <inkml:trace contextRef="#ctx0" brushRef="#br0" timeOffset="611177.3734">15260 9854 244,'-13'-3'355,"-6"-1"47,5 8 42,-5 3-101,-7 4-70,6 8-46,-6 3-26,0 7-31,-7 0-37,14 7-30,-7 0-27,13 2-27,-6-1-28,11-1-45,8-6-79,0-5-79,8-3-84,-8 1-82,12-13-101,-5-3-29,6-7 39,-7-3 58,1-5 72</inkml:trace>
  <inkml:trace contextRef="#ctx0" brushRef="#br0" timeOffset="611342.281">15013 10040 82,'-14'-14'329,"8"3"67,-8 0 57,8 1-45,0 2-83,-1 4-71,7 1-64,0-1-65,7 1-56,-1 3-34,8 0-44,5 0-81,7 3-102,6 1-105,1-1-107,7-3-56,-2 4-3,1 0 57,0-4 89</inkml:trace>
  <inkml:trace contextRef="#ctx0" brushRef="#br0" timeOffset="611574.1465">15677 10086 274,'-13'14'326,"0"1"54,0 0-3,-6-1-64,-1 1-25,-6-1-15,6 5-19,1-8-37,5 3-36,2-3-32,12 0-34,-7 1-32,14 2-28,-7-3-16,12 0-13,2 3-7,5-3-4,1 1-4,0 2-4,-1-3-4,7 0-1,-6 1-3,-8-2-2,8 5 4,-7-4-2,-13-1 3,7 2 2,-14 2 2,-6-2 0,0 2-9,-13 1-37,0-1-87,0 1-118,-7-5-131,7-2-128,0-1-61,0-3 5,7-8 66,5 1 107</inkml:trace>
  <inkml:trace contextRef="#ctx0" brushRef="#br0" timeOffset="614872.2003">16596 9752 3,'-6'-15'220,"-8"1"28,8 2 19,-8 1-85,8 5-38,0 2-26,-1-1-25,1 2-24,-1 6-18,0 2-13,1 5-9,0 9-7,0 2 1,-2 6 3,2 2 2,0 4 2,6 7-1,-7 1-5,0 2-5,7 1-5,-6-1-5,-1-1-5,1-2-2,6-7 0,0-4-2,-6-3 1,6-8 2,0-3 1,0-5 2,-8-2 0,8-4 1,0-4 0,0-4-3,0-4 0,0-2-2,0-9 0,0 1-2,8-4-2,-8-1 1,6 6 0,0-5-1,1 3 1,-1 5 0,8-1 1,-8 4 1,8 0 2,-2 4 4,8 0 0,-7 3 2,7 4 3,-2 0 1,2 4-1,0 3-2,-1 4-1,-5 0-1,-2 0-4,-5 7 0,-7-3-1,0 4-3,-7-2 2,-5 5-1,-8-3 2,0 3-2,-5-4-1,-9-3 0,9-1 0,-1 1 0,-7-7-1,13-1 1,0-4-3,2-3-13,10-3-24,2-8-26,6 0-27,6-1-28,8-2-22,-8-1-6,14 1 1,-7 2 6,7-2 12,0 3 15,-2-1 18,2 6 21,-1-5 22,1 3 21,6 4 26,-13-3 25,7 4 13,-8 3 17,2-4 15,-1 4 14,-7 4 8,8-4 5,-8 0 8,0 0 1,1 3 5,6-3-2,-7 0-2,8 5-7,-1-5-7,-1 0-12,8 0-14,0-5-15,6 2-15,7-4-10,-7-1-7,6 1-5,1-4-3,-1 0-3,-5-4-2,-1 0 0,-7 5-1,1-5-2,-14 3-1,0-2 0,-6 3 0,-6-3-2,-14 7 2,7-5 1,-13 9 2,0 3-2,-6 0 2,5 3 1,-5 9 1,-1-5 5,7 7 6,0 4 8,1 1 3,5 3 3,0 0-2,7 4-3,0-4-4,6 3-8,7-4-2,7 2-3,0-4 1,6-1-1,6-4-2,0-3-2,8-4-7,5 1-25,-6-4-39,13-4-51,-5 0-52,4-8-56,-5 2-67,6-6-17,0-3 17,0-3 40</inkml:trace>
  <inkml:trace contextRef="#ctx0" brushRef="#br0" timeOffset="615051.0972">17482 9910 225,'6'-12'276,"1"4"30,-7 6-54,-7 2-47,1 2-41,0 6-26,-8 4-24,2 5-21,-8 6-14,1 2-14,-1 9-14,0-3-11,7 3-11,-7-5-8,14 0-15,-7-2-13,13-10-45,-7 2-63,7-8-80,0-3-104,0-5-52,0-6-22,0-5 26,-6-3 53</inkml:trace>
  <inkml:trace contextRef="#ctx0" brushRef="#br0" timeOffset="615220.9995">17253 9990 40,'0'-11'280,"0"0"30,0 0 25,8 4-52,-2 3-57,0 0-47,1 1-13,6 0 1,6 3-3,-5 3-9,5 0-22,1 1-19,-1 7-28,8-3-31,-2 2-29,1 5-26,7-1-53,-1 1-103,1 0-114,0-4-124,0 4-59,-1-8-23,1 0 28,-14 1 85</inkml:trace>
  <inkml:trace contextRef="#ctx0" brushRef="#br0" timeOffset="615640.0093">17794 10067 149,'-12'7'292,"-2"-3"39,2 0 43,-8 3-93,7 0-51,0 4-26,-6 4-7,5-1-8,-5 9-21,-1-6-20,8 10-18,-2-6-23,1 1-30,7 0-28,6-3-22,6-5-18,7 1-14,1-5-20,5-6-44,7-4-57,6-4-51,-6-3-44,7-3-26,-7-2-10,0-5 29,1 2 46,-9 1 50,2-5 43,-7 8 40,1-4 35,-2 7 34,-4-2 24,-2 6 19,-6-4 14,6 8 7,-6-3-1,0 6-6,-6 2-7,6 2-5,0 0-5,-6 8-6,6-1-5,0 1-10,0-1-4,6 5-5,0-4-4,0-1 0,8 1 2,-1-5 5,7-1 0,6-6 2,-7 1 1,7-8-2,0-4-7,-6-3-7,5-3-6,-5-4-5,-7-1-4,0 2-2,0-6 0,-6 1-4,-7 0-2,-7-1-9,7 6-18,-13-2-34,7 9-56,-8-2-61,8 9-69,-7 3-89,0 3-35,7 9 9,-1-5 40</inkml:trace>
  <inkml:trace contextRef="#ctx0" brushRef="#br0" timeOffset="616330.5866">18179 10401 109,'0'10'273,"0"-3"31,7 1 28,-1-1-82,-6-3-57,13-1-31,-6 4-15,5-7-18,2 0-21,5 0-22,1-3-24,0-4-19,6 0-13,-7-5-12,1 2-10,0-5-12,-1 0-11,-6-3-10,0 0-11,-7 0-3,-6-1-3,0 1 5,-6-1 9,-7 2 10,0 1 10,0 5 5,-7 1 7,0 6 8,7 0 10,-6 8 11,0 0 16,-1 6 16,0 1 17,7 5 17,1 1 10,-2 2 1,1 3-7,7-1-14,6 4-13,6-2-16,1-4-14,5-1-6,2 0-7,12-7-5,0 1 0,7-6-6,-8-2-4,15 0-7,-8-8-1,1 0-2,6 1-7,0-9-7,-6 5-7,6-3-8,-7-2-11,-5-3-20,5 1-13,-13-1-8,1 1-2,0-4 1,-8 0 12,-12 3 14,7 0 16,-14 1 12,1-1 9,0 3 5,-14 5 1,7 0 3,0 3 1,-6 4 3,-1 0 4,7 4 5,-7 3 4,7 4 8,-6 0 8,5 3 6,2 1 1,5 4-2,7 0 5,0-1 1,0 1 0,13-2-6,-7-3-1,14 1 0,-7 0-5,13-4-9,-6-4-6,6 1-2,0-5 1,0 1-4,0-8-2,0 1 0,0 0-3,-6-6-2,6 2-4,-7-3 0,-5-2-5,-2-3-5,2 5-3,-8-9-15,7 5-8,-13-1-5,6 0 0,-6 4 2,0 1 7,0 2 13,0 4 8,0 4 9,0 0 6,0 4 3,0 4 2,0-1 2,0 3 2,0 2 0,7 3-5,-7-4-1,7-1-3,-1 5-6,7-3-24,-6-2-80,6 1-86,-7 0-88,7-4-129,0 4-62,-7-3-15,8-5 60,-1 1 76</inkml:trace>
  <inkml:trace contextRef="#ctx0" brushRef="#br0" timeOffset="617007.6877">19144 10257 116,'-7'0'234,"0"0"36,1 0-36,0 0-13,-1 0-2,0 0 1,1 0 2,-1 4 7,1 0-5,-7-1-7,0 9-13,-1-2-22,2 9-20,-8 2-29,1 2-25,-1 6-26,0-3-17,1 3-13,6-4-18,-6-2-15,5-1-6,8-7-5,-1-1-8,7-3-3,0 0-1,0-8 2,7 1 0,-1-8 1,8-3 3,-2-4 3,2 0-3,-1-3-2,6-1-1,-6 0-2,0-3-1,0 4-3,0-5 3,-6 4 0,6 1 4,-7 3-1,8 0 1,-8-1 0,0 5 4,1 0 13,-1 2 9,1 3 20,-1 2 13,1 0 5,-1 7 15,1-3 6,0 6-4,5 2-14,2 3-14,-8 2-1,7 2-17,0 0-21,6-1-9,-5 1-39,5 2-87,1-3-127,-8 1-126,8-5-118,0 4-124,-1-4-32,1-2 50,0-4 105,-8-5 115</inkml:trace>
  <inkml:trace contextRef="#ctx0" brushRef="#br0" timeOffset="617797.5822">20089 10184 81,'0'-3'245,"0"3"11,-14-5 7,8 5-109,-14-3-68,7-1-31,-7 1-8,-5-2 8,-1 3 21,6-2 34,-6 4 30,0-4 9,7 4-1,5 0-11,1 4-23,0 0-35,6-2-32,1 6-21,6 4-12,0-1-6,6 3-3,8-3-3,-1 4 1,-1-1 1,8 1 0,0 0 1,6-4 6,-7 3 10,1 1 12,0-1 24,-1 1 21,1 4 18,-8 3 15,8 0 14,-7 0 5,-6 4-4,0 3-10,-1-4-12,-6 1-18,-6 3-18,-1-3-18,-6-5-19,0 6-10,-1-9-6,-4 0-1,-2 0-2,7-7 3,-7-3-1,7-5 0,0-6 1,7-5-4,-1-3-4,0-7-5,14-4-14,-7-3-11,7-6-22,-1-1-20,7-1-13,0 0-4,-7 4 6,8 3 9,-1 0 18,-1 9 18,2-2 14,5 1 9,-6 3 5,7 4 1,-1-1 2,1 2 3,-1 3 2,7-5-2,-6 5-3,6-1 1,0-2 3,-7 3-2,8-1-4,-1 2 1,0-2 1,0 0-2,-7 1 0,1 3 1,-6-3 4,-2 4 11,1-5 19,-6 5 29,-1-2 30,-6 5 25,7-3 18,-7 3 4,0 0-10,0 0-20,-7 0-25,7 8-19,-13 3-7,7 3-8,-7 4 3,-1 4 3,2 0 5,-2 7-2,2-3-10,-1 3-5,6-6-11,0-2-7,1-6-15,0-1-5,6-2 7,-8-1 1,8-7 5,8-4 1,-8-8 5,6-2-3,7-6-7,-6-2-4,6-1-8,-7-2-2,7-6-7,0 2 2,1 4 2,-8-1-1,7 3 1,6 2 0,-6-2 0,1 4 0,5 4-3,0 0-4,1 4-12,-1 0-34,7 2-62,1 2-102,-1-1-124,6 4-127,-5 4-108,5-1-91,7 2-1,-7 2 65,1-3 107,-1-1 120</inkml:trace>
  <inkml:trace contextRef="#ctx0" brushRef="#br0" timeOffset="618096.4415">21072 10235 137,'-6'0'342,"-14"-3"36,7-1 20,0 4-74,-6-4-104,-1 4-73,7 0-42,-7 4-5,8 0 14,-8 3 29,0 0 32,1 8 26,5 0 10,-4-1-11,4 8-26,8-4-37,-1 1-38,1 4-35,6-6-25,0 2-20,13-5-6,-7-3-4,8 0-3,4-4-2,2-7 0,0 0 1,-1-4 0,7-6 1,-6-1 2,-1 0-5,1-7 1,-7 3-1,-6-3-2,-1-1-1,1 0-3,-7 5 2,-7-1 1,1 5 2,-1-1 1,-6 3-1,0 5 2,-6 6-2,6 1-4,-1 4-9,2-1-46,4 7-103,2-3-121,6 3-110,0 2-111,14-5-88,-2 3-4,2-7 76,5 5 106</inkml:trace>
  <inkml:trace contextRef="#ctx0" brushRef="#br0" timeOffset="618672.2765">21268 10349 231,'6'-7'340,"-6"3"52,7-4 5,-7 4-65,0 2-49,-7-3-32,1 5-25,-1 5-11,0-5-5,-5 6-13,6 2-16,-2 3-20,-4 0-28,12 3-35,-7 1-32,14-1-24,-7 1-17,12 0-9,2-1-4,-2-2-5,8-1-6,7-5 0,-1-1-3,-7-5-5,13 0-5,-6-5-1,1-1 0,-1-2 0,-7 2 2,1-6 9,-7 1-3,0 0 2,-1 4 2,-4-5 5,-2 6 3,0-2 3,-6 1 12,0 3 4,0 0 2,-6 4 1,0 0 2,-2 4 4,-4 4-7,6-1 0,-8 3 0,8 5-6,6 0-5,-7-1-11,14 5-5,-1-4-8,1-3-9,6 2-5,-1-7-11,8 1-16,0-6-21,-7-2-15,13-2-15,-6-2-6,-1-7 13,1 3 8,0-3 20,-8-3 20,8 2 20,-1-3 13,-5 1 2,-2 3 9,2-3 4,-1-1 4,-7 0 10,7 4 9,-6-1 10,-1 2 12,0 3 11,2-1 5,-8 4 3,6 2-3,-6 2 2,0 0-4,-6 2-4,6 7 1,-8 1-2,2 5 4,0 7 1,-1-1 7,0 9 2,1-1 1,0 8-1,-1 3-8,7 1-12,-6 3-17,-1 4-11,7-2-13,-7 0-8,7-3-7,0 1-2,-6-8-5,6 1-21,0-4-39,-6-7-69,6-1-90,-8-3-99,8-3-101,-6-8-93,6-4-86,0-7-1,0-3 55,0-12 80,0-4 94</inkml:trace>
  <inkml:trace contextRef="#ctx0" brushRef="#br0" timeOffset="618910.6279">21828 10411 57,'6'-8'316,"-6"2"26,8 2 25,-2 0-25,7 1-95,0 3-52,0 0-1,-1 3 21,8-3 23,0 8 15,-1-4-1,-5 3-19,5 0-32,-6 0-41,0 4-41,-6 0-37,-1 4-31,1-4-22,-14 4-11,1-5-9,-8 5-9,2-1-14,-8-2-25,7-5-64,0 1-101,0-1-114,7-7-106,6-4-88,0-3-67,6-8 13,7 5 72,-7-5 100</inkml:trace>
  <inkml:trace contextRef="#ctx0" brushRef="#br0" timeOffset="619171.479">22108 10418 70,'14'-7'229,"-2"-1"39,2 6-9,-2-2 6,-5 0 16,-1 0 24,1 4 21,-7-3 15,7 3-4,-7 0-28,0 0-47,0 3-55,0 1-52,0 4-51,-7 2-42,7 1-26,-7 4-12,7-1-10,7 5-7,-7-1-3,7 1-2,5-2-2,2-2-3,-2 4 0,2-1-2,5-3 2,-5 0 5,4-1 2,-4-3 0,5 1 12,-12-2 18,6-3 20,-7 1 28,-6-1 19,0-3 12,0-1-4,-12 4-17,-2 1-27,-5-1-60,-1 4-147,-6-3-214,0-1-232,0 4-116,0-3-59,6-5-4,-6 1 108,14-4 194</inkml:trace>
  <inkml:trace contextRef="#ctx0" brushRef="#br0" timeOffset="619383.5584">22375 10858 440,'0'4'673,"0"-1"58,0-6-39,-6 3-196,6 0-559,-6 0-348,-2 0-187,2-4-95,-6 0 23,-2 4 185</inkml:trace>
  <inkml:trace contextRef="#ctx0" brushRef="#br0" timeOffset="620334.5053">11239 10606 128,'-26'-15'184,"1"4"-27,-1-4-36,6 4-20,0 0-20,1 4-13,5 0-20,8 2-16,-7 3-14,6-2-7,7 0-5,-6 4-4,6-4-1,0 4 0,0 0-1,0 0 0,13 0 0,0 4 0,7-4 1,6 4 1,-1-4 0,15 4 1,-1-2 1,7-2-2,6 5 1,6-2 1,7-3 0,8 4 0,4-4 2,2 0 1,6 0-5,6 3 3,0-3-2,0 4 5,1-4 2,-1 0 1,13-4 1,-7 4 0,2-3 0,-2 3-4,7-4-2,-6 4-1,-7 0 1,7 0 1,-6 0-1,-1 0 0,0 4 0,0-4 0,0 7-3,-7-7-2,1 8 1,-6-5-1,-2-3 1,2 4 2,-8-4 0,2 0 4,-2 0 1,-6 0 1,0 0 2,1-4-1,-1 4 0,-6 0-3,-2 0-1,2 4 0,0-1 1,-7-3 3,1 4-1,-1-1 3,-7 1-1,8 0 1,-8 3-1,-5-3-3,5 0-2,-6-1 0,0 0-1,-6 2-2,-7-1-1,-1-1-1,1-3 1,-6 0 1,-7 3-2,1-3-2,-2-3-1,-6 3-20,2 0-40,-2 0-52,0-3-76,1 3-50,-7-4-26,6-1 3</inkml:trace>
  <inkml:trace contextRef="#ctx0" brushRef="#br0" timeOffset="621405.6856">16882 10839 214,'7'4'248,"-7"-4"18,7 5-70,-7-5-63,0 0-34,0 0-26,6 0-16,-6 0-7,6-5-2,1 1 3,-1 4 3,1-3 5,0 0 4,-1-1-2,8 4-7,-8-4-8,7 4-8,0 0-9,0 0-10,-1 0-5,8 4-2,0-4-3,-7 4-2,13-1-1,-6-3-1,6 3 0,-1 1-3,8-4 0,-7 0 0,6 5-1,1-5 0,0 0 5,0 0 8,6 0 9,0 0 6,-1 0 2,9 0 5,-2 0-3,1 0-6,6 0-7,0 0-6,6 0-2,1 3-6,0-3-3,6 0-3,1 3 0,-1-3 0,6 0 1,-6 4 0,0-4 1,0 0 0,7 4 2,-7-4-1,0 3-2,0-3-1,0 4 0,1-4-1,-1 0 1,-6 0-2,0-4 0,-1 4 1,0-3 1,1-1 0,-7 0 0,1 1 2,-2 0 0,-5-2-1,-1 5-1,2-4 1,-9 4 0,2-3 2,-1 3 8,0 3 9,-7-3 3,8 0 3,-7 4 3,5 1-1,1-5-7,0 0-8,1-5-4,-1 5-4,7-4-2,-1 1-1,1-4-1,5 3 0,-4-3 5,4 3-2,-5 0-1,6 1-1,0 3 2,0 0-4,1 0-3,-1 3 2,-7-3 1,8 4 0,-8 4-2,7-5 2,-7 5-1,1-2-1,-7 3 1,7-6-1,-1 4 1,-5 0 3,5 1 3,-6-4 1,1 4 1,-8-6 6,7 2 10,-6 4 16,6-5 10,-7 1 11,8 0 7,-8 0 7,1-1-2,-1 4-14,1-3-7,-1-1-7,1 1-7,-7 0-10,0 0-7,7-1-2,-7 1-5,0 0-3,0-1-1,-7 0-1,8-3-1,-8 4-3,8 0 1,-8 0 1,0 3 1,0-3 0,1 3 2,-6-3 4,5 3 1,-6-3 1,0 3 1,1-4 3,-2 1 1,-5 0 3,6 0 3,0-1 5,-7 2 2,0-5 1,8 0-3,-8 2-2,1-2-5,0 0-8,-7 0-4,6 0-2,-6 0-1,6 0 2,-6 0 2,7 0 4,-7 0 3,0 0 0,0 0 0,0 0-6,0 0 2,6 0-6,-6-2-4,0 2-19,-6 0-56,6 0-95,0-5-111,-7 2-120,1-1-137,0 0-56,-14 0 16,-6 1 75,-7-4 97</inkml:trace>
  <inkml:trace contextRef="#ctx0" brushRef="#br0" timeOffset="635910.3378">22969 10130 91,'6'-5'263,"-12"2"20,6 3 13,-8 0-107,2 8-55,0-2-38,-7 2-20,0 7-5,0-1 5,-1 5 3,-4-1-2,4 0-6,1 0-11,0 1-16,6 3-18,1-8-14,0 4-34,0-2-62,6-2-70,-8-3-81,8-4-77,0 0-37,0-7 2,0-7 48</inkml:trace>
  <inkml:trace contextRef="#ctx0" brushRef="#br0" timeOffset="636131.0239">22760 10195 140,'-6'-14'298,"-2"6"29,2-4 7,0 10-107,6-2-58,0 0-47,0 4-27,6 0-11,0 4 1,8 2 8,-1 2 0,7-1-4,0 5-18,5-5-16,1 8-19,6-4-23,1 3-50,-1 2-83,1 1-88,7 2-111,-8-5-67,1 1-31,-1-5 22,-6-1 65</inkml:trace>
  <inkml:trace contextRef="#ctx0" brushRef="#br0" timeOffset="636868.6354">23516 10063 132,'0'-11'328,"-7"-1"41,0 6 34,1-2-70,-6 5-77,-2 3-55,-5 3-34,-1 2-12,0 4-6,-6 11-5,1-2-13,-1 4-7,6 0-15,-6 0-28,7 3-27,5-2-18,1-5-21,6 0-14,7-3-19,7-5-24,0 2-42,5-9-41,8-3-27,-7-3-22,13-1-4,-6-6 6,0 2 33,-1-3 35,-6 0 30,6 4 26,-5-4 17,-2 3 13,-5 5 10,0-5 7,6 5 8,-13 3 9,6-5 11,0 10 15,2-5 12,-2 7 9,0-3 2,0 2 4,8 2-5,-1 0-9,0-1-9,0 0-9,7 4-8,5-7-10,-5 4-7,6-6-5,0-2-4,0 0-2,1 0-1,-8-2-3,1-3-4,-2-2-6,2 0-7,-6-1-15,-8-2-13,1-1-8,-7 0 0,0 0 4,-7 3 6,-6 1 11,6 0 16,-5 3 10,-2 4 6,2 0 5,-8 6 5,7 2 5,-7-1 6,7 9 8,0-5 7,0 3 5,0 4 1,6-2-4,1-2-4,6 1-8,0-5-4,6 1-6,1 0-3,6-4 2,0 0-1,0-3-1,0-4-1,7-4-3,-1 2 0,1-6-2,0 1-3,-8-1-1,8-3-2,-7 1 2,0 2-2,0 1 1,-7 3 0,1-4 1,0 6-1,-7 2 0,6 0 0,1 2 1,-7 6-1,6-1-1,1 1 1,-1-2-5,7 6-31,1-5-40,-2 1-45,8-1-44,-1-4-42,1-3-33,0 0-3,5-3 12,-5-4 34,6-1 36,0-6 32,1 3 29,-1-8 25,-7 1 23,1 0 11,0-5 10,-8 1 15,1-3 23,0 4 29,0-6 32,-7 10 38,-6-2 34,8 4 17,-8 3 4,0 6-3,0 3-6,-8 6-8,2 3-6,-7 10 5,0 2 10,0 8 4,-7-1-15,8 5-21,-8 3-26,7 0-26,-1-3-34,2 1-36,6-1-64,-2 0-78,8-8-80,0 0-99,-6-7-69,6-5-22,0-6 35,-6-4 58</inkml:trace>
  <inkml:trace contextRef="#ctx0" brushRef="#br0" timeOffset="637058.886">24122 10169 351,'13'-8'418,"-7"2"27,0-2 25,8 8-123,-8 0-115,8 0-84,-8 4-44,7 4-23,0-1-22,0 3-24,1 2-37,-2-2-75,1 6-93,0-2-110,0 1-119,1-1-59,-2 1-10,2-7 48,-2-1 80</inkml:trace>
  <inkml:trace contextRef="#ctx0" brushRef="#br0" timeOffset="639086.5514">9024 11056 35,'-19'-4'216,"-1"-4"10,7 1 7,-6 5-101,-1-6-60,1 4-32,5 0-15,-5 0-11,6 4-6,0 0-3,-1 0-2,2 4 0,6-4-1,-8 4-1,8 3 0,-7-2 0,6 2-1,0 3 3,-5-2-1,5 3 5,0 3 1,-5-3 4,5 0-1,0 0 1,1 0 0,6 0-3,0-4 1,6 1 0,1-5 3,0 2 2,5-5 1,2-5 1,5-2-2,1 0-2,0-8-3,-2 1-4,2-5-3,0-4 0,-1 6-2,1-4-1,-7-2 0,7 5 0,-14 3 0,7 4 0,-6 3 1,-1 2 2,0 2 0,1 4 7,0 7 5,-1 0 3,1 8 2,-1 3 1,7 0-1,-6 4-4,5 1-3,8-5 1,0 0-1,-1 1 2,1-5 5,6-3 2,0-4 1,1-3-1,-8-4-2,7 0-3,0-4-4,-6 1-3,-1-8-3,1 4-3,-8-1-1,2-3-2,-2 0-1,-5 0-1,0-1 1,-1 3-2,1 1 1,-7-4 0,0 5 0,0 0 1,0 4 2,0-1 3,0 4 1,0 7 1,0-2 3,-7 9 0,7-3 1,-6 7 2,-1 0 0,0 1 1,7-5-1,-6 4-1,0-2 0,6-6 1,0-3 7,-7 1 10,7-2 10,0-6 9,0 6 0,-7-12-2,7 0-9,0-5-10,0-3-11,7-2-9,-7-2-3,7-4-3,-7 4-1,6 0-1,0-1 0,1 4 0,0 1-1,-1 3 1,7 0-2,1 4 1,4-1 0,2 5 0,0 3 2,5 0-5,2 3-25,-1 1-58,-6 3-79,6 1-95,-1 2-70,-5 2-34,0-2 5,-1 2 47</inkml:trace>
  <inkml:trace contextRef="#ctx0" brushRef="#br0" timeOffset="639411.4249">9780 11221 3,'-6'8'253,"-1"-6"29,7 3 20,-6-5-57,6 3-79,0-3-53,0 0-36,6-3-25,1-4-19,-1-1-11,7 1-6,0-5-5,0 2-2,0-2-3,0 1-2,0 0 0,-6 0 1,-1 0 0,0 4 2,-6-4 2,-6 0 5,0 4 3,-7 0 7,6 3 7,-12 0 9,5 4 9,2 0 11,-8 4 5,7 3 3,0 1-3,0 6-8,7 1-10,6-1-11,-8 4-8,16 2-7,-2-3-3,7 2 0,7-1-3,-1 0-1,7-3-2,7-3-25,0-2-43,5-6-26,1-1-23,0 1-55,7-8-67,-1-3-60,1-1-33,7-2-16,-8-5 2,1 1 44</inkml:trace>
  <inkml:trace contextRef="#ctx0" brushRef="#br0" timeOffset="639672.2826">10992 10885 49,'0'-8'315,"-6"0"64,6 4 61,-7 1-8,0-1-71,1 0-55,-1 4-46,1 4-51,-8 3-55,8 5-47,-6 2-39,5 5-22,0 2-12,1 5-8,-1 0-5,7 3-2,7 3-2,-1-3-4,1-2-6,12 2-12,1-7-40,-1 0-88,7-3-99,7-5-101,-1-3-111,8-3-73,-7-4-5,5-4 65,-5-4 85</inkml:trace>
  <inkml:trace contextRef="#ctx0" brushRef="#br0" timeOffset="639991.2958">11618 11060 128,'-14'7'289,"8"4"29,-7 0 22,-7 0-99,8 4-72,-2 3-51,8-4-29,-8 4-24,14-3-17,-6 5-13,12-6-8,-6 1-3,14-1-2,-2-3-4,2-4-3,5 0-3,1-7-1,0 0-4,-1-3-2,1-5-1,0-2-3,-8-1 0,-6-4-2,8 0 0,-14 1 0,0-5 0,-6 1 2,-2 3 1,-4-3 4,-8 3 3,7 4 5,-7 0 4,-6 4 0,14 0-1,-8 7-2,1 0-3,5 0-5,8 2-4,0 3-1,-2 2-9,8 4-26,8-3-49,-2 3-66,6-4-75,8 0-95,0-3-43,5-4 0,-5 0 36</inkml:trace>
  <inkml:trace contextRef="#ctx0" brushRef="#br0" timeOffset="640565.1003">10653 11027 84,'0'-4'253,"-6"4"33,6-4-3,-6 4-61,-2-4-42,2 4-26,0 0-20,6 4-12,-7 0-9,0 0-11,1-1-2,-7 4-4,13 5-6,-6-1-12,-1 0-8,7 3-8,0 1-14,7-5-12,-1 6-9,13-2-5,1-3-4,6 3 1,13-6-2,1-1-6,5-2-26,1 2-70,-1-7-84,8 2-85,-2 4-67,1-6-90,1 0-23,-1-6 39,-7 4 69</inkml:trace>
  <inkml:trace contextRef="#ctx0" brushRef="#br0" timeOffset="641396.138">12113 11044 28,'-7'-2'262,"-6"2"33,0-5 21,1 5-54,-8 0-62,6 0-30,1 0-22,-6 0-13,6 5 6,0-5-5,6 2-13,-6 3-22,7-5-15,-1 3-18,1 1-26,-1 0-21,7 3-10,0-1-4,7 2-4,-7 0-1,6-1 1,7 1 0,-6 3 3,13-4-2,-8 4 1,2 0-3,5-4-1,-6 5 0,0-2 0,7 2-1,-8-3 1,-5 3 1,6-1 1,-6-3-2,-7 3 2,0 0-2,-7 3 1,1-3 0,-1 1 2,-6-6 1,7 5-2,-8-7 4,2 4 2,5-6 6,0-2 2,1 6-1,6-12 1,0 6-3,6-6-3,1 2-2,0-7-2,5 3 1,2 1 4,5 0 15,1 0 12,0 3 7,-1 0 9,0 1 6,8-1 4,-1 1-6,-7-1-7,13 4-10,-6-4-6,1 1-10,5-2-6,-6 3-4,1-6-7,-1 4 1,-7-3-2,-6-1 2,0 0-1,0 2-2,-6-5-2,-7-1 1,0 2-2,-7-1-1,-6 0 2,7 4-2,-7-1 3,-1 0-1,2 2 2,-2 2-4,8 4 1,-7 0-1,6 4 1,1-1-3,-1 5 0,1-1 2,6 4-1,0 0 0,0 0 0,0 3 3,6-3-3,7 3-2,1 2-1,-2-5-13,8 4-51,0-8-81,-1 0-85,7-3-72,-6-1-77,6-3-58,-7 0-38,7-3 30,1-4 60,-8-1 63</inkml:trace>
  <inkml:trace contextRef="#ctx0" brushRef="#br0" timeOffset="641911.6369">12895 11140 214,'6'-7'309,"-6"7"37,6-4-19,-12 4-50,6-3-35,-6 6-23,0-3-14,-8 4-4,8-1-7,-8 1-21,8 3-28,-7-3-29,13 3-32,-6 0-35,6 1-21,6 4-12,0-5-6,1 1-6,6-2 3,0 5 0,7-3 0,-1-2-2,-6 2-2,6 0 1,1-1-2,0 0-1,-7-3 1,0 3 0,0-3 0,-7-1 2,0 2 10,-6-3 10,0 2 8,0 0 4,-6 0 5,-6-4 13,-2 3 10,1 1 8,1-4 5,-2 4 4,2-4-3,-2 0-13,8 0-23,-1 0-16,7 0-13,0 0-9,0 0-2,0 0-3,13 0 0,-7-4-1,14 0-4,-6 1 1,5-1 5,1-4-3,-2 1-9,2 0-6,0-4-11,-1-3-8,7-2-9,-6 2 0,0-3 1,5-3 8,-5-5 10,0 3 4,-1-4-2,1 0-9,-7-3-13,0 4-23,0-1-9,-6 0-4,-1 5 14,1 2 25,-1 5 29,-6 3 34,0 7 22,-6 0 34,6 8 14,-7 7 10,7 7 8,-6 4 0,-1 7-5,7 0-23,-6 5-17,6 2-20,0 5-14,0-4-12,0 0-4,0-6-15,6 3-64,-6-9-108,7-2-120,-7-6-131,-7-1-148,7-10-69,-13-1 19,7-10 84,-14 3 107</inkml:trace>
  <inkml:trace contextRef="#ctx0" brushRef="#br0" timeOffset="642087.4431">13169 11133 25,'0'-11'451,"6"-4"88,-6 8 65,0 0 73,6 3-76,-6-4-122,6 5-101,-6-2-65,8 5-50,4 0-62,-5 0-68,13 0-62,-1 5-78,0-2-130,14 5-199,-7-1-216,7 4-155,-1-3-68,1 3 3,-7-4 82,6 4 172</inkml:trace>
  <inkml:trace contextRef="#ctx0" brushRef="#br0" timeOffset="642981.6529">13983 11342 141,'6'-4'350,"-6"1"65,0-2 65,7-2-28,-7 5-44,0 2-23,6-6-23,0 6-41,2-2-52,-2 2-58,7 2-60,0-2-56,6 6-65,-5-4-96,6 5-136,-1-2-130,0 2-123,0 3-117,1 2-66,0-5 22,-7 4 97,0-4 110</inkml:trace>
  <inkml:trace contextRef="#ctx0" brushRef="#br0" timeOffset="643187.0901">14263 11492 255,'-6'8'404,"-8"-1"48,8 0 32,-7 0-100,0 1-109,0 3-99,-7 7-65,0 0-70,1 7-124,-7 4-149,-13 5-136,0 7-71,-7-4-36,-6 3 3,0 0 83</inkml:trace>
  <inkml:trace contextRef="#ctx0" brushRef="#br0" timeOffset="643379.9828">15585 11389 78,'85'-3'734,"-12"-4"125,-15-1 28,-13 1-20,-6 0-148,-6 7-733,-1 3-469,-12 1-241,0 3-92,-7-3-14,-7-4 106,1 4 260</inkml:trace>
  <inkml:trace contextRef="#ctx0" brushRef="#br0" timeOffset="647295.2545">7610 11903 135,'0'-12'230,"-7"5"24,7 3-49,0-4-48,0 5-29,0 0-23,0-1-14,0 4-14,0-4-10,0 4-8,0 0-6,0 0-4,0 4-3,0 0-4,0-1-4,0 4 0,0 4-4,0 0-4,0 9-5,0-3-6,-6 2-5,6-1-3,-6 1-1,6-5-4,-7-3-2,7 0 0,0 1-3,0-6 0,0-3-2,0 2 1,0-5-1,0 0 1,7 0-2,-7-5-1,6-2 2,0-4 1,8 0 0,-8 0-2,8-4 0,-8 5 0,0-5 0,7 4-1,-6 1 0,-1-2 1,1 5 0,-1 0 1,0 4 0,2-2 0,4 1 1,-5 4 3,0 4 1,-1 1 1,7-2 2,-7 4 1,1 0 1,6 5 2,-7-5-2,2 3-2,-2 5 0,0-3-1,-6-2-3,7-3 0,-1 1-2,1 3-4,-1-8-1,7 1-3,-7-4-3,8 0-8,-8-4-9,8 1-7,-2-8-4,-5 3-4,6-3 2,-6 1 6,-1-1 8,0 3 9,1 1 5,0 0 5,-1 3 4,-6 1 2,6-1 1,-6 4 3,7 0 5,0 4 2,-7-1 2,6 1 1,1 3 3,-1 0-1,8 1-1,-8 3-2,6-1-1,2 1-1,5 0 0,1 0-3,0-2 1,-1-3 2,7-3 1,0 2-1,0-5 1,0-5-1,7 2 2,-7-3-3,-7-6-1,7 4-2,-6-6-2,-7 2 0,0-2-2,-6-1-1,5 1-1,-12-1 0,0 1 0,0-1 0,0 4 0,-6 0 1,-7-1 3,6 9-1,1-4 2,-7 7 0,7-4 1,-8 8 1,8 0 1,0 2-1,-2 2 1,2 3-3,0 1-1,6 3 1,0-1-1,0 4 2,0 0 0,6 1 3,0-5 1,2 1-1,4-1 1,2 1-3,-1-4-1,6-3-2,0-1-3,1-3-8,6-4-26,1-4-32,-2-3-40,1-1-40,0-3-30,0-4-12,1 4 0,-1-3 13,0-4 27,-7 3 28,1-3 27,0-1 19,-8 5 26,1-1 32,1 0 36,-8 4 32,0 3 29,1 2 20,-7 2 16,7 0 0,-7 4-7,0 0-9,-7 8 5,7-2 5,-7 6 0,7 7 1,-6-4-6,0 6-8,-1-3-21,7 4-26,-7-4-14,7-3-13,0 0-9,-6-3-4,6-3-3,0-1 3,6-4 0,-6 0 1,0-4 0,0-8 0,7 0-1,-7-1-5,7-7-5,-7 1 1,6-2-2,-6-2 0,0 1-2,6-1 1,-6 5 0,7-1-2,-7 4-1,7 0 1,-1 3-2,0 1 2,1 4-1,6-1 1,0 4-1,1 4-3,4-1-7,2 4-5,0 1-4,5-1-6,8 5-15,-7-6-25,7 6-26,6-5-27,-6 0-39,-1-3-35,7 4-18,-6-8-2,-1 3 10,1-3 20,-7-3 41,0-1 53,-6 0 59,-7 0 60,0-3 52,0 3 36,-13-2 27,6-3 7,-12 6-13,6-5-13,-13 1-13,6 0-5,-6 3-6,1 0-6,-2 0 8,2 4-6,-2 0-4,1 4-11,-6 4-9,6 3-9,-7 0-10,7 4-9,0-1-4,6 5-6,-5-1-7,12-3-4,-7 3-8,14-4-1,-7 1-1,6-4-3,7-3-1,0-1 0,0-3 0,1-4-1,5-8-2,0 0 0,-6 1-2,7-4-1,-7-3 0,6-1-1,-6 1 0,-6-1-2,6 4 2,-7-3-1,1 6 3,0-3 9,-7 4 14,6 4 12,-6-2 10,0 5 7,0 0 4,6 8-6,-6 3-8,0 7-3,0 4-4,0 11-5,0 1-3,0 9-4,7 4 0,-7 4-10,7 4-5,-7 1-3,0-5-2,0-8-2,0 2-2,-7-8 1,7-4 0,-7-8-1,1 0-3,-7-6 0,0 0 0,0-9-6,0-3-7,0-3-17,-7-4-19,8-4-22,-2-3-24,1-3-19,0-5-5,7 1 11,-1-5 16,1 0 21,0 2 24,6-6 21,0 5 12,0-4 9,6 3 10,0 1 12,7 4 22,0-5 20,0 4 31,1-2 27,5 1 26,7 3 10,0-6-1,0 0-18,7 1-21,-1-1-27,1 2-33,-1-3-6,1-1-3,6-1-2,0 4-4,0-5-4,0 2 4,-7-1-11,8 4-10,-7-1-2,-1 1-2,-6-1 0,-7 5-5,1-5-10,-7 5-18,0-1-15,-13 4-19,0-4-8,-6 4-4,-7 4-3,0-4 16,-7 7 14,-6 0 16,7 4 10,-7 0 8,6 8 5,-6-1 4,7 9 1,-1-1 5,0 2 9,7 2 12,1 3 9,4 3 6,8 1 9,0-5 3,8 6 0,-2-2-8,13-3-5,-5-1-3,12-2-7,0-1-10,6-2-51,1-6-127,-1 2-148,1-5-158,-1-4-109,-5 2-53,5-5 10,1-5 107,-7-2 135</inkml:trace>
  <inkml:trace contextRef="#ctx0" brushRef="#br0" timeOffset="647873.0572">10836 11884 80,'6'-12'313,"0"6"47,2-2 35,-2 5-57,-6-1-65,0 4-51,0 0-47,0 4-33,-6 3-24,-2 7-21,2 5-22,-7 7-19,0 3-12,6 0-12,-5 4-15,5 0-24,0-3-82,7-1-106,0-7-102,0-7-109,0-5-58,7-6-14,-7-11 60,7 0 93</inkml:trace>
  <inkml:trace contextRef="#ctx0" brushRef="#br0" timeOffset="648063.9461">10698 11884 133,'-6'-12'324,"-7"2"44,7 3 27,-1-1-82,1 4-90,-1 1-61,7 3-42,0 0-24,0 0-9,0 7 8,13 1 7,-6 3 0,12-1-7,1 5-15,6 0-22,0 3-46,7 5-81,6-6-102,6 6-104,-5-2-122,11-2-66,-5-1-16,-1-3 45,8-4 83</inkml:trace>
  <inkml:trace contextRef="#ctx0" brushRef="#br0" timeOffset="648570.6111">11624 11756 56,'-6'-5'438,"-2"-1"85,2 3 55,0-5 42,-7 8-132,0 0-139,6 0-99,-5 8-72,-8-2-40,6 9-30,-5 4-26,-1 2-18,2 9-7,-9-1-15,7 7-9,1 1-13,0 0-11,5-4-9,1 1-9,0-9-11,7 0-30,-1-10-33,1-1-42,0-3-35,6-3-28,0-4-15,0-4 11,0-4 24,6-4 35,-6-3 40,6 0 32,-6 1 32,7 2 24,-7-3 18,6 4 15,-6 4 18,7-1 32,-7 0 28,6 0 20,1 4 12,6 4 5,-6-4-3,5 8-26,2-1-25,-2 0-23,8 0-18,-1 4-10,1 1-12,0-2-6,5 1-6,1-1-1,7-2-2,-1 1-2,2-7-1,-1 2 1,-1-4-2,1-4-4,-1 4-2,1-7 0,-7 0-3,-7 0-3,1-1 0,-7-3-1,-7 1-3,1-5-2,-7 3 5,0 2 0,-7-1-1,-6 3 0,7 0 6,-7 5 6,-1-1 3,2 8 6,-2-1 9,2 5 10,-1 4 0,6 5 2,0 2-2,1 3-4,6 3-8,6-3-8,8 3-62,-1-2-155,6-5-174,7 1-169,7-8-93,0-4-45,-1-7 31,-6-4 136</inkml:trace>
  <inkml:trace contextRef="#ctx0" brushRef="#br0" timeOffset="650920.9058">11565 10583 164,'-12'-3'172,"-2"-1"-32,2 0-21,-8-3-14,7 0-9,-1 0-8,2-5 3,-2 2-4,2-5 2,-2 0 15,1 4 10,1-3 12,-2 2 6,2 1 8,5 0 3,0 4-12,-6 0-16,13 3-23,-6 0-23,-1 4-27,7 0-21,0 0-12,0 0-6,0 4-3,0 4-1,7-1 1,-1 0 1,1 5 0,6-2 0,0 0 0,7 7-1,-1-7-4,7 5-4,6-4 6,1 3 2,13-3 3,-1 3 1,1 1 4,13 4 4,0-4-6,-1-1-4,14 5-1,-7-5 0,6 1 3,8-5 3,-1 2 0,0-1 5,1-5 3,5-1-1,-6-1 1,7-1-1,0-3 0,-1-3 0,-6-1-1,1-1 2,-1 2 3,0-4 1,-6 3 2,0-3-1,-1 3 0,1 0 0,-7 1-5,7-1-2,-13 4-5,6 0-1,-7 4-3,1 3-2,0-3-2,-8 3-2,2 1 1,-1-2 1,-1 3 0,-4-3 0,5 2 2,-7-5 4,1 5-1,-1-4 4,-5 0 4,5 0 6,1-4 4,-1 0 2,0-4 3,2 0 12,-1 0 17,-1-4 7,1 1 4,5 0-1,-5-5 1,6 6-12,-6-2-17,6-3-12,0 4-7,0 0-1,1 0-6,-1-1-2,-1 1-4,2 3-3,6-4-1,-14 6-3,7-6 1,-6 4-3,-1 1 1,-12-1-1,-1 0 0,1 1 3,-13-2 6,0 2 30,-8 3 40,2 0 40,-8-3 25,0 3 13,-6-4-2,-6-1-26,0 5-40,-8-3-35,-6 3-24,1-3-13,-7 3-5,0 0-1,-7 0-2,-5 0-4,-2 3-1,-5-3-4,-8 0-6,1 3-4,-6-3 5,0 0 3,-8 0-4,-6-3 1,1 3 1,-14-3 0,0-5-8,-6 5-7,0-9 0,-1 5 4,-5-3 7,-1-2 2,1 2 7,-2-1 1,2 3 5,-1-3-4,7 5-6,-6 1 1,5 2 4,1-6 4,6 7 0,0-2-1,0-4 5,0 5 0,8-5-6,-2 4-1,2-3-4,4 4 0,2-1-2,0-3 2,5 3 3,8 0 0,-1 1 0,0-1 1,7 4 0,6 0 2,1-3-5,-1 3 1,7 0 1,6-5 4,-5 5-3,11 0-2,-5-2 2,12 2 0,-6-4 0,13 4-1,1 0 3,-2 0-1,1-4 0,6 4-1,1 0-1,6 0-1,-7 0-1,7 0-1,0 0-1,7 4 0,-1-4-3,8 6 5,6-1-5,-2 2 1,9 0 5,5 4-5,1 0 1,13 1 1,-1 2 4,14-3 3,-1 3 1,7-2 1,14 3 1,-1-5 1,13 5-3,-6-4-3,6-1 4,6 5 3,2-4 1,5-3-1,0 2-1,7-2-1,-6 0 1,5-5-3,1 1 8,-7-4 3,0 0 4,0 0-1,1-4-5,-7 4 4,-1-3-10,-6-1-1,-6 0-6,-7 1 2,-6-2 4,-7 2-4,-12 0 2,-2-1-4,-11-1 0,-1 5 1,-13-3-1,-7 3 1,-6 0 0,0 0 3,-13 0 0,-6 3-1,-1-3 1,-13 9-1,2-6-3,-16 5 3,2-5 0,-14 5-1,-6-1-4,-7 1 3,-6-1-5,-6-4-5,-8 1 5,-6-1-6,-6 1 3,0 0-5,-6-4 2,-7-4 4,-7 4-9,-1-7-1,9 0 9,-8 0 5,7-5 5,-1 1 0,7 0 9,7 4 3,6-4-5,8 3-7,12 1-2,6-1 2,0 5-4,13-4 0,7 3 1,7 1 4,6-1-2,-1 0 4,8 0-4,6 1-1,0-1-3,7 4 2,12 0-1,7 0-2,19 4 3,8 3 3,12 1-3,13-1-3,7 3-2,13 5 2,-1-1 0,14 6-2,0-6 2,6 5-9,-7 3-26,8-5-67,-8 2-93,8-4-106,-14-1-123,7 1-126,-7-7-87,-6 2 1,-14-2 62,1-8 87,-20 0 116</inkml:trace>
  <inkml:trace contextRef="#ctx0" brushRef="#br0" timeOffset="653092.4602">12706 11898 193,'0'-11'269,"0"0"28,0 4-45,0 4-66,-7-5-37,7 8-36,-6-3-29,6 3-23,-7 3-14,1 1-11,-1 6-6,-6 2-9,7 2-7,-1 6-2,0 1-5,1 8-1,0 0-3,6 1 1,0-1-3,6 0-21,0 0-57,1-2-78,0-6-103,5-6-52,-5-1-26,0-9 2,-1-3 52</inkml:trace>
  <inkml:trace contextRef="#ctx0" brushRef="#br0" timeOffset="653288.4604">12530 11957 225,'-14'-10'346,"8"-5"37,0 7 22,-1 2-135,0-3-77,7 6-60,0 0-53,0 3-35,7 0-18,0 3-9,13 0-4,-8 6-1,8-3-2,5 5-5,9 4-6,-2-1-29,7 5-67,0-1-81,7 0-77,-1 2-85,1-11-39,-7 3 0,0-4 52</inkml:trace>
  <inkml:trace contextRef="#ctx0" brushRef="#br0" timeOffset="653650.3164">13214 12027 42,'0'0'227,"0"3"20,-7 1-1,1 1-66,-8 1-33,8 5-22,-6 1-3,-2 2-1,8 1-1,-7 0-13,13-1-16,-6 3-18,6 0-21,0-7-16,6 0-12,7-1-5,0-2-5,6-5-5,1-4-5,6-3-14,-7-6-19,7 1-22,1-5-17,-8 1-7,0-1-4,1 1 10,0-1 16,-7 3 19,-7 2 16,8 3 13,-8-1 10,-6 4 8,6 1 9,1 3 9,-7 3 10,0 1 5,0 4 9,0-1 4,7 3 3,-7 5 3,6-3-5,0 2-4,1 1-5,-1-5-4,8 1-3,-2 0 1,2 1 1,5-6 4,1-1 3,-8-3 0,15-2 0,-8 0-4,1-2-8,6-3-5,-7-6-10,1 4-16,-1-4-39,-5-3-60,-2 3-74,2-4-81,-8 5-76,1-5-85,-7 3-17,6 2 30,-6-1 58</inkml:trace>
  <inkml:trace contextRef="#ctx0" brushRef="#br0" timeOffset="653950.2121">13833 12082 114,'0'7'243,"-7"4"28,7-4-21,-6 4-33,6 0-25,-7 1-13,7 2-12,-6 1-19,12 0-17,-6-4-26,7-1-22,6-2-20,0-1-12,7-3-5,-1-1-8,1-6-5,-1-1-10,0-3-2,-5-4-3,5-3-3,-12-2-1,6 3 7,-13-4 9,0 3 7,-7-1 3,1 1 7,-7 3 4,0 0-4,-1 4-8,-5 0-7,0 7-5,6 4-8,-7-1-8,7 8-10,6 0-22,-5 3-48,12 1-69,0 4-79,6-5-84,0 4-99,8 0-46,5 1 12,1-4 48,-1-1 68</inkml:trace>
  <inkml:trace contextRef="#ctx0" brushRef="#br0" timeOffset="654670.0551">14726 12210 111,'19'-12'344,"-12"-1"69,-1 1 60,0-1-46,-6 1-81,-6 1-59,0-4-49,-7 5-47,0-2-40,-7 5-29,1-4-21,-1 7-18,-6-3-20,7 4-17,-1 3-17,0 0-10,1 3-5,5 4-5,2-3-3,6 7-6,-2-4 1,8 5-3,8-2 1,4 1-1,2-3-1,11 2 2,-5 1-3,12 0 3,-5-4-1,-1 4 1,6 1 0,-6 3 1,1 0 2,-2 2 0,1-3 1,0 5-1,-6-1 1,-1 4 2,1-3 15,-14-1 7,2 1 4,-2 3 2,-12-4 0,-2 1 0,-4-5-14,-8 1-6,-6-1-3,0-3-1,-7 1-1,0-10-2,1 3 0,6-5-1,0-5 1,0-1-1,6-5-3,0-3 0,14-1-1,0-4-3,6 4-4,6-3 2,8 3 0,-2 1-1,8 3 0,-1-1-1,7 2 4,1 3-1,-1-1 2,6 0 1,1 2 0,-1 1 0,1-2 1,-1 0 1,8 0 1,-7-1-1,-1-3-2,1 3 5,-1-2-2,-6-1-3,1 1-2,-9-2 1,-4 5 2,-1-4-2,0 4 0,-6 0 2,-7-2 9,6 2 6,-6 4 10,0 3 10,0-4 4,-6 4 4,6 4-4,-7 3-3,7 1-5,-7 3-6,7 3-3,-6 4-3,6 1-2,0-2-5,0 2-4,0-1-3,-7-2-3,7-2 3,0-6 0,0-1 1,0 1-1,0-8 0,0 0-2,0-8-1,0 1-5,7-9 1,-7 3 0,0-3 1,0 2 1,0-4 0,6 3 5,-6 3-3,7-2 1,0 7-4,-7-4 1,6 4-1,6 0 1,2 3 3,-1-4-22,7 4-68,-1 4-124,0-3-134,8 3-131,-1 0-139,0 3-53,6-3 30,-5 0 104,5-3 122</inkml:trace>
  <inkml:trace contextRef="#ctx0" brushRef="#br0" timeOffset="654980.2862">15684 12173 171,'-7'7'396,"-6"-2"73,-7-1 78,7-2-18,-6 5-57,6 1-50,-7 0-40,7 3-39,0-3-68,0 2-59,7-3-58,6 1-52,0 3-41,0-4-29,13 0-10,-7-3-9,7 3-7,6-7-9,-5 0-6,6-3-8,-1-5-10,-6 1-8,0-5-9,0-2-2,-6-1 0,-7 1 2,0-1 7,0 0 9,-14 1 13,8-1 7,-7 4 11,-7 1 7,8 2 2,-8 1-2,6 7-3,2 0-1,5 3-4,-6 5-1,13 3-21,0 1-51,7 1-100,6-1-119,-1 1-107,8 3-89,6-5-63,1-1-30,-1 2 24,0-9 75,-1 1 83,1 0 79</inkml:trace>
  <inkml:trace contextRef="#ctx0" brushRef="#br0" timeOffset="655492.5984">15885 12243 66,'7'-4'329,"-7"0"113,0 2 118,0-3 16,0 2-15,-7 3-29,1-4-49,6 4-91,-6 0-98,-8 4-86,8-1-68,-1 4-48,1 5-33,0-1-23,6 3-17,0-3-7,6 4-9,7-1-5,-7 1-6,14-3-11,-7-3-24,13-1-33,-6-4-37,-1 0-41,8-8-45,-2 4-34,1-6-10,-6-2 9,0 1 30,5-1 36,-11-3 47,-2 3 51,2 1 61,-8 0 64,1 3 56,-1 1 44,1-1 30,-7 4 11,0 0-14,0 0-34,0 0-36,-7 4-34,7 3-23,0-4-11,0 6-10,0 1-7,7-3-8,-1 5-8,7-5-4,1-5-6,-2 4 0,8-4-4,-1-2-9,1-2-3,0-4-6,-1 4-4,1-9-2,-8 3 1,2 1 5,-2-3 5,2-2 5,-8 1 5,1 0-1,-1-1 3,-6 6 1,0-5 1,0 3 2,6 2 6,-6 1 0,0 2-3,-6 3 4,6 3 14,0 2-1,0 5 6,0 1 10,0 7 14,0 4 12,0 4-1,0 2 9,0 7-3,0 1-4,0 5-9,6-1-17,2-4-13,-2 1-12,0-5-7,0 2-4,2-9-4,-2 1-1,0-4-6,1-4-33,-7-2-63,6-10-128,-6 1-156,0-3-135,0-4-112,0-8-70,0 1 9,-6-7 100,-1-1 141,-5-7 127</inkml:trace>
  <inkml:trace contextRef="#ctx0" brushRef="#br0" timeOffset="655685.485">16374 12272 86,'13'-10'278,"0"2"60,1 1 76,-2-1-20,2 4-2,5 4 47,-6 0 31,6 0-11,-5 0-52,-2 4-70,2 4-67,5-5-91,-13 5-73,8-2-48,-8 2-19,0 3-19,-6-3-24,0 2-38,0 1-94,-6 0-153,6-3-159,-6 0-160,6-5-103,0-3-29,0-7 59,6-5 133,8-1 147</inkml:trace>
  <inkml:trace contextRef="#ctx0" brushRef="#br0" timeOffset="655978.6527">16928 12071 200,'13'-3'433,"-7"3"65,2-4 52,-2 4-24,-6 4-68,-6-1-53,-2 4-31,2 4-24,-7 0-25,6 1-39,-6 2-60,1-3-72,5 3-55,7-3-44,0 0-32,7 1-19,5-1-18,8-4-17,-1 0-22,8 1-9,-1-1-10,6 1-2,-6-2 6,7 2 9,-1 3 19,1-5 16,-1 6 20,-5 3 16,-1-5 14,-6 6 20,-1-2 10,-6 1 15,-13-1 12,0 5 10,-7-5-1,-6 8-8,-7-4-9,-5 1-15,-8 4-33,0-6-75,-6-3-187,1 1-270,-1-3-210,-7-5-109,7-7-44,-7-7 27,1-5 159,-1-9 256</inkml:trace>
  <inkml:trace contextRef="#ctx0" brushRef="#br0" timeOffset="657953.3341">11618 10565 167,'-46'15'194,"7"-4"4,0 4-94,7-1-51,5-3-25,1 1-13,6-5-4,1 0-3,12-4 2,-6 1 5,13 0 8,-6-4 12,12-4 14,1 0 9,-1-3 10,14-1 7,-7 2-2,13-5-6,0 3-5,6 0-3,1 2-3,7-3-1,5 6-3,1-4 2,13 3 1,-2-3 1,16 3-4,4 0-2,8 1-1,0 3 4,13 0 1,7 0 9,5 7 10,7 4 13,7 0 9,0 4 7,7 0-3,-1 4-13,0 2-14,7-3-9,-7 4-3,6 1-3,-5-1 4,-1-4-1,0 0 1,-6 0-8,1-7-12,-1 0-12,-14-3-12,1-5-4,-7-6-1,-13-1 0,-6-7 1,-14 3-2,-5-6-3,-7 3-2,-14 0-2,-13 1 0,-5 2-3,-7 1 2,-14-1 2,0 0-3,-12 8-2,-14 0-1,-6 4-1,-13 3-4,-6 5-3,-8 2-4,-12 1-8,-7 3-5,-12-3-12,-7 0-16,-8 0-11,-4-5-21,-9 1-11,-11-3-7,-1 2-5,-6-6 2,-7-1 8,0-3 20,0-3 14,-6-1 11,6-3 15,-7 0 16,14-4 11,-7 0 5,13 3 6,8-2 5,5 2 2,0 1-1,13 3-2,7-3 1,6 3 6,7 4 4,13-3 9,-1-1 4,15 1 12,-1 3 7,13-4-1,6 0-1,1 0-5,12 1-4,0 3-11,7-4-9,0 4-6,6 0-4,1-4-1,12 8-1,1-4-2,6 4 4,6-1 4,15 1 4,5 4 3,6-1 6,7 3 3,7-2 0,12 3 3,1-1 6,6 2 8,1-1 11,12 0 13,0-4 15,7 0 13,5-3 12,9-1 1,-1-3 0,-1-3 1,7-1-6,1-6-9,5-2-11,1 1-12,0-4-5,0 5-3,-7-5-10,7 4-5,-1 1-8,-5-2-1,-1 5-14,-6 3-14,-7 4-5,-5 0-3,-2 8 0,-12-1 0,-7 4-2,-13 3 3,0-2-2,-13 2-1,-13 1-1,-6-4 2,0-4 11,-14 4 5,-5-6 5,-14-3 0,0 5 1,-14-2-6,-5-5-8,-14 0-1,-6 0 2,0-5-2,-14-2-1,-12 5-1,-6-6 1,-7-4-9,-7 1-9,-13 5 5,-6-9 4,-7 4 1,-6-4-2,-7 1 0,0-1 3,-13 1 0,1-6 0,-8 6 0,1-4 0,0 3 2,-1 0 0,0-3-4,2 4-2,5-1 1,0 0 2,0 4-1,13-1 2,0 6-3,1-5 6,12 3-1,7 4 1,6 1 2,7-1-9,12 4 5,1 0-3,19 0 0,8 4 0,5-4-2,7 3 11,13-3-5,6 4-4,7-4 2,7 4-1,-1 0 1,14-1-4,5 5 3,8-2 1,6 3-2,7-3 3,6 6-1,7-1 5,5-1 0,8 2 2,13 3 7,6-5 6,13 5 4,7 3 3,6-3 8,14-4 5,12 4-4,0-1-9,7 1-4,7-4-4,-1 3-6,0 1-5,1-1-2,6-2 5,-8-1 3,2-4 3,0 1 2,-8-5 1,1-3 5,-7-3-1,-6-1-4,-7-4 1,-5 1-6,-15 0-4,-6-1-5,-19 1-3,-7 4 0,-7-1 1,-12 4-1,-13 0 4,-13 0 3,-1 0 0,-19 4 3,-13-1 0,-7 4-1,-19 1-5,-13 3-6,-19 0-4,-14 1-4,-13 2 4,-13-3 3,-13 0 0,-6 3 0,-20-3 2,1 3 7,-8 1-8,-13 0-6,2-4-3,-8 3 8,6-2-1,1-2-4,-1-3 0,14-2-2,6-2 7,13-6-6,6 3 4,14-7 1,13 2 2,19-2 4,8 4-3,18-1 2,7-4-6,13 5-1,5 3-4,9 0 2,11 0-1,8 0-1,6 3 0,13 5 4,7 4 2,12-5 4,7 3 3,13 2 0,13-3-1,20-1-3,7 0-1,12-8 5,13 4 0,7-8 2,13 0-1,-1-3 4,8 0-3,-1-4-2,1 3 0,-8-7 0,2 5 1,-2-5 0,-6 0 3,-12 1-8,-7 3 2,-8-4 4,-11 8 1,-7-4-4,-7 7-2,-13-3 3,-6 3-2,-14 4-9,1-3-2,-13 3 4,-7-4 0,-7 4 2,-6 0 2,0-3 2,-13-1 0,0 0-1,-13 0 3,0-4-4,-12-1-3,-2-3-1,-12 1 2,-7-3-2,-6-1-4,-13-4-4,-6 5-2,-8-5-3,-12 2-7,-7-6 3,-13 5-4,1-4-2,-7 0-2,-7 0-3,-7 0-14,1-1-36,0 2-57,6-2-99,7 2-113,6 3-101,0-1-68,13 4-52,7 5-41,7 1 50,11 3 87,2 6 93,6-4 81</inkml:trace>
  <inkml:trace contextRef="#ctx0" brushRef="#br0" timeOffset="660095.1128">12516 12596 133,'-12'0'221,"-2"0"12,2 0-57,-1 0-69,6 0-37,0 0-26,1 0-14,0-5-1,6 5 9,0 0 12,-7 0 11,7 0 10,0 0 8,7 0 4,-7 0-1,12 0 0,-5-3 2,13 3 5,-1 0-2,8 0 2,-2-4 1,15 4 9,-1 4 6,6-4 1,13 0 11,1 3 4,6-3 1,1 5-6,12-5-4,-6 6 0,12-3-2,1 1 4,0 4 5,6 0 0,6-1 0,1 0 0,7 0 5,-1 4 1,0-7-7,0 3-11,7-4-9,7 1-14,-8-4-26,1 0-19,7 0-12,-8 0-3,-6 0-11,8 0-4,-2 0-2,-13 4-4,8 0-2,-14-1-2,0 1 3,-6 3 3,-7-4 1,-6 6-1,0-3 2,-14 2-1,-5-1-2,-2 1-1,-11-5 0,-8 2 0,1-5 0,-14 0 5,-5 0 3,-2-8 0,-12 0-1,-6-3 2,0-3-3,-14-1-3,1-7-4,-15 4-2,2-5 3,-13 1-2,-2 1 2,-4-1 1,-14 0-1,-1 3-3,-12 4-1,-7 1-5,1 3 6,-14 5-1,1 1 0,-8 2-1,-5-1 3,-8 4 2,1 0-9,-1-3 5,1 3-1,-1-5 3,-5 2-1,5-5-4,-5 2 1,5-6-3,2 1 3,5-3-1,7-2 4,-1-1 4,14-3 5,6 7 0,14-5-2,-1 6 3,14-2-2,-1 6 2,13-3 1,7 3-1,6 2-1,7 2 1,6 0-1,1 1-4,12 3-4,1-4-1,12 4 2,8 0-2,6 4 1,5-4 6,15 3 6,5 1 4,13 4 5,7-1 4,14 0 0,12 4 0,13 3-6,7 5-7,7 0 2,5 6-2,14-4-5,6 9-2,7-1-1,0 2 7,6-2-7,1 0-3,6 0 2,-7-3-2,-6-1 5,0 1-3,-7-4-2,-6 0-1,-7-5 3,-6-2 6,-7 0 3,-12-4 4,-7-4 9,-7-3 3,-6-1 1,-14 1-4,-6-4-3,-12 0-5,-8 0-7,-13 0-3,-6 0 1,-6 0-2,-13 0-1,-14 0-4,-5 0-2,-14 4-6,-7-4-7,-19 4-2,-7-4-4,-6 4-2,-14-4-2,-12 0 5,0-4 3,-13-4-3,-7 1-3,-7-4 0,-5 4 1,-7-8 2,6 5 2,-13-5 4,7 4 4,0-1 5,-1 2 1,7-1-3,6 7 4,8-3-1,-1 2 6,20 5-2,0-2 1,19 2-3,7 0 1,13 0-2,6 0-2,13 0 2,1 0-1,13 0 1,5 0-2,2 0 1,12 0 0,6 0-4,7 2 5,13 3 1,6-5 0,14 3 8,13 1-1,6 4 7,7-1-1,19-4 2,7 4 0,6 1-7,7 3 4,-1-4 0,14 5 1,0-2 0,7 1 0,-1 0 4,-6 0 0,6-4 0,-13 1-4,7 0-3,-13-5-2,-7 1-2,-6-2-1,-14-2 4,-12-2 0,-7 2 4,-12-4 8,-14 4 18,-7-3 7,-12-1-2,-7 0 6,-7 0 0,-19-4-6,-13 1-19,-6 0-14,-21 4-4,-12-5-8,-20 4 0,-6 1-4,-26-5-1,-7 5-3,-12 0-6,-21-1 2,0-1-3,-18 5-3,-1-3 0,-7-4 10,1 3 4,0-3-1,-1-4-1,1 4 5,6-4 2,13 0-3,13-1-1,13 6 1,13-6 1,14 5-1,19 1-2,18 1 2,15 2 0,13-1 0,5 0-1,21 4 1,5-4-1,8 4 2,20 0 0,4 4-1,15-4-1,13 4 0,5 0 5,16-1 0,10 4 2,14 0 2,7 1 0,13 0-2,6 3 0,13-1 2,14 2 2,0 2-7,12 1 0,6-1 8,2 4-4,5-3-3,1 1-8,-1 1-13,0-2-29,-12 3-66,-14 1-128,-6 2-195,-14 2-166,-12-2-140,-19 2-69,-14-1 5,-19-5 101,-14-2 178,-12-11 167</inkml:trace>
  <inkml:trace contextRef="#ctx0" brushRef="#br0" timeOffset="660605.1358">18056 12075 139,'6'0'417,"-6"0"48,6-4 23,-6 4-10,6 0-190,2 4-108,-2-1-82,7 1-50,0-1-41,6 5-59,1-1-70,0 0-81,-1 4-87,1 0-103,0 1-38,-8-5 15,1 5 49,0-10 65</inkml:trace>
  <inkml:trace contextRef="#ctx0" brushRef="#br0" timeOffset="660809.0176">18153 12214 210,'-13'11'329,"-6"-1"35,-1 2 25,1 5-122,5 2-69,-5 8-60,-1-2-39,8 4-32,-8 4-23,6-4-17,8 0-10,0-3-11,6-1-18,6-2-64,8-5-101,-2-6-120,8-6-65,-1-6-30,7-6-6,0-10 55</inkml:trace>
  <inkml:trace contextRef="#ctx0" brushRef="#br0" timeOffset="661218.5042">18473 12348 180,'12'6'349,"-5"-6"27,-7 6 16,0-2-92,-7 3-98,1 5-76,-7-5-42,0 4-12,-1 3-3,2-3-1,-1-4 0,0 1 4,0-1 0,7-3-11,-2-1-11,8-6-10,0-1-15,8 0-13,-2-7-10,0 4-7,1 0-2,6 3 1,0-3 2,-7 7 0,8-4 1,-2 8 3,-5-4 2,6 4 2,-7 3 5,7-4 7,1 5 5,-2 3 4,2 0 2,5-3-3,1 2-2,0-3-4,5 1-6,1-4-9,6-1-33,8-3-50,-7-3-56,6-5-50,-1-3-43,-5-4-39,7-2-5,-14-6 23,6 1 33,-6-3 38,-6 3 40,-1-4 42,0-3 41,-5 7 49,-8-4 55,1 4 55,-1 7 47,-6 0 39,7 4 33,-14 4 19,7 7 13,-13 0 4,7 12 6,-8-1-1,2 7-13,-1 3-30,-7 8-42,0 5-47,8-1-50,-2 0-53,2 0-76,5-4-96,1-3-93,-1-8-77,7-3-76,-7-4-73,1-3-36,6-12 39,-6-4 60,-2-3 64</inkml:trace>
  <inkml:trace contextRef="#ctx0" brushRef="#br0" timeOffset="661429.3813">18870 12368 41,'0'-22'257,"-7"7"67,1-4 36,6 8-28,-7 4-38,7-4-46,0 8-53,7-5-59,-1 8-54,1-3-36,6 3-23,7 3-55,-1 1-82,7 3-101,0-3-118,0 7-64,7-4-31,-7 5 26,6-6 66</inkml:trace>
  <inkml:trace contextRef="#ctx0" brushRef="#br0" timeOffset="661629.2682">19398 12339 56,'-7'7'492,"-6"1"90,0-2 53,-1 2 31,-4 3-132,-2 3-182,7 1-146,-1 3-84,2 0-51,6 1-23,-2-1-4,8 1-2,0-5 8,8 1 7,4-1 5,8-3-5,-1-3-10,7-5-7,7-3-14,-7-3-8,0-5-9,0-3-4,-6 1-5,-1-9 0,-5 1 4,-8-1-1,-6-3-2,-6 0 0,-2 4 2,-4-4-4,-8 8-4,1-1-1,-1 5 3,-6 2 1,7 8-3,-1 0-3,6 0-22,2 8-67,6 2-120,-1 1-125,14-1-118,-1 6-114,6-2-68,2 1 19,12-4 92,1 0 113</inkml:trace>
  <inkml:trace contextRef="#ctx0" brushRef="#br0" timeOffset="661988.6597">20381 12272 61,'7'4'240,"-7"0"17,0-1 18,0 5-77,-7 2-35,1-1 15,0 1 60,-1 5 69,1-4 60,-1 7 41,0 1-6,1-1-35,0 3-69,6-2-72,0 0-77,6-2-63,0-2-37,8-3-24,5-2-12,1-6-12,6-4-7,-7-4-10,7-6-9,0-2-15,-6-3-18,-1-2-18,-5-2-15,-8-3-7,0 0 1,-12 4 10,0-5 17,-1 6 18,-13 1 16,1 3 17,0 4 11,-1 6 7,0-1 4,1 8 0,-1 3 3,7 0-3,-6 8-5,12 0-25,1 3-78,-1 1-107,14-5-113,-1 1-104,13-1-106,1-3-36,6-3 48,7-5 90,-1-6 102</inkml:trace>
  <inkml:trace contextRef="#ctx0" brushRef="#br0" timeOffset="662515.6135">20962 12298 79,'13'-4'457,"-7"1"66,-6-1 52,-6 8 46,-1-1-128,-6 4-131,-6 2-62,-1 4-27,-6 3-16,-1 1-21,1 2-25,1-1-32,-1 4-43,6-4-39,0 4-32,7-7-36,1 0-34,4-4-34,8-3-33,0-6-36,14-2-36,-8-2-21,14-10-7,-7 1 8,-1 0 20,8-4 31,-6 1 31,5-1 30,-5 4 20,-8 0 19,6 4 16,-4 0 22,-2 0 32,0 3 37,1 0 38,-1 4 20,8 4 9,-8 0-3,0 6-20,0 1-37,8 4-38,-8-1-19,8 5-15,5 4-12,-6-6-5,6 5-1,1-3 3,6-2-4,1-2-7,5-4-11,1 4-16,5-8-25,1 0-26,1-7-38,-1 4-29,0-8-17,0 1 3,-6-3 18,0-6 24,-8 1 36,-5-3 33,-7-2 26,0-2 12,-7-1 5,-6 2 15,-6-5 22,0 3 24,-8 1 20,-5 7 21,-1 0 21,0 4 4,1 3-13,-7 4-12,6 4-13,1 3-14,-1 4-16,8 3-11,-2 1 0,2 4-15,12-1-8,-8 1-6,8-2-5,8 2-7,4 0-14,2-2-16,5-2-30,7-4-51,0 0-78,7 3-142,-1-7-141,-6 5-142,7-4-84,-1 2-10,-5-3 46,5-3 125,1 0 143</inkml:trace>
  <inkml:trace contextRef="#ctx0" brushRef="#br0" timeOffset="664213.4427">22284 12496 143,'0'-7'302,"0"-1"35,6-6 28,-6-1-101,8-4-75,-8 1-47,0-4-35,0 0-24,-8-1-1,2 6 41,0-4 48,0 5 34,-8 5 17,1 0 1,0 3-19,0 6-54,-7 2-59,1 2-41,6 3-22,-6 2-14,5 0-5,2 4-6,5 0-1,0 1-3,1-2-1,6 5 1,6-3-2,1 2 15,6 1 28,7 3 27,-1 0 33,1 4 29,6 0 27,0 4 6,-1-4-14,-5 3-15,6 4-22,1-3-27,-9 4-24,2-5-19,0 4-9,-7-4-10,-7 1-6,-6 3-5,0-6 0,-12-1-2,-1-1-4,-13-2-4,0-4 0,-1-4 1,-5-4-3,-1-7-8,7-4-9,0-6-17,0-5-23,7-3-18,5-8-13,8 1 1,0-2 10,6-2 15,0 4 15,6 2 21,0 2 15,8 3 5,-2 3 3,8 0-1,-1 4 8,7 4-3,1-1-2,5-3 1,-6 5 3,7-3-1,-1 2-3,-5 0 2,5-4 1,-6 0 0,0-3-1,1 3-1,-2-3-1,-5-6 2,0 6-1,-1-5 0,-6 5 0,0-1 14,0 1 23,0 3 11,-7-1 17,2 4 13,-2 2 9,-6 3-1,6-1-10,-6 4-5,6 4-6,-6 3-5,0 3-6,0 5-8,0 4-7,0 3-10,-6-1-9,6 1-6,0 0-5,0-3-5,-6-1-4,6-7-6,0 0 1,0-4 0,0 0-6,0-7-13,0-3-3,0-4-4,0-8-5,6-4-2,-6 2 6,0-9 12,6 1 5,-6-1 11,7-1 3,-7 6-1,7 3 1,-1 3 3,7 1 2,1 2 0,-2 1 5,8 8 5,-1 3 4,7 3 0,0 4-2,7 4-6,-1 4-11,1 4-16,-1-1-21,1 3-37,0-2-49,6-1-76,-6-2-106,-1-2-100,-6-6-66,-7-1-30,1-4-1,0-3 38,-7-3 92,-7-4 99,1-1 85,-7-3 78,-7-4 70,1 4 68,-1-3 57,-5-2 50,-2 10 50,2-5 53,-2 3 36,1 4 25,-6 2 16,6 2 3,-1 0-6,2 6-24,5 2-23,-6-1-18,7 3-30,-1 6-35,1-2-36,6 1-35,0-1-29,6 2-35,7-1-18,-7-1-13,14-3-10,-6-5-12,5-1-18,0-5-26,8 0-18,-8-7-16,0-1-12,1-7-5,-7 4 8,1-7 11,-8 4 17,0-5 13,-6 1 18,0 0 12,-6 3 15,0 1 16,-2 2 9,-4 5 7,-2-1 2,1 1 2,1 7-6,-2 0-3,2 3-11,-2 1-4,8 4-14,-1-1-27,1-1-30,6 2-49,0 0-58,6-4-65,7 3-50,1-3-26,-2-4-7,8 4 15,-1-4 40,7 0 49,-6 2 55,0-2 42,-7 5 36,7-5 32,-1 0 29,-6 0 25,-7 0 27,7 0 26,1 0 33,-8-5 37,0 3 34,1 2 31,0-4 29,-1 0 28,0 0 28,-6 1 10,0 3-3,7-4-10,-7 4-23,0 0-29,0 4-38,0-1-32,7 1-22,-7 6-20,0 2-16,6 3-18,-6-1-16,7 4-12,-1-2-14,-6 1-15,6-2-5,8-1-2,-8 1-3,7-3-1,0-5-1,0-4 7,7 1-4,0-4-6,-1-4-2,1 1-4,-1-8-5,-6 3 3,7-2-1,-1-5 3,1 4 0,-8-4 4,2 5 7,-1-2-1,-7 2 1,1-2 8,0 5 11,-1 0 14,-6-1 9,0 5 6,6-1 8,-6 0-7,0 4-6,0 0-14,0 0-10,0 8-10,-6-1-6,6 4-3,0 0-2,0 0-3,6 3-1,-6-2-2,6-2 0,2 2 0,-2-5-9,7-3-2,-6 2-6,-1-6-5,7 0-8,-7 0-13,8-2-3,-2-6-14,2 1-11,-1-5-24,-7 2-20,7-5-21,0 4-35,-7-4-24,8 1-6,-8-1 18,1 3 21,-1 2 28,1-1 46,-7 3 48,6 6 35,-6-6 36,0 8 42,0 0 47,7 0 48,-7 8 33,0-2 26,0 5 5,-7 3-11,7 2-25,0 2-28,0 4-13,-6 0-15,-1 7-15,7-3-11,-6 6-14,-7 6-18,7 1-17,-2 2-22,-4 0-16,5 2-10,1-3-3,-1-2-6,7-6-7,-6-3-7,6 1-23,-7-9-33,7-6-46,0 0-57,0-7-101,7-8-139,-7-4-117,6-7-81,-6-8-65,7-2-50,-7-5 45,6-7 117,-12-3 122,6-10 108</inkml:trace>
  <inkml:trace contextRef="#ctx0" brushRef="#br0" timeOffset="664422.3939">23959 12393 135,'6'-8'315,"-6"6"60,13-2 74,0 4-21,1 4-26,-2 3 12,2 4 28,5 0-8,1 3-38,0-2-62,-8 5-63,8-2-67,-7 0-71,-1 0-49,2-1-35,-8 1-16,0-1-10,-6-3-12,0 0-5,-6 0-3,-6 1-12,-2-4-30,1-2-41,0-3-69,0-3-120,7 0-144,0 0-122,-2-3-95,8-1-69,8 2 16,-2-6 90,0 0 129,7 1 123</inkml:trace>
  <inkml:trace contextRef="#ctx0" brushRef="#br0" timeOffset="664719.7908">24370 12489 202,'6'-4'307,"0"4"44,-6-4 10,6 4-8,-6 0 22,0-4 31,0 4 28,0 0 6,0 0-19,0 0-60,0 0-87,0 0-84,0 0-71,0 0-46,0 0-30,8 4-23,-8-4-10,0 0-2,6 4-9,-6-4-5,6 0-7,-6 4-2,7-4-2,0 0-8,-7 0-2,6 3-9,-6-3-3,7 0-6,-7 0-7,0 0-6,0 0-2,6 0-9,-6 0-23,0 0-23,0 0-36,0 4-38,0-4-41,0 0-44,0 4-41,0 0-36,0-2-19,0 3-10,0-2-13,0 1-6,0 3 32,-6-3 51,6 3 54</inkml:trace>
  <inkml:trace contextRef="#ctx0" brushRef="#br0" timeOffset="670130.2443">6567 7645 112,'-6'4'155,"0"0"-50,-1-4-26,0 4-19,1-1-14,-1 1-6,1-1-9,0 8-8,-8 0-5,2 11-5,-2 4-1,1 11-3,0-1-3,0 8-1,-7 8-4,8-1 2,-1 4-1,0-1-1,6-2-1,1 0-27,-1-8-32,7-5-63,-7-9-34,7-7-18,0-6-8</inkml:trace>
  <inkml:trace contextRef="#ctx0" brushRef="#br0" timeOffset="670491.6721">6463 8058 161,'13'-13'172,"-6"1"-46,0 1-34,5 4-25,2 0-13,-2-1-5,1 5 0,1-1 1,6 4 0,-8-3-4,8 3-7,-1 3-7,1-3-7,-8 4-10,2-1-6,-1 5-4,-7-4-3,1-1 0,0 4-1,-14-2 0,0 1 0,1 2-1,-7 0 1,-7 1-1,0-3 1,1 0-1,-1-2 0,2 0 1,-2-4 1,6 0 2,1 0-2,1 0 0,5-4-2,7 4 0,0-4 1,0 4-2,7-4-1,5 2 3,1 2 1,1 0 0,6 0 4,-2 0 2,2 2 3,7-2 2,-1 4 1,6 0 0,-7 0-3,9-1-2,5 5-2,-7-2-4,1-1-5,-1 6-24,1-4-60,-7 4-85,0-4-45,-6 0-23,-1 1-10</inkml:trace>
  <inkml:trace contextRef="#ctx0" brushRef="#br0" timeOffset="670697.5537">7297 7821 35,'0'0'242,"7"0"16,-7 0 9,7 3-94,-1 1-59,0 0-49,1 0-29,6-1-16,0 5-8,7-5-7,6 5-7,-7-5-26,7 1-57,0 1-92,0-3-47,-6 2-25,-1-4-9</inkml:trace>
  <inkml:trace contextRef="#ctx0" brushRef="#br0" timeOffset="670906.4363">7272 8012 26,'-14'10'227,"8"-3"14,0 1 7,6 0-96,6-4-53,7-1-43,0-3-21,13 0-12,0 0-5,7-3-5,6 3-15,-7-4-42,7 4-75,0-4-70,-6 4-37,6-4-18,-6 0 0</inkml:trace>
  <inkml:trace contextRef="#ctx0" brushRef="#br0" timeOffset="674104.1533">8300 7824 40,'0'-3'184,"0"0"17,0-1-51,0 4-25,0-4-25,0 4-22,-6 0-17,6 0-16,0 4-17,-6 3-13,0 4-7,-1 0-4,-6 4-2,0 3 0,-1 5-1,2-2-1,-2 2 1,2-2 0,-1-3 1,-1 0 0,2 2-1,-2-7 4,8 3-2,0-7 2,-1-1-1,7-4 1,-7 0 0,7-4 2,0 0-1,0-4-2,0-2 0,0-2-3,0-3-1,7-5 1,-7 2-1,7-4 0,-1 0 0,0 3 0,0-4 0,2 5-1,-2 3 0,0-3-1,8 7 6,-8-5 9,7 8 8,0 0 8,0 1 8,1 3 7,-2 3-1,1 1-1,1 4-5,4 0-4,-4 1-6,6 3-5,-7-1-6,6 3-6,0 5-5,1-4-12,6 3-57,-7 0-93,8 0-77,-8-2-40,8-1-22,-8-5 0</inkml:trace>
  <inkml:trace contextRef="#ctx0" brushRef="#br0" timeOffset="674312.3503">9115 7935 123,'14'4'312,"-8"-4"30,0 4 15,1-4-99,0 0-80,-7 2-66,6 2-51,0-4-27,1 4-17,-1 3-8,8 1-7,-2 3-9,2 0-34,-1 3-60,0 2-80,0-3-91,-1 6-46,-4-5-19,-2 1 20</inkml:trace>
  <inkml:trace contextRef="#ctx0" brushRef="#br0" timeOffset="674522.226">9252 8111 128,'-13'7'233,"0"4"12,1 0-36,-2 3-80,1 5-58,0-1-34,-6 5-18,-7 2-37,-1 5-53,1-1-86,0 0-47,-6-4-23,5 1-11</inkml:trace>
  <inkml:trace contextRef="#ctx0" brushRef="#br0" timeOffset="676869.6742">25667 8385 43,'38'5'237,"1"1"22,7-6 28,13 4-61,-1 0-43,20 3-11,1 1 6,12 2 0,7 1-17,12 7-25,7-3-25,1 7-28,13 4-27,5 0-42,0-1-57,2 4-73,-1 5-81,-1-5-77,-6 4-78,-6 0-37,0-4 16,-13 0 48</inkml:trace>
  <inkml:trace contextRef="#ctx0" brushRef="#br0" timeOffset="677065.5635">28507 8939 162,'52'7'225,"-7"-4"11,-5 1-60,-7-4-39,-7-4-36,-1 1-60,-11-4-84,-2 0-109,2-5-58,-14 1-29,-14-4-12</inkml:trace>
  <inkml:trace contextRef="#ctx0" brushRef="#br0" timeOffset="678418.6749">6385 8202 135,'-26'0'143,"7"4"-64,-1 0-31,7 0-18,-7-2-8,8 3-6,-2-2-3,8 1-6,-1 0-5,1-4-2,6 3-3,0-3 1,0 0-3,6 4 1,1-4 1,-1 4 2,8-4 1,5 3 2,1 4 1,6 1 2,0 0-1,6 2 2,7 5-3,-6-1 1,13 5 0,-7-1-1,6 4 1,7 1 0,1-6 5,5 5 4,1-3 4,6-4 4,0-1 1,6-3 4,8 0 0,0-4-3,-2-7-3,8 5-3,6-10-1,1 1-3,-1-3-1,0 0-2,0-4 3,0-1 6,1-2-3,-1-1-1,0 1 0,0-4-1,1-1-3,-8 1-4,1 0 1,-1 0-1,-5-5 2,-1 5 4,0-3 4,-7-5 4,-5-1 5,6 2 7,-14-4 2,1-4 9,0-1 3,-8-3 0,-5 6-3,0-10-1,-7 4-3,-6 1-10,-7-5-3,0 5 1,-13-1 0,-7 1-2,0-1-2,-12 0-2,-6 1-3,-8-1-6,-7-3-6,-5 3-4,-7-7-1,-7 4-2,1-4 0,-14 0 1,0 0 1,-6 0-2,-7 1 0,-5-3 0,-2 2-3,-5 5-2,-1 2-3,-6-2-5,0 4 0,-7 3 1,0 3 1,-6 6 0,6 6 2,-13 1 3,0 12 0,-5 8 4,-2 7-1,1 8 2,-1 10 0,-5 8 1,-1 7-1,0 4-6,7 2 4,-1 10 1,7-1 2,7-1 2,7 0 1,6 1 3,6-4-3,0 0-3,13-4-1,7 1-1,7-5 0,5-3-1,7-4 0,7-3 1,13-5 0,7-2 0,6 3-3,6-7 0,7 4-2,13-1-10,7-4-34,12 5-48,7-1-53,7 0-71,7-3-37,-2-1-9,14 1 23</inkml:trace>
  <inkml:trace contextRef="#ctx0" brushRef="#br0" timeOffset="678630.5545">7806 8114 132,'58'-11'184,"1"1"4,-13-2-90,-13 5-46,5 3-28,-5 0-14,-7 8-6,0 0-22,-1 7-61,2 4-53,-1-1-25,-13 4-15</inkml:trace>
  <inkml:trace contextRef="#ctx0" brushRef="#br0" timeOffset="681983.1381">12849 12605 190,'-7'-3'207,"-5"3"9,5 0-92,0 7-40,1 1-14,-7 0 3,6 6 6,1-3 12,-7 7 10,6 0 2,1 8-1,-7 0 0,7 3-3,-8 4-8,8 0-10,-7 3-9,0 0-11,0-2-14,-1 3-15,8-4-12,-7-1-7,6-6-6,1 0-3,0-1-3,-1-6-2,7-5-1,-6 1-5,6-7-9,0-1-11,0-4-12,0 1-14,0-8-16,0 1-9,6-8-6,-6 3-1,0-7 2,0 1 9,0-4 12,0 4 12,0-5 14,7 0 10,-7 2 8,0-3 10,0 6 4,6-4 6,0 4 2,-6-1 6,14 4 6,-8-1 9,7 2 9,0 3 10,0-1 11,7 4 5,0 0-2,-1 8-5,7 0-7,-6 4-13,-1-1-11,0 3-7,-6 5-4,7-4-3,-14 4-1,-6-1-1,0-2 0,-6 3-1,0-5-2,-14 2 0,7-3-1,-7-1 0,-6-4-1,7 1 1,-1-5 2,8 0 2,-8-5 2,13 5 1,-6 0 0,7 0-1,-1-4-2,7 4-2,0 4 4,7-4 3,-1 5 4,7-2 6,0 4 0,7 0 3,6 8-6,0-1-12,7 1-46,-1 3-67,1 1-89,6-5-99,-7 1-51,1-4-18,-1 1 26</inkml:trace>
  <inkml:trace contextRef="#ctx0" brushRef="#br0" timeOffset="682200.9546">13318 13118 11,'0'0'376,"0"0"56,0-3 35,0 3 19,0 0-149,0 0-98,7 0-56,-1 0-15,0 0-8,8 0-4,5 0-6,1 0-14,6 3-35,6-3-53,1 4-110,6 0-138,-7 3-141,8 0-150,-1 0-80,-7 1-31,7-1 63,-6-3 109</inkml:trace>
  <inkml:trace contextRef="#ctx0" brushRef="#br0" timeOffset="682421.166">14067 13133 199,'14'0'393,"-2"0"31,2 0 21,-8 0-71,7 0-132,-6-3-105,6 3-58,7 0-32,-8-4-21,8 4-26,-1 0-44,1 0-62,0 4-74,6-1-90,-7 1-93,7-1-36,0 4 9,1-3 43</inkml:trace>
  <inkml:trace contextRef="#ctx0" brushRef="#br0" timeOffset="683235.3647">15006 13210 57,'0'0'407,"0"0"61,-7-3 36,1 3 26,0 0-152,6 0-122,-8 0-66,8 0-47,0 0-25,-6 0-22,6 0-22,6 0-22,2 0-22,4-4-9,8 4-50,-1 0-108,1 0-128,6 4-148,0-1-100,7 5-60,-14-1 13,7 0 89,-6 0 117</inkml:trace>
  <inkml:trace contextRef="#ctx0" brushRef="#br0" timeOffset="683454.2371">15228 13343 120,'-14'7'445,"8"0"55,-7-4 43,0 1 28,0 0-181,-1 0-138,-4-1-86,-2 4-50,0 8-41,-6 0-32,0 3-48,-6 7-76,-2 5-86,-5 3-101,1 3-121,-8 1-103,0-4-31,8 1 32,-2-9 64,7-4 90</inkml:trace>
  <inkml:trace contextRef="#ctx0" brushRef="#br0" timeOffset="683675.0762">16400 13544 221,'72'0'353,"-7"0"4,-6 0-27,-8 3-141,-11 1-186,-7 3-112,-7 1-61,-7 2-15,-13-3 19,1 5 36,-7-1 34,0 0-3,-13 1-27,7-2-15,-7-3-8</inkml:trace>
  <inkml:trace contextRef="#ctx0" brushRef="#br0" timeOffset="685643.8056">8164 8690 102,'0'-4'216,"0"4"17,-6 0-63,6 4-46,-8-1-33,8 8-31,-6 4-20,0 2-11,-7 14-4,6 1 1,-6 9 1,1 3 0,-2 7-1,-5 0-5,-1 1-4,7-1-4,0 0-6,-7-3-3,14-8-4,0-7-3,-1-1-18,7-9-34,-6-5-42,12-7-60,-6-7-57,7-4-29,-7-10-1,6-2 26</inkml:trace>
  <inkml:trace contextRef="#ctx0" brushRef="#br0" timeOffset="685970.218">8047 9070 48,'6'-14'163,"1"3"-2,0 4-50,5-1-22,2 2-14,-2 1-4,8 1 0,-7 4-6,7 4-1,-8 1-9,8 1-10,-7 2-10,0 3-9,0 3-6,-7-3-6,2 4-6,-8-1-2,0 1-1,-8-5-3,2 6 0,-14-2 2,8-3-2,-8 1 1,1-5 0,-7 0 2,6-3-3,1-4 1,-1 0-1,0 0 0,7 0 1,0 0 0,6-4-2,1 4 1,0 0-1,6 0 1,0 4 0,6-4 5,0 4 4,8-1 2,5 4 3,-5 0 3,12 1 0,-7 3-2,7-1-2,6 2-2,-5 3-3,5-1-5,1 1-25,-7-1-60,6 1-99,1-4-55,-7 0-28,7-7-13,-14-4 12</inkml:trace>
  <inkml:trace contextRef="#ctx0" brushRef="#br0" timeOffset="687230.1101">6620 6224 21,'12'-15'238,"-12"4"25,8 4 14,-8 0-94,0 7-52,-8 2-40,8 15-37,-6 0-23,-7 16-13,7 7-8,-8 5-4,-4 9-2,4 5 2,-6 3 0,7 4 1,1-4 0,-2 1 0,2-5 0,5-6-4,0-8-3,7-4-3,7-11-2,-7-3-15,13-12-33,-7-6-46,8-8-52,-2-8-69,1-10-35,1 0-4,-2-7 22</inkml:trace>
  <inkml:trace contextRef="#ctx0" brushRef="#br0" timeOffset="687539.6801">6607 6590 61,'0'-22'198,"0"8"18,-7-1-59,7 4-39,0 3-22,7 5-18,-7-1-11,6 1-5,7-1 2,1 4 4,-2 0-2,8 0-7,-1 4-11,1-1-12,-8 1-9,8 3-9,-6-3-7,-1 7-4,-7-4-1,0 5-2,-6-5 1,-6 3-1,-7 2 2,0-4-4,-6-1 0,-1 0 2,0 0-3,1-3 7,-1-4 5,0 4 7,1-4 3,6 0-1,6 0-1,1 0-5,0 3-7,6 1-3,6-1 3,0 1 5,1 3 5,6 4 2,0 0 2,7 1-1,0 2-5,5-3-6,1 3-4,-6 1-7,6 0-11,1-4-42,-1 0-72,-1-4-102,1-3-66,-6-8-33,6 1-9,-7-12 32</inkml:trace>
  <inkml:trace contextRef="#ctx0" brushRef="#br0" timeOffset="687780.5789">7311 5997 209,'0'0'336,"0"3"33,-7 1 22,-6 7-119,0 0-84,0 11-63,-14 4-44,8 3-33,-7 8-24,0 3-17,6 0-61,-5-3-125,5-1-113,7-3-58,0-6-30,0-10-11,6-2 43</inkml:trace>
  <inkml:trace contextRef="#ctx0" brushRef="#br0" timeOffset="689053.8338">6196 6754 119,'-26'0'195,"0"-2"16,0 2-69,7 0-25,-1-4-5,1 4-3,5 0 3,2 0-4,5 0-11,0 0-18,1 0-17,6 0-19,-7 4-12,14-2-5,-1 6 0,8 4 2,4-1 1,9 3 5,-1 1-2,13 3-2,0-4-4,0 5 0,14-1 6,-8-3 5,14-4 11,-1 0 7,1-4 6,0-3 5,6-4-2,6-4-5,-5-7-10,5 1-1,-6-9 1,0-3-2,0-4 2,-6-7 7,0-3 4,-1-5-3,-5-3-6,-1-3-4,-7-4-10,8-4-11,-14-3-10,-1-2-6,2 1-5,-14-3-2,-7 3-1,1-3 1,-13 1-1,-1-2 0,-12 1-2,-7 0-1,-13 7-2,0-1-2,-13 10 1,-1 0 2,-5 7 2,-8 9-1,1 9 1,-7 10 0,-6 7 0,0 8 0,-6 10-1,-1 12 1,0 3 0,1 8 3,-1 7 3,-6 7 1,6 4 1,7 3 3,-7 5 2,7 3-2,0-1-2,7 2 0,5-1 0,1-1-1,13-2-1,7-5 0,5-2 0,7-1 0,14-9-2,6 6-1,6-8-2,21 1 0,-1-2 0,13-3-1,7-3 3,6-4-2,7 0 5,6-7 2,6-4-2,1-5-13,6-2-60,-7-3-96,8-2-117,-8-3-135,-6-7-75,-6 0-27,-6-7 37,-15-3 87</inkml:trace>
  <inkml:trace contextRef="#ctx0" brushRef="#br0" timeOffset="689869.0775">7779 6462 232,'-6'0'391,"0"0"76,-1-3 60,0 3-100,1 0-64,6 0-76,-7 0-77,7 0-69,7 0-61,-1 0-36,8 0-20,-2 0-8,8 0-7,6 0-10,7 0-57,-7 3-112,7-3-131,-1 4-145,-6 4-77,1-1-35,-9-4 32,-4 1 101</inkml:trace>
  <inkml:trace contextRef="#ctx0" brushRef="#br0" timeOffset="690094.1677">7910 6609 240,'-20'11'389,"1"-4"41,6 0 26,-1-3-106,8-1-108,-7 1-89,13 0-61,-6 0-43,12-1-23,7 1-12,1-4-6,5 4-1,7-4-8,6 0-43,1 3-84,-1-3-105,8 0-118,-7 0-64,-1-3-27,1-5 25,-7-3 74</inkml:trace>
  <inkml:trace contextRef="#ctx0" brushRef="#br0" timeOffset="690411.2482">8574 6184 174,'14'-4'358,"-8"0"30,0 0 34,2 4-71,4 4-98,-6 0-74,8 2-34,-1 3-11,-1 1-18,2 5-11,-2 4-9,2-1-23,-1 3-16,-7 2-16,8 2-12,-14 2-10,6-6-8,-6 4 0,-6-2-3,-1 0-1,-6-6-4,6 2-3,-5-5 0,-2 1-3,2-5 1,-2-2-4,8-1-6,-1-3-8,1 0-8,6-4-4,0 0-3,6 0 1,-6 0 7,13 0 10,-7 0 4,8 3 7,-2-3 2,2 3 3,-1 6 3,0-2 2,0 0 4,0 4 3,0 1 3,0-3 2,-6 7 4,-1-2 6,1 1 1,-7 3 0,-7 0-3,-6 5-1,-6-2-7,-1 4-19,-6 6-91,-7-2-157,1 3-150,-1-5-79,7-2-41,0-11-11,7-2 76</inkml:trace>
  <inkml:trace contextRef="#ctx0" brushRef="#br0" timeOffset="690636.6353">9429 6649 298,'32'7'704,"-13"-3"86,-5-8 4,-2 4-122,-6 0-436,2 4-531,-2 0-284,-12 2-144,-2-1-37,-4 5 106,-1-2 223</inkml:trace>
  <inkml:trace contextRef="#ctx0" brushRef="#br0" timeOffset="694090.0728">8953 8792 177,'-7'-7'205,"0"0"-36,1-1-12,-1 1-4,1 0 5,0 2 13,-2 2 10,-4-1 8,6 4-6,6 0-15,-7-3-27,0 3-33,7 3-34,0-3-26,0 4-22,0-1-12,7 5-6,0 0-3,5 3-2,8-1 1,-1 1-1,7 1 4,0-5 0,7 3 1,-1-2 2,8-1 0,-7 1 0,5 2-4,1-2-1,1 3-2,-1-3 1,-7-2-4,1 6 0,-7-5 1,-6 0 1,-1 1 1,-5-1-1,-8 0 4,-6 4 0,-14 0 1,2 3 1,-15 1 2,-5 7 1,-7 1-4,-7 2 1,1 1 1,-8 3-3,7 0-1,8 0-5,-8-2-6,14-6-27,6 2-62,0-6-79,12-2-78,1-1-87,7-5-64,0-3-10,6-6 39,0 0 68</inkml:trace>
  <inkml:trace contextRef="#ctx0" brushRef="#br0" timeOffset="694788.8463">10250 9283 152,'32'-4'451,"-6"1"42,-1-1-1,-11 0-64,-1 4-328,0 0-290,-13 0-168,0 4-84,-7 3-25,-6-3 53</inkml:trace>
  <inkml:trace contextRef="#ctx0" brushRef="#br0" timeOffset="697782.0127">10100 8514 89,'6'0'177,"-6"-3"-30,0 3-14,0 0-7,0 0-2,0 0 4,0 0 12,0 0 18,0 0 20,-6 3 12,6-3 10,0 0-2,-8 3-17,2 1-26,6 3-30,-13 8-27,7 7-31,-8 7-24,2 8-12,-8 7-7,7 7-8,0 5-1,0 2 0,0-4 1,6 5-5,1-4-3,6 0-6,0-7-10,0-1-18,6-6-54,1-5-58,-7-3-63,7-11-48,-7 0-42,6-7-34,-6-8-2,0-7-3,0-3 29,0-12 37,-6-4 37</inkml:trace>
  <inkml:trace contextRef="#ctx0" brushRef="#br0" timeOffset="698092.3068">10047 8935 34,'6'-15'160,"8"1"8,-1-1-42,-1 8-21,2-1-5,6 1-3,-8 3-5,8 4-14,-7 4-11,7-1-12,-8 5-17,2 3-10,-8 1-6,7 2-4,-7 4-4,-6 0-5,0 0 1,-6 1-3,0 3 0,-7-8-2,-1 5-1,-4-8-1,4 0-1,-6-4 1,1 1 4,5-8 14,2 3 19,-2-3 16,8 4 8,0-4 2,-1 0-2,7 0-14,0 0-11,0 3-6,7 2 10,-1 1 11,0 2 9,8-1 6,-2 3-2,8 2-10,0-1-15,-1 3-14,1 2-8,6-2-13,1 1-14,-1-1-55,-1 1-85,7-5-109,-5-2-84,-1-4-40,-6-8-12,-1-4 39</inkml:trace>
  <inkml:trace contextRef="#ctx0" brushRef="#br0" timeOffset="698312.1797">10751 8400 263,'6'-18'393,"-6"7"43,0 4 26,-6 3-112,-7 11-88,0 11-84,-6 8-63,-8 11-40,1 3-29,0 12-33,0-2-47,0 2-89,7 3-121,-8-4-126,8-3-63,6-1-26,-7-2 15,0-9 73</inkml:trace>
  <inkml:trace contextRef="#ctx0" brushRef="#br0" timeOffset="699881.7634">6379 12884 170,'-7'-4'291,"-6"-3"27,0 7 16,0-4-131,6 4-69,-5 0-38,5 0-36,1 4-27,6-1-13,0 5-9,0 4-5,6 1-3,7 10-2,-7-1 1,8 7 0,5-3-1,-6 3 0,7 5 0,-7-5 0,7 0 1,-8-4-1,1 1-1,0 0 0,-6-8 1,-1 0-1,8-7-1,-14 1 1,6-2 0,-6-3-1,6-3-1,-6 0 1,0 0 1,0-2-1,7 3 0,-7-2-2,0 4 3,-7 1-1,7 3 0,0 1 1,0-2-1,0 5 0,7-1-2,-7 5 1,0-4 0,0 2 1,7-2 0,-7-1 0,6 5 2,-6-4 2,0-1 0,0 1 2,0-3 2,0 2 2,-6 4 1,-1-4 1,0 5 2,-5 0 0,-2 3 1,1-5-4,0 6-1,0-5-5,1 0-2,-8 1-5,7-1-10,0-3-39,6-1-73,-6 1-114,6-7-61,1 2-29,0-6-8,-1-1 29</inkml:trace>
  <inkml:trace contextRef="#ctx0" brushRef="#br0" timeOffset="700101.6346">7037 13660 20,'65'-21'352,"-6"-6"41,-21 6 25,-5-1 13,-7 4-165,0 4-111,-13 2-94,7 5-112,-7-1-126,-6 1-125,5 4-69,-12-6-33,7 3 11,-14-5 60</inkml:trace>
  <inkml:trace contextRef="#ctx0" brushRef="#br0" timeOffset="729730.6978">3095 6641 37,'-7'-3'169,"-6"3"18,6-4-63,-5-3-25,5 4-7,0-1 4,1 0 3,0-3 0,-1 2 7,0 3-3,1-3-5,6 3-8,-7-3-18,7 2-17,0-1-15,0 4-13,7-4-10,-1 0-8,1 4-4,6-3-2,7-1 0,-1 1-1,13-1 1,1 1 0,7-6 3,-2 3 1,15-2 5,-2-3 13,15 0 12,-1-3 12,7-1 6,6-3 6,0-1 2,7 0-7,6 2-7,0-5-10,0 3-5,7 2-4,-1-2-7,2 4-6,5 0 0,-7 1 2,8-1 5,-1 1 2,1 2 0,-1 2 0,0-1-5,6 3-6,2 1-4,-1-1-1,5 6 2,-5-3-3,7-2 1,5 2-1,-5 3 0,6-6 1,-7 4 0,7-2 6,-7-6 4,7 5 4,0-4 1,-1 0-4,-5-3 0,-1 2 1,1 1-2,-2-3 0,1 3 0,-5 0-1,5-5-2,-13 10 1,7-5-1,-14 3-3,8 1-1,-7 0 1,-1 3-1,1 1-6,-1-1-4,-5 4 2,-1 0-2,-6 0 1,0 0-2,-7 0 3,0 0-4,0 4 1,-6-4 1,-7 0 2,0-4 1,-6 4 0,-7 0 8,0 0-2,-13-4 2,0 4-6,-7 0 1,-5 0-3,-7-4-1,-8 4 0,2 0-2,-2 0-3,-5 0-10,0 0-50,-7 0-92,0 4-120,0 4-137,-7-1-68,-6 3-30,0 2 28,-13-1 84</inkml:trace>
  <inkml:trace contextRef="#ctx0" brushRef="#br0" timeOffset="729954.6205">10001 6484 282,'0'36'489,"0"-13"-3,-6-5-83,-1-4-89,1-2-362,6 3-178,0-5-120,0 2-62,0-2 45,-6 1 71,-1 0 54</inkml:trace>
  <inkml:trace contextRef="#ctx0" brushRef="#br0" timeOffset="739422.0646">2821 9397 30,'-14'-4'173,"8"-4"5,-7 1-44,7-1-64,-7 6-32,6-6-15,1 4-11,0-3-5,-2 3 1,2 0 3,6 2-2,0-3 0,-6 5 0,6-3-1,6-1-2,-6 4-3,6-3-2,2-2 0,4 5 1,-5-3 0,6-1-2,0 0 0,7 4 1,-8-3-1,8 0-1,-1-2 1,1 1 1,0 1 3,-1-1-1,7-3 4,-6 0 0,6-1 2,0 1 1,0-1-1,0 2 2,0-2 4,6-3 3,-5 5 1,11 1-1,-5-2 0,7 4-1,-1-1-7,-1 4-3,9 0-3,-2 4-1,7-1-1,-6 1 2,6 4 0,0-2 2,0 2 5,0 3 5,0-5 4,7 2 6,0 3 4,-1-3 0,1-5-2,6 1-2,0-1 0,0-3-2,0 0-1,7-7-1,0 4-1,-7-5 0,7-3-3,6 3-1,-6-2 0,6 3 0,0-1 0,7 2-4,-7-2-2,0 4-1,6 1-3,-5-1 0,0 4 1,4 0 4,-4 0 3,6 0 1,0 0 2,-8 0-2,8 0-3,0-4-4,0 0-2,-7 1-3,0-1-1,-6 1 3,6-4-2,-6-2 1,-7 2 1,0 0-2,0 0-2,-7-1-1,-5 0-1,-1 2 0,1-2 0,-14 5-1,-1-5 1,1 4-2,-13 2-2,1-3-1,-8 5-15,0-3-29,-5 3-36,-1 0-41,-7 3-41,1-3-58,-1 5-32,-6-5 5,-6 0 22</inkml:trace>
  <inkml:trace contextRef="#ctx0" brushRef="#br0" timeOffset="740131.1288">3036 11964 107,'-20'8'176,"1"-1"4,-1-3-80,0 4-40,1-6-18,6 6-8,7-4 1,-1-4-2,1 3-2,0-3 0,6 0-4,0 0 3,12-3 1,-5-1 8,12-4 6,8 2 0,5-5 5,7-1 0,20 2-2,-1 3-1,14-5 0,13 9 3,12-1 1,1 8 7,13-1 16,6 5 18,7 3 12,0-1 6,6 5 4,1-1 3,5 5-11,8-4-9,-1-1-7,0 5-5,7-1-8,-7-3-6,7-4-5,0-1-9,-6-6-8,-1-4-9,0-4-4,-5-3-10,-2 0-4,-6-4-4,-6 0-4,0 1-5,-7 2-2,-6 1-5,-14 2-7,2 5-14,-8 5-59,-7 2-89,-5 8-102,-14-1-106,0 4-81,-13 4-37,-13 0 36,-7-3 77</inkml:trace>
  <inkml:trace contextRef="#ctx0" brushRef="#br0" timeOffset="764024.0927">18707 15369 39,'6'-15'169,"1"-1"-15,0 3-20,-1-3-11,0-2-3,-6 3 3,7 1 5,0-5 10,-7 9 11,0-5 13,6 4 0,-6-1-8,-6 5-13,6 3-20,0-3-23,-14 5-28,8 2-22,-7 6-16,-7 1-13,0 9-11,-5-2-4,-8 8-4,8 3-2,-8 1 0,7 3-1,0-3 3,6-1-3,1 2 0,5-6 0,8-3-2,0-2 0,6-2 1,6-3-1,0-5 0,14 0 1,-1-6 2,1 0-1,12-6 1,1 4-1,-1-2 1,1 4 1,7 0-1,-8 0-1,7 4 1,-6 4 0,-1-6 2,1 6-3,-7-1 2,-6 5 1,-8-2 1,-5 1 2,0 0 0,-14 7 1,0-3-1,-5 4 1,-2-2-3,-5 3-20,-1-3-52,0-2-64,8-4-75,-8-4-106,14-3-59,-1-8-16,1-7 34,12-7 56</inkml:trace>
  <inkml:trace contextRef="#ctx0" brushRef="#br0" timeOffset="764238.972">19221 15243 139,'33'-18'275,"-7"0"15,0 3 9,1 4-123,-9 5-68,2-3-46,0 9-29,-1 0-22,1 4-29,0 3-37,-1 4-49,-5 5-71,-2-2-62,8 4-26,-14 0 2,1 1 22</inkml:trace>
  <inkml:trace contextRef="#ctx0" brushRef="#br0" timeOffset="764475.8352">19306 15408 70,'-12'4'322,"-2"0"36,8-4 20,0 3-48,-8 1-121,8 3-77,-1 0-59,1 9-33,-1 1-22,-6 3-25,13 1-37,-6 1-40,0 0-45,12 0-49,-6-4-65,6 4-57,7-7-8,-6 0 20,12-8 31</inkml:trace>
  <inkml:trace contextRef="#ctx0" brushRef="#br0" timeOffset="765344.0225">19645 15504 196,'6'0'310,"2"0"18,-8 0 11,-8 7-130,2 1-79,-7-1-57,0 7-29,0-3-19,-7 4-10,8 3-7,-8-3-2,7-3-3,7 2-6,-8-3-7,14-5-15,0-1-20,7-2-25,0-3-22,6-8-14,6 2-5,0-2 5,1-3 17,0-3 21,5 2 24,-5 5 17,0 0 12,-7-1 9,7 5 12,-1-1 11,-6 0 10,6 8 13,-5-4 12,6 4 11,-2 4 0,2-2-5,-1 2-6,1 3-8,0-5-12,6 6-11,-7-4-6,7-1-3,7-3-2,-7 0 0,7-4 2,-7-4 2,0 0 0,-7 0 1,1-4 1,-7 1 0,0-1 1,-7 2-2,-6-5-2,-6 0-2,0 0 2,-1 0 2,-12 0 5,5 0 8,-5 4 9,-1 2 10,1 3 6,6-2 0,0 4-2,-1 0-8,2 4-10,6-2-10,6 6-12,0 0-5,0-1-4,12 4-1,-6-4 6,14 5 9,0-2 7,5 1 3,-5 5 5,7 1 3,-8 2-8,7 6-7,-6 1-5,6 3-3,-14-3-4,8 3-2,-13 0 5,-1-3 7,-6-1 6,-6 1 14,-1 0 16,-13-4 35,1-4 34,-7-3 38,0-4 35,0-4 12,-7-3 2,7-4-23,7-8-31,-1-3-43,0-7-39,14 0-25,0-4-17,6-1-12,6-2-7,0 4-4,8-2-4,5 1 0,7 0-1,7 5-3,-1-6-3,8 5 0,5-1-12,7 1-28,1 0-32,-2 0-24,8 3-37,0-4-60,-7 1-55,7 0-36,-8-1-21,-5-2-22,-1-1-3,-5-3 30,-7-6 51,-1-2 53,-5 5 52,-9-7 56,-4 6 65,-8 0 62,1 8 50,-7-5 46,0 8 52,-7-1 50,1 2 24,0 1 19,-8 5 17,2 0 3,5 3-21,-6 2-42,0 6-38,7 0-43,-2 3-46,-4 8-33,6 4-28,-2 8-11,2-2-9,6 8-6,0 4-3,0 5-10,14-6-2,-2 5-3,8-5-2,6-3-1,7 0 1,-7-6 1,13-1 1,0-3 0,-1-5-2,2-7 2,-1 1-2,0-5 1,1-6-3,-8-5 1,-7 1-1,2-4 0,-14-7 0,0 0 0,-7-5 3,-6-2 2,-6 3 15,-7-4 23,-7 7 26,8 9 21,-15-1 14,1 11 9,0 0-7,0 11-18,7 4-26,-1-1-20,7 8-13,0 0-13,13 5-19,13-2-47,0-3-85,19 3-125,1-3-110,13-1-97,6-1-87,0-3-85,7-2 15,-1 0 84,1-4 91,0 0 88</inkml:trace>
  <inkml:trace contextRef="#ctx0" brushRef="#br0" timeOffset="766671.6118">18889 16045 120,'-45'-7'227,"-1"0"33,1-4-24,-8 0-45,15-3 0,-9-1 18,15 1 19,-1 2 14,7 1 3,7 0-14,-1-1-30,14 6-27,12-5-29,7 3-22,7 1-8,12 0 9,15 0 12,4-1 11,14 8-3,14-4-9,-1 8-16,6 0-11,7 3-15,14 4-14,-1 0-13,7 1-9,7 2-5,5 1-7,1-1-6,6 4-12,1 1-6,12-1-1,0 4-8,1-4 2,6 1 0,0-9 1,0 2 0,-1-5-4,-6-3 2,-5-8-6,-8 0-2,-13-2 1,-7-3-2,-19-1-12,-12-2-6,-14 1-8,-13 0-19,-19 1-31,-7-5-23,-20 1-10,-12-5-11,-14 0-8,-12 2 13,-7-3 24,-20 6 21,-12 3 20,-8 0 12,-6 4 15,-12 4 2,-7-1 9,-1 4 4,-12 4 2,-7 3 3,0 3-2,-12 5 1,5-1 1,-5 2 2,6 2 3,-8-6 1,15 2 5,-1 1 6,6-5 1,7-3 1,7 1 4,13-4 0,6-4 2,14 3 0,6-3-2,13-3 16,5 3 15,9-4 15,5 4 6,7 0-2,6-4 1,7 4-17,1-4-24,5 4-19,0-3-8,7-1-7,7-3-7,6 0 0,6-4 2,15-3 3,-2-1 3,13 0 0,14-1 6,0 7 6,12-3-2,8 4-5,-1 5-10,6-1-1,7 8 1,1 7-5,-1 4 4,0 3 5,0 4 9,0 4-2,1 3-5,-1 3-3,-6 2-3,-13-1-3,-1-4-1,-6 0 4,-12-4 5,-8-2 6,-13-9 3,-5 2 4,-14-6 4,-13 2 1,-20-9-6,-6 1-3,-19-4 0,-21-4-5,-12 1-7,-19-1 3,-14 0 1,-13-3 3,-20 3-5,-6 1 0,-12 3 16,-1 3 4,-13 1 12,0 7 7,0 0 22,7 7 15,-1 1-2,14 2-6,6 2-8,13 2-8,13 0-16,20 2-9,13-6-6,20-3-2,12-2-4,19-6-3,14-2-2,26-4 2,20-8-7,19-4-4,19-2 1,21-6-3,12-5 4,20-1-3,13-8-2,19 1-1,13-4 6,14 0 3,6 4-7,6-4-4,1 11 5,-1 0-8,1 7-36,-1 4-41,1 7-66,-7 4-116,-7 4-155,-6 7-139,-13-1-112,-14 7-60,-12-3 14,-13 1 91,-20-8 136,-13-4 143</inkml:trace>
  <inkml:trace contextRef="#ctx0" brushRef="#br0" timeOffset="767662.7006">22460 15265 116,'7'-11'276,"-7"4"27,0 7 23,-7 0-101,1 3-49,-1 12-29,0 4-21,-5 10-14,-2 0-10,2 8-20,-1 3-14,-1-4-13,8 5-19,6 3-11,0-4-11,0 0-5,13-3-8,0 0-16,6-4-25,1-7-42,6-4-50,7-7-63,-1-1-75,1-7-64,-1-7-17,1-3 19,-1-8 36</inkml:trace>
  <inkml:trace contextRef="#ctx0" brushRef="#br0" timeOffset="767898.5826">23020 15316 6,'20'-25'380,"-7"7"60,0-5 29,-6 6 17,5 2-134,2 4-148,-2 8-80,8-1-56,6 8-30,-7 3-20,8 3-20,-1 2-28,6 5-42,-5 2-49,-1 3-54,-6 3-62,6 5-58,-7-5-66,1 4-14,-1-3 19,-6-4 40</inkml:trace>
  <inkml:trace contextRef="#ctx0" brushRef="#br0" timeOffset="768120.4561">23222 15504 270,'-19'3'364,"6"1"28,-7 0 17,7 0-142,0 3-88,0 0-70,1 8-48,4-1-27,-4 4-17,5 1-11,0 2-20,1 1-36,6-3-49,6 3-63,1-4-69,6 1-89,1-9-32,5 1 7,0-3 35</inkml:trace>
  <inkml:trace contextRef="#ctx0" brushRef="#br0" timeOffset="769674.0956">23484 15640 236,'6'-4'375,"0"0"56,-6 4 47,0-4-98,0 4-74,-6 0-77,6 0-55,-6 0-51,-2 0-44,-4 0-34,5 4-15,1-4-8,-1 4-6,0-4-3,1 0-4,0 0-3,6-4-4,0 4-3,6-4-4,0-4 0,8 5-1,-1-9 0,-1 10 1,2-6 2,5 4 1,1 4-1,0 0 0,-8 0 1,8 8 1,-1-2-1,-5 6 2,5-1-1,0 3 2,1 5 1,-1-4-2,1 3-20,0 0-33,6-3-44,-1-1-49,2-2-48,5-4-45,-6-6-22,7-4-7,-1-6 20,-5-4 31,-1-5 38,0-6 41,0-2 40,-7-1 36,-5-7 22,-2-4 14,2-3 7,-2-4 6,-5 1 13,0-5 26,-1 4 40,1 3 43,-7 8 45,6 4 31,-6 7 13,6 4-6,-6 7-15,-6 4-19,6 11-19,-6 3-10,-7 7-2,-1 8 6,-4 7-7,-2 8-11,0 4-19,1 3-19,-7 3-21,-1 0-21,8 5-15,-8-5-9,15 4-4,-8-6-7,7-2-7,7-3-30,-1-6-42,0-5-37,7-7-27,0-7-13,0-4-7,7-8 16,0-3 29,-1-10 27,1-5 17,6-7 10,-7-4 9,7-3 10,1-4 11,-2-4 8,1 1 6,7 0 9,-7-1 7,6 0 7,1 8 8,6 3 5,-7 5 8,1 6 6,0 7 5,-1 0 4,1 8 0,-8 8 0,2 0-5,-1 1-5,0 7-6,-6-1-8,-1 3-2,0 0-5,-6 0 0,0 1 0,0-2-1,0-2 0,0 1 0,-6-5-1,6-1-1,0-2 1,-6 3-5,6-8 0,6 1-2,-6 3 1,6-3 0,2 3 3,4-3 4,1 3 4,0 1 10,6 2 16,7-2 17,1 3 11,-1-4 9,6 0 3,1 5-6,6-5-15,0 1-16,7-1-15,0-4-8,-1 1-8,7 0-2,1-8-3,-2-3-1,-5 0 0,-7-8-1,-7 3-2,-5-6-18,-14 0-11,0-4-8,-7 0-8,-12 0-4,-7-3 1,0 2 15,-14 1 17,1 8 19,1-1 15,-8 4 14,0 4 14,-6 3 13,13 4 10,-6 0 3,5 4-3,1 3-4,7 0-11,-1 4-13,14 0-18,-7 0-10,13 1-6,7-2-3,-1-3-1,7 1 0,6 0 3,8-4-1,-1-2 1,6-2-2,7-2-1,-6-2-1,-1-4-1,1 5-1,-1-5 0,-6-4 0,1 6-1,-1-2 0,-6 1 1,-1 0 2,-6-1-2,-6 5 0,5-1 0,-5 0-2,0 4 0,-7 0 2,6 4 3,-6 0 3,0 4 4,6 2 2,-6 5 2,7-3-1,0 5-4,6-3 0,-1 1-3,8 0-1,0 0-1,6-1-2,-1-3 1,9-3-1,-2-1-2,7-4 0,0-3 0,0-3-2,7-4 0,-1-4 0,1 0-1,-7-4-4,1-3-15,-8 0-23,-5-1-29,-9-6-19,2-1-8,-13 0 1,-1 1 14,-6-5 26,-6 9 36,-7 1 25,-1 2 23,-4 7 17,-2 4 14,-7 7 11,1 4 9,0 7 6,0 3 3,1 1-7,5 4-7,0 3-6,7 0-15,0 0-8,6-1-17,7 1-8,0 0-6,14-3-3,-8-1 0,13-3-6,-5-4 2,6 0-1,-2-4 0,2 0 7,7-3 2,-1 0 5,-1-1-1,1 1 4,0 7 6,-6 0-6,-1 4 10,1 7 5,-6 7 6,-2 0 0,1 12-3,-6 3 3,0 4-14,-7 2-10,6 2-6,-6 3-2,0-1-4,-6-3 0,-1-3 0,-6-7 6,0-4 13,-1-8 21,-4-4 16,-2-6 9,0-8 5,1-8 4,5-6-6,-5-8-22,-1-8-14,8-6-8,-2-9-7,8-5-6,0-9-12,-2-3-17,8-8-20,8 0-19,-2-3-7,14-3-3,-1 2 11,7 5 22,6 3 24,7 10 25,1 5 10,-1 7 7,0 8-2,7 6-7,-1 2-4,7 5-4,1 4-1,-2 1 6,2 3 3,5-2 6,1 1-2,0 2 0,-7-5-4,-1 5-11,-4-4-4,-9 3 2,-11 0 0,-1-3 0,-6 0-1,-14 0-9,7-5-14,-13-3-18,-7 1-11,1-1-8,-8 0 7,-5 1 38,6-1 38,-6 8 23,-1 0 23,0 7 9,1 7-4,6 4-29,-6 3-24,5 8-14,2 1-9,5 2-4,7 1-7,7 3-21,11 4-51,2 0-87,13 0-78,13 0-107,5-3-130,8-1-133,13 0-48,0-3 34,-1-4 46,1-1 92,0-2 128</inkml:trace>
  <inkml:trace contextRef="#ctx0" brushRef="#br0" timeOffset="795320.9549">15892 17387 91,'7'4'439,"-1"-1"73,-6 1 39,6-1 18,1-3-191,0 4-121,-7-1-106,6 1-67,1 4-34,-1-1-12,0 3-4,8 5-1,-8 4 0,8 3-6,-8 4-4,7 3-4,-7 4-6,-6 3-6,7 5-6,-7 3-3,0-1-8,0-2-5,-7-8 0,7 0-4,-6-8-2,6-6-9,0-4-9,-7-9-11,7-6-11,0-3-5,-6-12 1,12-3 9,-6-11 16,7-4 14,-1-5 15,1-1 18,0 3 17,5-5 30,2 5 32,5-1 34,-6 3 32,6 5 14,1 0 4,0 7-15,6 0-25,-1 3-29,2 5-33,-1 7-28,6-1-33,1 5-60,-7 3-99,6 3-117,1 5-113,-1-1-100,-5 7-91,5 1-29,-6 4 51,7-1 89,-7 5 100</inkml:trace>
  <inkml:trace contextRef="#ctx0" brushRef="#br0" timeOffset="795667.6251">16805 17617 35,'-8'-7'442,"8"-4"100,-6-1 71,0-2 47,-1 7-131,0-3-126,-5-2-110,-1 5-76,-1 3-52,2-3-32,-2 7-17,2-4-15,-2 4-11,1 4-20,1-1-17,-2 5-15,2-1-12,5 5-9,0 2-9,1 1-5,6 2-5,0 2 1,0-4-9,6 3-16,8-3-27,-2-5-27,2-2-25,5-4-16,1-4-10,-1-4 2,0-4 13,1-2 23,-1-5 21,1 0 15,0 0 20,-7-3 10,0 4 15,-7-1 12,1 0 22,-1 4 29,0 4 32,2 0 31,-8-1 27,6 5 16,-6 3-2,0-4-23,0 4-29,0 0-24,6 4-25,1-1-21,0 9-13,-1-2-5,7 5-14,7 4-42,0-2-120,5 2-158,1-4-163,7-1-161,-1 1-88,8-4-14,5 0 90,-6-11 144</inkml:trace>
  <inkml:trace contextRef="#ctx0" brushRef="#br0" timeOffset="795982.3075">17450 17497 31,'-7'0'560,"0"0"130,-6 3 78,1-3 41,-2 8-93,1-4-230,0 3-197,-6 3-123,-1 5-71,7-3-36,-6 2-18,5-3-9,1 3-7,1-3-7,-2-3-13,14-1-21,-6-4-27,6 2-31,0-10-39,6 5-62,0-10-58,2-2-38,-2-3-4,7 1 12,-7-1 31,1 1 59,0-1 64,-1 5 52,7-1 43,-13 3 40,7 1 49,-1 3 48,0 4 40,1-3 37,6 6 26,-6 1-4,-1 3-25,7 1-37,0 3-32,1 3-38,5 1-37,-6 3-22,6-3-25,1 3-49,6-3-90,0 0-103,-7-1-112,8 1-96,-1-4-78,0-1-30,0-2 16,-7-4 35,7-1 73,0-3 76,-6-3 79</inkml:trace>
  <inkml:trace contextRef="#ctx0" brushRef="#br0" timeOffset="796327.111">17814 17617 203,'0'-7'367,"-6"-1"87,-1 1 46,7 4-8,-7-2-14,1 3-25,0 2-55,-8 0-60,2 2-57,5 6-60,-6 3-49,0 0-41,7 3-26,-8 5-24,8 0-22,6-1-16,0 3-19,0-2-13,6-1-15,8-3-20,-2-4-20,8-3-29,-1-6-50,1-4-73,6-6-79,1-7-68,-1-3-44,-1-7-8,1-1 24,0 0 62,-6-4 80,-7-2 81,7-1 55,-8 0 25,-4-7 21,-2 3 19,-6 1 33,6-2 56,-12 9 80,6 4 101,0 3 97,-6 3 66,6 9 17,-8-1-23,2 6-49,0 5-70,0 5-78,-8 6-53,8 3-25,-7 4-17,6 9-12,0 2-15,1 4-13,0-1-19,6 4-23,0-2-34,12 3-45,2-4-58,-1-4-85,13 1-122,-6-5-118,5-3-58,1 0-32,7-7-40,-7-5-19,6-2 47,1-4 82,-1-8 58,-5-4 56</inkml:trace>
  <inkml:trace contextRef="#ctx0" brushRef="#br0" timeOffset="797538.2046">18401 17581 131,'0'-4'491,"-7"0"137,1 4 103,6-3 18,-14 3-105,8 3-111,0-3-139,-8 4-127,8 0-98,-1 2-62,7 2-35,-6 3-35,12 0-20,1-4-9,-1 5-7,14-5-6,0 0-15,6-7-13,-1 0-16,9 0-23,-2-7-19,1 0-21,-7-5-6,-1 2 1,1-2 15,-6 2 22,-7-5 28,-6 4 33,-7-4 39,0 5 24,-13-2 23,0 2 17,-7 3 13,0 3 11,-5-1-3,-1 5 1,-7 0-7,1 9-12,6-6-15,-1 4-21,1 4-17,6 0-18,8 1-22,-2-2-29,8-3-36,6 5-36,0-2-57,13-3-86,-6 1-94,13-1-83,-1-3-59,7-1-34,0-3 1,0 0 46,7 0 75,-1-3 75,1-4 68,-7 3 64,6-4 69,-5 1 67,-1-1 78,-7 2 82,1-2 88,-14 8 104,7-3 118,-6 3 89,-7-4 39,0 8 4,0-4-32,-7 7-75,-6 1-117,0-1-98,0 3-71,-6 5-45,-1-1-26,0 5-18,1-4-10,-1-1-11,8 5-11,-2-4-12,1-5-14,7 2-32,6-2-33,0-3-41,13-3-69,-1-8-64,8 1-54,0-8-16,13-4-3,-7-2 20,6-2 52,-6 4 63,7-3 58,-8 3 56,1 0 71,-6 5 80,6 2 64,-13 1 70,7 0 56,-7 2 21,0 5-11,-6-2-32,-1 2-31,0 0-46,1 2-38,-7-2-29,0 8-28,0-4-20,0 3-18,-7 4-20,7-4-13,0 0-8,0 5-3,0-5-5,7 1-4,-7-1-2,13 0-6,-7 0-3,8 1-8,-8-4-7,7-1-3,0 1-2,0 0 8,1 0 3,-2-2 6,1 3 5,-6-2 2,-1 1 5,1-1-1,-1 1 0,1 0 5,0 0 2,-1-1 3,0 1-5,8 3 1,-8-4-1,7 5-2,-7-1-1,14 1-2,-6-2 4,-2 3 0,8 1 0,-1 2 2,-5-5-1,4 7 0,9-3 2,-7-3-2,6 3-1,0-4-5,-1 0-14,9-3-25,-9-4-39,7-4-58,2-3-85,-9-4-97,8-4-73,0-6-55,0-2-24,-1-6 10,-6 0 44,0-7 68,0-1 71,-6-8 72,0 6 78,-2-2 89,-4 0 88,-1 9 98,-1 2 106,2 5 111,-8 7 81,1-1 49,-7 5 22,7 2-8,-7 4-38,0 6-62,6-5-69,-12 7-67,6 3-46,-7 3-41,0 11-28,1 0-23,0 9-12,-8 4-7,1-1-15,0 7-12,0 1-18,7-1-27,0-3-41,6 0-52,6-3-57,0-5-53,7-3-47,0-7-37,6-4-14,1-4 8,6-7 24,-6-4 32,6-3 36,-7-4 39,8-3 38,-1-1 29,0 0 31,-7 1 29,1-1 21,0 0 22,-8 5 23,1 2 26,-6 1 23,0-1 18,-1 4 16,-6 1 9,0 3 3,-6 3 0,-1 1-13,0 4-13,1 2-15,-1-3-15,-5 9-21,4-5-27,2 0-23,6-1-37,0-2-36,6-1-43,14-3-38,-7-4-37,7 0-21,6-7 2,0-1 14,7-3 26,-1-3 32,1 3 35,6-5 29,-7 6 18,2-5 11,-2 8 9,-7 0 7,-5 2 22,0 3 30,-1 2 40,-5 2 39,-8 6 36,0 7 27,1 4 9,-7 2-10,-7 8-26,7 8-32,-6 3-34,0 4-33,-1 4-25,0 3-22,1 8-31,-7 3-62,0 4-87,0 1-123,-1 6-180,-11-8-211,5 1-168,-6-3-115,-6-5-8,-1-6 74,0-5 153,-5-10 198</inkml:trace>
  <inkml:trace contextRef="#ctx0" brushRef="#br0" timeOffset="798529.2382">21692 17368 315,'-14'-3'462,"1"0"90,0-2 63,7 1-113,-7 4-100,13-3-79,-7 3-107,7 0-88,7 3-59,-1-3-24,13 9-9,-5-6-8,12 4-2,0 0-1,-1 5-4,9 2-6,-9 1-10,-5 2 1,0 6-6,-1-5 0,-12 7-2,-7-2 0,-7 2 2,-6 1-4,1-4 2,-8 3 4,-6-6 13,-1-1 26,1 0 32,0-6 32,7-1 29,-1-5 24,0 2 6,8-1-15,-1-3-25,6 0-30,0-4-29,14 0-27,0 4-14,6-4-11,-1 0-6,14 0-2,1 0-1,5 0-4,8 0 2,5 0-2,7 0 0,1-4-17,5 4-32,0-4-30,8-3-48,6 3-84,-1-6-118,-6-5-94,7 0-68,-7-7-59,0-1-49,-12-2 1,-2 0 73,-5-8 85,-7 0 88</inkml:trace>
  <inkml:trace contextRef="#ctx0" brushRef="#br0" timeOffset="798769.1004">22864 17247 242,'6'-23'476,"-6"10"114,0 1 90,0 1-44,-6 9-64,6-3-80,-6 12-101,6 0-87,-7 13-73,1 1-47,-1 4-39,7 9-30,-7 2-33,7 5-23,-6 3-20,12 0-34,-6-1-39,7 5-47,0-4-58,-1-3-102,7-1-131,-7-3-126,8-8-111,-8 0-99,0-10-21,2-1 61,-8-11 113,0-3 132</inkml:trace>
  <inkml:trace contextRef="#ctx0" brushRef="#br0" timeOffset="798986.9763">22805 17159 325,'20'-36'463,"6"7"82,1 2 82,-1 5-49,6 8-80,7-1-55,0 8-53,0 3-54,7 8-61,-7 3-62,7 5-48,-8 5-39,-5 10-28,0 2-26,-14 4-13,0 3-12,-5 5-12,-14 3-12,-14 3-5,-5 4-9,-19 1-2,-9-1-6,-5-4-4,-7-2-4,-6-6-15,0-5-11,7-5-33,5-7-59,8-7-162,13-4-203,12-7-206,7-8-104,13-3-29,13-8 27,7 0 147,6 1 198</inkml:trace>
  <inkml:trace contextRef="#ctx0" brushRef="#br0" timeOffset="799884.907">24396 17464 140,'-8'-15'329,"2"1"59,0-1 52,0 3-69,-8 5-41,8 4-33,-7-1-29,7 11-15,-8 4-7,2 7-7,-2 4-8,1 7-10,7 5-19,-1 2-35,-6 8-41,7 0-39,6 0-34,0 4-23,-6 0-18,12-4-37,-6-4-59,6-1-92,-6-1-97,6-9-108,1-4-89,0-2-53,-7-8-16,6-5 10,1-3 51,-7-10 77,0-5 77</inkml:trace>
  <inkml:trace contextRef="#ctx0" brushRef="#br0" timeOffset="800424.7142">24285 17452 107,'20'-29'239,"-8"4"21,8 3-16,-1-1-56,7 6-26,0 1-4,1 5 19,-1 4 22,6 0 7,1 3-3,-7 8-12,0 0-24,0 6-39,-7 1-38,1 8-30,-7 4-18,-13 2-12,0 0-8,-7 4-8,-5-4-4,-8 2-3,0-1 0,-6-4 0,-7-1 1,8-2 6,-8-8 0,7-1 7,0 2 5,6-9 4,0 1 1,14-4-5,0-4-2,6-3-5,0 3-7,12-7-6,2 3-6,6-2 0,-1 3 1,7-1 2,0-3-2,7 4-1,-7 0 1,6-1-1,1 1-1,-1 0-3,1 4-2,-7-6 3,7 6-2,-7 0 3,0 3-4,-13-4 1,7 4 4,-8 0 15,-5 0 22,0 0 35,-7 4 41,0-1 35,-7 5 35,0 3 20,1-1-7,-7 5-19,0 3-28,6-7-29,1 8-29,0-5-34,-1 1-15,7-5-16,7 2-8,5-5-7,1 1-7,7-8-2,6 0 0,-6-8-1,5-3-1,1-4-3,1 1 1,-7-9 1,-2 6 2,-4-5 2,-1 0 1,-7-1 0,-6 1 4,-6 5 2,-1-2-2,-5 4-1,-8 1 2,0 6 3,-6 5-3,1 3-4,-8 0-3,7 7-21,0 1-38,-1 2-72,8 1-100,6 0-114,-1 1-106,8-2-81,6 2-66,6-1-33,2-5 44,4 3 84,8-6 95,6-3 92</inkml:trace>
  <inkml:trace contextRef="#ctx0" brushRef="#br0" timeOffset="800659.3876">25334 17277 145,'19'-19'343,"-5"5"58,-2-1 63,1 4-25,0 0-9,0 3 1,1 2-4,5 1-17,-6 5-35,6 0-60,-5 5-76,6-3-71,5 6-61,-5 4-41,6-3-32,-6 8-39,5-3-57,-5 4-99,6 0-157,-13 0-161,7 4-162,-8 4-92,2-4-10,-8-3 64,0-1 140,-6 1 148</inkml:trace>
  <inkml:trace contextRef="#ctx0" brushRef="#br0" timeOffset="800901.2493">25458 17466 423,'-20'5'516,"7"-5"71,0 3 62,6 1-87,1 4-95,-1-1-97,-6 3-68,7 6-56,-8-2-54,2 4-56,5 1-56,1-2-55,-7 6-85,6 3-130,7-4-165,-6-1-144,12 2-160,-6-2-64,7-2 15,6-5 94,0-6 141</inkml:trace>
  <inkml:trace contextRef="#ctx0" brushRef="#br0" timeOffset="801590.6879">25758 17592 190,'12'-7'444,"-5"-1"91,6 4 73,-13-3-16,7 3-86,-7-2-90,0 1-86,-7 2-81,0 3-65,1 0-52,-7 0-46,-1 0-35,8 3-18,-6-3-9,4 5-10,2 1-21,0-6-40,6 4-65,0 0-83,6-1-87,8 1-67,-2-4-25,8 0 13,-1-4 52,7 4 76,-6 0 85,0 0 73,5 4 56,-5 0 49,0 0 56,-1 3 56,1 3 53,0-2 55,-1 3 43,7-3 21,-6 2-11,-1 1-30,0 0-39,8-3-52,-7-1-54,5-4-42,1 1-33,0 0-20,7-8-10,-1 0-10,1-3-9,-1-4-8,1 0-2,7 0-2,-8-7-4,1-1-2,-1 2-9,1-6-17,-7-2-23,-6 3-17,-1-7-13,-6 3-2,-7-4 9,1 5 24,-7-1 43,0 4 37,-7 4 33,1 3 21,-1 5 16,-6 2-2,1 4-8,-8 4-9,0 4-10,7 6-12,-7 5-3,1-1-7,0 9-7,-1 3-6,7-4-11,-1 3-5,2-2-14,-1 2-14,6-6-25,1-1-26,-1 0-27,1-4-31,-1-2-19,7-1-1,-7-5 0,7 2-11,0-4-5,-6-1 3,0-3 13,6-3 9,-6-1 16,6-4 37,-8-2 51,8-5 60,0 4 60,0-7 59,0 4 62,8-2 40,-8 6 13,6-5-15,0 8-29,0 0-36,1-1-49,6 1-34,7 3-25,-1 4-20,1-4-15,13 4-14,-7 4-9,6-4-8,1 4-4,-1-1-4,7-3-3,-6 4 2,-1 0-3,8 0 3,-8-2 0,-5 3 4,-1-2 1,-7 1-7,1-1-1,-8 2-1,2-2-1,-8 1 8,-6 3 3,0-4 11,-6 6 5,-1-2 6,-6 0 3,7 0-2,-1 4-4,-6-4-2,13-2-4,0 1-6,0 2-1,6-1-3,1 3-1,6-2 1,0-1-1,6 5 3,-5-2 1,5 2 3,1 2 3,6 1 5,-7-1 4,1 5-1,6-1 0,-7 4-8,-5 0-5,-2-1-4,2 6-8,-14-2-12,0-2-23,-14 6-35,-5-8-89,-1 6-176,-12-2-205,-1 1-162,1-4-70,-7-5-11,6-2 63,0-4 160</inkml:trace>
  <inkml:trace contextRef="#ctx0" brushRef="#br0" timeOffset="801829.5107">27621 17896 43,'39'10'735,"-13"-5"97,0-5 1,-13 0-143,-6 3-238,-7 4-691,0 1-369,0-1-156,-7 0-34,0-7 129,7 0 226</inkml:trace>
  <inkml:trace contextRef="#ctx0" brushRef="#br0" timeOffset="807180.6228">21463 18115 7,'6'0'229,"-6"-3"30,0-1 18,7-4-83,-7 6-56,0-6-33,7 4-27,-7 1-24,6-1-6,-6 0 7,13 0 14,-6-3 18,6 4 16,-1-1 15,2 1 14,12 3 8,-7-5 0,7 5 7,7 0 14,7 5 18,-2-2 17,8 1 23,6-1 22,13 4 7,0 1-13,7 3-27,13-1-37,6 2-40,7 3-42,12-1-33,8 1-20,5 2-10,15 0-10,5-3-9,0 4 2,7-4-4,6 1-3,1-1-4,6 5 2,-1-4 7,2 3-7,5 0 2,1-4-3,-2 6-3,2-3-10,0 6-14,-1-5-18,1 0-38,-8-3-34,1 3-31,-13-3-38,0 3-34,-7-7-17,-13 3 6,1-2 16,-7 2 14,-7-3 16,-6 0 8,-14 0-2,2-3-16,-15 3-26,0-5-33,-5 2-31,-8-1-43,-6-2-1,-6-2 21,-13-3 36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184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93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23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89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57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9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99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61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956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83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58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D3D5E-397A-4023-B432-8A5369B53DCC}" type="datetimeFigureOut">
              <a:rPr lang="zh-CN" altLang="en-US" smtClean="0"/>
              <a:t>2021/10/21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84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Lab4: Hierarchical Clustering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1846080" y="3240360"/>
              <a:ext cx="8301960" cy="124560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41760" y="3233520"/>
                <a:ext cx="8317080" cy="125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333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Hierarchical clustering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091" y="1690688"/>
            <a:ext cx="6663287" cy="2412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530" y="4258251"/>
            <a:ext cx="6247060" cy="2340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/>
              <p14:cNvContentPartPr/>
              <p14:nvPr/>
            </p14:nvContentPartPr>
            <p14:xfrm>
              <a:off x="1313280" y="1143360"/>
              <a:ext cx="7365960" cy="2982240"/>
            </p14:xfrm>
          </p:contentPart>
        </mc:Choice>
        <mc:Fallback>
          <p:pic>
            <p:nvPicPr>
              <p:cNvPr id="6" name="墨迹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0040" y="1138680"/>
                <a:ext cx="7372800" cy="298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184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Hierarchical clustering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238" y="2282246"/>
            <a:ext cx="7609524" cy="34380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墨迹 6"/>
              <p14:cNvContentPartPr/>
              <p14:nvPr/>
            </p14:nvContentPartPr>
            <p14:xfrm>
              <a:off x="37080" y="273240"/>
              <a:ext cx="12048480" cy="6139440"/>
            </p14:xfrm>
          </p:contentPart>
        </mc:Choice>
        <mc:Fallback>
          <p:pic>
            <p:nvPicPr>
              <p:cNvPr id="7" name="墨迹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20" y="268920"/>
                <a:ext cx="12057840" cy="615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03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Due: </a:t>
            </a:r>
            <a:r>
              <a:rPr lang="en-US" altLang="zh-CN" dirty="0" smtClean="0"/>
              <a:t>2021/11/1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Screenshot</a:t>
            </a:r>
          </a:p>
          <a:p>
            <a:endParaRPr lang="en-US" altLang="zh-CN" dirty="0"/>
          </a:p>
          <a:p>
            <a:r>
              <a:rPr lang="en-US" altLang="zh-CN" dirty="0" smtClean="0"/>
              <a:t>Source code</a:t>
            </a:r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/>
              <p14:cNvContentPartPr/>
              <p14:nvPr/>
            </p14:nvContentPartPr>
            <p14:xfrm>
              <a:off x="982800" y="97560"/>
              <a:ext cx="10844640" cy="6614280"/>
            </p14:xfrm>
          </p:contentPart>
        </mc:Choice>
        <mc:Fallback>
          <p:pic>
            <p:nvPicPr>
              <p:cNvPr id="5" name="墨迹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9200" y="94320"/>
                <a:ext cx="10850760" cy="662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095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</Words>
  <Application>Microsoft Office PowerPoint</Application>
  <PresentationFormat>宽屏</PresentationFormat>
  <Paragraphs>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宋体</vt:lpstr>
      <vt:lpstr>Arial</vt:lpstr>
      <vt:lpstr>Calibri</vt:lpstr>
      <vt:lpstr>Calibri Light</vt:lpstr>
      <vt:lpstr>Office 主题</vt:lpstr>
      <vt:lpstr>Lab4: Hierarchical Clustering</vt:lpstr>
      <vt:lpstr>Hierarchical clustering</vt:lpstr>
      <vt:lpstr>Hierarchical clustering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Clustering</dc:title>
  <dc:creator>1351252606@qq.com</dc:creator>
  <cp:lastModifiedBy>1351252606@qq.com</cp:lastModifiedBy>
  <cp:revision>3</cp:revision>
  <dcterms:created xsi:type="dcterms:W3CDTF">2021-10-21T02:34:34Z</dcterms:created>
  <dcterms:modified xsi:type="dcterms:W3CDTF">2021-10-21T03:12:08Z</dcterms:modified>
</cp:coreProperties>
</file>