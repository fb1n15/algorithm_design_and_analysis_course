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2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D4DF6-8071-9548-9199-00A5C7C31999}" v="5" dt="2025-11-06T02:35:51.497"/>
    <p1510:client id="{A679423F-DF2D-7A41-ABD5-547D1E8C1C44}" v="164" dt="2025-11-06T03:40:16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60"/>
  </p:normalViewPr>
  <p:slideViewPr>
    <p:cSldViewPr snapToGrid="0">
      <p:cViewPr varScale="1">
        <p:scale>
          <a:sx n="118" d="100"/>
          <a:sy n="118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B" userId="db9ed596-3ff8-44ed-9ddf-677f7b64b4c6" providerId="ADAL" clId="{EB6FE681-8D19-5C4E-AAB3-6401E0652CD5}"/>
    <pc:docChg chg="custSel delSld modSld">
      <pc:chgData name="Fan B" userId="db9ed596-3ff8-44ed-9ddf-677f7b64b4c6" providerId="ADAL" clId="{EB6FE681-8D19-5C4E-AAB3-6401E0652CD5}" dt="2025-11-06T03:40:16.908" v="284" actId="20577"/>
      <pc:docMkLst>
        <pc:docMk/>
      </pc:docMkLst>
      <pc:sldChg chg="modSp mod">
        <pc:chgData name="Fan B" userId="db9ed596-3ff8-44ed-9ddf-677f7b64b4c6" providerId="ADAL" clId="{EB6FE681-8D19-5C4E-AAB3-6401E0652CD5}" dt="2025-11-06T03:37:57.281" v="207" actId="20577"/>
        <pc:sldMkLst>
          <pc:docMk/>
          <pc:sldMk cId="60758780" sldId="256"/>
        </pc:sldMkLst>
        <pc:spChg chg="mod">
          <ac:chgData name="Fan B" userId="db9ed596-3ff8-44ed-9ddf-677f7b64b4c6" providerId="ADAL" clId="{EB6FE681-8D19-5C4E-AAB3-6401E0652CD5}" dt="2025-11-06T03:37:57.281" v="207" actId="20577"/>
          <ac:spMkLst>
            <pc:docMk/>
            <pc:sldMk cId="60758780" sldId="256"/>
            <ac:spMk id="2" creationId="{00000000-0000-0000-0000-000000000000}"/>
          </ac:spMkLst>
        </pc:spChg>
      </pc:sldChg>
      <pc:sldChg chg="del">
        <pc:chgData name="Fan B" userId="db9ed596-3ff8-44ed-9ddf-677f7b64b4c6" providerId="ADAL" clId="{EB6FE681-8D19-5C4E-AAB3-6401E0652CD5}" dt="2025-11-06T03:38:37.628" v="208" actId="2696"/>
        <pc:sldMkLst>
          <pc:docMk/>
          <pc:sldMk cId="804631442" sldId="257"/>
        </pc:sldMkLst>
      </pc:sldChg>
      <pc:sldChg chg="addSp delSp modSp mod delAnim">
        <pc:chgData name="Fan B" userId="db9ed596-3ff8-44ed-9ddf-677f7b64b4c6" providerId="ADAL" clId="{EB6FE681-8D19-5C4E-AAB3-6401E0652CD5}" dt="2025-11-06T03:34:06.825" v="40" actId="20577"/>
        <pc:sldMkLst>
          <pc:docMk/>
          <pc:sldMk cId="3881833993" sldId="258"/>
        </pc:sldMkLst>
        <pc:spChg chg="mod">
          <ac:chgData name="Fan B" userId="db9ed596-3ff8-44ed-9ddf-677f7b64b4c6" providerId="ADAL" clId="{EB6FE681-8D19-5C4E-AAB3-6401E0652CD5}" dt="2025-11-06T03:33:41.811" v="35" actId="27636"/>
          <ac:spMkLst>
            <pc:docMk/>
            <pc:sldMk cId="3881833993" sldId="258"/>
            <ac:spMk id="2" creationId="{00000000-0000-0000-0000-000000000000}"/>
          </ac:spMkLst>
        </pc:spChg>
        <pc:spChg chg="add mod">
          <ac:chgData name="Fan B" userId="db9ed596-3ff8-44ed-9ddf-677f7b64b4c6" providerId="ADAL" clId="{EB6FE681-8D19-5C4E-AAB3-6401E0652CD5}" dt="2025-11-06T03:34:06.825" v="40" actId="20577"/>
          <ac:spMkLst>
            <pc:docMk/>
            <pc:sldMk cId="3881833993" sldId="258"/>
            <ac:spMk id="3" creationId="{1A22C333-A1E4-BCE5-0AAB-B9E0DF68DF51}"/>
          </ac:spMkLst>
        </pc:spChg>
        <pc:spChg chg="del">
          <ac:chgData name="Fan B" userId="db9ed596-3ff8-44ed-9ddf-677f7b64b4c6" providerId="ADAL" clId="{EB6FE681-8D19-5C4E-AAB3-6401E0652CD5}" dt="2025-11-06T03:33:46.731" v="36" actId="478"/>
          <ac:spMkLst>
            <pc:docMk/>
            <pc:sldMk cId="3881833993" sldId="258"/>
            <ac:spMk id="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06T03:33:46.731" v="36" actId="478"/>
          <ac:spMkLst>
            <pc:docMk/>
            <pc:sldMk cId="3881833993" sldId="258"/>
            <ac:spMk id="11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06T03:33:46.731" v="36" actId="478"/>
          <ac:spMkLst>
            <pc:docMk/>
            <pc:sldMk cId="3881833993" sldId="258"/>
            <ac:spMk id="12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06T03:33:46.731" v="36" actId="478"/>
          <ac:spMkLst>
            <pc:docMk/>
            <pc:sldMk cId="3881833993" sldId="258"/>
            <ac:spMk id="13" creationId="{00000000-0000-0000-0000-000000000000}"/>
          </ac:spMkLst>
        </pc:spChg>
        <pc:picChg chg="del">
          <ac:chgData name="Fan B" userId="db9ed596-3ff8-44ed-9ddf-677f7b64b4c6" providerId="ADAL" clId="{EB6FE681-8D19-5C4E-AAB3-6401E0652CD5}" dt="2025-11-06T03:33:46.731" v="36" actId="478"/>
          <ac:picMkLst>
            <pc:docMk/>
            <pc:sldMk cId="3881833993" sldId="258"/>
            <ac:picMk id="5" creationId="{00000000-0000-0000-0000-000000000000}"/>
          </ac:picMkLst>
        </pc:picChg>
      </pc:sldChg>
      <pc:sldChg chg="addSp delSp modSp mod delAnim modAnim">
        <pc:chgData name="Fan B" userId="db9ed596-3ff8-44ed-9ddf-677f7b64b4c6" providerId="ADAL" clId="{EB6FE681-8D19-5C4E-AAB3-6401E0652CD5}" dt="2025-11-06T03:40:16.908" v="284" actId="20577"/>
        <pc:sldMkLst>
          <pc:docMk/>
          <pc:sldMk cId="3469856874" sldId="259"/>
        </pc:sldMkLst>
        <pc:spChg chg="mod">
          <ac:chgData name="Fan B" userId="db9ed596-3ff8-44ed-9ddf-677f7b64b4c6" providerId="ADAL" clId="{EB6FE681-8D19-5C4E-AAB3-6401E0652CD5}" dt="2025-11-06T03:37:13.709" v="177"/>
          <ac:spMkLst>
            <pc:docMk/>
            <pc:sldMk cId="3469856874" sldId="259"/>
            <ac:spMk id="2" creationId="{00000000-0000-0000-0000-000000000000}"/>
          </ac:spMkLst>
        </pc:spChg>
        <pc:spChg chg="add del mod">
          <ac:chgData name="Fan B" userId="db9ed596-3ff8-44ed-9ddf-677f7b64b4c6" providerId="ADAL" clId="{EB6FE681-8D19-5C4E-AAB3-6401E0652CD5}" dt="2025-11-06T03:37:20.896" v="180"/>
          <ac:spMkLst>
            <pc:docMk/>
            <pc:sldMk cId="3469856874" sldId="259"/>
            <ac:spMk id="3" creationId="{B287E159-3F1E-A2E0-14C1-16C5D1412B8A}"/>
          </ac:spMkLst>
        </pc:spChg>
        <pc:spChg chg="mod">
          <ac:chgData name="Fan B" userId="db9ed596-3ff8-44ed-9ddf-677f7b64b4c6" providerId="ADAL" clId="{EB6FE681-8D19-5C4E-AAB3-6401E0652CD5}" dt="2025-11-06T03:40:16.908" v="284" actId="20577"/>
          <ac:spMkLst>
            <pc:docMk/>
            <pc:sldMk cId="3469856874" sldId="259"/>
            <ac:spMk id="6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06T03:35:30.168" v="44" actId="478"/>
          <ac:spMkLst>
            <pc:docMk/>
            <pc:sldMk cId="3469856874" sldId="259"/>
            <ac:spMk id="7" creationId="{00000000-0000-0000-0000-000000000000}"/>
          </ac:spMkLst>
        </pc:spChg>
        <pc:grpChg chg="del">
          <ac:chgData name="Fan B" userId="db9ed596-3ff8-44ed-9ddf-677f7b64b4c6" providerId="ADAL" clId="{EB6FE681-8D19-5C4E-AAB3-6401E0652CD5}" dt="2025-11-06T03:35:26.556" v="43" actId="478"/>
          <ac:grpSpMkLst>
            <pc:docMk/>
            <pc:sldMk cId="3469856874" sldId="259"/>
            <ac:grpSpMk id="8" creationId="{00000000-0000-0000-0000-000000000000}"/>
          </ac:grpSpMkLst>
        </pc:grpChg>
        <pc:picChg chg="del">
          <ac:chgData name="Fan B" userId="db9ed596-3ff8-44ed-9ddf-677f7b64b4c6" providerId="ADAL" clId="{EB6FE681-8D19-5C4E-AAB3-6401E0652CD5}" dt="2025-11-06T03:35:55.762" v="49" actId="478"/>
          <ac:picMkLst>
            <pc:docMk/>
            <pc:sldMk cId="3469856874" sldId="259"/>
            <ac:picMk id="5" creationId="{00000000-0000-0000-0000-000000000000}"/>
          </ac:picMkLst>
        </pc:picChg>
      </pc:sldChg>
      <pc:sldChg chg="modSp mod">
        <pc:chgData name="Fan B" userId="db9ed596-3ff8-44ed-9ddf-677f7b64b4c6" providerId="ADAL" clId="{EB6FE681-8D19-5C4E-AAB3-6401E0652CD5}" dt="2025-11-06T03:39:26.201" v="252" actId="20577"/>
        <pc:sldMkLst>
          <pc:docMk/>
          <pc:sldMk cId="2996624265" sldId="261"/>
        </pc:sldMkLst>
        <pc:spChg chg="mod">
          <ac:chgData name="Fan B" userId="db9ed596-3ff8-44ed-9ddf-677f7b64b4c6" providerId="ADAL" clId="{EB6FE681-8D19-5C4E-AAB3-6401E0652CD5}" dt="2025-11-06T03:38:46.124" v="216" actId="20577"/>
          <ac:spMkLst>
            <pc:docMk/>
            <pc:sldMk cId="2996624265" sldId="261"/>
            <ac:spMk id="2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06T03:39:26.201" v="252" actId="20577"/>
          <ac:spMkLst>
            <pc:docMk/>
            <pc:sldMk cId="2996624265" sldId="261"/>
            <ac:spMk id="3" creationId="{00000000-0000-0000-0000-000000000000}"/>
          </ac:spMkLst>
        </pc:spChg>
      </pc:sldChg>
      <pc:sldChg chg="addSp delSp modSp mod">
        <pc:chgData name="Fan B" userId="db9ed596-3ff8-44ed-9ddf-677f7b64b4c6" providerId="ADAL" clId="{EB6FE681-8D19-5C4E-AAB3-6401E0652CD5}" dt="2025-11-06T03:30:24.287" v="33" actId="20577"/>
        <pc:sldMkLst>
          <pc:docMk/>
          <pc:sldMk cId="1417651147" sldId="262"/>
        </pc:sldMkLst>
        <pc:spChg chg="mod">
          <ac:chgData name="Fan B" userId="db9ed596-3ff8-44ed-9ddf-677f7b64b4c6" providerId="ADAL" clId="{EB6FE681-8D19-5C4E-AAB3-6401E0652CD5}" dt="2025-11-06T03:30:24.287" v="33" actId="20577"/>
          <ac:spMkLst>
            <pc:docMk/>
            <pc:sldMk cId="1417651147" sldId="262"/>
            <ac:spMk id="2" creationId="{1C9C78FC-36B2-8849-010A-8E958A481066}"/>
          </ac:spMkLst>
        </pc:spChg>
        <pc:spChg chg="del">
          <ac:chgData name="Fan B" userId="db9ed596-3ff8-44ed-9ddf-677f7b64b4c6" providerId="ADAL" clId="{EB6FE681-8D19-5C4E-AAB3-6401E0652CD5}" dt="2025-11-06T03:30:01.769" v="4" actId="26606"/>
          <ac:spMkLst>
            <pc:docMk/>
            <pc:sldMk cId="1417651147" sldId="262"/>
            <ac:spMk id="1031" creationId="{0CABCAE3-64FC-4149-819F-2C1812824154}"/>
          </ac:spMkLst>
        </pc:spChg>
        <pc:spChg chg="del">
          <ac:chgData name="Fan B" userId="db9ed596-3ff8-44ed-9ddf-677f7b64b4c6" providerId="ADAL" clId="{EB6FE681-8D19-5C4E-AAB3-6401E0652CD5}" dt="2025-11-06T03:30:01.769" v="4" actId="26606"/>
          <ac:spMkLst>
            <pc:docMk/>
            <pc:sldMk cId="1417651147" sldId="262"/>
            <ac:spMk id="1039" creationId="{2FA7AD0A-1871-4DF8-9235-F49D0513B9C1}"/>
          </ac:spMkLst>
        </pc:spChg>
        <pc:spChg chg="del">
          <ac:chgData name="Fan B" userId="db9ed596-3ff8-44ed-9ddf-677f7b64b4c6" providerId="ADAL" clId="{EB6FE681-8D19-5C4E-AAB3-6401E0652CD5}" dt="2025-11-06T03:30:01.769" v="4" actId="26606"/>
          <ac:spMkLst>
            <pc:docMk/>
            <pc:sldMk cId="1417651147" sldId="262"/>
            <ac:spMk id="1041" creationId="{36B04CFB-FAE5-47DD-9B3E-4E9BA7A89CC1}"/>
          </ac:spMkLst>
        </pc:spChg>
        <pc:spChg chg="del">
          <ac:chgData name="Fan B" userId="db9ed596-3ff8-44ed-9ddf-677f7b64b4c6" providerId="ADAL" clId="{EB6FE681-8D19-5C4E-AAB3-6401E0652CD5}" dt="2025-11-06T03:30:01.769" v="4" actId="26606"/>
          <ac:spMkLst>
            <pc:docMk/>
            <pc:sldMk cId="1417651147" sldId="262"/>
            <ac:spMk id="1049" creationId="{622F7FD7-8884-4FD5-95AB-0B5C6033ADF7}"/>
          </ac:spMkLst>
        </pc:spChg>
        <pc:spChg chg="add">
          <ac:chgData name="Fan B" userId="db9ed596-3ff8-44ed-9ddf-677f7b64b4c6" providerId="ADAL" clId="{EB6FE681-8D19-5C4E-AAB3-6401E0652CD5}" dt="2025-11-06T03:30:01.769" v="4" actId="26606"/>
          <ac:spMkLst>
            <pc:docMk/>
            <pc:sldMk cId="1417651147" sldId="262"/>
            <ac:spMk id="1058" creationId="{0CABCAE3-64FC-4149-819F-2C1812824154}"/>
          </ac:spMkLst>
        </pc:spChg>
        <pc:spChg chg="add">
          <ac:chgData name="Fan B" userId="db9ed596-3ff8-44ed-9ddf-677f7b64b4c6" providerId="ADAL" clId="{EB6FE681-8D19-5C4E-AAB3-6401E0652CD5}" dt="2025-11-06T03:30:01.769" v="4" actId="26606"/>
          <ac:spMkLst>
            <pc:docMk/>
            <pc:sldMk cId="1417651147" sldId="262"/>
            <ac:spMk id="1066" creationId="{D0712110-0BC1-4B31-B3BB-63B44222E87F}"/>
          </ac:spMkLst>
        </pc:spChg>
        <pc:spChg chg="add">
          <ac:chgData name="Fan B" userId="db9ed596-3ff8-44ed-9ddf-677f7b64b4c6" providerId="ADAL" clId="{EB6FE681-8D19-5C4E-AAB3-6401E0652CD5}" dt="2025-11-06T03:30:01.769" v="4" actId="26606"/>
          <ac:spMkLst>
            <pc:docMk/>
            <pc:sldMk cId="1417651147" sldId="262"/>
            <ac:spMk id="1068" creationId="{4466B5F3-C053-4580-B04A-1EF949888280}"/>
          </ac:spMkLst>
        </pc:spChg>
        <pc:picChg chg="add mod">
          <ac:chgData name="Fan B" userId="db9ed596-3ff8-44ed-9ddf-677f7b64b4c6" providerId="ADAL" clId="{EB6FE681-8D19-5C4E-AAB3-6401E0652CD5}" dt="2025-11-06T03:30:10.571" v="6" actId="14100"/>
          <ac:picMkLst>
            <pc:docMk/>
            <pc:sldMk cId="1417651147" sldId="262"/>
            <ac:picMk id="4" creationId="{97B5E248-13AD-9EC4-8A8B-B170D99904CD}"/>
          </ac:picMkLst>
        </pc:picChg>
        <pc:picChg chg="del">
          <ac:chgData name="Fan B" userId="db9ed596-3ff8-44ed-9ddf-677f7b64b4c6" providerId="ADAL" clId="{EB6FE681-8D19-5C4E-AAB3-6401E0652CD5}" dt="2025-11-06T03:29:36.551" v="0" actId="478"/>
          <ac:picMkLst>
            <pc:docMk/>
            <pc:sldMk cId="1417651147" sldId="262"/>
            <ac:picMk id="1026" creationId="{3C835EFD-F430-2F4A-D377-0DD08D258020}"/>
          </ac:picMkLst>
        </pc:picChg>
        <pc:picChg chg="add">
          <ac:chgData name="Fan B" userId="db9ed596-3ff8-44ed-9ddf-677f7b64b4c6" providerId="ADAL" clId="{EB6FE681-8D19-5C4E-AAB3-6401E0652CD5}" dt="2025-11-06T03:30:01.769" v="4" actId="26606"/>
          <ac:picMkLst>
            <pc:docMk/>
            <pc:sldMk cId="1417651147" sldId="262"/>
            <ac:picMk id="1060" creationId="{012FDCFE-9AD2-4D8A-8CBF-B3AA37EBF6DD}"/>
          </ac:picMkLst>
        </pc:picChg>
        <pc:picChg chg="add">
          <ac:chgData name="Fan B" userId="db9ed596-3ff8-44ed-9ddf-677f7b64b4c6" providerId="ADAL" clId="{EB6FE681-8D19-5C4E-AAB3-6401E0652CD5}" dt="2025-11-06T03:30:01.769" v="4" actId="26606"/>
          <ac:picMkLst>
            <pc:docMk/>
            <pc:sldMk cId="1417651147" sldId="262"/>
            <ac:picMk id="1072" creationId="{25CED634-E2D0-4AB7-96DD-816C9B52C5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6B4B7-5345-4577-900A-6A630580455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2D512-27D8-4E5C-A87D-F7D50619AC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956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2D512-27D8-4E5C-A87D-F7D50619AC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77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2D512-27D8-4E5C-A87D-F7D50619AC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57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17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96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82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75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02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14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0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40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84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45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85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F17BF-7A8B-4E7F-8203-86AA78AEADAC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E6792F3-B536-43AA-B8FE-D9B740D3FA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62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Course project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387CAEA6-F17B-4C00-DE07-1109463FE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zh-CN"/>
              <a:t>FAN BI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5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3287C-AD65-6456-E710-792E04C2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ectangle 1057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060" name="Picture 1059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Connector 1063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66" name="Rectangle 1065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9C78FC-36B2-8849-010A-8E958A48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altLang="zh-CN" sz="4800"/>
              <a:t>Travelling salesman problem</a:t>
            </a:r>
          </a:p>
        </p:txBody>
      </p: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97B5E248-13AD-9EC4-8A8B-B170D9990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66" y="73136"/>
            <a:ext cx="5806079" cy="5939723"/>
          </a:xfrm>
          <a:prstGeom prst="rect">
            <a:avLst/>
          </a:prstGeom>
        </p:spPr>
      </p:pic>
      <p:pic>
        <p:nvPicPr>
          <p:cNvPr id="1072" name="Picture 1071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65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CN"/>
              <a:t>Travelling Salesman Problem – Designing the Fastest Algorithm for the Shortest Tour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22C333-A1E4-BCE5-0AAB-B9E0DF68DF51}"/>
              </a:ext>
            </a:extLst>
          </p:cNvPr>
          <p:cNvSpPr txBox="1"/>
          <p:nvPr/>
        </p:nvSpPr>
        <p:spPr>
          <a:xfrm>
            <a:off x="596646" y="2690336"/>
            <a:ext cx="115953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b="1"/>
              <a:t>Objective:</a:t>
            </a:r>
            <a:br>
              <a:rPr lang="en-GB" altLang="zh-CN"/>
            </a:br>
            <a:r>
              <a:rPr lang="en-GB" altLang="zh-CN"/>
              <a:t>A salesman must visit a list of English cities </a:t>
            </a:r>
            <a:r>
              <a:rPr lang="en-GB" altLang="zh-CN" b="1"/>
              <a:t>exactly once</a:t>
            </a:r>
            <a:r>
              <a:rPr lang="en-GB" altLang="zh-CN"/>
              <a:t> and return to the starting point, minimising total travel distance.</a:t>
            </a:r>
          </a:p>
          <a:p>
            <a:endParaRPr lang="en-GB" altLang="zh-CN"/>
          </a:p>
          <a:p>
            <a:r>
              <a:rPr lang="en-GB" altLang="zh-CN" b="1"/>
              <a:t>Cities included:</a:t>
            </a:r>
            <a:br>
              <a:rPr lang="en-GB" altLang="zh-CN"/>
            </a:br>
            <a:r>
              <a:rPr lang="en-GB" altLang="zh-CN"/>
              <a:t>London, Cambridge, Nottingham, Sheffield, Manchester, Liverpool, Birmingham, Bristol, Southampton, Oxford.</a:t>
            </a:r>
          </a:p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183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9725" y="432301"/>
            <a:ext cx="9603275" cy="1049235"/>
          </a:xfrm>
        </p:spPr>
        <p:txBody>
          <a:bodyPr/>
          <a:lstStyle/>
          <a:p>
            <a:r>
              <a:rPr lang="en-GB" altLang="zh-CN" b="1"/>
              <a:t>Computational Challenge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9725" y="2035629"/>
            <a:ext cx="10052550" cy="4016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GB" altLang="zh-CN" sz="2800"/>
              <a:t>10 cities → total possible tours = (10 − 1)! / 2 ≈ </a:t>
            </a:r>
            <a:r>
              <a:rPr lang="en-GB" altLang="zh-CN" sz="2800" b="1"/>
              <a:t>180,000</a:t>
            </a:r>
            <a:r>
              <a:rPr lang="en-GB" altLang="zh-CN" sz="2800"/>
              <a:t>.</a:t>
            </a:r>
          </a:p>
          <a:p>
            <a:endParaRPr lang="en-GB" altLang="zh-CN" sz="2800"/>
          </a:p>
          <a:p>
            <a:r>
              <a:rPr lang="en-GB" altLang="zh-CN" sz="2800" b="1"/>
              <a:t>Brute Force</a:t>
            </a:r>
            <a:r>
              <a:rPr lang="en-GB" altLang="zh-CN" sz="2800"/>
              <a:t> checks them all → time complexity </a:t>
            </a:r>
            <a:r>
              <a:rPr lang="en-GB" altLang="zh-CN" sz="2800" b="1"/>
              <a:t>O(n!)</a:t>
            </a:r>
            <a:r>
              <a:rPr lang="en-GB" altLang="zh-CN" sz="2800"/>
              <a:t>.</a:t>
            </a:r>
          </a:p>
          <a:p>
            <a:endParaRPr lang="en-GB" altLang="zh-CN" sz="2800"/>
          </a:p>
          <a:p>
            <a:r>
              <a:rPr lang="en-GB" altLang="zh-CN" sz="2800"/>
              <a:t>Goal: </a:t>
            </a:r>
            <a:r>
              <a:rPr lang="en-GB" altLang="zh-CN" sz="2800" b="1"/>
              <a:t>find faster algorithms</a:t>
            </a:r>
            <a:r>
              <a:rPr lang="en-GB" altLang="zh-CN" sz="2800"/>
              <a:t> that still give the optimal or near-optimal path (it’s OK not to be optimal!).</a:t>
            </a:r>
          </a:p>
          <a:p>
            <a:endParaRPr lang="en-GB" altLang="zh-CN" sz="2800"/>
          </a:p>
          <a:p>
            <a:r>
              <a:rPr lang="en-GB" altLang="zh-CN" sz="2800"/>
              <a:t>Please compare your path length and the running time with the brute-force algorithm in your report</a:t>
            </a:r>
          </a:p>
          <a:p>
            <a:pPr marL="342900" indent="-342900">
              <a:spcBef>
                <a:spcPct val="25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zh-TW" sz="2800" b="1" dirty="0">
              <a:latin typeface="Times New Roman" pitchFamily="18" charset="0"/>
              <a:sym typeface="Wingdings 3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6985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Deadline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18 week</a:t>
            </a:r>
          </a:p>
          <a:p>
            <a:r>
              <a:rPr lang="en-US" altLang="zh-CN" dirty="0"/>
              <a:t>Paper of digital submission</a:t>
            </a:r>
          </a:p>
        </p:txBody>
      </p:sp>
    </p:spTree>
    <p:extLst>
      <p:ext uri="{BB962C8B-B14F-4D97-AF65-F5344CB8AC3E}">
        <p14:creationId xmlns:p14="http://schemas.microsoft.com/office/powerpoint/2010/main" val="2996624265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121</TotalTime>
  <Words>146</Words>
  <Application>Microsoft Macintosh PowerPoint</Application>
  <PresentationFormat>宽屏</PresentationFormat>
  <Paragraphs>20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Arial</vt:lpstr>
      <vt:lpstr>Calibri</vt:lpstr>
      <vt:lpstr>Gill Sans MT</vt:lpstr>
      <vt:lpstr>Times New Roman</vt:lpstr>
      <vt:lpstr>Wingdings</vt:lpstr>
      <vt:lpstr>画廊</vt:lpstr>
      <vt:lpstr>Course project</vt:lpstr>
      <vt:lpstr>Travelling salesman problem</vt:lpstr>
      <vt:lpstr>Travelling Salesman Problem – Designing the Fastest Algorithm for the Shortest Tour</vt:lpstr>
      <vt:lpstr>Computational Challenge</vt:lpstr>
      <vt:lpstr>Deadline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Fibonacci number</dc:title>
  <dc:creator>1351252606@qq.com</dc:creator>
  <cp:lastModifiedBy>Fan B</cp:lastModifiedBy>
  <cp:revision>7</cp:revision>
  <dcterms:created xsi:type="dcterms:W3CDTF">2021-09-09T00:54:15Z</dcterms:created>
  <dcterms:modified xsi:type="dcterms:W3CDTF">2025-11-06T03:40:18Z</dcterms:modified>
</cp:coreProperties>
</file>