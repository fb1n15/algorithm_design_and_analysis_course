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DEDBDB-E04B-FC42-8245-D03BE0404402}" v="14" dt="2025-10-16T07:36:21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463"/>
    <p:restoredTop sz="94708"/>
  </p:normalViewPr>
  <p:slideViewPr>
    <p:cSldViewPr snapToGrid="0">
      <p:cViewPr varScale="1">
        <p:scale>
          <a:sx n="54" d="100"/>
          <a:sy n="54" d="100"/>
        </p:scale>
        <p:origin x="208" y="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n B" userId="db9ed596-3ff8-44ed-9ddf-677f7b64b4c6" providerId="ADAL" clId="{EB6FE681-8D19-5C4E-AAB3-6401E0652CD5}"/>
    <pc:docChg chg="undo custSel addSld delSld modSld">
      <pc:chgData name="Fan B" userId="db9ed596-3ff8-44ed-9ddf-677f7b64b4c6" providerId="ADAL" clId="{EB6FE681-8D19-5C4E-AAB3-6401E0652CD5}" dt="2025-10-16T07:40:33.470" v="192" actId="2696"/>
      <pc:docMkLst>
        <pc:docMk/>
      </pc:docMkLst>
      <pc:sldChg chg="modSp mod">
        <pc:chgData name="Fan B" userId="db9ed596-3ff8-44ed-9ddf-677f7b64b4c6" providerId="ADAL" clId="{EB6FE681-8D19-5C4E-AAB3-6401E0652CD5}" dt="2025-10-16T07:28:48.432" v="64" actId="207"/>
        <pc:sldMkLst>
          <pc:docMk/>
          <pc:sldMk cId="1962111822" sldId="256"/>
        </pc:sldMkLst>
        <pc:spChg chg="mod">
          <ac:chgData name="Fan B" userId="db9ed596-3ff8-44ed-9ddf-677f7b64b4c6" providerId="ADAL" clId="{EB6FE681-8D19-5C4E-AAB3-6401E0652CD5}" dt="2025-10-16T07:28:48.432" v="64" actId="207"/>
          <ac:spMkLst>
            <pc:docMk/>
            <pc:sldMk cId="1962111822" sldId="256"/>
            <ac:spMk id="2" creationId="{00000000-0000-0000-0000-000000000000}"/>
          </ac:spMkLst>
        </pc:spChg>
      </pc:sldChg>
      <pc:sldChg chg="addSp delSp modSp mod setBg">
        <pc:chgData name="Fan B" userId="db9ed596-3ff8-44ed-9ddf-677f7b64b4c6" providerId="ADAL" clId="{EB6FE681-8D19-5C4E-AAB3-6401E0652CD5}" dt="2025-10-16T07:31:11.002" v="78" actId="14100"/>
        <pc:sldMkLst>
          <pc:docMk/>
          <pc:sldMk cId="3594555018" sldId="257"/>
        </pc:sldMkLst>
        <pc:spChg chg="mod">
          <ac:chgData name="Fan B" userId="db9ed596-3ff8-44ed-9ddf-677f7b64b4c6" providerId="ADAL" clId="{EB6FE681-8D19-5C4E-AAB3-6401E0652CD5}" dt="2025-10-16T07:31:11.002" v="78" actId="14100"/>
          <ac:spMkLst>
            <pc:docMk/>
            <pc:sldMk cId="3594555018" sldId="257"/>
            <ac:spMk id="2" creationId="{00000000-0000-0000-0000-000000000000}"/>
          </ac:spMkLst>
        </pc:spChg>
        <pc:spChg chg="del mod">
          <ac:chgData name="Fan B" userId="db9ed596-3ff8-44ed-9ddf-677f7b64b4c6" providerId="ADAL" clId="{EB6FE681-8D19-5C4E-AAB3-6401E0652CD5}" dt="2025-10-16T07:29:15.250" v="66" actId="478"/>
          <ac:spMkLst>
            <pc:docMk/>
            <pc:sldMk cId="3594555018" sldId="257"/>
            <ac:spMk id="3" creationId="{00000000-0000-0000-0000-000000000000}"/>
          </ac:spMkLst>
        </pc:spChg>
        <pc:spChg chg="add del mod">
          <ac:chgData name="Fan B" userId="db9ed596-3ff8-44ed-9ddf-677f7b64b4c6" providerId="ADAL" clId="{EB6FE681-8D19-5C4E-AAB3-6401E0652CD5}" dt="2025-10-16T07:29:19.559" v="67"/>
          <ac:spMkLst>
            <pc:docMk/>
            <pc:sldMk cId="3594555018" sldId="257"/>
            <ac:spMk id="5" creationId="{CB8ECEC1-3011-3FC0-4552-6A88C886B496}"/>
          </ac:spMkLst>
        </pc:spChg>
        <pc:spChg chg="add">
          <ac:chgData name="Fan B" userId="db9ed596-3ff8-44ed-9ddf-677f7b64b4c6" providerId="ADAL" clId="{EB6FE681-8D19-5C4E-AAB3-6401E0652CD5}" dt="2025-10-16T07:29:26.764" v="68" actId="26606"/>
          <ac:spMkLst>
            <pc:docMk/>
            <pc:sldMk cId="3594555018" sldId="257"/>
            <ac:spMk id="11" creationId="{84C75E2B-CACA-478C-B26B-182AF87A18E3}"/>
          </ac:spMkLst>
        </pc:spChg>
        <pc:spChg chg="add">
          <ac:chgData name="Fan B" userId="db9ed596-3ff8-44ed-9ddf-677f7b64b4c6" providerId="ADAL" clId="{EB6FE681-8D19-5C4E-AAB3-6401E0652CD5}" dt="2025-10-16T07:29:26.764" v="68" actId="26606"/>
          <ac:spMkLst>
            <pc:docMk/>
            <pc:sldMk cId="3594555018" sldId="257"/>
            <ac:spMk id="19" creationId="{274FF48E-21C6-4ED1-8D57-5D27A7B766F0}"/>
          </ac:spMkLst>
        </pc:spChg>
        <pc:spChg chg="add">
          <ac:chgData name="Fan B" userId="db9ed596-3ff8-44ed-9ddf-677f7b64b4c6" providerId="ADAL" clId="{EB6FE681-8D19-5C4E-AAB3-6401E0652CD5}" dt="2025-10-16T07:29:26.764" v="68" actId="26606"/>
          <ac:spMkLst>
            <pc:docMk/>
            <pc:sldMk cId="3594555018" sldId="257"/>
            <ac:spMk id="21" creationId="{EDE4EA73-B3EE-41C9-8DED-BFE8955857D6}"/>
          </ac:spMkLst>
        </pc:spChg>
        <pc:picChg chg="add mod">
          <ac:chgData name="Fan B" userId="db9ed596-3ff8-44ed-9ddf-677f7b64b4c6" providerId="ADAL" clId="{EB6FE681-8D19-5C4E-AAB3-6401E0652CD5}" dt="2025-10-16T07:29:26.764" v="68" actId="26606"/>
          <ac:picMkLst>
            <pc:docMk/>
            <pc:sldMk cId="3594555018" sldId="257"/>
            <ac:picMk id="6" creationId="{A8152118-3F1B-EC93-B940-E379156BBB57}"/>
          </ac:picMkLst>
        </pc:picChg>
        <pc:picChg chg="add">
          <ac:chgData name="Fan B" userId="db9ed596-3ff8-44ed-9ddf-677f7b64b4c6" providerId="ADAL" clId="{EB6FE681-8D19-5C4E-AAB3-6401E0652CD5}" dt="2025-10-16T07:29:26.764" v="68" actId="26606"/>
          <ac:picMkLst>
            <pc:docMk/>
            <pc:sldMk cId="3594555018" sldId="257"/>
            <ac:picMk id="13" creationId="{50FF2874-547C-4D14-9E18-28B19002FB8C}"/>
          </ac:picMkLst>
        </pc:picChg>
        <pc:picChg chg="add">
          <ac:chgData name="Fan B" userId="db9ed596-3ff8-44ed-9ddf-677f7b64b4c6" providerId="ADAL" clId="{EB6FE681-8D19-5C4E-AAB3-6401E0652CD5}" dt="2025-10-16T07:29:26.764" v="68" actId="26606"/>
          <ac:picMkLst>
            <pc:docMk/>
            <pc:sldMk cId="3594555018" sldId="257"/>
            <ac:picMk id="25" creationId="{CDD4A4E6-AE28-4022-81BD-8F9C976B2C5A}"/>
          </ac:picMkLst>
        </pc:picChg>
        <pc:cxnChg chg="add">
          <ac:chgData name="Fan B" userId="db9ed596-3ff8-44ed-9ddf-677f7b64b4c6" providerId="ADAL" clId="{EB6FE681-8D19-5C4E-AAB3-6401E0652CD5}" dt="2025-10-16T07:29:26.764" v="68" actId="26606"/>
          <ac:cxnSpMkLst>
            <pc:docMk/>
            <pc:sldMk cId="3594555018" sldId="257"/>
            <ac:cxnSpMk id="15" creationId="{36CF827D-A163-47F7-BD87-34EB4FA7D696}"/>
          </ac:cxnSpMkLst>
        </pc:cxnChg>
        <pc:cxnChg chg="add">
          <ac:chgData name="Fan B" userId="db9ed596-3ff8-44ed-9ddf-677f7b64b4c6" providerId="ADAL" clId="{EB6FE681-8D19-5C4E-AAB3-6401E0652CD5}" dt="2025-10-16T07:29:26.764" v="68" actId="26606"/>
          <ac:cxnSpMkLst>
            <pc:docMk/>
            <pc:sldMk cId="3594555018" sldId="257"/>
            <ac:cxnSpMk id="17" creationId="{D299D9A9-1DA8-433D-A9BC-FB48D93D4217}"/>
          </ac:cxnSpMkLst>
        </pc:cxnChg>
        <pc:cxnChg chg="add">
          <ac:chgData name="Fan B" userId="db9ed596-3ff8-44ed-9ddf-677f7b64b4c6" providerId="ADAL" clId="{EB6FE681-8D19-5C4E-AAB3-6401E0652CD5}" dt="2025-10-16T07:29:26.764" v="68" actId="26606"/>
          <ac:cxnSpMkLst>
            <pc:docMk/>
            <pc:sldMk cId="3594555018" sldId="257"/>
            <ac:cxnSpMk id="27" creationId="{41206E84-DE07-4C15-AC7E-FB739A177E67}"/>
          </ac:cxnSpMkLst>
        </pc:cxnChg>
      </pc:sldChg>
      <pc:sldChg chg="addSp modSp mod setBg">
        <pc:chgData name="Fan B" userId="db9ed596-3ff8-44ed-9ddf-677f7b64b4c6" providerId="ADAL" clId="{EB6FE681-8D19-5C4E-AAB3-6401E0652CD5}" dt="2025-10-16T07:35:51.712" v="125"/>
        <pc:sldMkLst>
          <pc:docMk/>
          <pc:sldMk cId="3742544225" sldId="258"/>
        </pc:sldMkLst>
        <pc:spChg chg="mod">
          <ac:chgData name="Fan B" userId="db9ed596-3ff8-44ed-9ddf-677f7b64b4c6" providerId="ADAL" clId="{EB6FE681-8D19-5C4E-AAB3-6401E0652CD5}" dt="2025-10-16T07:34:39.408" v="121" actId="26606"/>
          <ac:spMkLst>
            <pc:docMk/>
            <pc:sldMk cId="3742544225" sldId="258"/>
            <ac:spMk id="2" creationId="{00000000-0000-0000-0000-000000000000}"/>
          </ac:spMkLst>
        </pc:spChg>
        <pc:spChg chg="mod">
          <ac:chgData name="Fan B" userId="db9ed596-3ff8-44ed-9ddf-677f7b64b4c6" providerId="ADAL" clId="{EB6FE681-8D19-5C4E-AAB3-6401E0652CD5}" dt="2025-10-16T07:35:22.711" v="124" actId="14100"/>
          <ac:spMkLst>
            <pc:docMk/>
            <pc:sldMk cId="3742544225" sldId="258"/>
            <ac:spMk id="3" creationId="{00000000-0000-0000-0000-000000000000}"/>
          </ac:spMkLst>
        </pc:spChg>
        <pc:picChg chg="add mod">
          <ac:chgData name="Fan B" userId="db9ed596-3ff8-44ed-9ddf-677f7b64b4c6" providerId="ADAL" clId="{EB6FE681-8D19-5C4E-AAB3-6401E0652CD5}" dt="2025-10-16T07:34:39.408" v="121" actId="26606"/>
          <ac:picMkLst>
            <pc:docMk/>
            <pc:sldMk cId="3742544225" sldId="258"/>
            <ac:picMk id="4" creationId="{016E3E61-12A7-B117-4A9F-0484D5726338}"/>
          </ac:picMkLst>
        </pc:picChg>
        <pc:picChg chg="add mod">
          <ac:chgData name="Fan B" userId="db9ed596-3ff8-44ed-9ddf-677f7b64b4c6" providerId="ADAL" clId="{EB6FE681-8D19-5C4E-AAB3-6401E0652CD5}" dt="2025-10-16T07:35:51.712" v="125"/>
          <ac:picMkLst>
            <pc:docMk/>
            <pc:sldMk cId="3742544225" sldId="258"/>
            <ac:picMk id="5" creationId="{89752B3D-6495-90DA-56BF-A39686BB81C0}"/>
          </ac:picMkLst>
        </pc:picChg>
      </pc:sldChg>
      <pc:sldChg chg="addSp modSp mod setBg">
        <pc:chgData name="Fan B" userId="db9ed596-3ff8-44ed-9ddf-677f7b64b4c6" providerId="ADAL" clId="{EB6FE681-8D19-5C4E-AAB3-6401E0652CD5}" dt="2025-10-16T07:33:08.506" v="106" actId="26606"/>
        <pc:sldMkLst>
          <pc:docMk/>
          <pc:sldMk cId="1988638727" sldId="259"/>
        </pc:sldMkLst>
        <pc:spChg chg="mod">
          <ac:chgData name="Fan B" userId="db9ed596-3ff8-44ed-9ddf-677f7b64b4c6" providerId="ADAL" clId="{EB6FE681-8D19-5C4E-AAB3-6401E0652CD5}" dt="2025-10-16T07:33:08.506" v="106" actId="26606"/>
          <ac:spMkLst>
            <pc:docMk/>
            <pc:sldMk cId="1988638727" sldId="259"/>
            <ac:spMk id="2" creationId="{00000000-0000-0000-0000-000000000000}"/>
          </ac:spMkLst>
        </pc:spChg>
        <pc:spChg chg="mod">
          <ac:chgData name="Fan B" userId="db9ed596-3ff8-44ed-9ddf-677f7b64b4c6" providerId="ADAL" clId="{EB6FE681-8D19-5C4E-AAB3-6401E0652CD5}" dt="2025-10-16T07:33:08.506" v="106" actId="26606"/>
          <ac:spMkLst>
            <pc:docMk/>
            <pc:sldMk cId="1988638727" sldId="259"/>
            <ac:spMk id="3" creationId="{00000000-0000-0000-0000-000000000000}"/>
          </ac:spMkLst>
        </pc:spChg>
        <pc:spChg chg="add">
          <ac:chgData name="Fan B" userId="db9ed596-3ff8-44ed-9ddf-677f7b64b4c6" providerId="ADAL" clId="{EB6FE681-8D19-5C4E-AAB3-6401E0652CD5}" dt="2025-10-16T07:33:08.506" v="106" actId="26606"/>
          <ac:spMkLst>
            <pc:docMk/>
            <pc:sldMk cId="1988638727" sldId="259"/>
            <ac:spMk id="9" creationId="{35C3D674-3D59-4E93-80CA-0C0A9095E816}"/>
          </ac:spMkLst>
        </pc:spChg>
        <pc:spChg chg="add">
          <ac:chgData name="Fan B" userId="db9ed596-3ff8-44ed-9ddf-677f7b64b4c6" providerId="ADAL" clId="{EB6FE681-8D19-5C4E-AAB3-6401E0652CD5}" dt="2025-10-16T07:33:08.506" v="106" actId="26606"/>
          <ac:spMkLst>
            <pc:docMk/>
            <pc:sldMk cId="1988638727" sldId="259"/>
            <ac:spMk id="13" creationId="{EF2A81E1-BCBE-426B-8C09-33274E69409D}"/>
          </ac:spMkLst>
        </pc:spChg>
        <pc:picChg chg="add mod">
          <ac:chgData name="Fan B" userId="db9ed596-3ff8-44ed-9ddf-677f7b64b4c6" providerId="ADAL" clId="{EB6FE681-8D19-5C4E-AAB3-6401E0652CD5}" dt="2025-10-16T07:33:08.506" v="106" actId="26606"/>
          <ac:picMkLst>
            <pc:docMk/>
            <pc:sldMk cId="1988638727" sldId="259"/>
            <ac:picMk id="4" creationId="{4B4C0EAC-AA6F-2980-8B73-4EA5D4298328}"/>
          </ac:picMkLst>
        </pc:picChg>
        <pc:picChg chg="add">
          <ac:chgData name="Fan B" userId="db9ed596-3ff8-44ed-9ddf-677f7b64b4c6" providerId="ADAL" clId="{EB6FE681-8D19-5C4E-AAB3-6401E0652CD5}" dt="2025-10-16T07:33:08.506" v="106" actId="26606"/>
          <ac:picMkLst>
            <pc:docMk/>
            <pc:sldMk cId="1988638727" sldId="259"/>
            <ac:picMk id="15" creationId="{39D1DDD4-5BB3-45BA-B9B3-06B62299AD79}"/>
          </ac:picMkLst>
        </pc:picChg>
        <pc:cxnChg chg="add">
          <ac:chgData name="Fan B" userId="db9ed596-3ff8-44ed-9ddf-677f7b64b4c6" providerId="ADAL" clId="{EB6FE681-8D19-5C4E-AAB3-6401E0652CD5}" dt="2025-10-16T07:33:08.506" v="106" actId="26606"/>
          <ac:cxnSpMkLst>
            <pc:docMk/>
            <pc:sldMk cId="1988638727" sldId="259"/>
            <ac:cxnSpMk id="11" creationId="{C884B8F8-FDC9-498B-9960-5D7260AFCB03}"/>
          </ac:cxnSpMkLst>
        </pc:cxnChg>
        <pc:cxnChg chg="add">
          <ac:chgData name="Fan B" userId="db9ed596-3ff8-44ed-9ddf-677f7b64b4c6" providerId="ADAL" clId="{EB6FE681-8D19-5C4E-AAB3-6401E0652CD5}" dt="2025-10-16T07:33:08.506" v="106" actId="26606"/>
          <ac:cxnSpMkLst>
            <pc:docMk/>
            <pc:sldMk cId="1988638727" sldId="259"/>
            <ac:cxnSpMk id="17" creationId="{A24DAE64-2302-42EA-8239-F2F0775CA5AD}"/>
          </ac:cxnSpMkLst>
        </pc:cxnChg>
      </pc:sldChg>
      <pc:sldChg chg="modSp del mod">
        <pc:chgData name="Fan B" userId="db9ed596-3ff8-44ed-9ddf-677f7b64b4c6" providerId="ADAL" clId="{EB6FE681-8D19-5C4E-AAB3-6401E0652CD5}" dt="2025-10-16T07:40:33.470" v="192" actId="2696"/>
        <pc:sldMkLst>
          <pc:docMk/>
          <pc:sldMk cId="813448552" sldId="260"/>
        </pc:sldMkLst>
      </pc:sldChg>
      <pc:sldChg chg="modSp add mod">
        <pc:chgData name="Fan B" userId="db9ed596-3ff8-44ed-9ddf-677f7b64b4c6" providerId="ADAL" clId="{EB6FE681-8D19-5C4E-AAB3-6401E0652CD5}" dt="2025-10-16T07:37:38.039" v="191" actId="20577"/>
        <pc:sldMkLst>
          <pc:docMk/>
          <pc:sldMk cId="2698592860" sldId="261"/>
        </pc:sldMkLst>
        <pc:spChg chg="mod">
          <ac:chgData name="Fan B" userId="db9ed596-3ff8-44ed-9ddf-677f7b64b4c6" providerId="ADAL" clId="{EB6FE681-8D19-5C4E-AAB3-6401E0652CD5}" dt="2025-10-16T07:36:13.240" v="128" actId="14100"/>
          <ac:spMkLst>
            <pc:docMk/>
            <pc:sldMk cId="2698592860" sldId="261"/>
            <ac:spMk id="2" creationId="{76415479-EDA7-8496-2DC4-833A900E4CEF}"/>
          </ac:spMkLst>
        </pc:spChg>
        <pc:spChg chg="mod">
          <ac:chgData name="Fan B" userId="db9ed596-3ff8-44ed-9ddf-677f7b64b4c6" providerId="ADAL" clId="{EB6FE681-8D19-5C4E-AAB3-6401E0652CD5}" dt="2025-10-16T07:37:38.039" v="191" actId="20577"/>
          <ac:spMkLst>
            <pc:docMk/>
            <pc:sldMk cId="2698592860" sldId="261"/>
            <ac:spMk id="3" creationId="{7D096A38-37B5-0784-B197-EBADBDE0A7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D3585-62CF-3A4C-BBED-32BB438A3E39}" type="datetimeFigureOut">
              <a:t>2025/10/16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EBF377-1745-124D-8F17-A5D87F74C50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64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BF377-1745-124D-8F17-A5D87F74C508}" type="slidenum"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6878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059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73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83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337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72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84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399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813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24F0E8E-7808-468F-AC84-0D06EC45128A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79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30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67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F0E8E-7808-468F-AC84-0D06EC45128A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95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ashier Japan Stock Photos - Free &amp; Royalty-Free Stock Photos from  Dreamstime">
            <a:extLst>
              <a:ext uri="{FF2B5EF4-FFF2-40B4-BE49-F238E27FC236}">
                <a16:creationId xmlns:a16="http://schemas.microsoft.com/office/drawing/2014/main" id="{253151A8-6ED7-D016-78EC-C1E1729C8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7" r="9090" b="21942"/>
          <a:stretch>
            <a:fillRect/>
          </a:stretch>
        </p:blipFill>
        <p:spPr bwMode="auto">
          <a:xfrm>
            <a:off x="2" y="10"/>
            <a:ext cx="1219169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Rectangle 1030">
            <a:extLst>
              <a:ext uri="{FF2B5EF4-FFF2-40B4-BE49-F238E27FC236}">
                <a16:creationId xmlns:a16="http://schemas.microsoft.com/office/drawing/2014/main" id="{A4092ECB-D375-4A85-AD6E-85644D2A9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7" y="3064931"/>
            <a:ext cx="8293042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00526" y="3236470"/>
            <a:ext cx="6829044" cy="1252601"/>
          </a:xfrm>
        </p:spPr>
        <p:txBody>
          <a:bodyPr>
            <a:normAutofit/>
          </a:bodyPr>
          <a:lstStyle/>
          <a:p>
            <a:pPr algn="r"/>
            <a:r>
              <a:rPr lang="en-US" altLang="zh-CN" sz="4400" dirty="0">
                <a:solidFill>
                  <a:schemeClr val="bg1"/>
                </a:solidFill>
              </a:rPr>
              <a:t>Minimum Spanning Tree</a:t>
            </a:r>
            <a:endParaRPr lang="zh-CN" altLang="en-US" sz="440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00525" y="4669144"/>
            <a:ext cx="6829043" cy="716529"/>
          </a:xfrm>
        </p:spPr>
        <p:txBody>
          <a:bodyPr>
            <a:normAutofit/>
          </a:bodyPr>
          <a:lstStyle/>
          <a:p>
            <a:pPr algn="r"/>
            <a:endParaRPr lang="zh-CN" altLang="en-US" sz="1600">
              <a:solidFill>
                <a:srgbClr val="FFFFFE"/>
              </a:solidFill>
            </a:endParaRP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B6C1711D-6DAC-4FE1-B7B6-AC8A81B8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0525" y="4666480"/>
            <a:ext cx="6829043" cy="0"/>
          </a:xfrm>
          <a:prstGeom prst="line">
            <a:avLst/>
          </a:prstGeom>
          <a:ln w="31750">
            <a:solidFill>
              <a:srgbClr val="C49B59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11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74FF48E-21C6-4ED1-8D57-5D27A7B76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E4EA73-B3EE-41C9-8DED-BFE895585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613198"/>
            <a:ext cx="10542494" cy="150185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altLang="zh-CN" dirty="0"/>
              <a:t>Minimum Spanning Tree</a:t>
            </a:r>
            <a:br>
              <a:rPr lang="en-US" altLang="zh-CN" dirty="0"/>
            </a:br>
            <a:r>
              <a:rPr lang="en-US" altLang="zh-CN" sz="2700" dirty="0"/>
              <a:t>(</a:t>
            </a:r>
            <a:r>
              <a:rPr lang="en-GB" altLang="zh-CN" sz="2700"/>
              <a:t>A minimum spanning tree (MST) is defined as </a:t>
            </a:r>
            <a:r>
              <a:rPr lang="en-GB" altLang="zh-CN" sz="2700" b="1"/>
              <a:t>a spanning tree that has the minimum weight among all the possible spanning trees</a:t>
            </a:r>
            <a:r>
              <a:rPr lang="en-GB" altLang="zh-CN" sz="2700"/>
              <a:t>.)</a:t>
            </a:r>
            <a:endParaRPr lang="en-US" altLang="zh-CN"/>
          </a:p>
        </p:txBody>
      </p:sp>
      <p:pic>
        <p:nvPicPr>
          <p:cNvPr id="6" name="Picture 2" descr="enter image description here">
            <a:extLst>
              <a:ext uri="{FF2B5EF4-FFF2-40B4-BE49-F238E27FC236}">
                <a16:creationId xmlns:a16="http://schemas.microsoft.com/office/drawing/2014/main" id="{A8152118-3F1B-EC93-B940-E379156BBB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71137" y="643992"/>
            <a:ext cx="8161372" cy="3652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038F25F-EDEF-4677-BA06-9A0951D44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76728" y="4460798"/>
            <a:ext cx="864301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CDD4A4E6-AE28-4022-81BD-8F9C976B2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1206E84-DE07-4C15-AC7E-FB739A177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555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Kruskal Algorithm</a:t>
            </a:r>
            <a:endParaRPr lang="zh-CN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>
            <a:normAutofit/>
          </a:bodyPr>
          <a:lstStyle/>
          <a:p>
            <a:pPr marL="50800">
              <a:spcBef>
                <a:spcPts val="100"/>
              </a:spcBef>
            </a:pPr>
            <a:r>
              <a:rPr lang="en-GB" altLang="zh-CN" dirty="0">
                <a:latin typeface="Lucida Sans Unicode"/>
                <a:cs typeface="Lucida Sans Unicode"/>
              </a:rPr>
              <a:t>Consider</a:t>
            </a:r>
            <a:r>
              <a:rPr lang="en-GB" altLang="zh-CN" spc="-10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edges</a:t>
            </a:r>
            <a:r>
              <a:rPr lang="en-GB" altLang="zh-CN" spc="-5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in</a:t>
            </a:r>
            <a:r>
              <a:rPr lang="en-GB" altLang="zh-CN" spc="-5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ascending</a:t>
            </a:r>
            <a:r>
              <a:rPr lang="en-GB" altLang="zh-CN" spc="-10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order</a:t>
            </a:r>
            <a:r>
              <a:rPr lang="en-GB" altLang="zh-CN" spc="-5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of</a:t>
            </a:r>
            <a:r>
              <a:rPr lang="en-GB" altLang="zh-CN" spc="-5" dirty="0">
                <a:latin typeface="Lucida Sans Unicode"/>
                <a:cs typeface="Lucida Sans Unicode"/>
              </a:rPr>
              <a:t> </a:t>
            </a:r>
            <a:r>
              <a:rPr lang="en-GB" altLang="zh-CN" spc="-10" dirty="0">
                <a:latin typeface="Lucida Sans Unicode"/>
                <a:cs typeface="Lucida Sans Unicode"/>
              </a:rPr>
              <a:t>weight:</a:t>
            </a:r>
            <a:endParaRPr lang="en-GB" altLang="zh-CN">
              <a:latin typeface="Lucida Sans Unicode"/>
              <a:cs typeface="Lucida Sans Unicode"/>
            </a:endParaRPr>
          </a:p>
          <a:p>
            <a:pPr marL="0" indent="0">
              <a:buNone/>
            </a:pPr>
            <a:r>
              <a:rPr lang="en-GB" altLang="zh-CN" spc="2175" baseline="-8771">
                <a:latin typeface="Yu Gothic UI"/>
                <a:cs typeface="Yu Gothic UI"/>
              </a:rPr>
              <a:t> </a:t>
            </a:r>
            <a:r>
              <a:rPr lang="zh-CN" altLang="en-GB" spc="2175" baseline="-8771">
                <a:latin typeface="Yu Gothic UI"/>
                <a:cs typeface="Yu Gothic UI"/>
              </a:rPr>
              <a:t>・</a:t>
            </a:r>
            <a:r>
              <a:rPr lang="en-GB" altLang="zh-CN" dirty="0">
                <a:latin typeface="Lucida Sans Unicode"/>
                <a:cs typeface="Lucida Sans Unicode"/>
              </a:rPr>
              <a:t>Add</a:t>
            </a:r>
            <a:r>
              <a:rPr lang="en-GB" altLang="zh-CN" spc="-5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to tree unless it would</a:t>
            </a:r>
            <a:r>
              <a:rPr lang="en-GB" altLang="zh-CN" spc="-5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create a </a:t>
            </a:r>
            <a:r>
              <a:rPr lang="en-GB" altLang="zh-CN" spc="-10" dirty="0">
                <a:latin typeface="Lucida Sans Unicode"/>
                <a:cs typeface="Lucida Sans Unicode"/>
              </a:rPr>
              <a:t>cycle.</a:t>
            </a:r>
            <a:endParaRPr lang="en-GB" altLang="zh-CN">
              <a:latin typeface="Lucida Sans Unicode"/>
              <a:cs typeface="Lucida Sans Unicode"/>
            </a:endParaRPr>
          </a:p>
        </p:txBody>
      </p:sp>
      <p:pic>
        <p:nvPicPr>
          <p:cNvPr id="4" name="Picture 4" descr="enter image description here">
            <a:extLst>
              <a:ext uri="{FF2B5EF4-FFF2-40B4-BE49-F238E27FC236}">
                <a16:creationId xmlns:a16="http://schemas.microsoft.com/office/drawing/2014/main" id="{4B4C0EAC-AA6F-2980-8B73-4EA5D4298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11" y="1126985"/>
            <a:ext cx="4960442" cy="4017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638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altLang="zh-CN" dirty="0"/>
              <a:t>Prim algorithm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7529" y="2015734"/>
            <a:ext cx="6446334" cy="3450613"/>
          </a:xfrm>
        </p:spPr>
        <p:txBody>
          <a:bodyPr>
            <a:normAutofit/>
          </a:bodyPr>
          <a:lstStyle/>
          <a:p>
            <a:pPr marL="38100" marR="4286885">
              <a:spcBef>
                <a:spcPts val="100"/>
              </a:spcBef>
            </a:pPr>
            <a:r>
              <a:rPr lang="en-GB" altLang="zh-CN" dirty="0">
                <a:latin typeface="Lucida Sans Unicode"/>
                <a:cs typeface="Lucida Sans Unicode"/>
              </a:rPr>
              <a:t>Initialize</a:t>
            </a:r>
            <a:r>
              <a:rPr lang="en-GB" altLang="zh-CN" spc="-5" dirty="0">
                <a:latin typeface="Lucida Sans Unicode"/>
                <a:cs typeface="Lucida Sans Unicode"/>
              </a:rPr>
              <a:t> </a:t>
            </a:r>
            <a:r>
              <a:rPr lang="en-GB" altLang="zh-CN" i="1" dirty="0">
                <a:latin typeface="Times New Roman"/>
                <a:cs typeface="Times New Roman"/>
              </a:rPr>
              <a:t>S</a:t>
            </a:r>
            <a:r>
              <a:rPr lang="en-GB" altLang="zh-CN" i="1" spc="-5" dirty="0">
                <a:latin typeface="Times New Roman"/>
                <a:cs typeface="Times New Roman"/>
              </a:rPr>
              <a:t> </a:t>
            </a:r>
            <a:r>
              <a:rPr lang="en-GB" altLang="zh-CN" dirty="0">
                <a:latin typeface="Times New Roman"/>
                <a:cs typeface="Times New Roman"/>
              </a:rPr>
              <a:t>=</a:t>
            </a:r>
            <a:r>
              <a:rPr lang="en-GB" altLang="zh-CN" spc="114" dirty="0">
                <a:latin typeface="Times New Roman"/>
                <a:cs typeface="Times New Roman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any</a:t>
            </a:r>
            <a:r>
              <a:rPr lang="en-GB" altLang="zh-CN" spc="-5" dirty="0">
                <a:latin typeface="Lucida Sans Unicode"/>
                <a:cs typeface="Lucida Sans Unicode"/>
              </a:rPr>
              <a:t> </a:t>
            </a:r>
            <a:r>
              <a:rPr lang="en-GB" altLang="zh-CN" spc="-10" dirty="0">
                <a:latin typeface="Lucida Sans Unicode"/>
                <a:cs typeface="Lucida Sans Unicode"/>
              </a:rPr>
              <a:t>node. </a:t>
            </a:r>
            <a:r>
              <a:rPr lang="en-GB" altLang="zh-CN" dirty="0">
                <a:latin typeface="Lucida Sans Unicode"/>
                <a:cs typeface="Lucida Sans Unicode"/>
              </a:rPr>
              <a:t>Repeat </a:t>
            </a:r>
            <a:r>
              <a:rPr lang="en-GB" altLang="zh-CN" i="1" dirty="0">
                <a:latin typeface="Times New Roman"/>
                <a:cs typeface="Times New Roman"/>
              </a:rPr>
              <a:t>n </a:t>
            </a:r>
            <a:r>
              <a:rPr lang="en-GB" altLang="zh-CN" dirty="0">
                <a:latin typeface="Times New Roman"/>
                <a:cs typeface="Times New Roman"/>
              </a:rPr>
              <a:t>– 1 </a:t>
            </a:r>
            <a:r>
              <a:rPr lang="en-GB" altLang="zh-CN" spc="-10" dirty="0">
                <a:latin typeface="Lucida Sans Unicode"/>
                <a:cs typeface="Lucida Sans Unicode"/>
              </a:rPr>
              <a:t>times:</a:t>
            </a:r>
            <a:endParaRPr lang="en-GB" altLang="zh-CN">
              <a:latin typeface="Lucida Sans Unicode"/>
              <a:cs typeface="Lucida Sans Unicode"/>
            </a:endParaRPr>
          </a:p>
          <a:p>
            <a:pPr marL="0" indent="0">
              <a:buNone/>
            </a:pPr>
            <a:r>
              <a:rPr lang="en-GB" altLang="zh-CN" spc="2175" baseline="-6822">
                <a:latin typeface="Yu Gothic UI"/>
                <a:cs typeface="Yu Gothic UI"/>
              </a:rPr>
              <a:t> </a:t>
            </a:r>
            <a:r>
              <a:rPr lang="zh-CN" altLang="en-GB" spc="2175" baseline="-6822">
                <a:latin typeface="Yu Gothic UI"/>
                <a:cs typeface="Yu Gothic UI"/>
              </a:rPr>
              <a:t>・</a:t>
            </a:r>
            <a:r>
              <a:rPr lang="en-GB" altLang="zh-CN" dirty="0">
                <a:latin typeface="Lucida Sans Unicode"/>
                <a:cs typeface="Lucida Sans Unicode"/>
              </a:rPr>
              <a:t>Add</a:t>
            </a:r>
            <a:r>
              <a:rPr lang="en-GB" altLang="zh-CN" spc="15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to</a:t>
            </a:r>
            <a:r>
              <a:rPr lang="en-GB" altLang="zh-CN" spc="15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tree</a:t>
            </a:r>
            <a:r>
              <a:rPr lang="en-GB" altLang="zh-CN" spc="15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the</a:t>
            </a:r>
            <a:r>
              <a:rPr lang="en-GB" altLang="zh-CN" spc="15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min</a:t>
            </a:r>
            <a:r>
              <a:rPr lang="en-GB" altLang="zh-CN" spc="20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weight</a:t>
            </a:r>
            <a:r>
              <a:rPr lang="en-GB" altLang="zh-CN" spc="15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edge</a:t>
            </a:r>
            <a:r>
              <a:rPr lang="en-GB" altLang="zh-CN" spc="15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with</a:t>
            </a:r>
            <a:r>
              <a:rPr lang="en-GB" altLang="zh-CN" spc="15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one</a:t>
            </a:r>
            <a:r>
              <a:rPr lang="en-GB" altLang="zh-CN" spc="15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endpoint</a:t>
            </a:r>
            <a:r>
              <a:rPr lang="en-GB" altLang="zh-CN" spc="20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in</a:t>
            </a:r>
            <a:r>
              <a:rPr lang="en-GB" altLang="zh-CN" spc="15" dirty="0">
                <a:latin typeface="Lucida Sans Unicode"/>
                <a:cs typeface="Lucida Sans Unicode"/>
              </a:rPr>
              <a:t> </a:t>
            </a:r>
            <a:r>
              <a:rPr lang="en-GB" altLang="zh-CN" i="1" spc="-25" dirty="0">
                <a:latin typeface="Times New Roman"/>
                <a:cs typeface="Times New Roman"/>
              </a:rPr>
              <a:t>S</a:t>
            </a:r>
            <a:r>
              <a:rPr lang="en-GB" altLang="zh-CN" spc="-25" dirty="0">
                <a:latin typeface="Lucida Sans Unicode"/>
                <a:cs typeface="Lucida Sans Unicode"/>
              </a:rPr>
              <a:t>.</a:t>
            </a:r>
            <a:endParaRPr lang="en-GB" altLang="zh-CN">
              <a:latin typeface="Lucida Sans Unicode"/>
              <a:cs typeface="Lucida Sans Unicode"/>
            </a:endParaRPr>
          </a:p>
          <a:p>
            <a:pPr marL="0" indent="0">
              <a:buNone/>
            </a:pPr>
            <a:r>
              <a:rPr lang="en-GB" altLang="zh-CN" spc="2175" baseline="-6822">
                <a:latin typeface="Yu Gothic UI"/>
                <a:cs typeface="Yu Gothic UI"/>
              </a:rPr>
              <a:t> </a:t>
            </a:r>
            <a:r>
              <a:rPr lang="zh-CN" altLang="en-GB" spc="2175" baseline="-6822">
                <a:latin typeface="Yu Gothic UI"/>
                <a:cs typeface="Yu Gothic UI"/>
              </a:rPr>
              <a:t>・</a:t>
            </a:r>
            <a:r>
              <a:rPr lang="en-GB" altLang="zh-CN" dirty="0">
                <a:latin typeface="Lucida Sans Unicode"/>
                <a:cs typeface="Lucida Sans Unicode"/>
              </a:rPr>
              <a:t>Add</a:t>
            </a:r>
            <a:r>
              <a:rPr lang="en-GB" altLang="zh-CN" spc="25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new</a:t>
            </a:r>
            <a:r>
              <a:rPr lang="en-GB" altLang="zh-CN" spc="25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node</a:t>
            </a:r>
            <a:r>
              <a:rPr lang="en-GB" altLang="zh-CN" spc="30" dirty="0">
                <a:latin typeface="Lucida Sans Unicode"/>
                <a:cs typeface="Lucida Sans Unicode"/>
              </a:rPr>
              <a:t> </a:t>
            </a:r>
            <a:r>
              <a:rPr lang="en-GB" altLang="zh-CN" dirty="0">
                <a:latin typeface="Lucida Sans Unicode"/>
                <a:cs typeface="Lucida Sans Unicode"/>
              </a:rPr>
              <a:t>to</a:t>
            </a:r>
            <a:r>
              <a:rPr lang="en-GB" altLang="zh-CN" spc="25" dirty="0">
                <a:latin typeface="Lucida Sans Unicode"/>
                <a:cs typeface="Lucida Sans Unicode"/>
              </a:rPr>
              <a:t> </a:t>
            </a:r>
            <a:r>
              <a:rPr lang="en-GB" altLang="zh-CN" i="1" spc="-25" dirty="0">
                <a:latin typeface="Times New Roman"/>
                <a:cs typeface="Times New Roman"/>
              </a:rPr>
              <a:t>S</a:t>
            </a:r>
            <a:r>
              <a:rPr lang="en-GB" altLang="zh-CN" spc="-25" dirty="0">
                <a:latin typeface="Lucida Sans Unicode"/>
                <a:cs typeface="Lucida Sans Unicode"/>
              </a:rPr>
              <a:t>.</a:t>
            </a:r>
            <a:endParaRPr lang="en-GB" altLang="zh-CN">
              <a:latin typeface="Lucida Sans Unicode"/>
              <a:cs typeface="Lucida Sans Unicode"/>
            </a:endParaRPr>
          </a:p>
          <a:p>
            <a:endParaRPr lang="zh-CN" altLang="en-US" dirty="0"/>
          </a:p>
        </p:txBody>
      </p:sp>
      <p:pic>
        <p:nvPicPr>
          <p:cNvPr id="4" name="Picture 4" descr="enter image description here">
            <a:extLst>
              <a:ext uri="{FF2B5EF4-FFF2-40B4-BE49-F238E27FC236}">
                <a16:creationId xmlns:a16="http://schemas.microsoft.com/office/drawing/2014/main" id="{016E3E61-12A7-B117-4A9F-0484D5726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4139" y="2323251"/>
            <a:ext cx="3500715" cy="283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2544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597868-5B41-224E-60C5-83DC33BEE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15479-EDA7-8496-2DC4-833A900E4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29" y="804519"/>
            <a:ext cx="10427325" cy="1049235"/>
          </a:xfrm>
        </p:spPr>
        <p:txBody>
          <a:bodyPr>
            <a:normAutofit/>
          </a:bodyPr>
          <a:lstStyle/>
          <a:p>
            <a:r>
              <a:rPr lang="en-US" altLang="zh-CN" dirty="0"/>
              <a:t>Task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096A38-37B5-0784-B197-EBADBDE0A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529" y="2015734"/>
            <a:ext cx="6446334" cy="3450613"/>
          </a:xfrm>
        </p:spPr>
        <p:txBody>
          <a:bodyPr>
            <a:normAutofit/>
          </a:bodyPr>
          <a:lstStyle/>
          <a:p>
            <a:r>
              <a:rPr lang="en-US" altLang="zh-CN" dirty="0"/>
              <a:t>Implement </a:t>
            </a:r>
            <a:r>
              <a:rPr lang="en-US" altLang="zh-CN" dirty="0" err="1"/>
              <a:t>Kruskal</a:t>
            </a:r>
            <a:r>
              <a:rPr lang="en-US" altLang="zh-CN" dirty="0"/>
              <a:t> and Prim’s algorithm.</a:t>
            </a:r>
          </a:p>
          <a:p>
            <a:endParaRPr lang="en-US" altLang="zh-CN" dirty="0"/>
          </a:p>
          <a:p>
            <a:r>
              <a:rPr lang="en-US" altLang="zh-CN" dirty="0"/>
              <a:t>Compare the running time of the 2 solutions (using the graph on the right).</a:t>
            </a:r>
          </a:p>
          <a:p>
            <a:r>
              <a:rPr lang="en-US" altLang="zh-CN" dirty="0"/>
              <a:t>Compare their results.</a:t>
            </a:r>
          </a:p>
        </p:txBody>
      </p:sp>
      <p:pic>
        <p:nvPicPr>
          <p:cNvPr id="4" name="Picture 4" descr="enter image description here">
            <a:extLst>
              <a:ext uri="{FF2B5EF4-FFF2-40B4-BE49-F238E27FC236}">
                <a16:creationId xmlns:a16="http://schemas.microsoft.com/office/drawing/2014/main" id="{4633D680-83F6-104F-81D0-B6DF2CB2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4139" y="2323251"/>
            <a:ext cx="3500715" cy="283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8592860"/>
      </p:ext>
    </p:extLst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116</TotalTime>
  <Words>120</Words>
  <Application>Microsoft Macintosh PowerPoint</Application>
  <PresentationFormat>宽屏</PresentationFormat>
  <Paragraphs>15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Yu Gothic UI</vt:lpstr>
      <vt:lpstr>Arial</vt:lpstr>
      <vt:lpstr>Gill Sans MT</vt:lpstr>
      <vt:lpstr>Lucida Sans Unicode</vt:lpstr>
      <vt:lpstr>Times New Roman</vt:lpstr>
      <vt:lpstr>画廊</vt:lpstr>
      <vt:lpstr>Minimum Spanning Tree</vt:lpstr>
      <vt:lpstr>Minimum Spanning Tree (A minimum spanning tree (MST) is defined as a spanning tree that has the minimum weight among all the possible spanning trees.)</vt:lpstr>
      <vt:lpstr>Kruskal Algorithm</vt:lpstr>
      <vt:lpstr>Prim algorithm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Coin Change</dc:title>
  <dc:creator>1351252606@qq.com</dc:creator>
  <cp:lastModifiedBy>Fan B</cp:lastModifiedBy>
  <cp:revision>3</cp:revision>
  <dcterms:created xsi:type="dcterms:W3CDTF">2021-10-07T02:35:10Z</dcterms:created>
  <dcterms:modified xsi:type="dcterms:W3CDTF">2025-10-16T07:40:43Z</dcterms:modified>
</cp:coreProperties>
</file>