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07T02:40:56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9305 5605 175,'-7'0'301,"-6"0"24,-1 0 10,8-5-131,0 5-73,6 5-48,0-5-38,6 3-20,8 5-7,-2-4 5,8 3 5,6-3 1,7 2 5,6 3-2,-1-3-3,9 5-9,-2-3-9,7 3-16,-7-4-33,1 0-36,-1 4-38,2-3-47,-15 3-58,1-1-66,-7 2-12,-6-5 13,-14 1 25</inkml:trace>
  <inkml:trace contextRef="#ctx0" brushRef="#br0" timeOffset="222.5015">9330 5652 92,'-32'8'265,"-7"3"29,6 3 20,1 8-88,5 4-54,1 4-22,0 10-6,7 3 5,-1 9 14,8 6 10,-2 8 6,8 4-2,-1-1-16,7 2-27,7-2-34,5-7-26,8-3-29,6-7-17,7-9-9,6-6-14,7-12-30,5-2-60,2-9-76,5-10-84,1-4-82,0-8-81,-7-7-52,-7-3 11,-6-3 53,-5-9 68</inkml:trace>
  <inkml:trace contextRef="#ctx0" brushRef="#br0" timeOffset="395.8492">9324 6180 12,'-13'11'326,"0"-4"26,6 4 14,1-3 6,6 3-170,6 0-97,8-1-50,5 2-25,7-2-12,13 1-7,7-3-5,6-5-9,0 1-43,13 0-72,-7-1-94,7-3-81,-6 3-43,0-6-14,-13 0 28</inkml:trace>
  <inkml:trace contextRef="#ctx0" brushRef="#br0" timeOffset="567.4815">10118 6203 26,'0'10'352,"-6"-3"36,0 5 20,6-2 12,0 5-173,0-1-103,6 2-66,0 4-35,8 3-19,5 0-11,-5-2-5,12 1-12,-7 0-32,7 0-45,0-8-53,7 2-63,-7-5-79,0-4-63,0-4-10,-7-6 20,1-4 44</inkml:trace>
  <inkml:trace contextRef="#ctx0" brushRef="#br0" timeOffset="725.5716">10373 6232 294,'-20'7'420,"-12"3"37,6 9 30,-7 3-94,1 7-126,-1 5-91,7-2-56,-7 5-36,7 0-27,0-5-23,13-3-23,-7-6-39,14-1-59,0-8-77,12-3-96,0-6-115,8-5-71,5-8-11,7-4 30,0-5 62</inkml:trace>
  <inkml:trace contextRef="#ctx0" brushRef="#br0" timeOffset="938.0641">10836 6341 197,'0'26'335,"-7"3"64,1 12 84,-8 3-36,2 10-3,-2 6 24,2 1 9,-2 8-33,1 1-60,7 8-84,-7-5-85,13-4-100,-7-3-100,14-7-92,-7-11-118,13-12-140,-7-3-132,1-15-126,-1-3-90,1-11-6,-7-16 58,0-5 109,-7-17 119</inkml:trace>
  <inkml:trace contextRef="#ctx0" brushRef="#br0" timeOffset="1453.9779">10666 6261 175,'20'-8'286,"0"1"15,-1 7 21,0 0-107,8 3-74,-8 5-34,14-1-16,-8 4-12,1 1-18,-6-2-23,0 5-6,-1 3-5,-5 1 0,-8-1-1,-6 4 0,0 3-1,-6-2-12,-8 2-26,-5 1-28,-7-4-19,0 3-10,0-6-2,-7-1 6,7 0 26,6-6 33,1-2 17,6-2 10,0-1 4,7 0-3,-2-3-6,8-1 5,8 1 15,4 0 24,8 0 27,6-4 19,0 3 13,13-6-6,0 3-13,0-4-20,7-7-22,6 4-8,0-4-8,0-5-6,-7 2-2,8-1-7,-7-2-5,-1 2-30,-6-4-44,1 5-52,-8-5-56,1 4-54,-13 1-47,-2-3-30,2 0-7,-13 3 3,-7-1 8,-7 5 25,1-1 59,-14 0 89,0 4 87,-6 2 88,-6 5 90,-1 0 80,1 8 41,5-1 3,2 8-13,-1-1-25,12 5-28,2 3-26,5 0-34,0 4-26,14-1-17,0 1-8,5-4-9,8 0-18,0-3-12,5-9-14,8-2-14,0-4-40,12-8-76,2-12-79,-2 2-69,1-11-66,5-5-62,2 1-38,-1-7 18,-7 3 47,1-5 52</inkml:trace>
  <inkml:trace contextRef="#ctx0" brushRef="#br0" timeOffset="1745.8028">12034 6261 140,'-6'10'371,"-1"1"70,1 4 76,-7 4-16,0-1-61,7 1-59,-8 2-36,1 1-35,7 4-46,-1-3-39,1-2-28,-7-3-39,7-3-35,6-1-35,-8 1-27,8-8-27,0 1-25,-6-2-5,6-1-10,0-5-15,0 0-25,0-5-25,0-5-27,0-1-32,0 0-22,0-7-13,0 3 8,0-3 13,6 3 20,-6 1 32,8 2 28,-8 5 29,6 0 14,7-1 12,0 8 9,0-4 1,7 8 6,-1-4 0,0 5 3,8 1-10,-1-2-49,6 0-73,-5-4-84,-1 3-83,6-6-81,-6-1-87,-7 0-31,1-7 35,-1 0 60,-5-3 70</inkml:trace>
  <inkml:trace contextRef="#ctx0" brushRef="#br0" timeOffset="1906.5732">12354 6088 28,'12'-11'410,"-4"4"52,-2 0 29,0 3 22,7 0-135,-6 8-140,6 0-89,7 0-46,-8 3-24,8 1-21,-1-2-16,1-2-13,6 3-13,-6 1-23,5-4-61,-5-2-87,0 3-102,-1-2-122,1 1-91,-7-1-33,-6 1 32,-1 0 70</inkml:trace>
  <inkml:trace contextRef="#ctx0" brushRef="#br0" timeOffset="2055.4551">12458 6319 55,'-13'26'384,"-7"3"39,8 0 19,-8 1 8,1 3-210,5 0-186,2 0-133,-8 0-104,13-3-76,-6-1-85,6-4-20,7-7 28,7-3 47</inkml:trace>
  <inkml:trace contextRef="#ctx0" brushRef="#br0" timeOffset="2751.1556">12758 6319 165,'0'11'597,"-7"-7"96,-5 7 54,-2-3 40,1 6-151,-6-3-229,-1 7-164,1 0-90,-7 5-49,6-1-37,1 0-32,-1 0-14,0-8-11,7 1-27,1-4-39,12-5-53,0-1-60,0-5-76,12-8-75,-5 1-47,12-8-15,-6 1 11,7-5 31,0 2 58,-7 2 71,6 1 60,0-3 48,-5 7 45,5 0 39,-6 5 39,-6 1 33,5 4 33,2 4 40,-8 4 24,7-1 8,-6 3-7,-1 7-17,1-8-27,-1 3-34,1 3-28,0-5-20,-1 2-11,0-2-7,1 1-11,6-7-23,-7 3-27,7-3-25,1-4-27,-8 0-26,8 0-12,-2-4 8,1-3 21,0 3 21,-6 0 26,-1 1 23,8-4 20,-8 3 12,-6 1 6,6 3 2,0-4 3,2 4 1,-2 0 0,-6 0 1,13 0 0,-7 0 0,1 0 0,6 4 1,-1-4 3,8 3 3,0 1 7,-1-1 7,1 4 12,6-3 11,1 4 12,-1-1 5,0 3 3,-1-1 7,1-2-1,7-4-7,-7 1-8,7-1-7,-7-3-10,0 0-14,0-7-9,0 4-7,-7-8-3,1 0-1,-7-4 0,0-3-1,-6-1-2,-1 2 0,-6-6-1,0 0-1,0 6 0,-13-2 15,7 1 42,-8 4 64,2 3 66,-8 7 63,7 0 59,-7 8 46,8 4-5,-8 2-34,0 5-44,7 6-47,0-2-45,7 8-52,-1-6-27,7-3-26,7 4-19,-1-4-19,7 1-27,0-4-36,7-8-43,6 0-69,0-4-106,7-6-127,-7-4-100,13-4-73,-7-4-61,7 0-26,7-3 14,-7 0 83,0 0 86,1-5 89</inkml:trace>
  <inkml:trace contextRef="#ctx0" brushRef="#br0" timeOffset="3074.5415">14107 6326 64,'6'0'419,"-6"0"90,-6 4 99,0 0 62,-8 3-67,1 5-92,-6 2-73,-1 1-64,-7 2-82,-5 2-75,-1 3-72,7-3-46,1-4-34,-1-1-25,12-3-33,-5-4-27,12-3-32,1-4-29,6-4-24,6-3-19,1-1 2,6-2 11,0-1 21,0 0 15,7-1 15,-7 5 15,6 0 17,-6 2 5,7 2 7,-7 3 9,6 0 8,-6 3 8,7 2-1,-7 7 1,7-6-1,-1 5-1,-6 1-3,7 2-5,-1-3 3,-6 3 0,6-3 0,1 0 0,0-3-6,-7-2-15,7 3-33,-8-9-47,8 3-70,-7-6-84,7-6-75,-8 3-57,2-2-38,-2-7-30,8 1-30,-7-1 30,1-2 53,-2-3 58,2-6 59</inkml:trace>
  <inkml:trace contextRef="#ctx0" brushRef="#br0" timeOffset="3274.5456">14693 5869 98,'20'-4'633,"-1"4"131,-6 4 75,-6-1 54,-1 8-88,0 0-265,-6 12-215,0-2-122,-6 8-70,0 4-53,-1 8-36,-6 0-22,-6 2-16,5 4-12,-5 5-15,0-5-21,6-2-38,-1-1-77,2-12-153,-2-2-174,8-7-156,6-9-128,-6-11-37,6-6 38,-7-9 138,7-10 165</inkml:trace>
  <inkml:trace contextRef="#ctx0" brushRef="#br0" timeOffset="3421.5402">14504 6161 171,'-6'-7'597,"6"7"106,-7-4 62,7 4 34,7 0-162,6 4-219,-1-1-169,8 6-109,6 1-79,1 0-95,11 2-142,1-1-150,1 4-137,-1-5-124,0 2-103,7-1-2,-8 0 81,-5-8 119,6-3 123</inkml:trace>
  <inkml:trace contextRef="#ctx0" brushRef="#br0" timeOffset="3826.5575">15749 5715 280,'45'4'752,"-5"-2"114,-8 6 73,-6-4 48,7 4-151,-1 3-347,1 7-215,0-4-138,-7 8-102,0 4-83,-1 3-77,-11 1-70,-2 6-49,-12 4-10,-6 4 16,-7-3 33,-13 3 79,0 3 120,-6-6 108,-1-1 85,0-3 47,1-5 22,12-1-22,0-10-68,8-3-67,12-3-65,0-1-47,6-7-30,0 2-18,8-3 3,5-6 10,1 4 22,-1-4 20,8 4 22,-8-1 19,7 0 11,0 2 3,-6 2-5,5 4-2,-5 4-16,0 0-7,-14 7-6,1-1-6,-7 9-3,0-1-2,-13 4 8,-7 4-4,-6-1-5,0 0-12,-7 5-19,1-8-29,-1 0-40,7 0-69,-7-8-119,14-3-146,0-3-137,5-1-133,8-7-69,-1-4 15,7 1 94,0-8 141,7-8 149</inkml:trace>
  <inkml:trace contextRef="#ctx0" brushRef="#br0" timeOffset="4020.4755">16739 6316 48,'32'-19'753,"-6"4"146,-6 1 69,-7 3 32,0 3-5,6 5-516,-11 3-318,4 0-221,2 3-207,-8-3-190,0 8-127,7-4-62,-6 3-38,0 0-25,-1 0 74,0 1 129,2-1 113,-2 0 87</inkml:trace>
  <inkml:trace contextRef="#ctx0" brushRef="#br0" timeOffset="4186.4453">17052 6433 303,'-6'14'895,"-8"-2"179,2-5 95,-2 1 42,-5-1-130,12-4-530,1 1-357,-1-4-284,7 3-236,0-3-241,7 0-177,-7 0-113,0 0-49,0 0 19,0 0 95,6 0 176,-6 0 169</inkml:trace>
  <inkml:trace contextRef="#ctx0" brushRef="#br0" timeOffset="4328.5452">17293 6474 22,'7'-4'552,"-1"4"148,-12 0 82,6 0 33,0-4-118,-7 4-339,0 0-336,-6 0-290,7 0-205,-8 4-146,8-4-76,-6 4 34,5-4 117,7 2 128</inkml:trace>
  <inkml:trace contextRef="#ctx0" brushRef="#br0" timeOffset="5789.4304">12283 9554 3,'25'15'366,"-12"-3"43,0-6 28,-6 5 13,0-3-144,-7-2-134,0 6-71,0-5-44,6 1-27,-6-5-10,12 4-5,2 0 1,5 1 10,7-1 18,7 1 20,6-5 13,13 0 9,7 2 3,6-1-2,7-4-7,6 0-6,0-4-5,13-4-1,-6 1-2,13-4-8,-7 0-17,13 0-11,-6-4-10,6 0-7,-6 1-11,0-1 0,6 1 1,-6-5 2,-7 1-5,6 4 0,-5-1 2,-1 3 15,-6 6 33,0-2 38,-7 5 43,0 3 34,-6 3 22,-7 1 14,0 4-18,0-1-31,0 0-35,-6 4-33,6-4-16,0 4-27,7-4-13,-7-2-5,7 1-4,0-2-4,-1-4-4,1 0 7,6 0 4,0-4-1,0 1 4,7 0 1,0-2 0,6-2-10,1 3-6,-1 1-1,0 3 1,-7 0-3,7 3-3,0 1 2,1-1 0,-1 6-4,0 1-9,-6-3 3,6 5-2,-6-4 1,-6 1-4,5-1 7,-6-4 4,-6 0 0,6-8 2,-6 0-3,0-4 5,5-1 1,-4-3-1,-2 1 11,0-3 15,2 2 15,-8-2 17,6-1 9,1 3 15,-7 2 5,7-2-1,-1 5-6,1 5-9,0 2-9,-7 0-12,7 2-11,-1 2-7,-6 4-6,7-1 0,-6 1 0,-1 2-5,6-3-2,-6 5-7,0-2-4,7-3-6,6 5-9,-6-5-8,0-3-6,6-1-9,0-3-5,-6 0-3,6-7 4,-6 3 1,6-7 3,-7 4 4,8-4 6,-8-4 0,8 5 1,-8-1 5,1 0 0,-7-1 4,6 5 1,-6 0 4,0 2 0,-6 2 2,0 3 6,0 0 0,-7 0 5,0 3 2,0 2 4,-6 2 0,6-2-2,-13 1-1,6 2-5,-5-5-4,5 5-7,-5-4-7,-1 3-19,6-4-39,1-3-44,6 4-60,0-4-75,0-4-111,7 1-137,-7-2-119,7 3-113,0-6-63,-8 1 11,-5-1 83,-1 2 138,-12-2 146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07T02:41:25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22343 6506 181,'-20'7'215,"1"0"7,-1-3-90,0 4-65,1-1-79,6 3-100,0 2-56,0-1-29,0-4-16</inkml:trace>
  <inkml:trace contextRef="#ctx0" brushRef="#br0" timeOffset="2553.231">21874 6408 94,'0'10'131,"0"-3"-66,6 5-35,1 2-24,5 1-20,2 3-30,12 1-42,-7-2-21</inkml:trace>
  <inkml:trace contextRef="#ctx0" brushRef="#br0" timeOffset="21829.4356">2912 8045 76,'-6'0'148,"0"0"-39,6-4-22,-8 4-10,2 0-11,0 0-8,-1 0-4,0 0-7,7 0-7,-6 0-4,-1 0-1,7 0 1,-6 0-2,0 0-6,6 4-2,-7-4-6,7 4-5,0 3-6,-7 3-4,7 5-3,0 7 0,-6 4-2,0 7 0,6 7-1,-8 4 3,8 0 0,-6 8-1,0-1 1,-1 4 2,1-4-2,6 0-2,-7 0 0,7-3-1,0-4 0,7-7-1,-1-4 2,1-8 0,5-6 0,2-5 1,6-10-1,5-4 3,-5-11-2,6-7 1,7-5-2,-7-2 0,0-4 4,0 0-3,0 0 1,-7-1-1,8 0 0,-15 8 1,2 0-2,-8 8-1,0-1-1,-6 4 1,-6 5 1,-6 6 1,-8 3 1,0 4 0,-13 3 0,7 6 0,-6 6-2,-7-1 0,6 4 0,1-2 0,-1 0 0,7-2 1,6-6-1,7-5-1,0-2-1,7-4-7,12-4-16,7-8-24,0-6-31,7-1-45,6-3-56,0-4-23,7-5 1</inkml:trace>
  <inkml:trace contextRef="#ctx0" brushRef="#br0" timeOffset="22253.109">3596 7997 55,'-6'-11'241,"-1"4"19,-5 3 11,-2 1-102,1 3-51,0 3-39,0 4-26,-7 1-15,8 6-10,-2 4-7,2 5-7,5 6-3,-6 4-4,6 3-1,1 6-1,0 1 2,-2 4 3,8 5-1,-6-1 2,6 0-1,6-7 0,2 0-3,-2-4-5,0-7 0,8-3 1,5-8-1,-6-3 0,6-9 3,8-3 2,-1-3 0,-6-8 0,12-3 0,-6-7-1,0-1-2,-7-4-1,8-3-2,-15 5 2,2-2 1,-2 1-1,-5-1 1,-14 5 3,1-1 19,-6 4 11,-8 4 9,-7-1 6,-5 8 4,-7 4 0,7 4-17,-14 2-12,7 6-9,6-2-6,1 4-3,6-7-15,-1 0-31,15 0-30,4-3-37,2-6-45,12-2-55,8-2-80,5-6-13,7-3 2,7-4 24</inkml:trace>
  <inkml:trace contextRef="#ctx0" brushRef="#br0" timeOffset="24617.563">19351 4271 53,'-6'-7'213,"0"0"17,0-4-10,-1 3-77,-6 1-42,6 0-21,-5-1-16,-2 1-10,2 0-1,-2 3-10,1-3-2,0 3-5,0 0-2,-7 1-7,8-2-11,-8 5-3,7-2-6,-7 2 0,8 0 0,-2 2 0,1-2 1,0 8-2,0-4 1,1 4-3,4 2-2,2 6-1,0-2-2,-1 1 0,1 6 1,6-3 0,0 1 1,6-2-2,1 3 0,5-6 0,-4 5 0,4-9 3,8 5-1,-7-8 0,7-3 0,-1-1 2,7-6 1,0-4-2,0-8 2,0-3-2,7-8 0,-1-11 1,7-3-2,-6-7-1,-1-4-2,2-8-2,-9 0 1,1 0-2,-6-3-2,0 8 0,-14 2 7,1 8 7,-1 3 7,-6 8 7,-6 8 5,-7 7 2,-1 3-2,2 12-5,-8 6-7,0 8-4,1 7-4,-1 4 0,0 8 3,1 3-1,-1 3 3,8 5-1,4-1 1,2 4 0,0-4-4,6 3 0,0 2-2,6-5 0,8 2-2,-2-6-3,8 0-14,7-3-19,-1 0-29,6-8-32,7-2-34,0-4-35,0-5-29,0-7-42,0-7-16,7-4 7,-13-7 22</inkml:trace>
  <inkml:trace contextRef="#ctx0" brushRef="#br0" timeOffset="24937.4792">19939 4183 33,'-14'12'226,"1"-2"17,-6 1 8,6 4-94,-1 0-54,2-1-36,-1 1-21,6-4-15,7 3-8,-7-3-8,14 1-3,0-2-3,6-6-2,-1 4-1,8-8-1,0 0 1,6-3 0,0-6-2,0-1-3,0-5-6,0 0-6,-6 1-5,-1-1-2,-5 1 0,-8 2-1,-6-2 5,0 6 8,-13 1 4,0 3 2,-7 4 2,-5 8 4,-2 0 1,1 6 1,0 1 0,0 2 1,7-2-1,-1 3-1,0-2 0,14-2-1,-1 1-8,14-8-8,-1 4-12,14-7-20,0 0-23,12-8-36,1 0-37,6-3-55,-1-4-22,2-1 1,5-2 15</inkml:trace>
  <inkml:trace contextRef="#ctx0" brushRef="#br0" timeOffset="25247.7585">20466 4191 7,'-13'7'229,"0"-3"20,-6 3 18,5 0-74,-5 1-58,6-1-39,0 0-27,7 5-19,-1-5-17,0 0-14,7 0-8,0 1-3,7-1-3,0 0-2,6-4 2,6 1-2,-6-4-1,7-4-1,-1 1 1,7-4-4,-6-4-11,0-4-9,-1 1-5,-6-1-2,-6 0-2,-1 4 5,-6-3 10,-6 6 9,-8 5 7,-5 3 4,-1 0 2,-6 7 2,7 8-1,-7-4 1,0 3-2,6 5-1,7-5-3,0 1-2,0-4-7,13-1-11,0 2-15,6-4-22,8-1-35,5-7-43,7 0-65,0 0-26,0-7-3,7-1 10</inkml:trace>
  <inkml:trace contextRef="#ctx0" brushRef="#br0" timeOffset="25876.4837">20655 3964 69,'-7'-4'127,"1"0"-53,6 4-36,-6-3-16,6-5-8,-6 5-3,6-8-5,6 0-5,-6 0-1,0-1-1,6 2-2,-6-5 5,6 3 5,-6 2 8,7 3 16,-7-5 11,0 9 10,0-4 4,0 7 2,0-4-2,-7 4-5,1 4-5,0-1-4,0 8-4,-2 0-5,-4 7-1,-1 1-5,-1 3-2,2 7 1,-8-3 5,7 7 4,0-4 2,0 4 3,0 0 0,0 0-1,-1-4-5,8 4-3,-7-3-5,13-5-5,-6 4-3,6-7-6,0 5-2,6-10-4,1 2-2,-1 0 0,0-5-4,8-3-16,-1 0-24,-6-4-35,5-4-35,1 1-45,-6 0-66,6-4-23,-7-4 3,1-3 22</inkml:trace>
  <inkml:trace contextRef="#ctx0" brushRef="#br0" timeOffset="26199.457">20916 3806 100,'-6'0'198,"-8"4"15,8-1-66,-7 5-35,-1 2-22,2 5-12,-2 3-5,-5 5 0,6 10-4,0 0-4,-7 7-6,8 0-7,-2 1-11,1 2-10,7 2-8,0-5-5,-2 0-8,8-3-3,8-5-3,4-1-4,1-10-8,7-3-15,0-3-23,6-8-28,7-7-35,-1-3-45,1-5-68,-1-6-27,1-1 2,-7 0 18</inkml:trace>
  <inkml:trace contextRef="#ctx0" brushRef="#br0" timeOffset="26700.1086">21144 4221 92,'-13'3'200,"6"0"13,-6 5-57,7-1-42,-7 1-24,-1 6-17,2 1-4,-1-1-9,0 1-7,6 2-7,1 0-8,6-3-10,0 1-11,6-5-4,7-3-6,0 1-2,0-4 2,7-4 0,-1-4 0,1-4-3,6-2 0,-6-5-2,-1 0-7,-6 0-6,0-2-3,-7 1-1,2-2 2,-8 3 0,-8 5 4,2-5 4,0 8 3,-14 3 2,7 0 0,-7 8 2,1 3 1,-1 8-1,1-1-2,0 5 0,-1 3 2,7 3-1,6-2-1,1-1 1,6-4-1,6-4-10,7-3-22,0-7-28,13-8-29,0-3-28,7-7-38,-1-1-47,1-7-10,6-4 12</inkml:trace>
  <inkml:trace contextRef="#ctx0" brushRef="#br0" timeOffset="26965.3703">21463 4198 22,'13'-11'172,"0"7"24,-6 4-38,-7 8-19,0-1-13,-7 8-8,1 3-5,-1 1-9,-6 2-11,7 4-9,-8 2-5,2-2-7,-1-2-11,-1-2-9,8-3-14,0 1-10,-1-8-10,0 0-10,1 1-1,6-9-3,0 0 0,0-3-6,0-3-15,0-9-11,6-2-14,1-1-8,0-7-4,5 4 3,2-4 11,-1 4 10,-1-2 13,2 6 6,-2-1 5,-5 8 2,6 0 4,0 0-2,1 7 2,-2-4-1,8 4 0,-1 4-16,1-4-26,0 4-32,6-4-37,6 0-36,1 0-69,-7 0-21,7-4 8,-1 0 21</inkml:trace>
  <inkml:trace contextRef="#ctx0" brushRef="#br0" timeOffset="27197.4946">21984 4205 177,'-19'19'254,"-1"-1"40,-6 0-43,0 8-16,7-4-18,-7 3-23,6-6-28,7 3-36,6-4-39,7-3-32,0-5-22,7 2-12,6-1-9,7-5-4,-1-1-3,1 2 0,6 1-2,0-5-5,-7 8-2,7-3 1,-6 3-1,-7 3 0,0 1-3,-6 3-13,-7 1-21,-7 6-36,1 1-39,-8 0-51,2 3-60,-8 3-74,0-1-36,1-2 5,-7-4 21,12-6 42</inkml:trace>
  <inkml:trace contextRef="#ctx0" brushRef="#br0" timeOffset="27313.1791">22069 4711 68,'-6'4'70,"0"-4"-88,-8 3-51</inkml:trace>
  <inkml:trace contextRef="#ctx0" brushRef="#br0" timeOffset="27966.4863">20583 3901 56,'0'-4'212,"7"4"10,-7-2-29,7 2-66,-7 0-45,0 0-32,0-4-20,0 4-11,0 0-7,0 0-5,0 0-1,0 4 0,0-4 1,0 0 3,0 2 1,-7 6 3,0-1 0,1 8 7,-7 0 7,6 7 12,-12 3 17,6 4 13,-6 5 8,-1-5 1,6 4-4,-5-4-10,6 1-16,7-1-14,-7-7-10,7 0-9,6-4-5,0 0-6,0-7-1,0 4-2,0-7-2,6 1-2,0-1-5,1-4-18,-1 1-13,7-2-13,-6-3-11,-1-3-15,8-2-9,-8-2-5,7 0-7,-6-8-7,-1 0-13,7-7-12,-7 1-32,1-8-29,0-5-6,-1-3 5</inkml:trace>
  <inkml:trace contextRef="#ctx0" brushRef="#br0" timeOffset="28228.7295">20610 3762 151,'0'4'184,"-13"0"-27,6 0-39,0-2-21,1 6-19,0 3-1,-8 0-3,8 7-3,-7 1-2,0 6 3,0 4 6,0 5 1,0 2-2,-1 5-6,2 3-4,-1-4-6,0 0-11,-6 3-11,11-5-9,2-1-8,0-1-5,-1-6-7,7-1-3,7-3-2,-1-5-2,0-6-9,8-1-20,5-3-26,1-7-33,0-4-37,6-4-36,-1-3-30,1-4-19,0-3-36,-6-5-2,7-3 18,-9 0 29</inkml:trace>
  <inkml:trace contextRef="#ctx0" brushRef="#br0" timeOffset="28468.0174">20707 3806 159,'-12'4'207,"-8"3"17,0 0-75,1 8-31,-1 4-16,-6 3-7,7-1-2,-1 9-1,0-1-3,1 7-11,-1 1-10,8 0-10,-2-1-12,1 1-13,7 0-12,6-1-6,0-2-4,0-2-7,6-3-17,7-7-28,1 1-26,-2-5-29,2-4-33,5-6-32,1-1-23,-1-7-45,-6-3-12,7-5 8,-7-3 22</inkml:trace>
  <inkml:trace contextRef="#ctx0" brushRef="#br0" timeOffset="28694.1815">20577 4047 118,'-20'5'215,"8"-2"26,-8 1-57,1 7-25,-1 0-14,0 3-14,1 8-17,-1 0-21,0 5-19,8 2-18,-8 3-18,7 1-15,7-4-8,-1 5-4,7-1-8,7-4-22,-1-4-31,7 1-30,0-4-29,6-7-29,1 0-23,0-4-10,5-8-15,2-3-22,-8 0 4,8-7 12</inkml:trace>
  <inkml:trace contextRef="#ctx0" brushRef="#br0" timeOffset="36904.5358">5036 8232 138,'-13'7'161,"-6"0"-54,5 0-30,-5 1-12,6 0-4,-6-2 0,5-2-7,-5 3 2,6-3 1,0 4-5,-7-5-10,14 2-9,-8-3-3,2 2-11,5-1-6,1 5-3,-1-4-1,1 6-1,-1-2 1,7 7-2,0 3-2,0 4-1,7 0-2,-1 4-2,1-1 0,6 1 0,-1 3 0,2-7 1,6 4 0,5-4 1,1-7-1,1-1-1,5-6-3,1-5-3,6-3-8,-6-7-15,6-1-17,-1-6-15,-5-5-11,-1 1-4,-5 0 1,-1-5 9,0 6 16,-6 2 13,-7 1 17,-1 2 14,-4 2 12,-8 3 14,0 2 13,0 2 14,0 3 6,-8 0 9,2 3 9,0 4-2,-1 5-6,-6-5-8,6 8-8,7-1-12,-6 1-12,0 0-7,6-1-7,0 1-3,6-1-3,0-7-1,1 5 1,0-9-2,6 2 3,-1-5-1,8-5-2,0 2 2,-1-5-2,1 2-1,-8-6-5,8 1-2,0 4-7,-7 0-1,0 0-3,0 3 0,-7-1 4,8 5 3,-8 0 6,1 9 3,-1-2 5,1 3 3,-1 2 3,1 5 1,-1-2 3,0-1-1,2 6-3,4-9-2,1 4-1,0-5-2,7-3 0,-1-3-2,1 0-4,6-8-16,7 0-25,-7-3-27,7-7-27,5-1-35,-5-4-58,-1-3-16,1-3 8</inkml:trace>
  <inkml:trace contextRef="#ctx0" brushRef="#br0" timeOffset="37415.9612">6183 8415 129,'-7'7'200,"-5"0"-2,-1 0-48,-1 5-31,2-2-23,-2 2-14,2-1-19,-2 0-19,8-4-14,-1 0-13,1-2-7,12-2-4,-6 4-3,7-7-2,6 4 0,0-4 0,7-4 0,-1 4-1,1 0-1,6 0-1,-6 0 2,5 0 1,1 4-1,-6 2 0,0 3 2,-1-2 0,-6 3-2,0 2 0,0 3 1,-6-1 1,-7 1 0,0 3 2,-7-3 8,0 3 14,1-4 13,0 1 27,-8-4 22,8-4 13,0 1 3,-1-5-9,7 1-15,0-8-24,0 1-23,7-5-17,-1-3-10,7 1-4,0-5-3,7 1-1,-1-1-1,7-4-4,0 5-11,0-1-16,7-4-16,-7 1-16,7 0-16,-1-8-13,1 1-4,-7-2 0,6-2-4,-5-3 4,-1 2 0,-7-2 8,1 2 4,0 1 8,-8-1 10,-6 5 13,2-1 20,-8 1 27,0 2 34,0 9 34,0-1 36,-8 4 21,8 4 9,-6 3-3,0 4-18,6 8-11,0 3-20,0 3-14,0 12-11,0 3-8,0 4-7,0 4-10,6 8-9,0-6-5,-6 6-12,8-9-25,-8 1-41,6-5-52,0-6-63,-6-4-76,0-4-30,0-7-2,-6-7 27</inkml:trace>
  <inkml:trace contextRef="#ctx0" brushRef="#br0" timeOffset="37591.346">6626 8342 216,'-6'-7'284,"-1"-1"15,1 1-37,6 2-92,-7 2-66,14 3-45,-1-4-27,1 4-16,13 0-8,-2-2-3,9 2-2,11-5 1,-4 2-2,11 3-5,1-4-30,6 0-32,-6 0-42,-1 4-43,1-3-49,-1 3-50,1-4-2,-13 4 19</inkml:trace>
  <inkml:trace contextRef="#ctx0" brushRef="#br0" timeOffset="37916.887">7330 8308 149,'-7'12'227,"1"-1"18,-7 3-54,6 1-47,1 3-27,-1 8-15,7-1-9,-6 2-13,6 2-9,6-3-13,1 3-12,-1-8-15,8 2-7,-2-9-4,14 1-1,-6-8-5,7-7-1,-2-5-5,1-4-12,0-11-14,0 3-17,-6-5-15,-7-4-10,0 0-2,-6 1 8,-14-1 12,0 8 25,-5-4 37,-8 8 31,1 2 25,-7 5 21,-7 3 20,7 8 5,-7 3-10,7 5-19,-6 2-16,5 4-17,1 4-20,6-1-16,8 2-11,-1-5-3,-1 4-7,14-3-3,0-5-6,14 1-23,-1-5-39,7-2-47,6-4-50,6-4-57,7-4-52,0-4-55,7-2-1,-1-5 26,8-3 40</inkml:trace>
  <inkml:trace contextRef="#ctx0" brushRef="#br0" timeOffset="38567.2282">7910 8404 35,'7'0'257,"-1"3"37,-12 5 32,6-1-56,-7 7-54,-6 1-36,0 4-22,0-1-25,-6 8-21,5-4-22,-5 3-19,6-2-16,6-1-16,1-5-10,0-2-12,-2-1-12,16-5-20,-8-6-26,12-3-28,-5-7-25,12-8-20,-6-4-13,7-3 6,-7-3 16,0-1 25,6 4 23,-5 5 19,-2 1 17,2 2 9,-8 3 12,7-1 12,-6 5 11,-1 4 11,1-1 13,-1 4 15,0 0 5,2 4 6,-2-1 2,0 4-1,0 0-10,1 1-14,0 0-9,-1 3-12,1-4-13,-1 0-7,1 1-3,0-1-2,-1-3-1,0-1 0,0-3-1,2 3-1,-2-3-1,0-3-6,1 3-11,6-3-9,-6 3-6,-1-4-6,0 0-2,8 1 2,-8 0 11,0 3 7,8 0 7,-8 0 7,7 3 5,-7 0 3,8 1 1,-8 3 2,8 5 2,-8-2 1,7-3 5,0 5 1,-6-2 0,5-3 0,2 5 0,-2-4-2,8-5-3,-7 1-2,7-2 1,-1-4-1,1-2-1,6-4-2,-6-3-1,-1 0-3,7 1-1,-6-5-12,-1 1-8,0-1-13,-6 4-12,7-4-10,-6 1-9,-8-1 1,0 3 4,0-2 8,-6 3 12,-6-3 9,0 2 11,0 5 14,-8 0 26,1 4 22,-7 3 23,1 0 26,6 3 20,0 4 11,-7 4-8,7 4-8,7-1-13,-1 4-20,1 1-20,6 3-12,0 0-13,6 0-8,7 0-6,7-3-6,0-2-5,6-3-34,6 2-43,1-9-50,-1-3-54,1-4-57,6-4-51,-7 1-41,1-9-14,-1 2 15,-6-5 36,1 1 47</inkml:trace>
  <inkml:trace contextRef="#ctx0" brushRef="#br0" timeOffset="38841.8795">8991 8448 255,'0'-8'297,"0"8"40,-6-4-38,0 8-59,-1 0-40,-6 3-31,7 5-27,-8 2-32,8 1-28,-7 4-15,-1-2-16,8 2-14,-6-1-13,5 1-6,0-5-7,7-3-5,-6 0-7,6-4-12,0 1-12,0-8-11,0 0-13,0-8-8,0-4-3,6-2 2,1-1 8,0-2 9,-7-2 11,12 5 9,-6-1 7,2 5 7,-2-2 2,0 1 4,1 4 3,-1-1 1,8 5 1,-8-4 0,7 2 2,0 3-2,0-3-1,7 5-4,-8-3-24,2-5-46,6 4-64,-8 4-83,8-3-80,-1-1-42,-5 4 1,5-3 32</inkml:trace>
  <inkml:trace contextRef="#ctx0" brushRef="#br0" timeOffset="39048.1425">9480 8525 308,'-6'3'398,"-1"-3"52,1 0 49,-8 0-109,8 0-111,-6 0-68,4-3-51,2 3-66,0 0-85,6-4-91,-7 4-90,7 0-88,0 0-73,0 0-85,0 4-23,0-1 31,0 5 56,-6-1 69</inkml:trace>
  <inkml:trace contextRef="#ctx0" brushRef="#br0" timeOffset="40454.2127">3062 9276 41,'-26'-8'162,"-7"1"6,7 0-62,-6 0-39,6-1-18,-1 8-9,1 0-3,7 0-3,-1 0-5,0 4-6,8 0-6,5-2-5,1 6-3,-1-4-4,7 3-1,7-3-1,-1 3 1,7-3-4,7-1 1,6 1 0,7-8-1,-1 1 0,7-4 3,13-5 3,-6 2 0,12-5 0,8 4 1,6 1-4,-1 2-1,8 1-2,5 3 0,0 4 2,1 4 0,6-1 2,7 4 0,1 0 1,-2-3 1,1 4-3,-1-5 0,-6-3 2,1-3 1,6-5 2,-14 2 2,7-6-1,0 1 2,1-8-1,-7 5-2,6-1 0,-13-4-1,6 5 0,1-1 0,-6 5 0,-2-5 0,2 4-3,-8 4 0,8 0 0,-8-4-1,2 7-3,4-4 0,-12 1 2,1 3 2,-1-3 2,0 0 2,-6-1 6,0 1 7,-8-3 10,8 2 4,-7-3 1,1 3 1,-2 1-2,1 0-3,1 4-7,-1-1-8,0 0-3,6 4-1,-5 4-3,-1-4-1,0 4 1,0-1 4,0 1 12,1-1 2,-2 4 1,8-3 0,-7 0 0,7 0-3,-6-1-8,-2-3-3,8 0 2,-7 0 5,7 0 7,-7 0 4,0 0 2,0-3 4,-6 3 3,6-4-4,-6 4-5,6 0-3,-7 0-3,8 0-7,-2 0-7,-5 4-3,-1-1-3,1 1-2,-1-1-3,2 2 0,-9 1 0,2-2-2,-7 0 0,-1-1 1,-6 1-8,-7-4-6,1 4-4,-7-4-9,-7 0-44,1 0-51,-7-4-46,-7 0-52,1-3-77,-13-1-31,5-2 21,-12-5 36</inkml:trace>
  <inkml:trace contextRef="#ctx0" brushRef="#br0" timeOffset="41692.5126">9969 7895 193,'-7'-23'245,"-5"5"25,5 0-54,-6 3-42,6 4-12,-6 0-14,0 4-10,7 3-19,-8 4-20,8 7-15,-7 8-22,7 11-10,-1 8-2,7 4 7,-6 7 7,6 10 3,0 1 3,6-2-2,1 5-10,-1-1-11,1-3-12,5-3-9,-4-1-6,4-11-7,1 0-4,0-11-7,-6-3-20,6-4-28,-6-7-24,-1-4-17,0-8-20,1-6-23,-7-8 1,0-4 17,0-7 13,-7-4 13,1-3 19,0 4 26,-1-4 24,0 3 25,1 4 20,-1 3 8,1 4 7,6 5 0,-7-2-6,7 5-14,0 5-14,0-6-5,7 4-3,-1 0-1,1 4 0,-1-4 0,8 4 2,-2 4 2,2-4 0,-8 4-1,7 0 2,-7-1 0,8 4-1,-8-3-1,-6 4 1,6 3 0,-12 0-2,6-1-1,-6 5 0,-8 0-1,8-1 0,-7-3 1,7 1 5,-8 2 0,8-7-1,6 4 1,-6 1-2,6-5-2,6 4-3,0-4 1,1 4 2,6-4 2,6 1-2,7-1 3,0-3-2,7-4 1,-1 0-3,8-4 0,5-3-1,2-8-9,-2 1-16,1-6-20,-1-1-21,-6-1-20,7-4-20,-14 4-8,1 0 3,-7 5 12,0-3 18,-13 11 21,7-3 23,-14 4 20,0 8 22,-6 0 18,0 4 18,0 4 19,-6 2 21,0 9 16,-1-1 5,0 1 0,1-1-9,-1 4-18,1-4-22,6 0-18,6-2-14,-6-2-8,13-3-6,1-4-2,-2-3 1,8-8 1,6-3-2,1-4-5,5-3-7,-6-6-16,0-1-15,0 2-20,0-3-10,-6 4-3,-1 4 4,1-1 13,-7 3 13,-6 3 17,5 4 17,-12 5 12,6 0 13,-6 7 12,0 5 11,-6 3 13,6 2 2,-6-2 0,0 3-5,6-3-9,0 0-10,6-1-11,0-7-8,0 1-3,8-4-4,5-4-2,-5-4-6,12-4-14,0-2-10,-1-1-7,1-8-2,1 5-4,-7 3 3,6-4 12,-7 8 9,1 0 6,-1 7 4,0 3 3,-5 4 4,-1 8 0,0 3 0,0 4 3,-1 4-2,-4 4-2,-2-1-2,7 0-5,-7 0-24,7 0-37,-6-7-41,6 0-52,0-7-82,0-7-39,6-8-1,-6-8 24</inkml:trace>
  <inkml:trace contextRef="#ctx0" brushRef="#br0" timeOffset="42003.9145">11677 8136 147,'-8'4'179,"2"4"-26,0-5-48,-1 0-28,7 1-17,-6 3-7,6-2-7,-7 2-6,7-5-9,0 6-5,0-4-1,0 0-6,0 0-4,0-1-6,0 1-2,0-4-2,0 4-2,0-4-1,0 0 0,0 0-1,0 4-2,0-4-3,0 0-4,0 0-13,0 0-27,0 0-26,-7-4-19,1 4-12,0 4-2,-2-4 10,2 0 26,-6 2 26,5-2 22,-6 5 10,6-5-9,-5 0-41,4 0-28,-4 0-15</inkml:trace>
  <inkml:trace contextRef="#ctx0" brushRef="#br0" timeOffset="42418.4979">11507 8195 39,'0'-16'185,"6"7"16,-6-7-40,6 5-23,-6 0-8,0 1 0,0-1 0,0 3 9,0 0 7,0 2 5,-6 2-5,6 0-12,0 4-17,0 0-25,0 0-26,0 12-14,0 2 1,0 8 15,6 11 24,-6 7 36,0 15 27,8 11 8,-8 15-10,0 7-19,0 10-28,-8 9-33,-4-1-51,-1 8-98,-7 7-120,-6-1-120,0 1-106,-7 4-103,-6-8-33,-7 1 53,1-13 96</inkml:trace>
  <inkml:trace contextRef="#ctx0" brushRef="#br0" timeOffset="43762.9425">2020 8261 69,'-7'-11'162,"0"4"-27,1 3-32,0-3-13,-2-1-11,2 0-3,0 2-4,0 2-4,-1-3 4,-6-1 1,6 2-1,1 0-8,0 0-3,-8 3-5,8-2-9,-8 2-9,2 3-10,-8 3-5,7 2-7,-7 4-7,-6 3-4,7 3-2,-1 3 0,-6 4-1,7-4 1,-1 4 2,0-2-1,8-6 0,-1 1 0,-1-5-1,8-3-3,6 5 1,-6-5-1,6-4-1,6 5 1,0-5 0,1 2-1,6-2 1,6-3 0,1 3 0,0 1 1,6 0 0,-1 3 1,2 1-1,-1-1 2,-6 0-3,-1 4 0,1 1 0,-1 2 0,-12 1 0,-1-1 1,-6 4 3,0 5 0,-13-2 0,0 8-1,-6 1 0,-7-1-1,6 0 2,-6 0-1,7-6-2,-1-5 1,7-3-6,0-5-16,0-5-29,6-10-30,7-5-34,-7-5-25,14-7-22,-7-4-15,7-3-11,-1-4-10,7-4 11,-6-3 16</inkml:trace>
  <inkml:trace contextRef="#ctx0" brushRef="#br0" timeOffset="43995.4831">1680 8012 42,'-6'0'166,"0"3"6,-7 2-70,6 2-35,0 3-19,7 5-15,0 7-10,0 4-4,7 10-4,0 5-1,-1 6 3,7 4-2,-7 9-2,8-2 0,-2 7 0,2 2-1,-1-6-5,-7 5-1,8-3-3,-2-8 0,2 0-1,5-8-2,-6-6-14,0-5-30,7-7-37,-8-10-60,2-4-31,-1-12-16</inkml:trace>
  <inkml:trace contextRef="#ctx0" brushRef="#br0" timeOffset="44234.4481">1870 7824 86,'6'-10'201,"-6"3"9,0 3-53,0 11-48,0 7-41,0 12-23,0 11-11,-6 11-8,6 10-7,0 13-7,0 5 1,-7 12-4,7 7-2,7 15-2,-7 7-5,6 11-23,7 8-73,-7 7-68,8 3-38,-2-2-18,2-9-4</inkml:trace>
  <inkml:trace contextRef="#ctx0" brushRef="#br0" timeOffset="48669.9183">12980 8741 128,'-8'-5'144,"2"-1"-44,0 2-19,0-3-6,-8 3-8,8-4-4,-1 8-8,1-3-7,-1-1-6,0 4-12,1 4-7,0-1-6,-8 5-5,8 3-5,0-1-3,-8 10-7,8-3-18,-1 2-29,1 3-43,6-8-61,-6 5-30,6-9-15,0-2 8</inkml:trace>
  <inkml:trace contextRef="#ctx0" brushRef="#br0" timeOffset="50731.5706">14582 8103 19,'0'-3'166,"-6"-2"8,-1 5-54,1 5-45,-8-2-23,8 8-13,-6 0-11,4 7-3,-4 1 0,-1 6 1,-1 2 0,2 5-4,-2 1-1,8 3-1,-7 5-8,0 3-4,6 0-3,1 0 0,0-1-3,-2 2-1,16-8-3,-2-4-20,0-4-34,14-7-62,-1-8-46,1-6-27,0-12-8</inkml:trace>
  <inkml:trace contextRef="#ctx0" brushRef="#br0" timeOffset="51034.3944">14837 8463 62,'-7'18'174,"0"0"7,1-3-60,-1 2-54,7-1-27,0-2-13,0-6-7,7-1-5,6-4 0,0-3 0,0-10 1,6-2-2,8-5 0,-7-9-4,5 4-6,-5-5-5,0 2-8,-1 4-2,-6-2-3,-7 5-1,-6 4 2,-6 2 7,-7 5 10,-6 4 8,-1 3 7,-7 3 7,1 4 6,-6 5-2,6 2 1,7 4-3,-8 1-5,14 2-3,0 1-7,7-3-4,6 3-4,6-4-7,7 1-28,7-1-34,6-7-62,6 0-50,7-3-28,1-6-11</inkml:trace>
  <inkml:trace contextRef="#ctx0" brushRef="#br0" timeOffset="51375.341">15579 8426 108,'-13'14'259,"-6"2"17,0-7 12,5 3-113,-6 3-60,7-8-41,1 0-25,5 1-14,0-5-14,7 1-7,0 0-7,0-4-2,14 0-4,-8-4 0,13-3-1,-5-5 0,6-2 0,-1-1 0,0 0-3,0-3-3,-5 4-1,-8-1-1,1 4 0,-7 1 1,0 2 3,-13 4 3,-1 0 2,-5 4 1,0 8 3,-8 0 2,1 2 1,1 9-1,-9-2 1,15 3-1,-7 1-2,14-3-4,-2 1-4,8-2-11,6 2-23,6-4-27,8-4-35,5-3-43,7-2-77,0-6-32,6-4 1,1-3 14</inkml:trace>
  <inkml:trace contextRef="#ctx0" brushRef="#br0" timeOffset="52473.9906">14016 8202 106,'-14'-7'153,"-5"-3"-50,-1 2-33,0 1-11,-6 2-5,7-2-7,-7 7-3,0-4-2,-7 8-2,7-4-3,0 7-6,7-2-3,-7-2-5,12 1-5,-5 4-4,13-6-5,-8 2-3,14 0-3,-6-4-2,6 7 0,6-3-1,-6 0 0,7 0 0,6-2 1,-13 3 1,7 2-1,-1-3 0,0 3-1,2 0 2,-8 4-2,0 1 0,0-2 0,-8 1 1,8 5 0,-6-7-1,6 7 2,-6-2-1,6-3 0,0 4-1,0-1-1,-7 1-2,7 4 1,-6-2 2,-1-2 1,0 4 2,1-4 0,-7-1 0,0-2-1,0-6-1,-7 2 1,8-5 1,-8-3-1,0-3 1,1-5 1,-1 2-3,-6-3-1,6-1 0,1 3 0,-1-5 0,1 2-1,6-2-1,-7-3-2,7 5-4,1-1-9,-2-4-11,8 0-10,-1 1-13,7-1-10,0 1-16,0-5-26,7 2-39,-1-6-15,0 1-1</inkml:trace>
  <inkml:trace contextRef="#ctx0" brushRef="#br0" timeOffset="52787.3534">13572 7902 55,'-6'0'150,"6"4"-9,-6-2-65,-2 3-36,8 6-15,0 0-8,0 7-3,0 8 0,0 7-1,8 4 2,-8 9 1,6 2-3,-6 11-1,6 3-2,-6 5-2,0-2-4,0 4-2,0 2 0,0-9-1,0 1 0,0-9 0,7-2-5,-7-8-20,7-4-43,5-11-52,-5-6-28,6-9-15</inkml:trace>
  <inkml:trace contextRef="#ctx0" brushRef="#br0" timeOffset="53034.0041">14016 7726 1,'-8'-11'202,"2"4"8,0 2 8,-7 13-96,0 7-50,0 8-26,-1 13-16,2 7-9,-2 12-7,2 11-1,5 14-1,-6 9-2,0 9-2,7 9-10,-1 10-38,0 8-95,1 7-49,0-1-26,-1 5-14</inkml:trace>
  <inkml:trace contextRef="#ctx0" brushRef="#br0" timeOffset="54560.4883">13787 9462 83,'-12'-14'143,"-2"-5"-44,-5 8-25,5-3-8,-4 3 2,-2 0 4,7-1 6,-7 6-3,7 2 3,0-3 1,0 3-7,6 0-10,-6 4-15,13-4-9,-6 2-14,6 2-11,6 0-6,1 0-2,6 0-4,6 0-1,1 2 1,6 2-1,1-4 0,11 4 0,-5 0-1,6-1 0,13 5 0,0-4 2,0-2 0,14-2 2,5 5 0,1-5 1,12 0-2,1 3-2,0-3-1,7 4 1,5-1 2,-6 1 2,7 0-1,-1 3 2,-5 0 0,-1-3-2,0 3-3,-6-2-1,-14-2 1,1-3-1,0 0 0,-13 3 0,-1-3 1,-5 0 0,-8 0 2,1 4-1,-7 0-1,-7-1 1,1 0-1,-7 6-5,-6-6-10,-1 4-13,-6 0-21,0 5-28,0-2-29,-6 2-45,-1-1-46,0 3-17,-6-3 6</inkml:trace>
  <inkml:trace contextRef="#ctx0" brushRef="#br0" timeOffset="54726.3705">16100 9535 91,'7'-3'189,"-7"-1"7,-7 1-72,7-1-50,0 4-38,0-3-34,0 6-28,0-3-24,0 4-37,0 3-50,0 0-21,0 1-1</inkml:trace>
  <inkml:trace contextRef="#ctx0" brushRef="#br0" timeOffset="58333.7768">3160 9151 74,'0'-7'107,"-7"3"-42,7-3-23,0 2-15,0 3-12,0 2-4,0-4-5,7 4-2,-1 0-2,8 0-1,-8 0 1,14 4-2,-8-4-1,8 2 1,6 3 2,0-2-2,0 1 0,14-4 0,-8 4 0,7-1 0,6-3 0,1 4 0,-1 0 0,1-1 1,7 1-1,-2-4-1,2 3 3,-1 1 0,-1-4 1,2-4-2,6 1 2,-7-1 1,13-7-2,-6 0 0,-1 1 5,7-2 2,0 1 3,-6-3-1,6 3 1,0-4 3,1 5-2,-1-2-1,0 1-2,-6 0 0,6 4-3,-6-4-3,6 3 2,-7 5-2,1-5-2,0 4-1,-8 2 2,2-3 1,5 5-3,-5 0 2,-8 0-1,7 5 1,1-3 2,-8 2-2,1-4 1,-1 8-2,1-8 0,-1 3-2,1 1-1,0 0 0,0-4 1,-1 0 0,-5 4 1,5-4 1,-7 3-2,2-3 1,-1 0-1,0 0-1,1 0 1,-8-3 0,7 3 0,-6 0 1,5-4 0,-5 4 3,7 0-3,-2 0 0,-5 0 0,6 4 0,-7-4 0,8 3-1,-7-3 1,5 4 1,-5-1 1,6 1-1,1 1-1,-8-3-1,7 2 0,0 0-2,-7 0 2,8-1 0,-8 5 0,1-4 1,6-1-1,-7 4 0,1-3-1,-1-1 0,1 1 0,-1 4 1,2-5 0,-2 4 2,7 0 0,-6-3 0,-1 4 0,1-1-1,-1 1 2,1-1-4,-1 4 0,1-8 2,-1 8-2,2-7 0,-2 3 0,1-2 1,-1-3 1,1 3-3,-1-2 2,-6 1-2,1-1 2,5-3 0,-6 4 0,-7 0 1,7-4-1,1 4 0,-7-1-2,5 1 0,1-1 0,-6 2 2,6-3 0,0 6 2,-7-4 1,7-1-1,1 1 3,-1 0-3,0 0 0,0-2 0,7 3 0,-7-5 0,-1 0 0,1 0 2,7 0 2,-7 0 2,0-5 1,0 3 3,1-2 1,-8-4 2,7 5 1,-6-1 1,0-4 0,-2 6 2,-4-3-3,5-2 0,-5 4 0,-2-1-1,2 0-3,-2-3-3,8 3-1,-7 1-1,0-2-5,6 3 0,-5-7 2,5 6-1,-5-1-2,4-3 1,2 3-2,0-3 0,-1 3-1,1-4 1,-1 6 1,7-6 0,-6 4 1,0-3 1,5 3-2,-5-2 1,6 1 0,-6 2 1,-1-1-1,7 4 2,-6-3-1,6 3 2,1 0-3,-2 0 1,1 0 0,0 0 0,7 3-1,-1-3-1,1 4-1,7-1 0,-8 2 0,7-3-1,0 2 0,-7 4 1,8-5 0,-1 1 0,0 0 0,-1 0 1,-4-2-1,5 6-1,0-4 2,-7 0 0,1-1 0,-1-3-1,8 4 0,-8 0 0,1-4 0,-7 3 0,7-3 0,-1 4-1,1-1-6,-1-3-13,1 4-17,-1 3-19,-6-2-25,1-2-50,-1 4-34,-7-3-10,1 4 7</inkml:trace>
  <inkml:trace contextRef="#ctx0" brushRef="#br0" timeOffset="64822.2156">18485 8089 37,'0'0'166,"0"0"7,0 0-62,0 0-37,0 0-27,0-4-18,7 4-11,-1 0-7,1 0 2,6 0 8,0 0 7,0 0 6,7 0 4,-1 0 1,1 4-5,6-4-9,0 6-6,-7 2-5,7 3-3,-6 0-3,-1 7 0,-5 1-2,-2-2 1,-12 10-5,0-1 1,-6-1 2,-7 4-2,-6 5-1,-1-5-1,-7 4 6,2-4 5,-1-4 4,6-3 9,-6 1 11,7-9 16,-1 2 10,7-6 2,0-3-4,7 1-8,-1-1-9,0-3-17,7-4-14,0 3-8,7-3-2,6-3-2,0 3 0,0 0 0,0 0 0,7 3 0,0-3-2,-2 7 2,2 1 0,0-1 0,-7 7 0,-1 1-1,-4 4 0,-8-1 1,0 5-2,0 2-3,-14 0 0,8 0-8,0 2-13,-8-2-24,8-2-40,-1-6-49,1-2-65,6-7-43,0-4-10,6-8 8</inkml:trace>
  <inkml:trace contextRef="#ctx0" brushRef="#br0" timeOffset="65065.2766">19137 8187 142,'-7'4'224,"1"4"12,-7-1-46,6 8-58,1 3-30,-1 0-22,1 4-17,6 0-11,0 0-16,6 0-12,7-3-7,1 2-6,5-6-2,0 0 0,14-4-1,-7-4-1,13 0 0,-7-3-8,1-4-25,-1 0-40,2-4-53,-1 0-85,-7 1-45,-7-4-17,1 0 10</inkml:trace>
  <inkml:trace contextRef="#ctx0" brushRef="#br0" timeOffset="65248.1727">19436 8070 161,'-6'8'240,"0"9"23,-8 10-41,8 13-59,-7 8-37,0 6-23,0 9-19,-1 6-19,2 0-21,6-3-17,-1 1-8,0-4-10,7-5-20,7-7-38,0-7-49,5-7-68,2-8-77,5-6-40,-6-9-6,6-11 25</inkml:trace>
  <inkml:trace contextRef="#ctx0" brushRef="#br0" timeOffset="66176.4869">20042 8052 190,'-6'-3'229,"-6"-5"10,4 4-68,2 0-40,0-2-22,-7-1-12,6-1-10,0 0-11,1 1-8,-7-4-4,6 7-2,-5-3-7,5 0-9,-13 3-4,8 4-5,-8 0-3,0 8-6,1-1-7,-7 4-3,6-1-3,-6 5-2,7 3-1,-1-2-3,0-1 0,7-1-2,0 1-1,7-5-4,6 1-3,0 0 0,6 0-2,7 1 2,7-6-1,-1 5 3,1 1 1,13 2 1,-7 1 0,6 0-1,7 3 0,-6 0 1,-1 4-1,1-3 0,-1 3 0,-6 0 2,1 0-3,-7 4-2,-8-5 2,-6 1 0,2 3-1,-8 2 0,-8-1 3,-10-1 1,4 0 0,-12 0-1,1 2 1,-8-5-1,0 0 0,0-4 1,1-7-1,-1 0 2,0-8 0,7-3-11,0-7-22,1-4-28,5-7-37,0-4-43,7-5-45,0-4-48,7-3-52,-1-5-12,1-2 13,6-3 30</inkml:trace>
  <inkml:trace contextRef="#ctx0" brushRef="#br0" timeOffset="66422.5131">19710 7682 3,'0'-8'235,"0"1"24,-6 4 12,6-1-77,-7 8-69,1 3-37,6 11-30,-7 4-17,7 12-8,-6 6-3,6 3-4,0 8-1,0 5-6,0 6-5,0 5-1,6 1-5,1 10-1,-7-2-22,6 5-26,-6-8-25,7 1-24,-7-12-20,0-3-21,0-12-14,0-7-47,0-6-12,0-5 0,-7-11 9</inkml:trace>
  <inkml:trace contextRef="#ctx0" brushRef="#br0" timeOffset="66688.8011">19847 7557 189,'7'-29'226,"-7"4"30,0 3-80,-7 2-44,1 11-25,-1 1-12,0 5-17,1 9-15,0 5-2,6 12 7,-6 3 7,-2 10 3,8 11 0,0 5-7,8 3-10,-8 6-13,6 9-13,6 4-7,-5 10-8,6 4-6,6 11-25,-5 7-55,6 8-77,-8-1-102,1-4-74,1-5-41,-8-5 0,-6-8 42</inkml:trace>
  <inkml:trace contextRef="#ctx0" brushRef="#br0" timeOffset="66925.4911">20206 9008 315,'6'-18'354,"-12"6"18,-1 5 9,0 0-162,-5 7-89,-2 4-57,2 4-34,-2 2-30,8 1-40,-7 7-52,7 1-64,-2-4-74,8 3-81,-6-3-31,6-5 8,0 1 34</inkml:trace>
  <inkml:trace contextRef="#ctx0" brushRef="#br0" timeOffset="70144.4641">18961 9126 73,'-19'-4'181,"-1"0"14,1 0-63,-1 1-40,0-1-16,-5 4-8,5 0-10,-6 0-2,6 4-1,-6-4-1,7 0-1,-8 3 0,7 1 0,2 0 1,4-4 2,-5 4-2,5-4-4,8 0-3,0 2-5,-8-2-11,14 0-10,-6 0-8,6 5-5,0-5-6,0 0-2,0 0 0,6 0 1,8 0-1,-2-5 2,2 5 2,-1 0-1,13 0 0,-6 5 2,12-5 2,1 0 6,6 3 3,7 1 7,-1 3 1,7 1 0,7-1 1,0 0-5,6 5-4,6-5-5,8 0 0,-2-7-1,-4 4-1,4-8-1,2 0 0,-2-3-1,-4-1-2,-2 1 2,0 0-1,-5 3-2,-1 1 1,-6-1-1,0 0 0,-1 4-6,-12 4-3,6 0-9,-7 3-16,-5 0-17,-1 0-16,-7 5-15,-6-1-21,7-4-21,-13 7-25,5-2-39,-11-1-56,5 3-19,-6-3 3,-7 0 19</inkml:trace>
  <inkml:trace contextRef="#ctx0" brushRef="#br0" timeOffset="91198.3386">18597 9276 98,'-8'-4'147,"2"4"-52,0-4-24,-1-3-6,1 3-2,6 1-6,-7-2 2,0-1-1,1 2-1,0 0 1,-1 1 0,0-1 1,1 0 0,6 0-1,-6 4-5,-1 0-5,0-2-5,7 2-4,-6 0-6,6 0-2,-7 0 2,7-5-3,-6 5 0,6 0-2,-6 0 0,6-3 4,0 3 4,-7-4 6,7 4 4,0-3 4,-7 3 1,7 0-9,0 0-8,0-4-12,0 4-7,0 0-6,0 0-5,0 0 1,0 0-4,0 0-1,7 0 0,-7 0 0,7 0-1,-1-4-1,7 4 3,-7 0 0,8 0-2,-2 0 1,2 0 0,5 0-1,1 0 1,0 4-1,-2-4 1,9 4 0,-1-4 0,0 3 1,7 1-2,-7-1 1,6 2 0,1-5-1,-1 2 1,1-2 0,-1 4 0,1 0 1,-1-4-1,1 4 0,-7-1-1,0 1 0,0 4-1,1-6-1,-1 6 3,-7-4 0,1 3 0,-8-3 2,8 3 1,-7-3-2,0 3-1,0-4 1,1 1 1,-2 1-1,2-5-1,-8 0 2,7 0-2,0 0 1,6 0-1,-5-5 0,-2 1 0,8 4 1,-1-3 0,1-1 1,6 4 0,-6-3-1,5 3 0,2 0-1,-1 0-2,0 0 1,0 0-1,0 3 0,1 1 0,-8-1 0,7 1 2,0 1 0,-6-2 1,-1 0 0,1 1-1,-8 0 1,8-4 1,-7 3-2,7-3 0,-8 5 0,2-5 1,-1 0 1,0 0-2,-7 0 1,7 0-1,1-5 0,-2 5 0,2 0-1,-2 0 2,2 0 0,-8 0 0,7 0 1,1 0-1,-2 0 1,-6 0-2,8-3 0,-8 3 0,7 0 0,-6 0 0,-7 0 3,7 0 1,-7-4 8,6 4 14,-6 0 6,0 0 6,-6 0 0,-1 0 0,0-4-11,-6 4-12,-7 0-6,2-3-6,-9 3 0,1 0-3,-6 3 1,-7-3 1,-1 4 0,-5 0 0,-8-1-1,-5 2-1,5 2 0,-12-4-3,0 4-2,0 1 2,0-1 1,-7 5 1,1-5 2,6 0 1,-7 4 0,6-4 0,1 0-2,0 0 2,0 2-1,0-6 0,13 0 2,-7-3-1,7 0-2,0-3 0,6 0 0,1-2 1,-1-2-1,7 0 0,0 0 0,7-1 0,-1 1 1,0 0 3,8 0 4,5-1 0,0 4 3,1 1 0,5-1-2,2 0-5,-2 4-4,8-4-1,0 4-3,-1 0-2,7 0 2,0 0 0,0 4 2,7-4 1,-1 8 1,0-5 1,8 5-1,-2-2 0,8 2 0,0-1 0,5 1 1,2-1-1,5-3 4,1 3-2,-1-4 1,8 1 1,5-4-3,1 5 3,6-10-4,6 5 0,1-4 0,0 1 0,6-4-2,1-4-1,5 3 3,-6-7 0,6 5 0,2-1-1,-2 1 2,0-2 2,2 4-3,-2 1 1,1 0-1,-7 4-1,0-2 0,0 1-1,-6 4-1,-7 0 3,7 0 1,-7 0 1,-6 0-2,-1 0 2,1 0 3,-7 0-3,-1 0 1,-11 0-2,5 0 1,-6 0 1,-6 0-3,-7 0 1,0-3 1,0 3 1,-7 0 1,2 0-1,-8 0 1,0 0-3,-8 0 0,-4 0-1,-2-4-1,-11 1 0,-1-1 0,-7-3 2,-7 3-1,-5-7 0,-1 3 0,-12-2 0,0-1 0,-8 1 0,-6-2-4,-6 1-1,0 0 1,-7 3 4,0 1-1,0 3 1,2 1 1,-2 3 3,0 0-2,7 3-2,0 1 1,-1 1-2,14 2 0,0-4 1,0 4 0,12 1-2,2-4-1,11-1 2,1 1 1,7-1 1,6-3-1,6 5 1,1-5-1,5 0 0,14 0 0,0-5 0,8 2 0,4-1-1,14 1 3,7-5 0,6-3-3,7 3 0,13 1 1,6 0 3,6 3-2,14 1 7,6-1 6,7 8 3,6-1 0,0 4-1,7 4-2,-1 4-5,2 4-2,-9-1-1,-4 3-22,-8 6-42,0-6-51,-13 1-55,1 0-67,-14-3-76,0 3-52,-13-7 4,-7-1 31,-12 1 45</inkml:trace>
  <inkml:trace contextRef="#ctx0" brushRef="#br0" timeOffset="94991.714">15892 7528 98,'7'-7'250,"-14"3"9,7-3 5,-7 0-110,7-1-68,-6 8-34,6-3-17,-6-1-6,6 4 0,0-4-2,-7 4 6,7 0 1,0 0 2,0 0-1,0 0-6,0 0-4,0 0-7,0 4 1,7-4 2,-7 0 16,6 4 10,7-4 5,-6 0 4,5 3 0,2-3-7,5 0-16,1 0-9,0 0-7,-1 0-5,1 0-4,6 0 0,-7-3-1,7 3 1,-6-4 5,6 4 3,0-4 3,-7 1 0,7 3 1,-6-3 2,6-2-4,-7 5-3,1 0-2,-1-3-1,1 3-1,-6 0-2,4 3-2,-4-3 1,5 5-1,-5-5 1,-2 3 3,8 0 8,-7 1 9,7 3 10,-8-3 10,8 0 4,0 0 4,-1 3 1,7-4-4,-6-3 1,6 4 4,-1-4 4,8 0 14,-7 0 10,7-4 7,-1 1-1,8-4-4,-1-5-6,7 5-16,-7-3-18,13-2-13,-7 4-11,8-3-5,-8 5-5,7-3-7,-6 2 0,6 4-4,-6-1 1,5 1 1,-5 3-4,7 0 0,-8 0 2,1 0 0,5 3-2,-5-3-4,0 0 6,0 4 0,-1-4-1,1 0 1,-1 0-2,1 0 4,-7 0-5,7-4 0,-1 4-1,1-3-5,-1-1 6,1-4 1,0 1 2,6 0 0,0-4 4,0 0 1,0 1-5,1-2-2,5-2 0,-6 3 0,0-1-3,1 1 0,-1 0 3,-1 4 0,-5-5-2,0 6-2,0 2 2,-1-3 1,1 3 0,-1 0-1,-5 0 1,-1 4 4,6-2 2,-5 2 1,-2 0-2,1 2 0,1 2-1,5 0 0,-6 0-3,1 3-1,5 1 0,-6-1 3,0 0-2,7 0 0,-7 1-1,0 2 3,0-3 2,0 2 2,1-6 13,-2 5 18,1-5 21,7 1 21,-1-4 24,-5 0 16,12 0-1,-6-4-10,-1 4-12,7-3-20,1-5-22,-2 5-13,8-2-11,-7 1-8,1 1-7,-8-1-1,7 2-9,1-3-10,-8 5 4,1-3 4,-1 3-4,1 0 3,-1 0 4,-5 0 2,-1 0-4,0 0-4,-1 0 0,2 0-1,-1 0 1,0-4-1,1 4 0,-2 0-1,1-4 1,0 0 0,1 4-1,-8-3 2,7-1-2,0 4-1,1-3-2,-8-2 4,7 5 0,-6-2 0,-1 2 1,7 0 4,-7-4-4,2 4-2,-2 0 3,1 0-3,-1 0-5,-5 4 7,5-4 3,1 0 2,-1 2-6,-6 3 3,7-5 6,-1 3-7,1-3-2,-1 4-3,1-1 3,-1 1-2,1 0-1,-1 0 2,-5-1-1,5 2-1,-6-3 3,7 2-2,-7-1 4,7-3 0,-1 4 7,-6-4 6,7 5-2,-1-5 2,7 0-3,-5 3-1,4-3-4,-5-3-5,6 3-2,1-5 0,-2 5 0,1-4 7,0 1-4,1 3-1,-1-4-6,-1 4-3,-5 0 1,-1 0-3,1 0 3,-1 0 3,2 4 5,-9-1 4,1 1-6,1 1 1,-1-2-3,0 1 1,0 0 0,0-1 0,0-3 1,0 4 3,0-4 1,0 2 1,0-2-3,1 0 0,-1 5-1,-1-5-2,8 0-1,-7 0-7,6 4 6,2-4 3,-2 0 1,1 0 0,-1 3-1,7-3 7,-6 0-4,-1 0-5,7 0 2,-6-3 1,0 3-3,-1-4-3,1-1 0,-1 3 5,1-2-3,-1 1 1,1-1 4,-1 0 5,-5 1 2,5-2-3,-6 1-1,1 4-4,-1-3 1,0 3-4,-1 0-5,1-4 7,1 4-3,-8 0 2,0 0-1,1 4 1,0-4 5,-1 3-4,1 1 1,6-4-1,-7 8 0,1-4 1,6 0-3,-6-1 3,5 3 1,2-1 2,-1-1-3,-6-4 1,6 3 0,0 2-3,-7-5 0,1 0 1,6 0 4,-7 0-4,1 0 1,-8-5-2,8 5 1,-7-3 1,1 3-2,-2 0 4,-5 0 2,0 0 0,-1-4 6,-6 4-3,6 0 0,-6 0 2,7 0-3,-7 0-1,0 0-4,0 0 3,7 0 3,-7 0-4,0 0 5,0 0 1,0 0-4,-7 0-2,7 0-5,-7 0-3,7 0 4,-6 0-3,0 0 0,-8 0-2,8-5 1,0 5 6,-8 0-7,8 0-1,-7 0-20,-1 0-43,-4 5-76,4-5-121,-5 7-126,-1 1-126,-6-1-122,7 8-50,-14-4 25,7-1 92,-6-6 115</inkml:trace>
  <inkml:trace contextRef="#ctx0" brushRef="#br0" timeOffset="99002.5456">16896 6568 21,'25'4'199,"-5"-4"-18,0 3-18,-1-3-123,-6 4-94,0 4-83,1 0-31,-8-1 3</inkml:trace>
  <inkml:trace contextRef="#ctx0" brushRef="#br0" timeOffset="108330.0662">18316 9400 7,'13'-7'177,"0"-1"6,0 1-26,-6 4-73,-1-2-39,0 3-19,-6-2 2,8 4 12,-8-4 21,6 0 21,-6 4 16,0-3 7,0-1-1,0 0-7,-6 0-18,6-3-14,0 4-12,-8-1-9,8-4-8,0 8-10,0-3-7,0-1-7,0 4-4,0-4-2,0 4-3,0 0-2,0 0 0,0 0-1,0-3 0,0 3-1,0 0 0,8 0 0,-2 0 0,-6-3 0,13 3-1,-7 0 1,7 0 2,0 0 4,7 0-1,0 0-1,5 0 1,8-5 0,0 5 1,12-4-2,1-3-1,6 0 2,0-4 1,7 0-3,6-3-1,-6-1 2,6 0 1,0 5-1,0-5 0,1 3 1,-1 1 0,0 8-2,-7-1-2,7 1 1,-12 3-2,-2 3 1,2-3-1,-7 4 1,-8 3 1,-5-2 1,-1-3 0,-5 3-1,-7-2 2,-2-3-1,-4 4 2,-8-4-1,1 3-1,-1-3 3,-6 0-3,-6 0 1,-1 0-2,1-3 0,-8 3 0,8 0-7,-14-4-10,8 4-13,-8 0-19,1 4-23,-1-4-19,0 0-15,7 0-9,-6 0-10,0 0 0,5 0 2,1 0-3,0-4 1,0 4-1,7-3-17,-8-4-12,8-2 3</inkml:trace>
  <inkml:trace contextRef="#ctx0" brushRef="#br0" timeOffset="118557.3063">16896 7441 165,'-7'-19'195,"-6"0"5,-7 2-95,7 2-45,0 4-26,7 0-13,-7 2-7,7 3-5,6 3-2,-8-1-3,8 4-1,8 0-2,-2 4-2,7-1 0,0 3 0,12 3 0,9 2-1,5 0 2,6 0 0,7 0 0,1-1 0,12 2-2,6-2 4,8-3 1,5-3 0,8 1 0,-1-5 1,6 0 1,1-5-5,-1-6 4,2 4-1,-1-8 0,-1 1 2,1-4-1,-1-1 0,2 5-4,-8-4-2,0 2-1,0 2 0,-7 6 2,-5 1 1,-1 7 0,0 0 0,-6 4-1,-7 3 0,0 1-3,0 2-1,-6 1 1,-6 1 0,-2-1 0,-5 0 2,-1-3-1,-5 2 0,-8-3 3,1-3 0,-1 4 1,-5-8-1,-1 0 3,-7 0-2,1 0-3,6-4 2,-7 0 0,1 0 0,0 1-1,6-1 0,-7 0 2,7 1 0,0 3-1,-6-3 2,5 3-1,8 0-1,0 3 0,-8-3 0,8 3-1,7 1 0,-8 0 0,7-1 1,0 1 1,-7 0 0,8-4-1,-1 4-1,-6-4 1,5 3 0,-4 1 0,-2-1-1,1 1 0,6 3 1,-7 1-1,1-5-1,5 1 0,-5 3 2,7-4 2,-1-3 1,7 4 0,-7-4-1,6 0 0,1 0 1,-1-4-3,7 1 0,-6 3 0,6-4 1,-6 4 0,5 0-1,-5 4 0,7-1-1,-8 1 1,1 4 0,5 0 0,-4-2 2,-2 6 0,1-4 1,-1 2 1,1 1-1,-7 0-3,7 0 0,-1 0 0,1-4 0,-1 0-1,1 0 0,6 1 2,-6-4-2,6-1 1,-7-3 1,8 0-1,-8 0 1,7 0 2,1-3 1,-8-1-1,7 0 0,1 0 0,-8 4-1,1 0-2,5-3 2,-5 3-1,1 0-1,-2 0 1,7 3 1,-7-3-1,-6 0-3,7 0 0,-1 0 2,1-3-3,-1-1 1,8 1 0,-7-4 2,-1-1-1,1-3 1,-1 4-1,8 0-1,-8 3-3,1-3-7,-1 7-7,7-4-7,-6 4-5,0 4-4,6-1-4,-7 1-1,1 4-1,-7-1-3,0 3-10,1-2-19,-2 3-43,1-1-17,-6 2-7</inkml:trace>
  <inkml:trace contextRef="#ctx0" brushRef="#br0" timeOffset="118741.6539">24812 7715 1,'0'7'183,"0"0"1,0 1-22,0-5-114,0 2-69,-6-1-74,6-1-48,0-3-19</inkml:trace>
  <inkml:trace contextRef="#ctx0" brushRef="#br0" timeOffset="143458.8078">19410 9302 56,'0'0'224,"-12"-9"10,5-1 11,-6-1-107,0-4-50,-7 5-16,1-5-6,6 3 1,-14 2-4,9-1-4,-2 0 4,0-1-6,-5 1-3,5 4-4,0 0-4,1 3 3,5-3-8,2 3-9,-2 1-7,1-2-4,7 5-7,-1-2-7,7 2-6,0 0-2,7 0-1,6 0-3,7 0 3,-1 2 2,13-2 2,8 0 3,5 5-1,7-5 2,7 3 0,6 1-1,6 0-3,8 3-9,6 0-26,0 0-32,6 4-36,7 1-47,5 3-54,2 0-74,5-1-13,-5 3 8,-1-2 24</inkml:trace>
  <inkml:trace contextRef="#ctx0" brushRef="#br0" timeOffset="209252.8806">4111 10503 110,'0'-4'203,"0"0"11,0 4-71,7 0-43,-7 0-26,6 4-23,1 4-16,5-5-10,2 5-7,6-4-4,-1 3-2,0 0-5,14 0-3,-7-3-2,7 3-13,-1 0-45,1 4-89,-1 0-46,-6 0-23,-6 1-13</inkml:trace>
  <inkml:trace contextRef="#ctx0" brushRef="#br0" timeOffset="209456.7216">4143 10851 180,'-19'11'248,"6"0"16,-6 3-44,-1 1-84,7 0-46,0 7-31,0-1-20,7 2-16,-2 2-10,8 2-7,0-6-6,8-4-18,-2 3-42,0-6-66,7-6-76,7-5-39,-7-3-18,0-11 4</inkml:trace>
  <inkml:trace contextRef="#ctx0" brushRef="#br0" timeOffset="209803.3019">4665 10760 123,'0'0'275,"-7"4"23,1 2 25,-7 2-108,-1 3-61,2 3-44,-8 5-30,1 2-20,-1-2-26,0 4-15,8-6-9,-8 2-3,7-5-4,0 1-4,6-8-4,1 0-5,6-3-5,0-8-9,6 0-9,1-2-6,6-5-1,-7-1 1,8 2 4,-1-1 8,-1 0 8,2 3 6,5 2 6,-6 1 3,0 5 0,7 0 1,-8 5 1,2-3 2,5 5 0,-5 1 0,5 0 0,0-1 0,-5 0 1,11 4-1,-5-3 0,0 3 1,-1-8-1,7 4-13,-6-7-26,6 0-40,0-4-42,0 1-45,-6-8-65,6-4-20,0-2 7,0-3 29</inkml:trace>
  <inkml:trace contextRef="#ctx0" brushRef="#br0" timeOffset="209963.1144">5284 10536 63,'0'-14'268,"-6"2"40,-1 5 33,-6 3-75,6 8-52,-13 7-49,8 4-30,-2 3-33,-5 11-27,6 1-24,-6 7-17,5-1-12,2 3-15,5-1-30,0-5-69,1 0-84,6-7-111,0-9-59,0-2-29,0-8 8,0-7 54</inkml:trace>
  <inkml:trace contextRef="#ctx0" brushRef="#br0" timeOffset="210130.8215">5056 10580 257,'-7'-8'386,"-6"4"46,0 1 41,0 3-111,7 0-81,-8 0-71,14 3-64,0 1-46,0 4-39,14-1-29,-1 3-14,13 2-13,0-1-36,6 0-87,7 3-105,1-2-122,5 3-89,-6-5-44,1 5 5,-8-4 72</inkml:trace>
  <inkml:trace contextRef="#ctx0" brushRef="#br0" timeOffset="210694.5762">6958 10643 7,'-12'-4'221,"-2"4"18,2 0 15,-1 4-86,-1-2-42,2 3-30,-8 2-21,7 0-5,0 4-3,-6 0-4,5 4-1,2 2 3,-2 6 5,8 3-1,-1 0-10,1 3-5,6 0-6,0 5-13,13-2-12,-7-3-10,14 0-5,0 1-11,5-8-29,1 0-47,7-11-54,6 0-55,-6-11-67,6-4-55,0-11-8,0-2 29,0-6 42</inkml:trace>
  <inkml:trace contextRef="#ctx0" brushRef="#br0" timeOffset="210985.6221">7467 10814 194,'-6'11'263,"-1"0"25,0 4-31,1-1-60,6 6-42,-7-6-32,7-3-18,7 3-20,-1-3-19,1-3-19,6-5-13,-1 1-6,8-8-2,0-3-6,6-8-5,-7 1-3,1-9-3,-1 1-4,1 0-2,-14 1-2,2-1 2,-2 0-1,-12 8 1,-8-1 0,-6 3-3,-5 8 0,-1 4-3,-7 8 1,1 3 1,-1 4 0,7 3 2,-6 0 1,12 1 0,0-2-4,7-2-13,0 0-35,13 1-52,7-10-54,5 2-63,2-8-80,11 0-32,1-8 11,7-3 39</inkml:trace>
  <inkml:trace contextRef="#ctx0" brushRef="#br0" timeOffset="211172.2149">8079 10430 353,'0'-4'431,"0"4"53,0-4 28,-6 4-134,6 0-119,-6 0-87,6 4-64,6-4-48,0 4-28,0-1-14,8 1-17,5-1-51,1 1-77,6 3-96,0 1-113,-7-1-95,7 3-46,1 7 20,-7-7 59</inkml:trace>
  <inkml:trace contextRef="#ctx0" brushRef="#br0" timeOffset="211368.3434">8190 10653 350,'-20'4'413,"8"-4"45,-2 3 36,-5 5-148,6-1-90,0 7-79,7 1-57,-8 11-41,2 4-33,-2 6-20,1 1-14,7 3-14,-1-3-38,7-4-83,0-4-85,7-4-85,-1-10-96,7-8-65,7-11 3,0-3 58,5-11 74</inkml:trace>
  <inkml:trace contextRef="#ctx0" brushRef="#br0" timeOffset="211659.7445">8561 10718 214,'0'0'331,"0"5"27,0-5 21,-6 4-113,0 2-81,-8 2-59,2 7-34,-8-1-18,7 1-17,-7 3-11,0 1-11,8-5-5,-1 1-2,0-8-9,6 0-5,7-7-6,0-3 0,0-5-1,7-7-4,-1 1-1,7-1-2,0 1 4,-7-1 1,8 4 5,-1 1 6,6 6 5,-6 0 6,1 4 2,5 4 4,-6 7-3,6 0-4,-5 4-6,6 2-6,-2 2-11,2 3-37,-1 0-59,7 4-73,-6-1-80,-7 1-95,7-1-67,0 1-5,-1 0 36,1-4 61</inkml:trace>
  <inkml:trace contextRef="#ctx0" brushRef="#br0" timeOffset="214320.5431">9735 10393 14,'0'-4'239,"-8"-3"34,2-1 34,0 6-62,0-3-38,-1-2-22,0 7-17,1-5-19,-1 3-11,-5 2-8,4 0-21,-4 2-18,5 3-6,-6 2-8,0 8-15,7 4-5,-8 2 5,8 13 14,0 5 2,-1 9-4,7 3-4,0 0-12,0 8-14,7-3-19,5-2-20,2-3-52,5-6-100,7-9-104,7-7-106,-1-7-106,8-7-49,-1-12 20,6-3 81,-5-3 92</inkml:trace>
  <inkml:trace contextRef="#ctx0" brushRef="#br0" timeOffset="217821.6875">10718 10297 106,'-6'0'262,"6"0"20,-6 4 12,6-4-119,-8 0-64,8 0-39,0 4-30,0 0-21,0-1-12,8 1-4,4-1 1,-5 2-2,6 1-1,6 2 0,1-4-10,6 3-43,0-1-66,1 6-89,-2-1-48,-5 0-25,0 3-4</inkml:trace>
  <inkml:trace contextRef="#ctx0" brushRef="#br0" timeOffset="218016.7523">10751 10664 220,'-19'11'312,"-7"-4"24,-1 4 20,1 0-141,6-3-77,1 3-42,6-1-33,0 1-28,0 5-15,6-6-11,1 5-8,6 0-31,6-5-48,1 5-52,6-7-62,6-2-85,-5-2-44,12-8 6,-7 1 33</inkml:trace>
  <inkml:trace contextRef="#ctx0" brushRef="#br0" timeOffset="218354.7884">11038 10686 125,'0'7'275,"0"1"23,0-1 17,-7 0-104,0 8-54,1-4-37,0 0-5,-8 4-9,8-4-2,-7 0-9,6 0-14,1-4-12,-1 0-19,7-3-15,-6 0-14,6-1-7,0-6-5,6-1-4,-6-4-5,13 1-3,-6-7-4,6 3-5,-7-3-4,8 2-1,-2 1 0,2 3 0,-1 5 2,-1 0 3,8 3 3,-6 3 3,-2 8 4,8 0 2,-1 4 2,1 3 1,-7 0 1,7 4 0,-1-4-3,0 4 0,8-2-1,-8-6 2,8-3-1,-2 0-1,1-8-11,0 1-30,7-8-41,-1-6-42,1-5-41,-1-4-39,-6-7-27,7 1-7,-7-4-12,0-4-2,1-4 19,-7-4 30</inkml:trace>
  <inkml:trace contextRef="#ctx0" brushRef="#br0" timeOffset="218504.7241">11768 10481 201,'6'-25'286,"0"6"41,-6 4-42,0 8-37,-6 7-32,6 7-37,-6 8-28,-2 7-20,-4 12-9,6 5-11,-8 9-11,1 7-18,1 3-22,4 1-18,-4 3-14,6-7-17,-2 0-33,8-11-69,0-7-87,8-7-102,-2-9-105,0-10-53,-6-7-6,6-8 51,-6-11 77</inkml:trace>
  <inkml:trace contextRef="#ctx0" brushRef="#br0" timeOffset="218681.7271">11553 10594 96,'-8'-14'446,"-4"2"73,6 2 43,-2 3 27,2 3-180,0 0-130,6 0-108,-7 1-66,14 3-39,-1 3-24,8 1-13,12 4 2,-1 2-2,15 5-9,5 3-57,7 0-145,13 9-174,0-2-142,0 0-70,-6-2-34,0-2 33,-7-2 132</inkml:trace>
  <inkml:trace contextRef="#ctx0" brushRef="#br0" timeOffset="218888.788">12686 10997 157,'0'-7'276,"0"0"6,-6 3-7,6 4-157,0-4-118,0 8-94,0 0-99,0 3-45,0 4-13,0 0 13</inkml:trace>
  <inkml:trace contextRef="#ctx0" brushRef="#br0" timeOffset="223423.0027">13540 10386 27,'0'-8'235,"-7"2"19,1 1 12,-1 5-79,-6 5-70,7 1-35,-8 2-22,2 3-10,-2 0-5,1 3-10,-6 1-2,6 4-5,0 1-3,0 3-7,0 0-9,0 2-2,0 0-2,-1 0 0,2-2-2,5 0-1,-6-2 1,7-6-1,-1-1 0,1-3-1,6-3 0,-7-5 0,7 0 1,-7-6-2,7-4 2,7-4-2,-7-4 0,7-7-2,-1 1 0,1-1 1,-1-4 1,7 3 1,0 2 1,1-2 1,-2 9-1,1-1-1,7 5 0,-7-1 1,6 7 3,1 0 3,-1 4 8,1 4 6,6 2 8,-6 6 12,5-1 8,-5 0 2,6 8-3,-6-5-3,6 1-6,0 3-14,0-3-9,-6 0-8,6 3-4,0-3-9,7-4-34,-8-1-61,1-2-70,0-1-102,1-3-57,-1-4-27,0 0 17,-7-7 51</inkml:trace>
  <inkml:trace contextRef="#ctx0" brushRef="#br0" timeOffset="229439.1326">14484 10727 41,'0'-15'218,"7"0"18,-7 4 3,0 4-91,0 0-44,0-1-25,0 4-15,0 1-12,0 3-8,0 3-3,0 1-6,-7 7-6,1 0-7,-8 11-3,2 3-6,-8 9-9,1 6-6,-1 4-30,-6 4-60,0-1-100,1 1-55,-2-7-24,1-9-12,0-3 21</inkml:trace>
  <inkml:trace contextRef="#ctx0" brushRef="#br0" timeOffset="234126.3873">15566 10192 38,'0'0'233,"0"-4"21,0 0 11,0 4-101,0 0-52,0 0-38,0 0-24,0 0-17,7 0-10,-1 4-4,0-4-5,8 4-1,6-1-4,-8-3-5,15 3-3,-8 5-2,7-4-7,0 3-41,6 0-75,-12 4-78,7 0-41,-9 0-23,-4 0-2</inkml:trace>
  <inkml:trace contextRef="#ctx0" brushRef="#br0" timeOffset="234316.8303">15690 10470 158,'-13'11'241,"-6"3"12,-1 1-35,1 7-94,-1 0-52,0 7-28,1 5-19,-1 2-12,0 0-5,8-2-4,-2 3-7,8-8-12,-1-4-28,7-6-45,7-9-80,-1-2-45,8-11-22,-2-6-2</inkml:trace>
  <inkml:trace contextRef="#ctx0" brushRef="#br0" timeOffset="234623.7822">15853 10561 176,'6'-7'216,"1"7"8,0 0-81,-7 4-48,-7-1-33,0 4-19,1 5-9,-7-1-9,-1 4-5,2-1-4,-8 1-2,7-5-3,0 5-3,0-3 3,1-5 8,4 0 8,2 0 4,0-7 0,6 0 2,0 0-5,6-4-8,-6-3-10,14 0-4,-8 0-1,6 3-4,2-3 0,5 3 1,1 1 1,0 3 1,-1 0 0,7 3 0,0 4 0,0-3-2,0 7-1,1-4-1,-2 4 0,7-3 0,2 3-1,-9-5-2,8 3-2,0-6-17,0 0-28,-1-6-39,-6 3-51,0-12-71,0 2-35,-6-5-5,0-6 18</inkml:trace>
  <inkml:trace contextRef="#ctx0" brushRef="#br0" timeOffset="234792.7288">16472 10265 230,'0'-22'258,"-7"7"12,1 4-73,-1 8-49,1 10-41,-8 7-28,2 8-17,-8 3-9,7 9-12,0 5-8,-6 3-6,5 1-10,2 2-6,-2 2-4,1-3-7,7-3-4,6-5-13,-6-3-34,6-7-56,0-8-79,0-4-65,6-6-32,-6-8-10,0-3 25</inkml:trace>
  <inkml:trace contextRef="#ctx0" brushRef="#br0" timeOffset="234957.6528">16205 10430 125,'0'-15'285,"-6"3"20,-2 6 11,8-2-115,0 5-68,0 3-52,14 3-37,-1 5-20,6-2-8,8 6-7,-1-1-5,13 3-2,-1 2-4,1-2-24,7 4-69,7 1-109,-2-2-59,2 2-32,-1-1-14,7-3 16</inkml:trace>
  <inkml:trace contextRef="#ctx0" brushRef="#br0" timeOffset="235186.7081">17593 10326 256,'-7'-2'364,"1"4"42,-7 2 39,-1 4-110,-5 3-53,0 4-64,-1 3-39,-7 3-37,9 6-32,-9 2-33,1 0-27,0 1-17,0-1-13,7 0-9,-7-3-17,12-4-44,1-3-79,1-9-100,-2 1-114,8-11-99,0 0-44,-1-7 8,0-7 62,1-5 90</inkml:trace>
  <inkml:trace contextRef="#ctx0" brushRef="#br0" timeOffset="235372.5993">17215 10389 38,'0'-15'275,"6"5"25,-6 1 19,7 7-61,-7 2-48,7 0-25,5 7-13,-6 5 4,14-2 21,-7 5 4,7 6-10,0 5-24,6 4-26,-1 3-24,1 7-36,1 4-34,-1-4-21,-6 1-22,-1-5-15,1-3-31,-1-7-68,-6 0-83,-7-9-99,-6-5-118,0-5-74,-6-3-18,0-8 43,-14-7 74</inkml:trace>
  <inkml:trace contextRef="#ctx0" brushRef="#br0" timeOffset="235563.9783">17071 10499 147,'-13'-6'304,"-6"-2"26,6 4 14,7-1-115,-2 3-51,8 2-32,0-4-12,14 0 10,-1 0 19,13 1 3,6-5-9,8 1-27,5 0-30,8 0-37,-2-5-39,8 5-40,7 4-89,-9-2-109,2 5-134,7 5-89,-14 2-40,6 4 0,-12 0 65</inkml:trace>
  <inkml:trace contextRef="#ctx0" brushRef="#br0" timeOffset="236664.7453">18870 10294 51,'-13'-7'239,"-14"0"26,1 3 22,1 4-91,-8 4-45,0-2-27,8 10-19,-8-1-15,0 3-4,0 5-6,8 3-3,-1 0-9,6 4-4,0-1-4,7 4-14,7-3-10,0 0-9,6-4-3,6 0-6,0 0-5,7-8-6,7-2 0,0-1 0,-1-8 0,7-6-2,6-5-1,1-7 0,-7 1-3,7-8 0,-1-4-2,-6 1-1,-6-1 0,-1 4 0,1-4-1,-14 4-2,2 4 3,-2-1 2,-6 5 2,-6 3 10,6 0 9,-8 3 9,2 8 9,0 0 13,-1 8 9,0 3 2,1 4 0,6 3-3,0 3-4,0 6-10,13 2-10,0-3-8,7 3-5,6-4-6,7 1-12,-1-4-36,13-3-91,1-1-114,6-7-142,0-3-73,1-8-33,-1 0 13,-1-8 76</inkml:trace>
  <inkml:trace contextRef="#ctx0" brushRef="#br0" timeOffset="237976.093">19951 10040 79,'0'-2'187,"-6"-2"14,0 1-54,-1 3-25,7-5-17,-7 5-4,1-3 1,6 3 1,-7-4-8,7 4-7,-6-4-10,6 4-10,-6-4-15,6 4-12,0 0-15,0 0-8,0 0-8,0-2-3,0 2 0,0 0-4,0 0 1,0 0 0,0 0 2,0 0 5,0 0 9,0 0 18,0 0 16,0 0 16,0 0 12,0 0 2,0 0-5,0 0-15,0 0-14,0 0-17,6 0-9,0-5-6,1 5-3,-1 0 5,8 0 8,-2 5 8,8 1 7,0 5 2,-1 3-2,1 6-4,6 2-7,-7 7-8,7 0-10,0 0-5,-6 5-2,-7-2-1,0-2-3,-6 2 0,-1-3-2,-12 5 1,-1 3-4,-6-4-2,-13 3 3,-1 5-6,2-1-18,-15 0-40,8 4-61,-7-3-82,7-5-85,-1-3-98,1-4-37,5-6 13,1-9 47,6-3 70</inkml:trace>
  <inkml:trace contextRef="#ctx0" brushRef="#br0" timeOffset="238159.7507">20518 10547 180,'27'-4'501,"-8"-3"59,-12 3 33,-1 4 18,-6 0-218,-6 0-160,6 4-125,-7 3-110,0-3-127,7 0-126,-6 3-133,6 0-111,-6-4-45,6 1 22,0-4 75,0 0 101</inkml:trace>
  <inkml:trace contextRef="#ctx0" brushRef="#br0" timeOffset="241289.5015">13396 2476 168,'-19'0'237,"-1"-4"23,-6 1-49,7-4-44,-7 3-22,6-3-12,0-1-14,1 4-12,-1-2-23,0 1-5,2 3-5,4-3-5,-5 5-8,-1 0-5,0 5-6,1 2-10,-1 3-7,0 9-6,2 0-11,-2 1-4,7 6-4,-1 3-3,2-2-2,12 2 1,-6 0-1,6-3-1,6-4-1,0-1-1,8-2 2,-2-5-2,8-2-2,-1-5 2,7-7 0,1-4 1,-1-4-5,6-5-3,1-3-5,-1-5-7,-5-2-1,-1 2 0,0 2 1,-7 1 3,-6 4 3,0 2 5,-7 4 1,8 6 2,-14 4 4,6 6 1,-6 7 4,7 7-1,-1 0 2,1 7-1,-1 0 0,1 4 2,13-3-4,-1 3 3,7-8-5,0 1-20,6-4-50,7-7-62,1-4-79,5-7-96,-5-4-49,-1-4-8,0-7 33</inkml:trace>
  <inkml:trace contextRef="#ctx0" brushRef="#br0" timeOffset="241484.3906">14016 2301 122,'-8'0'266,"8"0"17,-6 4 9,6-4-114,0 2-66,0 3-39,6-3-25,14 6-15,0 0-9,-1-1-13,7 0-14,7 0-48,-7 5-76,7-5-90,-7 0-45,0 1-23,-6-4-4</inkml:trace>
  <inkml:trace contextRef="#ctx0" brushRef="#br0" timeOffset="241690.8251">14008 2377 55,'-25'15'237,"5"3"27,0 7 28,1 2-81,0 9-34,6 1-14,-1 7 6,8-1 6,6 5-6,0 0-8,6 3-19,8 1-21,-1-5-29,13 1-28,0-1-25,6-10-28,7-7-65,7-5-96,0-11-120,6-6-111,0-8-54,0-4-23,6-7 42,-5-3 80</inkml:trace>
  <inkml:trace contextRef="#ctx0" brushRef="#br0" timeOffset="247708.8411">14856 2143 109,'-7'-11'199,"7"0"21,-6-1-60,0 2-23,-1-1-5,0 3-3,1-2 3,-7 5-7,6-1-12,-6 2-9,1 4-12,-2 0-10,1 0-17,0 8-11,0-1-13,-7 7-10,8 4-10,-8 4-7,1 9-5,5-2-1,-6 7 4,2 0 2,4 1-1,1 4-2,1-5 1,4 0 1,2-3-3,6 0-3,6 1 0,-6-5-2,14 0-1,-1 0-3,7-6 2,6-2 1,0-2 3,-1-5-1,8-3-1,0 0 0,0-3 0,-8-2-2,8-2 2,-7 0 1,0 0-3,0 3-1,-12-3-2,-2 4-1,1-2-2,-13 9-2,-7 0 4,1 7 1,-14 4 4,1-1-2,-7 8 3,-6-3 0,-1-1 0,1 0-1,-1-4-3,7-2-5,-7-5-27,7-3-62,6-8-90,0-3-115,14-11-62,-6-5-29,12-9 6,-7-6 55</inkml:trace>
  <inkml:trace contextRef="#ctx0" brushRef="#br0" timeOffset="247891.673">14687 2403 252,'0'-14'345,"-7"-1"33,0 1 34,1 2-116,0 1-102,6 0-55,0 4-34,12 0-32,-5 0-32,12 3-18,1 0-13,6 0-7,7 4-27,-1 0-53,1 4-69,6 0-85,1 2-103,-2-1-54,1 2-4,0 0 36,-13-3 58</inkml:trace>
  <inkml:trace contextRef="#ctx0" brushRef="#br0" timeOffset="248242.7736">15267 2249 44,'0'0'245,"0"0"15,0-4 9,6 4-82,-6 0-69,13 0-36,-6 0-22,12 0-4,1 4 2,-1-4-7,0 0-2,8 4-3,-1-1-6,6 5-8,1-1-10,-7 7-6,0 2-7,7-3-5,-7 10 0,-6 3 0,5 0-1,-5-1 0,0 8 6,-14 1 7,7 2 12,-6 1 25,-7-1 33,-7 1 38,0 3 41,1-1 37,-7 3 32,0-2 11,0-1-3,-7 2-15,1-4-27,6-4-25,-13 0-39,6-8-25,-5 0-22,-2-2-22,1-8-21,-6-5-15,5-2-8,-5-8-21,-1-4-52,7-2-79,-6-9-111,6-4-114,-1-2-107,7-2-84,2-3-57,-2 4 23,7-3 81,6 3 99,0-1 97</inkml:trace>
  <inkml:trace contextRef="#ctx0" brushRef="#br0" timeOffset="248442.7645">16016 2546 120,'33'3'273,"-7"2"15,-7-3 13,1 2-99,-1 0-80,1 0-45,-1-1-24,8-3-12,-8 5-13,7-5-23,0 3-45,6 1-65,-5-2-104,5 3-57,-12-2-29,-1 1-6,1 0 30</inkml:trace>
  <inkml:trace contextRef="#ctx0" brushRef="#br0" timeOffset="248604.7623">16270 2740 31,'-26'10'371,"0"2"57,-1-1 38,8-4 37,-7 1-153,13-1-84,-6 0-79,12-3-51,0 0-35,7-4-33,7 0-29,12 0-28,1 0-74,6-4-94,13 0-112,0 0-144,7 1-75,-1-1-30,1-3 46,-1 0 77</inkml:trace>
  <inkml:trace contextRef="#ctx0" brushRef="#br0" timeOffset="249076.7744">17365 2070 91,'-13'-11'407,"-1"7"58,-5-3 53,-7 7 62,0 0-135,-6 3-81,-1 1-65,1 4-46,-1-1-43,0 3-69,0 5-51,8 3-38,-1 1-21,-1-1-10,8 1-11,0 3-8,5-4 0,8 0 5,-1-3 0,7-1-5,7 6-2,-1-7 8,14 3-3,-7-2-5,6 1-3,8-1 2,-1 1 2,-1 2 2,1 2-4,-6 3-4,6 4 5,-7-4 1,-5 0-1,-2 4-2,-5-4 2,0-1 1,-7 2 2,-7-5-3,-6 0-5,1 0-1,-2-3-2,-5-4-4,-7-4-2,6 0 0,0-3 5,-5-4 0,5 0 2,0-4 5,7 1 6,-6-1-3,12 1 0,-5 3 0,4-4-1,2 4-3,0 0 4,6 4-3,0 3 0,6 4 2,0 4 0,2 3 0,4 4-7,1 4 5,0-1-4,0 5 4,1 3 2,-8-4 1,0 4-7,1 3-48,-7 1-91,-7-1-123,1 1-134,0-1-151,-8 1-72,1-3 4,0-9 71,0-6 107</inkml:trace>
  <inkml:trace contextRef="#ctx0" brushRef="#br0" timeOffset="250016.7357">18062 2472 154,'-13'-8'238,"0"6"43,6-2-46,-5 1-30,4-1-15,2 0-17,0 4-33,0 0-41,6 0-33,0 4-20,0 0-11,0-1-5,0 8-2,0 4 0,6 2-3,0 9-5,-6 3-4,6 8-9,-6 4-8,8 2-44,-8 5-70,0 7-102,0-4-91,0 1-46,0-4-20,0-4 25</inkml:trace>
  <inkml:trace contextRef="#ctx0" brushRef="#br0" timeOffset="250225.0158">18557 2769 284,'7'-3'364,"-7"-1"37,0 4 25,-7 4-136,-6 7-86,0 3-66,0 1-40,0 6-35,0 6-23,-6-2-22,5 5-40,8-5-86,0 1-113,6-4-116,0-4-60,6-6-29,0-9 15,1-6 70</inkml:trace>
  <inkml:trace contextRef="#ctx0" brushRef="#br0" timeOffset="250516.5467">19254 2223 9,'-6'0'284,"-1"4"39,1 3 32,-8 1-24,2 3-95,-8 4-61,7 2-47,6 5-33,-6 1-29,7 7-28,0-1-14,-1 0-12,7 4-2,7 0-5,-1 0-3,0-1-2,14-2 3,-7-1 1,7-3-3,-8-4 0,8-1 0,-7-2-1,1-1-2,-8-3-4,0-1-9,-6 5-23,-6-4-30,-8-1-25,2 5-28,-15-4-24,1-1-21,0 1-5,1-7-3,-8-2-18,0-6-36,8-4-7,-8-3 13,0-8 19</inkml:trace>
  <inkml:trace contextRef="#ctx0" brushRef="#br0" timeOffset="250679.8566">18968 2418 119,'19'-29'232,"1"0"40,-1 3-25,0-1-16,1 5 2,6 1-8,1-1-19,-8 7-26,7 1-38,0 2-34,0 5-37,0-1-24,1 8-14,5 5-15,-6-2-49,7 8-72,-7 4-84,7-1-106,-1 5-86,-6 4-41,-1-6 16,2 4 57</inkml:trace>
  <inkml:trace contextRef="#ctx0" brushRef="#br0" timeOffset="250894.0251">19866 2670 130,'-12'15'307,"-8"0"31,7 3 28,-7-3-82,-6 7-54,7 0-41,-7 3-24,0 4-22,0 4-24,7-3-21,-8-1-37,8 0-24,6-4-21,-1-2-49,8-4-79,6-1-92,0-7-123,0 0-77,6-8-38,1-6 18,0-8 63</inkml:trace>
  <inkml:trace contextRef="#ctx0" brushRef="#br0" timeOffset="251125.8973">20322 2268 48,'8'8'374,"-8"-2"53,0 9 64,-8 2 79,-4 10-121,-1-2-69,-7 8-38,0 3-27,8 1-53,-8 1-73,7 1-60,7 5-48,-1-3-48,14-5-84,-7 0-116,13-5-121,-1-6-123,8-7-148,0-7-85,6-11 11,-1-3 77,2-8 103</inkml:trace>
  <inkml:trace contextRef="#ctx0" brushRef="#br0" timeOffset="251382.9677">20610 2576 210,'-7'14'348,"1"1"60,-8-1 59,2 1-92,5-1-62,0 1-55,7-1-45,0-2-45,0-5-39,7 1-25,6-6-17,7-2-14,-1-2-2,7-10-14,-6-6-22,5 0-22,-5-4-25,0-4-13,-7-3-11,-7 4-5,1-2-1,-14 6 9,1 2 15,-7 4 8,-1 5 5,-4 6 4,-9 8-3,1 3-3,0 8 1,0 7 1,0-1-19,0 6-42,6 2-63,1 0-64,6 0-71,-1-3-68,14 3-62,0-4-37,8-3 21,4-3 44,2-1 59</inkml:trace>
  <inkml:trace contextRef="#ctx0" brushRef="#br0" timeOffset="251552.0599">21066 2857 331,'12'7'490,"-4"0"93,-2 1 84,-6 0-67,0 3-97,-6 0-120,-2 3-89,-4 1-87,5 3-97,-6 3-91,0-2-115,0 4-137,0-5-136,7 0-137,-8-4-121,8 1-37,0-7 46,-1-8 99,1-4 117</inkml:trace>
  <inkml:trace contextRef="#ctx0" brushRef="#br0" timeOffset="251862.6801">21476 2293 307,'26'-11'386,"-6"5"45,0 1 68,5 2-85,-5 3-74,0 0-51,-8 3-29,8 2-31,-7 1-58,0 1-53,-6 5-42,-1 1-21,-12 3-18,6 5-12,-14 2-15,2-1-3,-8 0-4,7-1 3,-7 2-1,1-4-5,-1 1 7,0-1 0,8 0-3,-1-2-7,0 3-2,6-6 4,1 1 0,-1-1-3,7 1 4,7-4 2,-1 0 4,7 0 0,1-4 0,-2-4-9,8 1-57,6-8-81,0-3-96,7 0-93,-1-8-90,7-3-74,-6-7-35,6-4 37,0-5 69,-6-2 77</inkml:trace>
  <inkml:trace contextRef="#ctx0" brushRef="#br0" timeOffset="252077.7766">22115 2172 122,'7'-8'310,"-7"1"28,-7 5 26,0 4-59,1 2-81,-1 7-25,-6 3 25,6 1 47,-5 7 41,6 0 43,-2 4 31,2 0-5,6 7-41,0 0-61,0 0-57,6-1-67,2 4-56,-2 1-39,6 1-25,-5-9-14,0 0-9,-1 1-4,1-9-2,-1 1-14,-12-3-25,6-2-63,-13-2-121,-1 1-155,2-5-142,-8-1-116,-6 1-100,0-7-8,0-4 85,0-7 134,-6-9 130</inkml:trace>
  <inkml:trace contextRef="#ctx0" brushRef="#br0" timeOffset="252240.6877">21919 2230 122,'20'-21'266,"6"3"29,-7 3 39,1 3-87,6 3-38,-7-3-17,7 7-8,1-1-17,-1 2-35,0 4-34,7 0-32,-1 4-28,1 2-55,-1-1-83,7 7-100,-7-3-128,2 3-68,-2-2-33,1 5 17,-14-3 63</inkml:trace>
  <inkml:trace contextRef="#ctx0" brushRef="#br0" timeOffset="252429.4865">22590 2527 300,'-12'27'399,"-2"-2"44,1 4 39,0-3-104,0 0-119,1 6-82,-8-3-46,7 8-42,0 0-38,-7 3-24,7 0-19,0 1-37,-6-5-70,12-3-88,-6-3-100,6-1-115,1-11-57,0-3 2,6-4 46,0-11 75</inkml:trace>
  <inkml:trace contextRef="#ctx0" brushRef="#br0" timeOffset="252662.7144">23255 2132 112,'14'11'601,"-14"3"105,0-2 62,-8 5 45,-4 6-96,-2 7-242,1-1-173,-6 8-94,0-5-53,-1 8-45,7-3-50,0 4-53,6-5-71,1 4-120,6-7-188,6 0-185,1-3-165,12-9-66,-6-6 7,7-8 80,0-14 165</inkml:trace>
  <inkml:trace contextRef="#ctx0" brushRef="#br0" timeOffset="252942.109">23502 2374 87,'-6'15'389,"-6"6"83,4-3 94,-4 9 62,5-6-98,1 1-76,-1 0-55,7 0-67,7-4-87,-1-2-82,7-7-55,1 3-42,4-12-27,2 0-14,7-12-12,-1-2-9,-7-3-24,7-6-36,-13 2-31,6-2-25,-12-2-17,-7 2-8,0 5 9,-13 3 33,0 1 28,-6 7 25,-1 2 18,-7 5 11,9 5 6,-2 2-1,0 0-23,1 4-60,5 0-86,8 3-94,0-2-90,12-1-96,0 0-75,8-8 9,5 1 59,1-8 79,12 1 83</inkml:trace>
  <inkml:trace contextRef="#ctx0" brushRef="#br0" timeOffset="253221.1122">24017 2439 89,'7'12'266,"0"1"32,-7 4 30,0 0-67,-7 2-25,0-1 4,1-4 12,6 1 3,-6-3 4,6-5 10,6 0-5,0-7-18,8 0-29,-2-7-26,8-5-34,-1-3-49,1-2-38,6-5-36,-7 0-15,-5-1-11,6 2-4,-14-4-14,0 2-13,-6 0-18,-6-2-18,-8 4-14,-4 1-6,-2 3 3,-7 5 13,1 5 16,-6 7 16,6 4 10,0 3 8,0 5 7,0 1-3,6 3-18,1-2-28,12 5-51,1-5-65,-1 1-72,7-1-76,7-2-75,6-4-83,0-1-7,7-7 33,-1-5 55,7-5 70</inkml:trace>
  <inkml:trace contextRef="#ctx0" brushRef="#br0" timeOffset="253591.9669">24611 1919 154,'19'-6'427,"-6"-2"49,-7 1 48,7 3-6,-13 4-112,7 0-90,-7 4-39,0-1-8,0 9-13,-7 2-25,1 4-29,-1 4-44,-5-1-45,-2 10-40,8-2-31,-7 3-16,6-3-7,1 0-5,-1 2-4,7-6-1,0 1-13,7-4-11,6 0-24,0-4-9,0-3-6,0-5-10,0 2 4,7-1 7,0-4 14,-1 0 9,0 0 5,-6-3 10,7 4 3,0-1 0,-8 0 2,1 5-6,1-5 2,-8 3-6,0 5 2,-6-1 5,0 6-3,-6-3 0,0 6 1,-8-1 2,1 0-8,1-1-9,-8 2-23,6-1-21,2-5-22,-1 2-25,0-4-49,0-4-63,-1 3-56,2-6-49,5 3-43,0-1-39,1-2-25,-1-1 30,7 5 59,-6-6 65</inkml:trace>
  <inkml:trace contextRef="#ctx0" brushRef="#br0" timeOffset="253722.8931">24773 2923 39,'14'11'390,"-2"1"101,1-6 100,-6 2 42,6-5-96,0 5-110,0-4-145,-7-2-188,1 3-201,0-2-158,-1 1-123,-6-1-117,0-3-56,0 0 35,-6 0 73,-1 0 73</inkml:trace>
  <inkml:trace contextRef="#ctx0" brushRef="#br0" timeOffset="258249.0283">18473 9181 224,'-26'-5'300,"-7"3"12,7-3 14,-7 1-144,7 1-72,0 3-36,13 0-16,-7-4-10,7 4-12,7 0-7,-7 0-6,7 0-14,6 0-5,-8 0-4,8 4 0,-6-4-1,6 0-2,6 0 8,2 0 4,-2 3 3,7 1 5,6 1 12,8-3 14,-1 3 8,6 2 2,7-4 4,14 1 0,-8 0-8,20 0-11,0-4-10,1 0-6,11 0-4,-4-4-6,4 4 2,2-4-2,-1 0 1,0 1 6,0 3 8,-6-4 15,-1 4 11,2 0 13,-2-3 8,-6 3 5,0-5-3,-6 5-10,-1-2-15,-5 2-9,-2-5-10,-5 5-7,-7-4-8,1 4-6,-7 0-1,-1 0-6,-6 0-7,-7 0-23,-5 0-32,-2 4-37,-5-4-45,-1 5-54,1-3-49,-7 6-37,-7 3-42,1 4-50,-7-5-3,-1 2 30,-11-1 40</inkml:trace>
  <inkml:trace contextRef="#ctx0" brushRef="#br0" timeOffset="261238.6234">13260 11122 91,'0'0'206,"-7"0"15,0 0-48,1 0-51,0 0-27,6-4-27,-7 4-20,7 0-15,0 0-12,-6 0-12,12 0-5,-6 0-3,7 0 0,-1 0 0,0-3 2,8 3 5,-2-5 7,8 5 10,0-3 4,5-4 7,2 0 6,5-1 0,1-4-3,6 3-6,6-6-4,2-7-6,-2 0-6,7-8-6,1 1-5,-8-7-2,7-1-2,-7-3 1,-5 0-2,-1-4 0,-7 3 1,-6 1 0,1 0-2,-15-1 1,-12 1 1,0 0-2,-12-1 1,-8-3-1,-13 0 1,-6-4-2,-13 5 0,-7-1 1,1-1-3,-7 6 3,-7 2 9,0 4 14,1 4 18,-1 7 15,6 7 11,-5 3 7,6 12-1,-6 15-8,5 7-14,1 16-13,0 8-10,0 17-10,6 14-5,0 6-4,7 13-3,7 7 1,-1 3 0,13 1-1,1-9-3,19-3 1,7-6 0,12-12-1,13-9-1,13-8-1,21-9-14,6-6-36,6-9-43,13-7-49,7-8-50,6-6-54,1-3-65,-1-4-11,0-8 19,0-8 36</inkml:trace>
  <inkml:trace contextRef="#ctx0" brushRef="#br0" timeOffset="261392.5355">14198 11202 50,'6'-8'297,"-6"2"21,0 3 11,-6-2-42,0 2-138,-1-1-89,0 4-78,7-4-61,-6 4-46,6 4-46,0-4-76,6 4-23,-6-1 14,7 2 30</inkml:trace>
  <inkml:trace contextRef="#ctx0" brushRef="#br0" timeOffset="262713.5856">21189 8250 15,'-19'-18'210,"0"0"11,-1-1 12,0 1-82,1 3-49,-1 1-15,1 2-3,-1 5 4,7 0 4,-6 3-3,5 0-1,2 1-9,-1 3-12,6 0-12,7 0-15,0 0-14,7 0-10,6 3-5,6-3-4,7 4-1,7 0-1,6 3-5,6-4-27,1 5-49,-1 0-56,1 2-72,0 2-78,-14 5-38,-6-2 5,-12 7 36</inkml:trace>
  <inkml:trace contextRef="#ctx0" brushRef="#br0" timeOffset="262898.9961">21059 8609 139,'-26'4'275,"0"-2"21,6-2 12,1-2-126,6-2-66,13 4-39,0-3-31,7-2-21,12 2-11,1 3-2,12 0-6,1 0-3,12 3 1,7 5-2,1-2-16,12 10-33,-7 2-48,14 0-72,0-3-75,-1 3-37,1-7-7,0-3 22</inkml:trace>
  <inkml:trace contextRef="#ctx0" brushRef="#br0" timeOffset="263271.6572">22395 8378 278,'-6'-7'350,"-14"3"37,0 1 29,-6 3-134,1 3-64,-9 4-41,2 4-31,-7 8-28,0 3-26,0 10-21,-7 5-21,7 8-17,-7-1-12,7-5-7,1 5-5,5-7-4,13-5-5,0-5-11,14-8-11,0-9-24,12-6-27,8-12-21,5-7-16,7-7 0,0-7 4,0-3 20,13-6 24,-7 1 22,1 1 16,-1 4 9,-5 2 7,5 5 3,-6 6 1,-6 2 2,-1 5 3,1 4 7,0 5 12,-7 3 11,-1 3 10,8 1 7,-6 7 5,-2 3-5,8 2-12,-7-2-10,7 8-8,-1 1-7,1-2-5,6 2-3,0 2 0,0-3-3,7 4-8,-1-5-27,1 1-43,5-3-61,-5 3-63,6-4-68,1 1-73,5-5-13,-5 1 19,5-8 49</inkml:trace>
  <inkml:trace contextRef="#ctx0" brushRef="#br0" timeOffset="263375.931">23360 8857 46,'12'8'160,"8"-1"4,-13 1-67,5 3-67,-5 1-94,0 2-49,-1 1-25,0-5-14</inkml:trace>
  <inkml:trace contextRef="#ctx0" brushRef="#br0" timeOffset="273058.8529">4874 12596 52,'6'-8'199,"-12"0"24,6 4-32,0-3-55,-7 3-26,0 4-9,7-3-10,-6 0-15,0 3-9,-8 0-3,1 3-5,0 0-9,0 1-10,-7 3-6,1 1-5,0-1-3,-1 4-4,1 0-6,5 1-3,-5-5-3,6 3-3,0-2-3,-1 3-1,2-4-1,6 0 0,-1-3 1,0 0-2,1-1-1,6 1 0,-7 0-1,7-1-1,0 0-2,7 2 2,-7 2-1,6 0-1,8 0 0,-2 5 2,2 2-1,-2 1 2,1 2 0,7 6 1,0 0 1,-8-2 1,2 4 0,-8-2 0,1 3 3,-7-5-4,-7 5-2,1-1-5,-8 4-3,2-2-6,-8-5-1,-6 0 3,-1-8 3,9 1 3,-9-4 4,1-8 3,0 2 0,7-5 0,-1-5-2,0 5 0,8-3 2,-2-1-2,8 1 0,-1-1 0,1 4-2,6 0 0,0 0 2,6 0 0,7 0-1,1 4 3,-2 3 1,2 3-2,5 2 0,-6 3-1,6 4 0,1-2 0,-7 5-1,0 4 2,0-1 0,1 4-1,-2 2-8,-6 1-20,2 1-28,-8-4-40,6 5-45,-6-2-76,0 2-40,0-5-5,-6 0 13</inkml:trace>
  <inkml:trace contextRef="#ctx0" brushRef="#br0" timeOffset="273211.1953">5114 13500 157,'14'-9'274,"-14"7"-19,6-2-52,-6 4-226,-6 4-131,-1-2-69,-6 7-35</inkml:trace>
  <inkml:trace contextRef="#ctx0" brushRef="#br0" timeOffset="300866.3696">7552 13086 122,'-7'0'199,"0"0"15,7 0-71,-6-4-30,0 4-6,-1 0 2,7 0-3,-7 0-6,1-4-5,-1 4-13,1 0-12,0 0-11,-2 0-12,2 0-7,0 0-6,0 0-3,-1 4-11,0-4-8,1 4-5,-1 3-4,-6 1-2,6-1 0,-5 7-1,-2 1 0,2 3-1,-1 1 2,-7 3-1,7-5 1,0 6 0,0-5 0,6-4 1,-6 1-4,7-1 0,6-6 1,0 3-3,6-3 1,1 2-1,13-1 4,-8-2 0,14 0 0,1 0 2,-1 4 0,6-4 0,1 0 2,6 1-3,-7 3 2,1-1-2,-1-2 1,2 3-1,-9 0 0,-5-4 1,-8 4 0,2 0 0,-14 3 0,0 3 2,-14-3-1,2 3 0,-8-2-1,1 0 6,-1-1 21,-6-2 21,7-5 15,-1 0 15,0-7 13,1 0 2,6-3-18,0-1-20,7-3-16,-2-1-15,8 1-16,0-4-5,0 4-4,14-4-3,-8 4 1,14-4-2,-1 3 2,7 1 0,1-1-1,5 1 2,7 0 0,-7 0 0,8 3-2,-1-4-5,0 2-12,1 1-17,-8-2-14,1 3-14,-1 1-15,-6-1-5,-7 1 5,1-5 15,0 8 14,-7-4 17,-7 4 21,1-3 11,0 3 10,-7 0 8,0 3 11,0-3 4,0 4 2,-7 4 2,7-1-2,0 3-6,7 5-12,-7-3-6,6 2-4,6-3-2,-4 0 1,4-3-1,8-2 4,-1-1 1,7-5 2,1-7 1,-1-5-3,0 1 0,0-7-1,-1-4-1,2 0-2,-7-4-1,-8 1 3,2-1 0,-14 1 0,0-1 1,-14 4 5,2 0 15,-8 8 18,-7 6 17,-5 1 16,7 10 19,-9 4 8,2 4-8,5 8-16,2-1-17,5 7-16,8 1-17,-2 1-16,8-2-13,0 0-33,12 0-45,0-2-63,8-5-64,5-3-60,7-4-57,6-3-43,1-6-34,7-4 19,5-6 38,-6-7 49</inkml:trace>
  <inkml:trace contextRef="#ctx0" brushRef="#br0" timeOffset="301173.7599">8861 13280 52,'13'-4'264,"-6"8"29,0-1 30,-1 9-53,-6-5-58,0 7-40,0 1-8,-6 0-7,6 3-19,-7-3-25,0 3-21,1 1-18,-1-2-18,1-2-16,-1-4-9,0 1-6,7-2-4,-6-2 1,0-1-7,0-3-3,6-1-6,-8 2-3,2-5-7,0 0-4,6-5-3,0 2-2,-7-1-2,7-3 2,0-1 0,7 1 2,-1-1 3,0 4 1,2-3 1,4 4 0,1-1 3,7 4 2,0 0 0,-2 0-1,9 0-1,5 0-13,1 0-34,6 0-37,0 0-45,0-7-60,7-1-57,7 1-49,-8-7-45,1-1-4,5-7 25,-5 0 49</inkml:trace>
  <inkml:trace contextRef="#ctx0" brushRef="#br0" timeOffset="301349.5268">9682 12990 144,'0'-7'317,"-6"4"47,0 6 57,-8 4-55,8 8-21,-8 6-9,2 8-3,5 9-15,-6 2-40,6 3-45,-5 6-64,5-6-62,7 1-67,0-3-93,0-7-104,7-5-100,-1-4-86,0-7-79,1-3-62,-7-12-36,7-6 35,-7-9 62,0-2 69</inkml:trace>
  <inkml:trace contextRef="#ctx0" brushRef="#br0" timeOffset="301502.829">9429 13108 29,'-20'-15'332,"7"0"61,-1 4 42,2 4-21,-2 2-107,8 5-82,6 5-64,0-2-56,13 6-38,0-3-21,7 2-11,5-1-4,8 1-14,13-1-58,-1-4-105,7 1-136,7-4-108,0 0-57,0-4-29,6-3 36,-13 4 93</inkml:trace>
  <inkml:trace contextRef="#ctx0" brushRef="#br0" timeOffset="302202.6784">10718 12800 87,'-12'-4'261,"-8"0"24,7 1 21,-7 3-100,0 3-43,1 1-34,-1 4-17,-6 3-2,6 0 14,-5 7 25,-1-3 19,0 6 11,0 4-1,6 2-13,-6 2-28,13 0-42,7 0-37,6 7-31,6-2-55,7 3-74,13-4-78,6 1-80,2-5-77,11 0-70,1-4-32,-1-6 24,7-9 53,1-3 66</inkml:trace>
  <inkml:trace contextRef="#ctx0" brushRef="#br0" timeOffset="302573.8081">11422 13060 202,'6'-11'302,"-12"0"38,-1 3-2,-5 2-70,-8 1-23,0 5-18,-6 0 4,1 5 5,-8 5 22,7 2 11,-7 2-3,1 8-11,-2 0-31,9 4-36,5-1-51,0 4-42,8-3-39,-2-4-28,14 0-21,0-4-20,7-3-19,0-5-15,5-2-8,8-4-15,0-8-1,5-4-1,2-6 5,-1-8 1,0 0-2,0-4 6,7 1 9,-13-4 7,5 7 9,1 0 11,-6 0 8,-7 7 6,6 4 4,1 4 3,-7 2 5,7 3 7,-1 4 4,1 3 6,0 7 5,-2-2 5,9 1 1,-7 4-5,6-5-2,6 5-1,-5-1-10,-1-2-16,6-1-32,-7 0-51,9-4-68,-9-2-73,1-2-65,1 0-54,-8 1-29,-6-4-7,1-4 0,-2-2 14,-5-3 38,-1-1 49</inkml:trace>
  <inkml:trace contextRef="#ctx0" brushRef="#br0" timeOffset="302762.7276">12015 12778 98,'13'-19'264,"0"6"35,6 5 38,-5 0-68,5 12-27,7 0 1,0 6 3,0 5-5,1 6-21,5 6-27,-6 2-48,7 4-40,-14 3-32,1 6-24,-7 1-21,-6 4-22,-7 5-38,-7 0-55,-6-4-77,0 2-85,-7 2-97,0-8-105,1-8-27,-1-3 18,1-8 59,6-10 74</inkml:trace>
  <inkml:trace contextRef="#ctx0" brushRef="#br0" timeOffset="303106.4344">13390 12932 291,'32'-11'463,"1"-1"43,-13 6 20,0-1-81,-2 2-151,-4 5-125,5-3-79,-5 3-44,-2 0-61,8 0-81,-7 0-89,0 3-94,0 2-102,0 2-81,0-1-2,-7 2 48,-6 0 69</inkml:trace>
  <inkml:trace contextRef="#ctx0" brushRef="#br0" timeOffset="303308.3342">13513 13213 156,'0'26'642,"-6"-4"116,6-7 60,-6 0 34,0-1-141,-2-3-278,2-3-203,6 7-138,0-4-112,-6 3-118,6 4-157,-7 8-167,-6-1-168,0 8-91,-13 1-10,0 5 56,-7-2 123,-6 4 151</inkml:trace>
  <inkml:trace contextRef="#ctx0" brushRef="#br0" timeOffset="303480.249">13540 13658 267,'12'0'363,"-4"0"11,-8 0-31,0 0-194,-8 7-229,2-4-155,-7 4-81,0 1-32,-6-1 19</inkml:trace>
  <inkml:trace contextRef="#ctx0" brushRef="#br0" timeOffset="304545.9495">7043 13305 62,'-12'0'195,"-2"0"19,1 0-40,-6 0-30,6 4-9,-1-4 8,2 3 17,-2-3 35,2 4 35,-1-4 42,6 4 31,-6-4 3,13 0-24,-6 0-43,-2 4-58,8-4-58,0 0-52,8 0-34,-2 0-21,0 0-12,8 0-13,5 0-50,7 0-75,-6 4-90,6-1-80,-1 0-79,2 2-77,-1-1-39,0 3 29,-6-4 65,5 1 70</inkml:trace>
  <inkml:trace contextRef="#ctx0" brushRef="#br0" timeOffset="304746.2394">6907 13569 336,'-26'11'430,"0"-4"68,6-3 39,1 0-143,5-4-85,2 0-80,12-4-78,0 0-67,6-3-39,6 0-25,2 0-31,5-5-46,7 2-59,0 3-59,7-1-66,-1 4-60,1 4-43,7 4-47,-8 0-5,1 2 25,-1 2 49,-6-1 53</inkml:trace>
  <inkml:trace contextRef="#ctx0" brushRef="#br0" timeOffset="305309.7784">5746 13496 57,'-32'-15'191,"6"0"14,-13 8-38,6 0-54,1 7-28,-7 7-9,6 5-4,-6 8-4,0 7 5,0 6 2,-1 7 1,1 8-4,7 0-5,-1-2-8,7 6-15,6-4-9,1-4-9,13-4-6,-1-3-5,14-7-2,-1-9-2,13-3 0,1-11 2,13-7-2,-1-9 0,8-11-4,5-9-1,1-4-3,-1-6 0,1-10-1,6 2 2,-12-5 2,5 4-2,-6 2 0,-7 0-1,2 7-2,-9 3-2,1 9-2,-6 2 0,-7 11 1,6 5-2,-6 6 2,-6 15 1,6 2 2,-7 15 6,1 8 3,6 7 1,-7 11 1,8-1-3,5 6-1,-5-2-2,4-3-6,9-7 0,-1-4 0,0-8 0,7-7-7,-1-6-15,7-9-20,-7-3-21,8-7-29,-1-8-34,0-7-40,0-3-44,0-9-42,-6 2-13,-1-2 12,1-2 24</inkml:trace>
  <inkml:trace contextRef="#ctx0" brushRef="#br0" timeOffset="306796.5566">6248 14463 92,'-13'7'86,"-6"-3"-21,5-4-11,2-4-9,-8-3-8,7 1-5,0-6-2,0-3-2,0 0 2,0 4 6,0-3 10,0-1 8,-6 4 3,5 0 4,2 0 1,-2 4-2,1 2-11,0 3-8,6-2-5,1 0-10,-6 0-6,12 4-5,-8-3-3,8 3-4,8-4-3,-2 0 0,6 4-4,8-6 1,0 1-1,13 2 1,6-4-2,-1-1-3,15 1 1,-1 3 1,7 1 0,6-1 1,6 4 0,8 0 1,-2 0 1,8 4 0,7-1-3,-1 1 2,0-1-5,0 1 4,7-4 1,-7-4 3,7-3 1,0 0-3,0 0 7,5-4-2,-4 0-2,-2-1 3,7 2 0,1-5 3,-1 3-3,1 2 0,-1-1-1,7 3-3,-8 1-4,1 0 1,1 4 2,-1-1 0,-6-1 0,0 5 0,-1 0 1,1 0-3,-7 5-1,-6-5 0,0-5 1,0 5 7,-7-3 8,0-4 5,0-3 5,0-2 4,0 1 1,1-4-7,-1 0-6,6 1-4,-5-1-5,6-3 0,0 0-2,-1 0 0,7-1 0,-6 1-2,6-5 0,0 6-4,0-2-2,1 4-1,-7-3-2,-1 3 2,1 5-8,-7-1-18,1 3-20,-8 1-28,-6-1-33,0 6-38,-6 2-51,-7-4-30,0 4-5,-13 0 16</inkml:trace>
  <inkml:trace contextRef="#ctx0" brushRef="#br0" timeOffset="306959.844">12536 13690 196,'26'-15'320,"-7"5"23,1-1 13,-6 3-136,-1 1-117,-7 3-114,0 0-101,1 4-92,0 0-79,-1 0-32,0-2 13,1 2 46</inkml:trace>
  <inkml:trace contextRef="#ctx0" brushRef="#br0" timeOffset="310359.7323">5590 13243 97,'-13'-4'181,"-6"-3"10,6 0-75,-7 4-35,-6-6-15,7 6 0,-1 3-9,-6 0-1,0 3-4,-1 6-8,1 1-8,-6 5-10,-1 4-4,7 6-8,-7 0-4,7 5 1,1-1 2,-1 8 0,0-4-1,6 7 0,7-3 2,0 7 0,0-1-4,7 2-1,-1 2 1,7-3 0,7 4-2,-1-1 1,7 1-2,6 0 1,1 0-1,13-5 4,-1 1 3,7-4 2,7 4 0,-1-4 3,8-3-1,-1 0-1,13-5-3,-6-5-1,6-5-2,0-5-4,0-5 1,0-8-2,7-8 5,-7-8 4,7-2 6,-7-9 5,0-6 3,1-10 2,-9-9-4,2-3-1,-13-7-3,-1-5-2,-5 0-1,-7 1 2,-7-4 1,-14 0-1,-12-3-1,-6 3-1,-14-8-1,-6 1-6,-13-4-6,-13 1-2,-13-6-4,0 10-4,-14 2-2,2 4 0,-8 15 9,0 7 4,-6 11 3,7 18-1,-1 11 2,-7 16 1,14 14-9,0 13-17,0 17-33,13 6-42,6 11-59,6 4-63,8 4-84,13 3-30,12-4 6,7-3 31</inkml:trace>
  <inkml:trace contextRef="#ctx0" brushRef="#br0" timeOffset="310523.6968">6235 13998 149,'98'-48'420,"-14"-2"54,-18-6 29,-8 5 20,-12 6-222,-7 9-119,-13 3-84,0 12-96,1 6-67,-9 1-79,-4 6-87,12 8-91,-7 0-83,1 8-10,-6-2 8,-2 2 45,1 3 68</inkml:trace>
  <inkml:trace contextRef="#ctx0" brushRef="#br0" timeOffset="327394.2131">22310 5213 164,'-6'3'216,"-8"5"13,8-4-82,-6-1-43,4 1-22,2-4-23,-7 3-17,13 1-11,-6-1-6,-1-3-6,7 4-2,-7-4 2,7 5-2,-6-5 2,6 3-2,0-3-1,-6 3-2,6 5-2,-7-5-1,0 9-4,-5 2-1,-2 5-1,1-1-3,1 4-4,-2 3-6,2-2-37,-2 6-53,1-8-90,0 2-44,6-4-24,-5-9-7</inkml:trace>
  <inkml:trace contextRef="#ctx0" brushRef="#br0" timeOffset="327574.1139">22037 5041 85,'-13'-4'173,"6"4"3,-6-3-84,7 3-40,-1 3-25,0 1-11,1-1-9,-7 12-4,6-4-27,1 7-65,-1 4-43,1 4-22,0 0-12</inkml:trace>
  <inkml:trace contextRef="#ctx0" brushRef="#br0" timeOffset="327975.8347">22454 5051 49,'6'-2'144,"-6"-3"-37,0 2-33,0-1-20,0 4-7,0-3-6,0 3-4,0 0-3,0 0-1,-6 0-2,6 0-3,-7 0-6,0 0 1,-5 3-3,-2 1-1,-5 4 2,-7 2 0,-6 9-1,-7-2-2,-14 5 0,1 8-2,-1-1-4,-5 1 0,0 2-3,-1-2 0,7-1-2,13-4-2,7-2-5,12-5-11,6-6-31,21-6-52,6-6-62,7-6-34,12-6-15,1-6-1</inkml:trace>
  <inkml:trace contextRef="#ctx0" brushRef="#br0" timeOffset="328130.7445">22480 5080 17,'0'5'160,"6"2"6,-6 0-62,7 1-40,-7 2-22,6 9-20,0 3-9,2 7-4,-2 0-4,7 12-2,0 2-4,-7 6-20,14-3-51,-7 2-49,7 0-25,-1-4-14</inkml:trace>
  <inkml:trace contextRef="#ctx0" brushRef="#br0" timeOffset="532692.9932">33270 6909 81,'6'3'255,"-6"-3"18,7 0 13,-7 0-108,0-3-63,0 3-54,0-3-61,0-1-73,0 0-79,0 1-68,-7-2-37,1-2-10,6 3 24</inkml:trace>
  <inkml:trace contextRef="#ctx0" brushRef="#br0" timeOffset="583255.5551">26109 10591 92,'6'3'140,"-6"-3"-44,8 0-130,-8 0-71,0 0-36</inkml:trace>
  <inkml:trace contextRef="#ctx0" brushRef="#br0" timeOffset="613511.2367">23092 8250 73,'13'7'44,"-7"5"-107</inkml:trace>
  <inkml:trace contextRef="#ctx0" brushRef="#br0" timeOffset="632506.0447">17593 6389 84,'0'-4'255,"-7"-3"13,7 3 4,-6-3-111,6 3-107,-7 1-70,7 3-61,0 3-81,0 1-56,0 3-19,7 1 8</inkml:trace>
  <inkml:trace contextRef="#ctx0" brushRef="#br0" timeOffset="643707.7964">17332 6125 35,'6'-7'155,"-6"-4"3,0 3-73,0 1-37,0-1-21,0 1-14,0 4-7,0-1-7,0 1-8,0-1-11,0 4-7,0-4-8,7 4-14,-7 0-21,7-4-34,-1 1-15</inkml:trace>
  <inkml:trace contextRef="#ctx0" brushRef="#br0" timeOffset="725918.1224">22089 13232 110,'-20'-7'157,"0"0"-41,8-4-24,-8 3-7,1-3 7,-1 4 10,7-4 10,-7 3 12,8 1 21,-8-1 20,6 1 9,2 0-3,5 4-8,1-1-19,-1 0-35,1 4-39,12-4-38,1 8-53,12-4-51,7 4-52,7 0-47,19-1-43,1 1-29,18-4-13,0 0-22,14 0 6,6 0 26,1-4 33</inkml:trace>
  <inkml:trace contextRef="#ctx0" brushRef="#br0" timeOffset="795600.4154">21665 13979 135,'-13'-10'209,"7"2"21,-1 1-74,1 3-41,-8 0-24,8 4-21,0 4-18,-8 4-16,8 3-11,0-1-6,-1 5-3,0 4-3,1-5-4,-1 1 0,7 0 1,7-1-1,-7-3 1,6 0 4,8-4 2,-2-2 0,8-5-1,0-5-1,5-2-2,1-7-4,1-6-3,5-5-1,-6-4-2,1-4 0,-8-3-1,-6 0-1,-7 2 0,-6 1 2,-12 4 5,-2 4 5,-11 5 5,-1 9 5,-7 8 2,1 10 0,-14 8-4,7 3-5,-1 12-4,1 3-4,7-1-3,5 5-10,9 0-26,10-4-43,16-4-49,10 1-75,2-5-55,13-3-26,6-7 10,0-4 34</inkml:trace>
  <inkml:trace contextRef="#ctx0" brushRef="#br0" timeOffset="839295.2221">5381 14584 133,'-12'-12'151,"6"6"-61,-8-9-31,8 5-15,-1-2-9,1-3-4,6 1-5,0-4-6,-7 2 0,14-1 1,-7 2-1,0-4-2,6 5 0,-6-1-3,0 1-2,7 3-4,-1 0 0,-6-1 1,6 2 0,2 2 4,-2 1 2,-6-1 0,6 4 0,0-3 4,8 4 4,-8-1-1,7 1-1,-6 3 3,6 0-3,-1 3-7,8 1-5,0-1-2,-1 4-2,1 1-4,6-1 2,-6 1 0,5-2-1,8 2 1,-7-1 1,7 1 0,-1-4-1,2 0-1,4-1 0,-5 0 0,12-3 2,-5 0 4,5-3 6,1 0 4,5-5 1,-4 0 2,5 1 0,-1-3-2,2-2-2,6-3-2,-1 5 0,-5-5-2,12 1-3,-14 3-1,8-4-2,-1 0 2,-5 1-1,6 2 2,-13-3 0,5 5 1,-5-1-3,-1 0-2,-5 4 0,-7 0-2,5-2-1,-11 6 1,5 0-1,-6 3 0,1-4 1,-2 4-1,1-4 0,0 4 2,0 0-1,1 0 0,-1-3 0,0 3 1,-1-3-1,8-2-2,-7 5-1,0-4 0,7 1 0,-1-1-1,8 4-1,-8-3 0,1-1 0,6 4 1,0-3-1,-7-1 0,8 4 0,-8-4 1,7 4-1,-6-4-1,-1 4 1,1-3-1,-1 3 1,1 0-3,0 0 4,6 0 1,-6 0 0,-1 0 3,1 3-2,-1-3 2,1 4-2,-1-4 1,1 4 3,-1 0 1,1-1 7,0 1 6,0-1 9,-1 1 3,-6-1 4,7 1 0,-1 1 0,-5-2-4,-2-3-5,7 3-4,-6 1-1,7 0-1,-7-4-3,7 0-1,-1 0-2,-6 0-3,14 0-1,-7-4 0,6 0-2,-7 1 0,7 0-1,7-2-1,-7-2-1,7 0-3,-1 0-1,1-5-3,-1 4 0,1 1 0,-1 1 1,2-2-1,-9 4 0,7-3-1,-12 3 1,0 2-1,0-3 0,-1 2 1,-13-1 0,8 4 0,-7-4 0,-2 4 0,2 0-1,0-4 0,-7 4 0,7 0-1,-1 0 2,-6 0 1,7 0 0,-7 0-1,7 0 1,-1 0 3,-6 0-3,6 4-1,1-4 2,0 0 1,-1 0 0,1 0 0,6 4-1,-7-4 1,7 4 1,-6-4-4,6 0 0,-7 0 0,7 0-1,0 0-1,1 0 3,-1 0 6,0-4 9,0 4 8,-1-4 6,2 4 7,-1 0 3,0-4-3,0 4-3,0 0-7,7-3-5,-7 3-7,-1 0-3,9 0-3,-9 0-2,9 0-3,-9 0-1,7-4 1,-5 0-2,5 1-1,-6 3 2,0-8-2,7 4 0,-7 1 0,0-4 0,1 3 0,-1 1-1,-7-1 1,7 0 0,-6 0 0,6 1 1,-7 3-1,1-4 2,0 4 1,-8 0 1,8 0 1,-1 4 0,-5-4 0,-2 0 1,8 3 1,-7-3 3,0 4 0,6-4-1,-5 4 4,-1-4 0,6 4-1,-6-1-2,7 1 1,-7 0 1,6 2-1,1-2-4,-1 4-1,1-1-1,6-3-2,-7 3-2,1 1 0,0 0-2,-7-6 1,7 5 1,-2-3 2,-4 0 3,-1 0 0,-7-4 8,8 0 15,-8 4 16,0-4 15,0 0 7,-6 0 5,8 0-7,-8 0-13,6-4-19,0 4-27,1 0-48,0-4-69,-1 4-74,1-4-68,5 4-70,-4 4-60,4-4-44,-6 4 20,8 0 47,-8-4 57</inkml:trace>
  <inkml:trace contextRef="#ctx0" brushRef="#br0" timeOffset="845402.4923">5499 15405 102,'0'-7'128,"-6"-5"-35,-1 5-15,1-3-8,6 2-4,-7 1 0,0-5 3,7 4-4,-6 1 6,6 5 2,-6-7 0,6 6 2,0-1-2,-8 0 1,8 1-9,0 3-5,0 0-10,0-4-12,0 8-10,-6-4-9,6 7-6,0 0-6,0 4-2,0 4 0,-6 0-3,6 7-1,0-3 0,0 2-1,0-3 1,0 4-1,0-3 0,0-5-1,6 5 0,0-4 0,-6-1-1,8-3-1,-2 0 2,7-7 0,-6-1 0,6-3-1,6-3-5,-6-8-9,7-4-12,-1-6-9,1-2-4,0-3-3,-1 4 5,-6-3 10,6 2 9,1 6 12,-7 3 1,0-1 1,0 7 1,0 4 4,-6 4 1,5 8 0,2-1 2,-8 7 4,7 1 2,0 4 0,-6 2 0,5 1 0,2 0 1,-8 0-1,14-3-3,-7-4 0,7-1 0,-1-6 1,0-1 1,8-7-1,-1-7 1,0-4 1,7-5-1,-1-1-6,1-5-25,-1-1-39,1-2-53,-7-1-81,0 1-43,0-1-19,-1-4 10</inkml:trace>
  <inkml:trace contextRef="#ctx0" brushRef="#br0" timeOffset="845771.0706">6411 14972 11,'0'0'215,"-6"4"14,6 3 10,-7 1-93,1 6-47,-1 1-31,1 3-20,-1 7-9,1 2-6,-1 5-3,0 1-4,-5 4-2,-2 0-4,8-1-1,-7-3-6,0 1-2,6-5-4,-5 0-3,4-7-2,8-4-2,-6-7 1,6 1 0,0-6-2,0-6 2,6 0-2,-6-6 1,8-2-1,-2-7-1,0 1 1,8-2-1,-8 2 0,7-1 0,-7 1 1,1 3 0,6-1 0,0 5 1,-6 5 0,6-3 0,0 5 0,0 5 2,-1-3 2,2 5 1,5 5 0,-6-4 1,0 1-1,7 3 0,0-1-2,-1 1-1,7-5-3,-6 0-18,6 0-29,-1-7-43,-5 0-42,0 0-66,-1-7-41,1-5-7,-8-2 18</inkml:trace>
  <inkml:trace contextRef="#ctx0" brushRef="#br0" timeOffset="845959.963">6802 15144 30,'0'-15'258,"0"5"22,6-1 13,-6 3-84,0 5-65,8 3-58,-8 0-40,12 3-21,-5 5-13,6 3-5,0-4-14,7 4-29,-8 0-37,8-1-46,-1-2-88,-5 3-47,5-4-14,-6 1 14</inkml:trace>
  <inkml:trace contextRef="#ctx0" brushRef="#br0" timeOffset="846128.8652">6926 15265 104,'-13'8'269,"7"3"21,-8-4 13,8 4-111,-8-4-63,8 9-47,6-3-34,-6 3-20,6 1-13,0 2-8,6 3-5,-6 0-19,6-1-35,2-1-45,-2-3-52,7 2-80,-6-9-40,6-2-7,-1-8 24</inkml:trace>
  <inkml:trace contextRef="#ctx0" brushRef="#br0" timeOffset="846569.6411">7291 14877 126,'6'-7'313,"-6"-1"26,0 4 20,0 4-75,0 8-76,-6 3-33,6 3-15,-7 8 14,1 8 19,6-1 10,-6 7 6,-1 10-12,0 0-22,1 6-37,0-4-31,6 2-31,-8 2-26,8-8-22,8-4-8,-8-3-3,6-7-5,7-5-6,-6-3-5,5-3 1,8-5 0,-7 1 1,7-5 1,-1-2 3,7-5-1,-6 5 0,6-5-1,-7 1-4,7-4 0,0 0 1,1 0 2,-1-4 1,-7-2 1,7-2 0,0-7-1,-6 1-2,-1-4-2,1-5-1,0 2-1,-14-6 0,0 2 2,1 0-1,-14-2 1,1 2 2,0-1 0,-14 1 5,0 3 9,1 3 21,-1 5 15,0 7 13,1-1 10,-1 12 1,1 0-7,0 6-18,5 9-15,1-2-14,1 9-10,4 1-6,2-2-4,6 1-3,6 3-10,2-7-25,11-1-67,1-6-102,-1-1-112,14-6-107,-1-4-92,1-4-75,12-4 0,-5-6 63,5-2 94,-6 1 98</inkml:trace>
  <inkml:trace contextRef="#ctx0" brushRef="#br0" timeOffset="846740.5411">8138 15408 79,'26'-3'201,"0"3"20,-13-5-32,0 5-14,0 0-11,-7 0-14,2 5-24,-2-5-27,0 3-28,-6 1-25,7 0-20,-7-1-17,6 1-23,1 3-43,0-7-73,5 0-97,-6 0-50,2-4-24,-2-3 3</inkml:trace>
  <inkml:trace contextRef="#ctx0" brushRef="#br0" timeOffset="850341.432">8724 15129 128,'-13'-7'158,"1"-3"-48,4 2-35,-10 1-16,4 3-10,1-3-1,0 4-3,0-1-6,-7 0 2,8 0 4,-2 4 0,-5 0-2,6-3 9,0 3 5,0 3-5,0-3-7,0 4-5,0 4-7,6 2-12,-5 5-9,4 3-5,2 4-1,6 0-4,0 0 0,6 4-1,2-4 1,4 0-1,8 0-1,-1-1 1,7-1 2,0-3 0,7-2-3,-1-3-12,7-2-14,1-3-24,-1 1-31,0-4-37,1-4-50,-2-4-42,1 0-8,0-3 7</inkml:trace>
  <inkml:trace contextRef="#ctx0" brushRef="#br0" timeOffset="850748.8295">9311 15002 25,'-6'-4'227,"-8"-3"13,8 7 10,-8 0-97,2 3-56,-1 5-43,0 2-24,0 5-14,-1 4-5,2 3-4,-8 3-1,7 4 0,-7 1 1,8 2 1,-8 2-4,7-5 2,0-3-4,6-4-1,1-1-2,6-5 0,0-6 1,6-2 0,1-8 0,-1 0 2,7-8 2,-6-7-2,13 1-1,-8-8-1,2-4-2,-2 1 2,1-2-1,1 2 1,-2 3 1,2 4-1,-8-1 1,7 9 1,-6-1-1,-1 3-2,1 8 0,-1 0 2,8 4 2,-8 7-1,0 3 2,8 1 3,-8 4 2,7 2 3,-7 2-2,8-1 2,-2-1-1,8 2-2,0 2-2,5-3-3,1 0-3,7-3-3,-1-1-32,8-3-54,-1-4-92,0-4-47,1-3-24,-8-8-13</inkml:trace>
  <inkml:trace contextRef="#ctx0" brushRef="#br0" timeOffset="851625.492">10191 14624 135,'0'0'231,"-14"0"12,8 4-40,0 0-86,-8 3-46,8 4-31,-7 3-16,7 5-10,-8 6-5,8 1-4,-8 6-2,2 2 0,-1 3-3,-1 7-3,8 0-10,0 0-54,0 3-88,6 0-48,0-6-25,0-1-11</inkml:trace>
  <inkml:trace contextRef="#ctx0" brushRef="#br0" timeOffset="851877.2128">10236 15416 207,'-13'3'289,"0"1"27,6-4-6,-5 0-105,-2 3-52,8-3-36,0 0-22,-1 4-20,7-4-9,-7 0-9,7 0-8,-6 0-6,6 0-5,0 0-8,-7 0-9,7-4-5,0 4-6,0 0-6,0 0-11,0 0-39,0 0-75,0 0-96,-6 4-98,6 3-49,-6-3-19,6 0 23</inkml:trace>
  <inkml:trace contextRef="#ctx0" brushRef="#br0" timeOffset="852131.1023">10633 15063 1,'8'-9'274,"-16"-3"33,8 1 21,-6 3-29,6 1-111,-6 3-60,6 0-43,0 4-33,-7-3-20,14 3-14,-7 0-11,6 3-5,0-3-1,14 4-1,0-4-2,5 0-3,9 0-23,-2 0-60,7-4-82,6 1-88,-5 0-46,-7-5-24,-1 1 12</inkml:trace>
  <inkml:trace contextRef="#ctx0" brushRef="#br0" timeOffset="852316.9959">10757 15133 155,'-19'8'362,"-1"-5"33,0 1 19,8 0-62,-1-4-146,6 3-77,7 0-62,0-3-31,13 5-17,0-2-12,7 1-6,0 1-14,12-3-29,-6-2-46,13 0-57,-6 0-61,6 0-88,-1-2-51,2-3-5,-1-2 27,0-1 46</inkml:trace>
  <inkml:trace contextRef="#ctx0" brushRef="#br0" timeOffset="852659.1191">11474 14907 91,'-20'6'287,"1"2"34,-1 4 21,1 2-74,0 4-69,-1 4-41,7 7-23,0 1-16,6 3-4,1 0-9,6-4-11,0 5-7,6-9-10,14-4-7,-1-2-8,1-5-7,12-6-6,1-12-4,6-4-11,1-9-6,-8-5-4,7-8-6,-7-3-3,1-3-3,-13 3-3,-14-4-3,0 3-6,-12 5 6,-14 4 3,1 4 1,-13 6 2,-1 7 1,-7 11 0,-5 5-7,7 10-7,-9 5-2,2 2 0,12 4-1,0 4-3,8 1-17,5-2-56,7-3-65,6 2-79,7-11-85,14 3-101,5-8-49,1-5 21,12-6 44,1-4 70</inkml:trace>
  <inkml:trace contextRef="#ctx0" brushRef="#br0" timeOffset="852896.9848">12224 14609 316,'6'0'348,"7"-2"17,0 4 12,-6 5-159,13 5-92,-2 3-48,2 3-23,7 4-14,-1 7-12,6 0-6,1 8-4,-7 0-5,-1-1-7,1 4-5,-12 2 0,-14 1-5,-6 4-1,-14 1-11,-13 3-33,-6 2-58,-7-3-94,1 4-96,-7-6-52,-1-6-16,1-11 18</inkml:trace>
  <inkml:trace contextRef="#ctx0" brushRef="#br0" timeOffset="853097.8683">12972 14969 190,'47'-22'455,"-21"0"37,0 4 17,-13 2-18,-7 12-346,-6 4-298,0 4-182,-6 7-92,-7 5-48,-7-6 3,-6 9 87</inkml:trace>
  <inkml:trace contextRef="#ctx0" brushRef="#br0" timeOffset="859756.021">9447 15763 84,'-6'-2'173,"-6"-6"8,-2 4-80,1 0-39,7 0-20,-8 1-10,2 3-12,5 0-7,0 0 0,1 0-6,0 0-2,6 0-3,-7 3 0,7-3-1,0 0-2,-7 0-1,14 0 1,-7 0-1,0 0 0,7 4 1,-1-4 2,7 4 3,-6-4-1,12 4 4,-6-4 2,14 3-2,-2 4 0,1-3-1,6 4-2,1-1 0,0 1-2,6-1-1,0 0-1,7 0 0,-1-3 2,1 0 0,0-1 1,0 1 3,-1-4 0,1 0 1,5 0-3,-5 0 1,7-4-3,-8 1-1,7-1 0,-7 0 2,2 4-1,-2-3 2,1-1 1,-7 0 0,-1 4 0,2-3-1,-1 3-1,0-4 0,-7 4 2,8 0 2,-7-3 6,-1 3 1,1-4 3,-1 4 0,1-4-2,-7 4 3,0-4-1,0 1 1,-1 3-1,2-5 4,-1 5-1,0-3-1,0 3-5,-7 0-2,7 0-1,1 0-4,-7 0-3,-2 0-1,2 0-2,0 0 2,-1 0-1,-5 0-1,-2 0 0,2 0 2,-1 0 1,-7 0-2,1 0 6,-1 0 13,-6 0 12,7 0 11,-7 0 9,0 0 6,6 0 0,-6 0-11,0 0-12,0 0-10,0 0-9,0 0-8,0 0-4,0 0-3,0 0-2,0 0-4,6 0-4,-6 0-24,8 0-31,-8 0-31,6 0-40,7 0-62,-7 0-59,7 0-9,-6-4 13,-1-3 23</inkml:trace>
  <inkml:trace contextRef="#ctx0" brushRef="#br0" timeOffset="865540.4941">6691 16160 30,'0'6'165,"0"-2"4,0 0-59,7-1-50,-7 1-26,0 0-14,7-1-8,-1 0 0,0-3 3,0 5-2,8-5 1,-1 0-2,0 0 1,0 0-6,1 0-4,4 0 1,-4 3-4,5 1-10,1 4-39,-8-1-65,2 3-35,-1 2-19,-6 2-9</inkml:trace>
  <inkml:trace contextRef="#ctx0" brushRef="#br0" timeOffset="865751.1034">6737 16412 135,'-6'4'200,"-2"-1"6,2 1-84,0 4-46,0-1-30,6 4-18,0 0-13,-7 3-7,14 5-1,-7-1-3,0 4 0,6-3-3,0 2-1,0-3-1,2 1-2,4 0 0,-5-9-13,6 5-35,0-8-61,1 1-48,-2-8-24,2-4-12</inkml:trace>
  <inkml:trace contextRef="#ctx0" brushRef="#br0" timeOffset="866006.6771">7206 16130 191,'0'-7'250,"0"3"13,0 1-64,0 3-68,-7 3-45,7 4-37,0 4-20,0 12-10,0-2-6,0 12-3,0 0 0,0 3-1,7 5-3,0 0-2,-7 2 0,6-2-1,1 3-1,-1-4 1,0 0-2,2-3 1,-2-3 0,-6-3-2,6-1-1,1-4-3,-7 0-11,7-4-34,-7-5-46,0 2-73,-7-1-54,0-7-27,1 4-6</inkml:trace>
  <inkml:trace contextRef="#ctx0" brushRef="#br0" timeOffset="866216.5025">7063 16449 88,'13'-18'255,"-7"3"15,1 3 12,0 5-105,-1 0-59,0 4-40,8-5-23,-8 4-11,7 4-11,7 0-6,-8-3-11,8 3-5,0 3-5,5-3-3,2 0-3,-1 4-6,6 0-30,-6 0-45,7-1-54,-7 1-84,7-1-45,-1 4-19,-6-3 17</inkml:trace>
  <inkml:trace contextRef="#ctx0" brushRef="#br0" timeOffset="866519.3873">7929 16247 33,'-6'7'240,"-7"-3"21,0 7 18,0 1-84,-7 2-55,14 1-34,-8 4-20,8 6-12,0-4-11,-1 8-11,7 0-12,0-2-6,7 2-10,5 0-9,2-3-5,6-4-3,5 0-14,1-3-38,7-5-57,-1-6-63,1-1-89,0-7-43,0 0-16,-1-4 25</inkml:trace>
  <inkml:trace contextRef="#ctx0" brushRef="#br0" timeOffset="871043.2941">14810 12980 111,'0'0'198,"7"-4"6,-7 4-57,6-4-68,1 0-33,6 4-18,0-3-9,0 3-7,6 0-3,1 0-3,0 7-8,-1 1-38,1 2-84,0 1-43,-8 7-23,2-3-13</inkml:trace>
  <inkml:trace contextRef="#ctx0" brushRef="#br0" timeOffset="871238.1818">14869 13181 117,'-13'12'261,"0"-6"13,7-2 9,-8 6-122,1 2-67,7 2-36,-1 1-28,1 7-15,-1-3-9,1 6-6,0-2-23,6 2-46,0-4-62,0 2-75,0-9-38,6-3-18,0-7 8</inkml:trace>
  <inkml:trace contextRef="#ctx0" brushRef="#br0" timeOffset="871603.0626">15305 13046 86,'7'0'244,"-7"3"18,0 1 12,-7 3-107,1 0-59,0 4-37,-8 0-18,8 4-14,-14 3-11,7-3-9,1 3-6,-2 1-5,2 0-1,-2-5-4,1 1-1,7-5 0,-1 1 0,7-7 0,-7 0 0,14-1-1,-7-6 1,7-1-1,6-4 1,0-6-2,0-1 0,7-2 1,-1 0-1,1 0 0,-1 3-1,0-1 1,1 3 0,-7 5-3,7 4 1,-8-1 0,2 8 1,-1-1 2,6 4 5,-6 5 1,1 3 0,-2 2 0,2 2-1,-2-1-1,1-4-4,1 5 1,6-4-2,-8-1 1,8-3 1,-1-3-2,1-1 0,0-7-7,-8 0-25,8 0-41,-1-11-52,1 1-67,0-13-56,-1-2-24,1-5 10</inkml:trace>
  <inkml:trace contextRef="#ctx0" brushRef="#br0" timeOffset="871784.957">15859 12800 65,'0'-16'255,"-6"7"23,-1 5 27,1 11-83,-8 4-52,2 11-35,-1 3-18,-7 8-15,7 7-22,0 2-21,-7 1-13,8 4-17,-1 1-11,6-4-10,0-3-7,7-2-6,0-5-20,0-9-46,7-2-58,0-9-68,-1-7-88,1-7-42,5-4-7,-4-11 31</inkml:trace>
  <inkml:trace contextRef="#ctx0" brushRef="#br0" timeOffset="871957.859">15670 12932 94,'-6'-11'293,"0"3"31,-1 4 17,0-2-95,1 2-74,6 4-58,0 0-41,0 4-27,13-2-13,-6 2-8,5 0-4,8 4-3,6-1-5,1 1-5,5-2-6,1 3-37,5 1-82,1 1-121,1 0-66,-1 0-34,0-4-18,-7 1 27</inkml:trace>
  <inkml:trace contextRef="#ctx0" brushRef="#br0" timeOffset="872151.7476">16479 12818 316,'6'-3'378,"-6"-1"21,0 4 12,6 0-155,-6 0-92,8 0-76,-8 4-42,6-1-20,0 0-24,7 2-50,-6 2-69,6 0-82,-7 0-106,8 1-55,-8-1-19,-6 0 27,0-3 57</inkml:trace>
  <inkml:trace contextRef="#ctx0" brushRef="#br0" timeOffset="872425.6418">16381 12987 213,'-14'0'340,"2"3"33,-2-3 17,8 4-131,0-4-71,-1 0-65,7 3-50,0 1-32,13 0-15,1 0-9,-2 3-5,8-4-5,-1 8 0,7-3 0,-6 3-1,6 0-2,-7 4-1,1-4 0,0 4 0,-7-1-2,-1 1 0,-4 2 0,-2 2 0,0-4 1,0 3 0,-6-4 5,0 2 6,8-2 6,-8-3 9,0 1 14,0-6 22,0-2 19,0 3 24,0-7 17,0 4 3,6-8-9,0 1-19,1-5-23,6-3-39,0 1-80,-1-5-110,2 1-123,-8 2-145,7-2-81,1-1-30,-8 0 34,0 0 86</inkml:trace>
  <inkml:trace contextRef="#ctx0" brushRef="#br0" timeOffset="872616.5462">16889 12909 237,'7'4'375,"-7"0"26,0 0 14,0-4-104,6 4-120,0-1-86,1 1-49,6-4-26,0 4-15,7-4-15,-7 0-45,6 3-65,0-3-80,1 3-109,0-3-60,-7 4-26,0-4 23,-6 5 53</inkml:trace>
  <inkml:trace contextRef="#ctx0" brushRef="#br0" timeOffset="872801.4415">16993 13093 18,'-6'8'423,"-1"-1"76,1-7 43,-1 0 20,7 3-129,-6-3-163,12 0-106,-6 4-76,13-4-44,0 0-32,6 0-65,1 0-82,6-4-100,1 1-106,5-1-113,1-3-51,-1 3 20,-6 0 57,1 1 86</inkml:trace>
  <inkml:trace contextRef="#ctx0" brushRef="#br0" timeOffset="874896.3873">11272 13848 26,'-19'15'183,"5"-5"9,-5-3-24,0 1-65,6-4-31,-1 0-11,2 0-3,-2-4 2,2 0-1,5 0 6,0 0 3,1 0-4,-1 0-4,1 0-8,6 0-9,0 0-14,-6 0-10,6 0-8,6 0-5,-6 0-5,6 0-1,7 0 0,1 0 0,4-4 2,2 4 5,13-4 5,-1 0 8,1-4 2,13 1 3,-1 0-2,1-1-1,7 1-3,-8-4-6,7 4-3,-1-1-3,2 1 0,-1 4-3,1-4-2,-2 3-1,-5 4-1,-7-4 0,0 4 0,-6-4 0,-7 4 0,-7 4 3,1-4 5,-13 0 5,-1 0-2,-12 0 3,-8 4-2,-5-4-3,-7 4-4,-7-4-4,-13 3-1,1-3-2,-7 4 2,-1-4 1,-12 0 0,7 0 0,-7 3 5,6-3 11,0 0 6,-6 0 4,13 4 6,0-1 12,0-3 4,7 4-6,5 4-4,8-5-3,5-3-4,1 4-14,7 0-8,6-4-3,0 3-5,7-3-2,6 0 0,6 0 2,7 3 1,7-3-2,6-3 3,6 3-1,7-3 1,7-1-1,6 0 2,6-3-3,1-1 3,0 5 2,6-4-2,-7 3 0,1-3-1,0 3 1,-7 0-2,-7 4-3,2-3 0,-9-1 0,-11 4 2,-1 0-1,-6 0 3,-8 0-1,-5 0 1,-7 0 1,-7 0-2,1 0 1,-14 4-2,-6-1-2,0 5 0,-13-4-3,0 6 1,-7-3 0,-5 5 2,-2-5 0,1 3 2,-7 2 5,8 2 5,-8-2 5,13-2 6,1-3 2,-1 5 6,13-4-2,7-1-7,0-4-4,7 1-7,5-1-3,8 1-4,0-4-3,6 0-2,12 0 0,2-4 0,5 1 2,13-4 1,1 0 0,6-5 3,7-3-2,6 1 1,0-5 1,0 1 0,6 4 0,-5-5 2,-1 1-1,1 3-1,-14 5-2,-1-1-1,-5-1 1,-7 5-2,-13 0 1,0 2 2,-13 2-1,0 3-1,-13 0-1,-13 3-2,0 2 0,-14 2 0,2 4-1,-7 0 2,-8 1 0,1-2 2,-1 5 3,-4-4 2,4 3 3,1-3 1,7 0 4,-1 1 0,13-6-1,7 2-2,0-1-3,7-3-3,5 0-2,2 0-3,12 0-2,0-2 1,12 2 1,2-1-1,5-3-4,7 0-1,6 0-8,1-3-17,7-1-36,-2-2-57,1 2-68,7-4-71,-7 4-100,0 1-40,1 3 6,-8-4 46,1 4 60</inkml:trace>
  <inkml:trace contextRef="#ctx0" brushRef="#br0" timeOffset="883827.2776">19827 13162 97,'7'0'454,"0"0"67,-1-7 41,-6 3 42,0-2-153,0-2-139,0 4-102,0 1-103,-6 3-128,-1 0-152,0 0-137,-5 3-130,6 9-109,-8-2-18,1-3 60,6 5 92,-6-5 97</inkml:trace>
  <inkml:trace contextRef="#ctx0" brushRef="#br0" timeOffset="884202.8244">20095 12987 105,'6'0'210,"-6"0"22,6 0-46,-6-4-26,0 4-10,8 0 10,-2-3 10,-6 3 5,6-4-8,-6 0-14,7 0-24,-1 4-31,1-3-32,-7-1-27,13 0-20,-7 4-31,1-3-56,0 3-71,-1 0-86,0 0-105,1 3-52,0 1-9,-7 0 36,0-1 59</inkml:trace>
  <inkml:trace contextRef="#ctx0" brushRef="#br0" timeOffset="884582.6088">20434 13500 17,'-7'0'290,"-5"-4"12,-2 8-19,1-4-79,-6 8-236,-1-2-143,7 2-75,-7-1-32,1 3 11</inkml:trace>
  <inkml:trace contextRef="#ctx0" brushRef="#br0" timeOffset="896237.6157">17742 13643 114,'0'-4'158,"-6"0"-50,-1 0-29,1 2-10,0-3-4,-1 2-5,-6-6 3,7 6 9,-8 0 4,8-1 0,-7 0 2,6 1-3,1-1-6,-1 4-13,1-4-14,0 4-9,6 0-13,0 0-9,6 0-6,7 0-4,0-4-1,6 4-3,7-3 3,7-1 3,7-3 4,-2 0 3,15-4 3,-2-3 7,8 2-2,6-3-2,1 1-1,5-1-1,1 0-2,0 4-4,6 4-1,0-4-2,0 7-3,0 1-2,0-1 0,-6 4-4,6 4 1,-6-4 3,6 0 1,-6 0 3,-1 3 0,1-3 1,0 0 2,-1 0-3,2 0-1,-2 4-1,-6-4-1,0 4 1,-6 0 0,-1-4-1,-5 3 1,-2-3 0,2 0 0,-7 0-2,-7 0 0,-1 0 0,-5-3-3,-7 3-11,0 0-7,-13 0-5,1 3-12,-2-3-21,-12 0-27,0 4-32,-6 3-40,-7 0-61,0 4-26,-6 1 1,-7-1 20</inkml:trace>
  <inkml:trace contextRef="#ctx0" brushRef="#br0" timeOffset="912475.9923">17495 12873 137,'-13'-11'216,"-7"0"20,1 4-62,-1-1-37,0 2-19,-6 2-13,1 4-12,-1 0-12,0 7-9,-7 0-9,1 4-3,5 4 2,-5-5-6,6 5-7,6-3-5,1-2-9,12-2-9,0 3-12,14-4-7,0 0-1,5 1-2,8-1-1,-1 0-2,7 1-1,-6-1 0,7 0 0,-1 4-2,-1-3 1,-5 2 4,0 5-1,-1-3 1,-6 5 0,-6 2 1,-7 3-3,0 0-3,0-1 2,-7 2 0,-6 3 0,0-4 1,0-4 1,0 0 2,0 0-1,6-3 0,-6-5-3,7-2-10,0-4-39,6-4-51,0-7-59,6 0-76,7-12-65,-7-3-25,8-7 19,-2-3 41</inkml:trace>
  <inkml:trace contextRef="#ctx0" brushRef="#br0" timeOffset="912660.8882">17606 12752 7,'12'-14'233,"-4"-1"25,-2 1 13,0 5-83,1 3-60,-7-2-44,6 5-33,7-1-25,-6 0-10,6 4-8,0 4-9,0 0-27,6 3-50,1 3-92,-1-1-55,-5 1-30,-2-3-9,2 5 17</inkml:trace>
  <inkml:trace contextRef="#ctx0" brushRef="#br0" timeOffset="912844.7803">17691 12847 51,'-7'4'257,"0"-4"23,7 4 16,-6 0-92,-1-1-65,7 1-47,0 3-35,0 4-25,0 1-12,0 1-10,0 3-3,-6 1 0,6 6-1,0-1-1,0 3-5,0 1-7,0-1-35,0 1-57,0-4-93,6-3-59,-6-2-28,7-9-10,-1-4 26</inkml:trace>
  <inkml:trace contextRef="#ctx0" brushRef="#br0" timeOffset="913353.9056">18003 12840 61,'14'-4'233,"-2"4"13,-5 0 12,-1 4-99,8 3-60,-8 1-34,0 3-17,-6 3-7,6 2-11,-6 5-8,-6 1-6,0 0-3,0 4-3,-8-1-6,1 1-1,1-1-2,-8-2 2,0-1 0,7-4-2,-7-4 3,8-3 1,-2-3 0,2-5 2,-2 1 0,8-4 1,-1 0 0,7-4-3,-6 1-1,6-1-2,6-4-1,-6 6 0,7-3-2,6 2 1,-6-1-1,13 1 1,-8 3 0,8 0 1,5 0 0,-5-4 3,13 4-1,-7-4-1,6 0 1,1 1-3,-7-1 0,7-3-1,-1 4 1,-6-5 2,-6-3-3,6 4 1,-7-5-2,1-2-9,-7-1-10,-7 0-7,1 1-6,-7-1 0,-7 1 3,1-1 8,-1 5 10,-5 1 9,-8 3 10,7 2 9,-7 4 10,7 0 6,-6 7 6,5 0 2,2 4 3,-1 0 1,6 4 3,1 3 5,6 0 5,0 4-1,6 0-5,1 4-6,6 0-8,7-4-11,-1 0-10,7 0-3,0-7-6,6-1-4,1 1-28,0-8-46,-1 0-65,8-7-75,-8 0-76,1-3-40,-1-8 3,-5-1 35</inkml:trace>
  <inkml:trace contextRef="#ctx0" brushRef="#br0" timeOffset="913648.5944">18713 12954 217,'-13'3'246,"1"1"21,-2 3-81,2 8-42,-2-4-28,1 7-20,0 0-16,6 5-11,-5-1-9,6-4-6,-2 4-9,8 0-11,0-4-5,8-3-7,-2-4-6,6-4-3,8-2-2,0-10-1,-1-2-5,1-8-3,6-4 2,-13 2-1,7-5 0,-8 0-1,-5-1 0,-7 6 2,0-3-1,-7 6-2,-5 3 1,-2 4 1,-5 3-2,6 8-1,-14 3 0,9 8 0,-2 3 0,0 1-3,7 3-19,1 0-44,12-4-56,0-3-73,6-5-80,6-3-40,2-7-2,5-7 32</inkml:trace>
  <inkml:trace contextRef="#ctx0" brushRef="#br0" timeOffset="913887.0767">19098 12661 146,'-13'-7'293,"0"7"29,0 0 30,-7 7-100,1 3-43,-1 9-19,0 6 14,1 8 16,-7 3 29,6 6 24,8 5 4,-8 5-23,7 3-37,6-1-41,1 5-54,-1-1-48,7-2-33,7-5-23,-1-4-16,1-2-20,-1-8-64,1-6-88,-1-1-98,-6-1-99,0-6-100,0-5-102,-6-7-1,-1-3 53,-6-8 81,0-4 91</inkml:trace>
  <inkml:trace contextRef="#ctx0" brushRef="#br0" timeOffset="914093.2297">18727 12917 72,'19'-26'244,"0"1"19,-5 3 11,5 4-104,7 3-60,-6 4-39,6 0-22,-7 4-19,7 3-11,7 4-9,-7 0-10,7 4-29,-7 3-44,6 0-60,7-3-76,-6 3-38,-1-3-17,8-4 15</inkml:trace>
  <inkml:trace contextRef="#ctx0" brushRef="#br0" timeOffset="914291.1044">19456 12565 203,'-20'4'278,"-6"7"25,7 0-3,-7 7-83,0 7-53,0 5-32,-1 6-21,1 2-24,7 6-33,-1 0-19,2-1-13,10 1-9,2 0-7,6 0-8,6-4-22,8-3-49,-2-7-59,15-5-78,-1-7-85,6-7-42,1-7-4,-1-4 35</inkml:trace>
  <inkml:trace contextRef="#ctx0" brushRef="#br0" timeOffset="914670.6444">19769 12752 83,'-13'-6'255,"-7"-2"30,1 4 26,-7 4-90,0 4-44,6-1-25,-6 4-12,0 4-6,0 5-4,7-2-1,-8 4-4,7 1-7,8 2-19,-1-2-19,0-1-19,6 1-22,14-1-13,-1-7-7,1 3-6,12-6 0,1-1-3,6-7-5,0-4 0,0 1-4,7-9 0,-8 2-5,2-1-7,-1-5-16,0-1-15,-6 2-17,-8-3-11,1 3-3,1 1 4,-2-1 15,-4 4 14,-8 0 14,6 4 15,-6 3 7,0 1 5,0 3 3,-6 0 0,6 3 3,-8 3-2,8 2 2,0 4 0,0-1 1,0 4 3,8-1-3,-2-3 0,0 3-3,7-3-2,0 0-1,0 1-2,1-2 3,-2-2-2,8-1-6,-7-3-34,0 3-46,0-4-54,0 1-63,0-4-67,-7 5-77,1-5-9,-7-5 24,0 1 40</inkml:trace>
  <inkml:trace contextRef="#ctx0" brushRef="#br0" timeOffset="924839.273">20760 13030 11,'18'-11'189,"-4"4"18,-1 0-20,-6-1-53,-1 8-34,1-3-20,-1 3-15,0 3-15,2 1-16,-2 4-9,0-1-7,0 1-8,2 2-23,-2-3-34,7 5-58,-7-2-74,8-1-38,-8 1-19,-6-3 6</inkml:trace>
  <inkml:trace contextRef="#ctx0" brushRef="#br0" timeOffset="925689.6177">21587 13196 85,'0'-3'255,"0"3"18,-6 0 8,6 3-90,-7 4-58,0 0-29,1 5-8,-1 2-3,1 1-6,0 2-7,-2 2-10,8 3-15,-6-3-21,6-1-13,0 0-10,6 0-12,-6-3-33,8 4-43,4-9-49,1 5-48,1-4-62,-2-1-65,2-1-7,-2-6 24,2 0 35</inkml:trace>
  <inkml:trace contextRef="#ctx0" brushRef="#br0" timeOffset="925929.4685">21880 13283 78,'-6'-3'266,"6"3"27,-7 3 19,1 1-89,-7 0-61,7 2-47,-2 6-31,2-1-21,0 0-20,-1 1-16,7 2-13,0-3-5,0-4-4,7 5-2,-1-6 1,0-2 0,2 0 1,4-4-4,-5-4-17,6 0-23,0 0-32,-1-3-38,2 0-47,-8 0-66,8-1-48,-8-2-10,-6 3 12,0-2 27</inkml:trace>
  <inkml:trace contextRef="#ctx0" brushRef="#br0" timeOffset="926411.6321">21887 13041 270,'0'-7'339,"0"-1"51,-7 6 6,7-3-82,0 2-65,0 3-54,0-4-42,0 4-49,0 0-43,0 0-28,7 0-17,-1 0-8,0 4-13,8-4-41,-1 3-51,-6 4-68,5 1-76,1 7-107,-6-1-60,0 1 2,-1 4 31,-6-1 55</inkml:trace>
  <inkml:trace contextRef="#ctx0" brushRef="#br0" timeOffset="927388.8911">22252 13239 125,'-13'-17'281,"-1"-2"63,2 0 19,-2 9 7,8-2 5,0 1-14,-1 5-39,0 1-52,1 2-59,6-1-70,6 1-59,1 3-37,6 0-20,0 0-14,13 3-66,-6 1-88,12-1-97,-6 2-99,7 1-115,-7-2-80,0-4 16,7 0 61,-14-4 83</inkml:trace>
  <inkml:trace contextRef="#ctx0" brushRef="#br0" timeOffset="928682.6561">17794 13537 76,'-32'2'140,"-1"-2"-50,7 5-24,-6-5-10,6 0-3,-7 3-2,7-3 10,0 0 8,0 0 4,0 0 4,6 0 0,0 0 2,8-3-7,-1-2-11,0 5-5,0-2-6,7-2-5,-2 4-8,2-4-6,0 4-5,6-4-5,0 1-1,6-1 0,-6-4 2,14 1 5,-2-5 2,1 2 7,7 0 4,6-6 9,0 2 3,0-1 4,13 5 1,0-2-2,0 1-2,7 0-9,6 1-4,7 2-5,0-3-4,6 4-5,0 0-5,0-4-5,6-1-2,1 5-4,0-5-2,-1 2 1,1 3-2,0-1-1,0 2-5,-1-2 1,1 4-2,0-3 0,-7 3-2,0-3 2,-6 0 0,-7 3-1,0-8 2,-13 9-1,0-4 2,-6 0 1,-7 4 0,-7-2 3,1 1 12,-8 1 25,2-2 15,-8 5 8,-6-2 4,0-2 2,0 4-12,0-4-26,-6 4-16,0 0-10,-2 0-3,-4 4-5,5-4-2,-6 6-3,0-1-1,1 2 5,-2 1-4,1-1 2,-7 0 1,14 5 2,-14-5-1,8 3-1,-2-2 0,1 3-5,-6-1-1,6 2-4,-7-1-1,1 0-4,-1-1-1,0-2 3,1 3 2,-7-3 1,0-1 4,0 0 1,0-3 2,-1-1-7,1 5-19,-6-8-18,6 4-23,0-1-28,-6 1-22,6-1-12,-1-3 4,1 5 6,0-3 13,7 2 24,-1 0 19,0-4 14,1 4 5,6-1-3,6 1-14,1-4-13,0 4-10,6-4-10,0 4-10,6-2-7,0 3-16,1-2-29,6 1-10,0-1 1</inkml:trace>
  <inkml:trace contextRef="#ctx0" brushRef="#br0" timeOffset="970424.3965">8848 16349 137,'-7'5'157,"1"-1"-55,0 3-25,0-4-19,-8 4-5,8-3 4,-7 0 2,6 3-1,0-3 5,-5-4 4,5 3-7,0-3-5,-5 5-1,5-5-3,-6-5-11,6 5-8,1 0-5,-8 0-3,8 0-5,-6 0 3,4 0 4,-4 5 3,-1-3 2,-1 2 4,2 4 0,-2 3-2,2 0-4,-2 3-1,8 1 0,-7 4-4,7-1-4,-1 3-3,7 2-4,-7-2-2,14 5-4,-7-4-4,0-3-1,7-1-3,5 1-3,-5-5 2,6 1-1,0-8 1,1 3-1,4-6 1,-4 0 3,5-4-1,1-4 0,0-3-1,-1 0-1,1-8-3,-1 1-6,0-8-7,-5 0-4,-1-1-7,-1 1-5,2 0 0,-8 1 4,0 2 2,-6 1 8,7 7 12,-7 4 7,0 0 3,0 2 4,0 5 4,0 5 1,0-2 4,0 8 9,7 0 8,-7 3 7,6 5 2,1-4-2,-1 7-5,8-4-10,-2 0-8,2-3-7,5 3-7,1-7-21,-1 1-29,0-2-34,8-6-43,-1-4-58,0 0-79,0-4-23,-7-4 5,7-2 21</inkml:trace>
  <inkml:trace contextRef="#ctx0" brushRef="#br0" timeOffset="971885.5005">9389 16166 33,'-7'-4'219,"7"2"12,0 2 9,-6-5-103,6 5-57,0 0-32,0 0-20,0-3-12,0 3-8,0 0-6,0 0-2,0 0 0,6 0 0,-6-4 0,7 4 0,6 0 0,-6 0 1,5 0 1,2 0-2,5 0-8,-6 0-18,7 0-23,-7 4-36,7-4-59,-8 3-47,1-3-19,-6 5 5</inkml:trace>
  <inkml:trace contextRef="#ctx0" brushRef="#br0" timeOffset="972120.8895">9435 16166 8,'-6'8'203,"-14"-1"9,13 3 7,-6 2-98,0 7-55,0-1-29,6 0-12,-5 7 0,5 4 2,0-2 6,7 6 2,-6-1 3,6 2-1,6-5-6,1 4-8,0-4-10,5-4-4,2 2-3,5-6-4,-6-2 2,6-4-2,7-5-1,-6-2 0,7-4-2,-1-4-21,6-4-40,-6 0-56,7-7-71,-8 4-37,1-4-19,1 0 12</inkml:trace>
  <inkml:trace contextRef="#ctx0" brushRef="#br0" timeOffset="972547.9771">9871 16199 213,'0'0'271,"-6"0"18,6 0-56,0 0-77,0 0-48,0 0-46,6 4-29,-6-4-18,6 0-9,8 0-4,-8 0-8,7 5-11,7-5-26,-7 3-42,6 0-63,-5-3-73,5 8-35,-13-5-9,8 5 16</inkml:trace>
  <inkml:trace contextRef="#ctx0" brushRef="#br0" timeOffset="972877.1087">9885 16481 177,'-14'8'296,"1"-4"19,7-1 9,-1-3-124,1 4-72,-1-4-53,1 0-31,6 0-20,0 0-14,6 0-7,1 0-2,-1 0 2,7 4 0,0-4-2,7 4 1,-7-1 1,6 1-1,-6 4 2,7-2-2,-7 5 0,0 3 0,-7 1-3,1 4 0,-1 0 0,-6-2 1,0 3 6,0-3 8,0-3 13,0-2 3,0-1 2,0-4-2,0 0-3,0-3-11,0-1-5,7-3-5,0 0 1,-1-7-1,8 0 0,-2-4 1,1-3-2,7-1-5,-8 0-27,8-3-43,0 3-51,-1 5-53,-5-2-75,6 5-58,-8 0-7,8 3 23,-7 0 42</inkml:trace>
  <inkml:trace contextRef="#ctx0" brushRef="#br0" timeOffset="973757.4738">10399 16508 104,'-7'0'166,"7"0"-30,-6 0-26,6 0-15,-6 0 0,6 0 4,-7 0-1,0 0-1,7 0-5,-6 3 1,6-3-4,-7 0-6,7 0-5,-6 0 1,6 0-4,0 0-5,0 0-6,0 0-8,-6 0-9,6 0-12,0 0-9,0 0-8,0 0-7,0 0-2,0 0-2,0 0-2,0 0-2,0 0-3,0 0 1,0-3 0,0 3 0,0 0-1,6 0 1,-6 0 0,6-4 0,1 4-1,-1-4 1,8 0 2,-2 1 0,2-4-2,-2 2 1,8 3-8,-1-3-28,-5-2-35,6 3-49,-1 1-56,0-1-69,8 0-66,-8-3-12,0 0 15,1 0 35</inkml:trace>
  <inkml:trace contextRef="#ctx0" brushRef="#br0" timeOffset="974102.1926">10718 16262 100,'0'-4'226,"0"4"24,0-4-31,0 1-43,0 3-27,0 0-20,0 0-18,0-4-15,0 4-18,0 4-13,7-1-6,-7 5-6,7 3-2,-1 3-7,-6 9-5,6 2-6,1 1-12,-1 7-11,-6 0-6,7 3-19,-7 1-31,7 0-48,-7-1-55,6-2-59,0-2-86,-6-2-28,7-9 5,-7 1 32</inkml:trace>
  <inkml:trace contextRef="#ctx0" brushRef="#br0" timeOffset="975155.2747">11005 16133 142,'0'0'242,"-7"0"26,7 0-38,0 0-47,-6 0-30,6 0-26,-6 0-22,6 0-24,0 0-22,0 0-19,-7 0-17,14 0-10,-7 0-8,0 0-3,6 0-2,0 0 0,-6-3-2,14 3 1,-8 0 1,7 0 0,0 0 1,0 0-1,0 0 2,0 0-2,1 3 1,-2-3 0,8 0 0,-7 4 1,-1-4-1,2 4 0,-1-4-1,0 0 0,0 0 0,0 0 0,-6 0 0,5 0 0,-5 4-1,0-4 2,-1 0-1,1 3 0,-1 1 0,1-1 1,-1 4 2,1 5 0,-1-1 9,0 7 12,2 1 10,4 3 11,-5 3 15,6 1 12,-7-1 7,1 4 1,-1-3 7,1 1 8,0-2 14,-1-3 18,-6-1 14,6-2 16,-6 0 14,0-4 13,0-1-8,-6-3-17,0 0-24,-1-4-28,-6 4-26,-7-4-30,1-3-19,-7 3-18,0-3-7,-7-1-3,1 2-8,-1-2-23,1 0-42,-1 1-58,0 0-66,1-1-69,-1 2-66,7-2-42,6-3-34,-6 4-19,14-1-18,-2-6 26,8 3 49,-1-7 51</inkml:trace>
  <inkml:trace contextRef="#ctx0" brushRef="#br0" timeOffset="975393.1395">11677 16460 308,'18'3'371,"-4"1"19,-8-1 10,-6 1-144,0 1-112,0 2-72,-6-7-52,0 3-42,-2 4-57,2-3-73,0 0-87,-8 0-76,8-4-30,0 0 3,-7 0 34</inkml:trace>
  <inkml:trace contextRef="#ctx0" brushRef="#br0" timeOffset="976359.7006">9865 17126 135,'-7'-3'201,"1"0"14,6-2-67,-7 5-50,1-4-27,-1 1-13,1 3-3,6-4-2,-7 4-4,0 0-3,7-3-3,-6 3-4,0 0-6,6 0-10,0-4-8,-7 4-3,7 0-4,0 0-5,-7 0 1,7 0-2,0 0-1,0 0 0,0 0-2,0 0 1,0 0-1,0 0-1,0 0 1,0 0-1,0 0 0,0 0 0,0 0 2,0-3 0,7 3 0,0 0 1,-1-4 1,0 0 0,8-3 1,5 2 2,-6-2-1,6 1 1,8-6 1,-1 5 4,6-4 2,1 0 5,-1 0 5,8-4 1,-1 5 2,6-5 0,7 0-5,1 5-4,-1-5-4,0 1-5,6-2-5,-5 5-2,5 1 0,-5-2 0,-2 1-1,2 0 2,-1 4 0,-7 0 0,8-4 1,-8 7 0,1-7 0,-1 7 0,-5-2 0,-1-2-1,-1 1 0,-5-1-1,-1 0-8,-5 2-24,-1 2-35,-6-4-42,-1 5-55,1-1-76,-7 0-33,-7 1 2,-6 3 21</inkml:trace>
  <inkml:trace contextRef="#ctx0" brushRef="#br0" timeOffset="977361.6871">16452 13646 116,'-20'-7'259,"2"3"24,-2-2 18,0 1-98,1-2-58,-1 7-14,0-5 8,7 5 1,1 0 1,5-3-11,0 3-10,1 0-23,0 0-33,6 3-25,-7-3-20,14 5-10,-7-5-6,6 4-2,-6 4 3,13-6 3,0 6 1,6-4 5,1 3 2,6 1 9,0-6 13,1 6 14,11-8 16,-5 4 10,6-4 8,1 0 5,-2-4 5,7 4 2,2-3-5,-2-2 0,-6 3-3,7-2-3,-8 4-13,8-4-13,-7 4-11,1 0-11,-1-4-13,-7 4-9,1 0-5,-1-3-5,-5 3 0,-7 0-1,-2-4 3,-4 4 2,-1 0 2,-7-4 1,-6 4-1,0-4-1,-6 4-4,-7-2-4,-1-6-3,-4 4-8,-2-1 2,-7-1-4,1 2 3,0 0-1,1 1 2,-1 3 10,-1 0 24,8 0 25,0 0 21,5 0 11,1 3 4,6-3-2,1 4-22,6 0-23,0 2-20,6 3-8,8-6-7,-8 4-3,14 1-4,-7-1 0,6-3-2,0 4 0,8-8-7,-8 0-40,8 2-78,-8-2-98,0 0-108,1 0-107,-1 0-90,-5 5-75,-2-2 18,2-3 67,-8 0 92,-6 0 94</inkml:trace>
  <inkml:trace contextRef="#ctx0" brushRef="#br0" timeOffset="982142.5686">24343 1952 273,'0'-3'354,"0"3"27,-6 0-3,0 0-122,-8 3-86,2 1-84,-2-1-97,1 5-112,-7-1-136,2 1-72,-2-2-38,-7 3-3,7-6 41</inkml:trace>
  <inkml:trace contextRef="#ctx0" brushRef="#br0" timeOffset="983399.5496">24435 1552 177,'-7'0'198,"1"0"3,-1-2-95,0 2-58,-5 0-45,4 2-38,-4-2-39,-1 5-60,0 2-34,-6-4-10</inkml:trace>
  <inkml:trace contextRef="#ctx0" brushRef="#br0" timeOffset="984989.6542">17123 13844 78,'-45'4'233,"6"-4"9,-7-4 5,8-3-114,-2-1-53,7 1-21,1 0-5,-1 0 6,13-1 7,-6 4 7,7-3 1,6 7-3,0-4-9,0 0-13,6 4-13,1-2-9,0 2-11,6 0-8,0 0-5,6 2-1,7 2 0,0 0 1,7 0 2,5 3 1,1 1 0,14-1 2,-1 3-1,13-2 1,7 3-2,0-4-2,6 5-1,6-6 0,8 2 2,-2-1 3,15-3 3,-1 0 1,6 0 2,8-8-2,-1 4-2,1-4 3,5 0-1,1 0 0,0 1 1,-1-1-1,1 4-3,-7 4-5,1-4-2,-1 3 0,-7 5-3,-5 4 0,-1-3 4,-6 7-1,-7-5-3,0 3-26,-6-3-40,-7 0-52,-6 1-58,-7-6-79,-6-6-63,-14 0-11,1-6 23,-14-6 40</inkml:trace>
  <inkml:trace contextRef="#ctx0" brushRef="#br0" timeOffset="985587.6101">17117 11887 105,'-6'-3'205,"-8"-5"24,8 4-55,-7 1-54,0 3-25,0-3-22,0 6-14,0 0-22,-1 1-7,2 4-3,5 3 1,-6 0-2,7 4-4,-1-1 0,7 5-4,0-5-3,0 5-5,7-5-3,-1 4 0,7-3 0,0 4-3,-7-4 0,8 2-1,-1-2 0,0-1-1,-7 1 0,1-1-1,-1-2-1,-6 3 1,0 0 0,-6-2-8,-7 7-30,0-3-45,-6 2-69,-1-4-68,-6-4-36,7-4-13,-8-7 20</inkml:trace>
  <inkml:trace contextRef="#ctx0" brushRef="#br0" timeOffset="985804.4868">17039 11918 170,'13'-15'215,"-7"3"14,1 1-87,-1 3-44,1 2-28,0 2-14,-1 0-12,0 4-9,8 0-5,5 4-5,-6 3-3,14-4-9,-9 5-6,9 3-3,-1-4-4,0 4-15,0 1-38,7-1-52,-7 0-75,-1 0-40,-5-1-21,0-2 3</inkml:trace>
  <inkml:trace contextRef="#ctx0" brushRef="#br0" timeOffset="986229.8849">17208 11672 112,'-26'0'251,"-13"0"11,7 0 13,-8 7-118,1 4-62,0 4-31,-7 6-16,7 1-3,1 8-3,-2 3 7,1 3 10,7 4 8,-1 5 6,1 2-2,5 1-5,7-4-10,8-1-13,6 3-11,6-8-9,6-1-5,6-3 0,8-2 1,7-6 1,5-5 1,7-1 0,7-9 2,-1-5-3,14-6-3,0-2-5,-1-6-5,1-3-1,0-5-4,-1-1-1,1-4 0,-7-2 0,-6-2 3,-8-4 0,2-1-2,-7-3-1,-7-4-5,-13 1-21,-1-1-17,-12-4-8,-12 5-5,-8-4 0,-7 3 2,-5 3 18,-7 5 14,-6 4 8,-7 4 5,-7 6 4,-6 7 4,6 8 5,-6 8 2,6 7 1,1 2-1,5 5 1,1 4-5,13 3 0,7 4-2,12-3-3,7 3-24,7-1-54,18-3-68,2 1-105,11-4-55,9-1-27,4-6 10,8-1 43</inkml:trace>
  <inkml:trace contextRef="#ctx0" brushRef="#br0" timeOffset="989093.5529">23705 2927 67,'-7'0'132,"0"-4"-47,1 4-37,0-4-17,-1 1-12,1-1-3,-1 4-3,0-3 2,1 3-2,0-4 1,-1 4 5,7 0 5,-13-5 3,7 5-1,-1-2 2,0-2 3,1 4 1,-1-4 7,1 4 3,0 0 2,-2-3 0,8 3-5,-6 0-6,0 0-14,6 0-9,-6 0-5,-1 0-3,0 3-1,1 1 1,-7 2-1,-1 3 1,-4-2-1,4 4-1,1 0 2,0-3-1,0-2 1,0 2 0,6-1 3,1-3 3,0 0 0,-1-2 0,0-2-1,7 5 1,0-2-2,0-3-3,7 0-2,0 4 1,-1-4 2,7 0-1,6 3-2,8-3 3,-7 4 0,12 0-1,-6-4 0,7 4-1,-1-1 2,1 2-2,-1-5 0,1 3 1,6 1-2,-1-2 4,2 2-2,-1-4-1,0 0 1,1 0 2,-2 0-2,-5 0-2,-1 0-1,1 0 0,-1 0 0,-5 0-2,-7 0 2,-2 0-1,-4 0 1,-1 0 2,-7 0 3,1 0 1,-7 0 3,-7 0 0,1 0 3,-7 0-4,-7 5 1,-6-5-2,0 0-2,-13 3-5,0-3 1,-7 4-1,1-4-2,-7 3 1,-1 1 0,2-4 4,-8 4 1,0 0 1,7 3 3,-7-4 1,7 2-1,7 1 0,-1-2 0,0 3 2,14-3 7,6 0 12,0-4 8,7 4 3,11-4 1,2 0 0,6-4-11,14-4-11,5 1-9,7-3-6,6-2 0,7-3 0,1-4 2,11 5 0,-5-4 0,7 4 2,5 2-1,-6-3-1,0 8-1,1-3-1,-2 6 0,-5 0-2,7 4 1,-15 4 1,1-4-4,0 7 1,-5-3 0,-9 4 2,1-2-3,-6-2-1,-8 0 1,2-1 3,-8 1-2,1 0-1,-14-4 4,1 4 0,-8-4 1,-4 2-3,-9-2 1,-11 5 0,-2-5-3,-5 3 0,-1-3 1,-6 0-2,6 0-2,-6 4 2,7-4 0,6-4 4,-1 4 1,1 0 8,7-3 8,5 3 6,1-5 5,7 5 4,-1-2 6,0 2 3,2-4 13,4 4 14,1-4 15,7 4 6,-8 0 0,8-4-6,0 4-17,-1 0-20,7-3-18,0 3-14,0 0-10,7 0-4,-1 0-1,14 0-2,-1-4 1,13 0 1,8 0 4,12-3-3,0 0 1,13 0 1,0-4-4,14 0-1,-8 4-3,1-1 2,-7 5-6,0-1-37,-6 4-49,-6 7-65,-8 1-73,-13 10-113,1 0-57,-13 4 2,-8 4 36,-6-4 52</inkml:trace>
  <inkml:trace contextRef="#ctx0" brushRef="#br0" timeOffset="993960.7439">12113 16145 180,'0'-4'217,"0"0"17,0 0-75,0 4-32,0-3-9,0 3 0,0 0 6,0 0 2,-7 3-3,7 1-11,-13 0-13,6 0-12,-5 3-16,6-4-10,-8 4-5,1 1-3,0 3-6,0-1-9,0 2-5,-6 3-11,-1 0-11,7 3-6,-7-3-1,0 0-2,-5-1 1,5 1 0,-6-1 2,6-3 4,1 0 23,-1-3 24,8-1 22,-2-3 8,2-1 8,5 1 1,0-4-22,7 3-26,-6-3-20,6 0-11,-7 0-8,7 0-7,0 4-2,0-4-1,0 0-2,7 0 3,-1 0-2,1 0 1,0 0 0,11 0 1,-4 0 1,6 0-1,5 0 0,1 4 0,7-4 1,-1 0 0,8 4 0,-1-4-43,6 0-61,1 3-69,-7 1-90,7 4-90,-7-6-91,0 6-5,-7-1 35,1 1 58</inkml:trace>
  <inkml:trace contextRef="#ctx0" brushRef="#br0" timeOffset="997274.1965">12875 16119 72,'0'-3'243,"-6"3"17,-1-4 17,0 0-99,7 0-48,-6 4-26,6-3-12,-7 3-2,7 0 1,0-4 3,-6 4 4,6 4 3,0-4 3,-6 0-6,6 3-11,-7 1-16,7 4-17,-13 6-18,7 4-16,-1 8-9,-6 3-5,0 5-5,0 2-1,0 1 2,-1-4-2,8-4 0,-7 1-1,7-5 0,-1-7 0,1 0 2,-1-2 1,7-6 0,-6-3-3,6 1-3,0-8-3,6 0-5,-6-8-3,7-7-4,-1-3-1,7-4 2,0-7 0,1 0 1,-2 0 3,1-1 5,7 1 2,-7 3 1,6 8 1,-5 0 0,5 3 1,1 5 0,0 5 1,-2 10 2,2 1 2,-1 5 4,1 4 0,0 7 3,-1-1 0,1 6-1,0 2-2,-8 0-2,2-3-1,5-1-2,-5 1 1,-2-4-1,-6 0-1,8-3-33,-1-4-45,0-1-56,-6-3-52,5 0-53,-6-8-60,2 1-31,-2-8 13,0-4 35,1-6 44</inkml:trace>
  <inkml:trace contextRef="#ctx0" brushRef="#br0" timeOffset="997503.0724">13461 16027 142,'20'0'201,"-6"4"12,4 3-76,-4 4-39,5 8-22,1 3-10,0 4-11,-8 6-9,8 5-13,-13 3-9,5 4-9,-12 4-6,-6 0-6,0-1-3,-8 8-16,1-4-48,-6 0-82,0 1-54,-8-4-27,1-5-14</inkml:trace>
  <inkml:trace contextRef="#ctx0" brushRef="#br0" timeOffset="997715.3162">13970 16569 62,'26'-10'384,"-6"-1"38,-8 3 22,-5 1 11,-7 3-185,0 0-120,-7 4-81,1 0-60,0 4-55,-8 0-56,-5 3-54,6 1-54,0 3-53,-7-1-68,7-2-14,-6 3 21,-1-4 36</inkml:trace>
  <inkml:trace contextRef="#ctx0" brushRef="#br0" timeOffset="1.00945E6">14979 16145 119,'0'0'166,"-6"-4"-34,6 4-40,-6 0-22,6 0-14,-7-4-8,7 4-5,-6 4-6,-1-4-9,7 0-3,-7 0-8,7 0-8,0 0-9,0 4-11,0-4-10,0 0-9,0 3-12,0 1-12,7-4-16,-7 3-23,7 2-42,-7-3-20,6 2-3</inkml:trace>
  <inkml:trace contextRef="#ctx0" brushRef="#br0" timeOffset="1.01295E6">15006 16170 1,'0'-8'191,"0"-2"18,0 6-2,-7-3-58,7 3-19,0 0-12,-6 1-11,6 3-14,-6 0-15,6 0-18,0 0-23,-8 3-12,8 1-9,0 0-6,-6 3-4,6 7-2,0 1 0,-6 4 0,6 3 3,-7 0 2,1 4 3,6-1 0,-7 1-2,7-4-2,0 0-1,0 0-3,0-3-3,0-5 0,0 1-1,0-5 1,7-2 1,-7-1 1,6-3-2,1-1 0,-1-6 2,0-1-1,2-3-1,4-4-2,-5-4 1,0 0 0,5-3 0,-5-4-1,6 3 2,-6-1-1,-1-3 0,7 4 0,-6 5-1,-1-1 0,0 4-3,1 4 1,0 0-1,-1-1 2,1 5-1,-7-1 2,12 4 0,-4 0 2,-2 4 1,0-4 1,0 6 1,1-1-1,0-1-2,-1-1 1,1 1-2,-7-1 0,6 1 0,-6-4 1,7 3 0,0-3 0,-7 0 1,6 0 3,0-3 0,0 3 1,2-4 1,-8 1 2,12-1-1,-5-3-1,-1-1-2,1 1-2,6 0-1,-7-1 0,1 1-2,0-1 0,5 1 0,-5 0 0,6-1 0,0 2-2,0 1 0,0 5 2,7-3-1,-7 6 2,0 2 2,6-3 1,-5 6 3,5 3 3,-6-1 2,0 2 1,7 3-2,-8 0 0,2-1-2,-1 1-3,0-4-1,0 3-4,-1-3 1,2 1-2,-8-2 0,8-1-7,-2-3-19,-5-2-27,6 3-37,-6-4-41,5 2-47,-5-5-45,0 0-39,-1 0-4,7-5 21</inkml:trace>
  <inkml:trace contextRef="#ctx0" brushRef="#br0" timeOffset="1.01331E6">15781 15983 106,'0'-3'232,"-6"3"18,6-4-43,-7 4-61,7 0-44,0 0-38,0 0-27,0 4-17,0-4-11,7 3-3,-1 1-2,7 0-2,1 0 0,-2-1 0,8 1 0,-1-1 1,1 1-3,6 3-15,-6-3-33,-7 0-47,6-1-80,-6 1-47,1-1-23,-8 1 4</inkml:trace>
  <inkml:trace contextRef="#ctx0" brushRef="#br0" timeOffset="1.01355E6">15781 16053 124,'-13'3'205,"0"-3"18,7 0-67,-8 5-38,8-2-30,0 5-20,-7-2-11,6 9-11,0 4-9,1 6 3,6 4 4,0 1 10,-6 7 5,12-1 3,-6 1-1,6 3-6,1-3-8,0-1-14,6 1-7,-7-4-9,8-4-4,4 1-4,-4-5-3,5-3 1,7-4-3,-6-2-1,13-9-8,-7-4-27,6-3-46,-6-3-69,7-9-95,0-2-51,-1-1-20,-6-3 11</inkml:trace>
  <inkml:trace contextRef="#ctx0" brushRef="#br0" timeOffset="1.01468E6">16159 15995 175,'0'0'241,"0"0"19,0 0-67,0 0-59,0 0-36,7 0-32,-7 0-27,0 0-18,6 3-10,1-3-5,-1 4-3,8 3-2,5-4 0,-6 1-1,6 4-1,1-1-15,0 0-30,-1 0-37,1 1-61,-8 3-63,-4 0-34,-2 4-4,-6-4 21</inkml:trace>
  <inkml:trace contextRef="#ctx0" brushRef="#br0" timeOffset="1.015E6">16166 16331 159,'0'4'232,"-7"-4"10,7 0-70,-6 0-56,6 0-43,6 0-34,-6 0-18,7 4-8,-1 0-6,7-1-2,-7 5 0,8-1-4,-1 0-1,0 0 0,0 5 0,-7-5 0,8 3 0,-8 2 2,0-1 0,1-5 1,0 6 4,-1-5 0,-6 1 3,6-5 3,-6 1 2,0-1 1,7 1-1,-7 1-2,0-5-4,0 0 0,6 2 2,1-2 1,0-2 2,5 2 2,2-9 2,-2 6-3,8-4-2,-1-4-8,7 0-20,-6 0-33,0 0-43,7-1-57,-9 2-68,2-5-33,-1 1-2,-5 3 20</inkml:trace>
  <inkml:trace contextRef="#ctx0" brushRef="#br0" timeOffset="1.01522E6">16596 16269 223,'-6'0'268,"-2"-3"31,2 3-63,6 0-48,-6 0-42,0-4-41,6 4-30,0 0-28,0 0-24,6 0-11,0 0-7,0 0-2,8 0-2,-1 0 0,7 0 2,6-4-7,-1 4-16,1-4-29,0 4-37,7-3-44,-7-1-46,7 1-73,-7-4-27,0-2 6,-6 3 26</inkml:trace>
  <inkml:trace contextRef="#ctx0" brushRef="#br0" timeOffset="1.01544E6">17039 16072 136,'0'-4'305,"0"4"25,0 0 14,-7 0-111,7 4-72,0 2-63,0 6-41,0 2-21,0 5-11,0 6-5,0 4-6,0 5-3,0 6-5,-6-4-12,6 6-33,-6-3-38,6-3-56,0-2-66,0-2-80,0-6-32,0-4 6,0-7 26</inkml:trace>
  <inkml:trace contextRef="#ctx0" brushRef="#br0" timeOffset="1.01578E6">17338 15943 146,'0'-3'295,"0"-1"24,0 0 13,0 4-110,-6 4-79,6-4-51,0 4-35,0 3-22,0 0-12,6 5-9,1-2-5,0 1-2,6 0 0,-1 3-4,2 1 0,6-1-2,-1 1 1,1 1-1,-2-1-1,2 2 2,7-2-1,-8 3 0,0 0 0,-5 4 1,5-3-1,-6 3 0,0 0 1,-7 0-2,2-1 1,-2 2 0,-12 2 4,6-2 15,-8-2 24,-4 1 20,-1-3 14,-7 3 14,0-4 8,1 0-8,-7 1-22,0-4-16,0 0-11,0-5-16,-1-3-11,8 1-16,-7-4-20,0-4-27,0-4-26,6 0-25,1-3-20,-1 3-22,8-4-22,-2 1-23,8 0-30,-1 0-49,7-1-33,0 1-2,0 4 25,0-4 38</inkml:trace>
  <inkml:trace contextRef="#ctx0" brushRef="#br0" timeOffset="1.01604E6">17841 16211 289,'12'0'369,"-6"-3"30,2-2 27,-2 5-135,-6 0-86,6 0-70,-6 0-41,7 5-30,-1-5-26,1 3-17,0-3-11,5 3-5,8-3-2,0 0-4,-1 0-30,7 0-46,0-3-62,1 3-65,-9-3-78,9 3-84,-7 0-15,-8 0 21,2 0 48</inkml:trace>
  <inkml:trace contextRef="#ctx0" brushRef="#br0" timeOffset="1.01625E6">17892 16404 235,'-13'4'440,"1"0"60,-2 0 30,8-4-79,0 0-131,6 0-99,0-4-99,12 4-58,-6-4-31,14 0-22,0 2-63,7-3-84,-2 2-84,1 3-87,0 0-113,-6 3-60,-1 2 17,1-3 59,-14 6 73</inkml:trace>
  <inkml:trace contextRef="#ctx0" brushRef="#br0" timeOffset="1.01845E6">14576 15745 20,'-19'0'209,"-1"-7"14,0 3 16,-6 0-91,7 1-46,-7-4-20,6-1-3,1 5 2,-7-5 4,6 5 9,0-5 5,7 5 3,-7-1-8,8 0 0,-8 4-11,7-3-18,0 3-11,0 3-9,0 1-7,0 3-16,6 4-9,-5 4-6,-2-1-2,2 5-5,4-5 2,2 5-1,0-1 1,6-3 0,0 3-2,6-3 0,8-4-2,-2 4 2,2-5-1,5 1 1,1 0 0,-1 1 0,0-5 1,8 4-1,-7 0 1,-2-1-1,-4 2 1,-1-1 1,0 4-1,-6-1 0,-7-3 2,0 7 0,-7 0-2,-6 1 1,0 3 1,-7-3-2,0 2-1,1-3 1,-1 1 4,-6-5-2,7 1 2,-1-4-1,1-3 1,6-2-1,-1-1-3,8-1 2,0-1-2,-1-3-2,1 0-1,6 4 0,0-4-2,6 0-1,1 3-1,5 1 1,8-1 4,-6 5-1,11 3 1,-5 3 0,0 1 3,6 7 1,-13 0-2,7 4-2,-8 4 1,-6 1 2,1 6 0,-7 4 0,-7 0-1,-5 2 3,-2 1-1,2 0-14,-1 0-39,-7-8-64,0-3-87,8-3-106,-2-12-56,8-7-18,-1-7 22,7-11 55</inkml:trace>
  <inkml:trace contextRef="#ctx0" brushRef="#br0" timeOffset="1.0259E6">18707 16045 172,'0'0'183,"-7"0"-40,7-4-35,0 4-18,0 0-11,-6-3-7,6 3-3,0 0 0,0-4-6,-6 4-7,6 0-7,0 0-8,0 0-7,0 0-10,0 0-9,0 0-6,0 4-2,-8 3-2,8 1-2,-6 3 1,0 7 1,0 1-1,-1 6-1,-6-3-1,0 7 0,6-3-2,-6-1 0,1 1 0,4-4 1,-4 0 0,5-3-1,1-5 0,-1 1 0,0-7 0,7-1 1,-6 0-2,6-3-3,0-1-3,0-3-3,6 0-3,1-7-8,0-3-6,6-5-7,-1-8-1,2 1-1,5-3-2,-6-4 6,7 3 7,-7-1 9,7 6 4,-8-1 3,8 4 5,-7 4 0,0 2 0,0 5 3,-7 3 2,8 4 6,-1 4 3,-7 3 4,0 8 3,1-1 7,0 5 3,-7-1 4,6 3 3,-6 2 2,6-4-1,-6-1-4,8 0-5,-8-4-6,6 1-7,0-1-4,7 3-2,0-7-1,0 0-11,7 2-29,0-1-50,-1-4-65,1 1-69,6-5-38,-7 1-11,1-4 20</inkml:trace>
  <inkml:trace contextRef="#ctx0" brushRef="#br0" timeOffset="1.02665E6">19404 15808 85,'0'-11'201,"-6"0"24,6 0-47,-7 3-31,1 2-13,-1-2-3,7 4-1,-7-4-7,1 5-7,0 3-19,-2 0-19,2 0-18,-6 3-18,5 5-15,0 4-9,-6 2-4,1 8 0,-2 3-1,2 4 1,-2 8-1,1 11 0,-7-1-2,2 15-1,-2 1-3,-7 3-3,-5 7 0,6-3-1,-7 3 1,-6 0 0,7-3 1,-8-4-2,8 0 1,5-12-8,2-2-27,5-8-46,8-11-41,4-3-42,2-9-52,12-5-82,2-10-20,4-6 24,1-4 26</inkml:trace>
  <inkml:trace contextRef="#ctx0" brushRef="#br0" timeOffset="1.02731E6">19586 16324 17,'0'-7'186,"-6"0"23,6-1-25,-6 1-48,-1-5-22,0 5-15,1-3-13,0 2-11,-7-3-10,6 4-8,-6-5-4,7 6 0,-8-2-2,8 2-5,-7-3 2,6 6-1,-6-2-7,7 5-3,-8 0-4,2 5-5,-2 7-7,2-2-3,-1 5 1,-1-1-5,8 5 1,-8-2-1,8 2-3,0 3-2,0-3-5,6 3-1,0-4-2,0 1 3,6-5-2,0 1 0,8-5 2,-2-2-1,2-1 2,5-7-4,1 0 1,0-7-5,5-4-9,-5-4-8,6 0-11,-6-3-6,-1 0-3,-6 4 0,6-1 9,-5 3 7,-8 1 9,1 3 6,-1 6 3,-6-2 5,7 4 3,-7 4 5,0 3 7,0 5 10,-7-2 6,7 9 6,0-5-1,7 1-1,-7 2-7,6-2-8,1-3-6,5 2-7,-4-3-5,11-4-20,-6-3-35,6-1-48,7-6-59,-6-1-74,-1-7-63,1 4-15,0-7 16,-8-1 37</inkml:trace>
  <inkml:trace contextRef="#ctx0" brushRef="#br0" timeOffset="1.02754E6">19900 16148 73,'-7'-3'254,"7"-5"29,-7 4 23,1 1-103,6 3-56,-6-4-38,6 4-32,6-3-29,-6 3-22,6 0-11,8 0-7,-2 0-1,8 3-4,-1-3-1,1 4-1,0-1-1,5 5-21,-5-1-39,6 0-49,-6 0-66,-1 1-76,-5-1-37,-2-3 1,1 3 25</inkml:trace>
  <inkml:trace contextRef="#ctx0" brushRef="#br0" timeOffset="1.02778E6">19965 16262 207,'-14'14'241,"2"1"25,-2 4-70,8 2-33,-7 6-20,7-2-12,-1 4-6,7 0-9,0 0-13,7 1-14,-7-5-13,12 4-16,1-6-17,1-1-15,12-4-11,-7-3-10,13-8-18,1-2-28,0-5-36,6-8-43,0 1-57,0-9-55,0-2-71,0 0-19,-6-5 14,-1 2 29</inkml:trace>
  <inkml:trace contextRef="#ctx0" brushRef="#br0" timeOffset="1.02799E6">20466 16101 295,'0'-4'402,"-6"-3"57,-1 4 42,7-2-135,-6 5-86,6 0-79,0 0-69,0 0-68,0 5-88,6 1-82,1 2-82,-1 3-80,0 0-91,2 3-71,-2-3 2,-6 3 42,0 1 60</inkml:trace>
  <inkml:trace contextRef="#ctx0" brushRef="#br0" timeOffset="1.02825E6">20271 16372 49,'-6'0'269,"6"-4"18,0 1 12,0-4-76,6 3-79,7-4-47,0 1-30,0 3-12,7 0-12,6 2-6,-7 2-10,7 0-12,0 2-8,-6 6-5,5 2-1,-5 6-1,-6-2 2,-2 4 1,-5 1 0,-7 3 1,0 0 1,0-1 15,-7 2 22,1-4 31,0-2 49,-1-3 45,7 1 35,-7-7 6,1 3-11,6-8-28,0 5-44,0-8-43,6 3-34,1-6-18,0-1-13,5-3-18,8-4-44,-1 0-60,1-3-71,0-1-63,-1 1-66,1-1-53,-8 3-38,8-3-14,-1 1 31,-5 3 41,-2 0 54</inkml:trace>
  <inkml:trace contextRef="#ctx0" brushRef="#br0" timeOffset="1.02851E6">20778 16361 153,'0'0'380,"0"0"78,-6 0 63,6 0-45,0 0-90,-6 0-79,6 0-80,0 0-71,6 0-64,0 0-44,8 0-25,-1-3-9,7-1-7,0-1-39,6 2-52,-1 0-63,1-1-70,0 0-76,7 0-76,-7 2-71,7-3-15,-7 1 27,0 1 52,-7-2 65</inkml:trace>
  <inkml:trace contextRef="#ctx0" brushRef="#br0" timeOffset="1.02876E6">21274 16196 196,'0'0'343,"-6"0"44,6 0 32,0 3-85,-7 6-44,7-3-30,0 13-19,0-1-23,0 4-22,0 7-35,7 4-43,-7 0-46,0 3-36,0 5-41,6 0-66,-6-4-82,0 2-89,7-6-92,-7-4-96,0-3-68,6-3 6,-6-9 54,6-7 72</inkml:trace>
  <inkml:trace contextRef="#ctx0" brushRef="#br0" timeOffset="1.029E6">21678 16016 127,'0'-4'318,"6"1"22,-6 6 12,0 1-83,0 0-105,0 7-73,8-4-41,-8 4-21,6 1-12,0-1-5,7-1-5,-6-2-4,12 3 0,-5-4-1,5 4-2,-6-4-2,6 4 1,1-3 1,0 2 0,-1 1 2,1 4 0,-8 0 1,8 0 0,-6 2 7,-8 2 19,7 3 24,-7 0 23,-6 4 34,0 0 47,0 3 39,-6 3 28,-7-3 20,0 8 9,-6 1 1,-8-2-20,1 1-13,-6-1-20,-1-3-20,1 0-23,-1-4-27,1-3-23,-2-7-37,2-5-43,6-3-68,0-3-98,6-8-151,0 0-144,2-8-132,-2 0-124,7-3-31,-1 1 45,8-1 120,0-4 131</inkml:trace>
  <inkml:trace contextRef="#ctx0" brushRef="#br0" timeOffset="1.02944E6">22571 16742 58,'0'0'503,"-7"0"128,7-4 104,-6-3 61,6 3-122,-7 0-156,7 0-157,0-3-122,7 4-101,-1-4-61,1-1-50,0 4-51,5-3-57,2-1-63,-2 2-93,1 2-112,1 0-108,-2 4-85,2 4-81,-2 0-18,-5 0 49,0 3 93,-7 0 107</inkml:trace>
  <inkml:trace contextRef="#ctx0" brushRef="#br0" timeOffset="1.02969E6">22649 16859 112,'-6'10'535,"6"-1"127,-7 1 93,0-3 51,1 1-162,-1 4-159,1-3-169,-7 11-154,0 1-188,0 4-225,-7 9-232,1 3-177,-14-1-92,1 4-20,-1-3 72,1-4 160</inkml:trace>
  <inkml:trace contextRef="#ctx0" brushRef="#br0" timeOffset="1.02993E6">22878 17145 66,'-8'0'100,"2"-5"-47,-7 5-77,0 0-91</inkml:trace>
  <inkml:trace contextRef="#ctx0" brushRef="#br0" timeOffset="1.0328E6">23060 3246 65,'0'-4'64,"0"0"-25,0 4-9,0-4-8,0 4-7,0 0-6,0 0-5,6 0-3,-6 0-2,0 0 1,0 0 1,0 0 5,-6 0 11,6 0 7,0 0 3,0-3 3,0 3 0,0 0-2,-7-4-8,7 4-8,0-3-2,0 3-3,0-5-3,7 5-2,-7-2-2,0 2 0,0 0-1,6-4-2,-6 4-3,7 0 4,-7 0 2,6 0 0,7-4 0,-6 4 2,5-4 2,8 4-4,-7-3 0,0-1 0,6 0 0,-5 1-2,-1 3 1,0-3 1,6 3 0,-5-5 0,-2 5 1,2 0 1,-1 0 0,0-3-2,0 3 0,-1 0 0,-4 0 0,11-4 0,-6 4 0,0-5 0,7 5 0,-8-2 2,14-2-2,-6 1 1,7-5 1,-9 0 2,9 4-1,5-3-2,-6 0 0,1-4-1,5 4 0,-6 0-2,0 2 1,1-1 2,-8-2 1,7 5-1,-6-1 0,6 0-1,-7-2 0,-6 1 0,6 5-2,-5-3 2,-1-1 1,-7 4 1,1-3-2,-1 3 1,1-4 1,-7 4-2,0 0-1,0 0 1,0-4 4,0 4 0,-7 0-2,7-4 3,-6 4-1,6 0 0,-7-3-3,7 3-1,0 0 0,-6 0 0,6-4 1,0 4-2,0 0 0,-7 0 1,7 0-1,-6-3-1,6 3-2,-7 0 1,0 0 1,-5 3 1,5-3 0,-6 0 1,0 4 0,-7-4 3,8 3-2,-8-3-1,0 4 0,7-4-1,-7 0 0,8 4 0,-2-4 0,2 0 1,-1 4 0,6-4 0,-6 3 1,7 1-2,-1-1 1,7 4-14,-7-3-17,7 4-24,0-1-45,0 1-25,7-6-12</inkml:trace>
  <inkml:trace contextRef="#ctx0" brushRef="#br0" timeOffset="1.03765E6">23346 3048 125,'0'0'150,"-6"0"-52,6 0-29,0 0-12,-6 0-13,6 0-5,0 0-5,0 4-4,0-4-8,0 0-2,6 0-1,0 3-1,1-3 2,6 4-2,6-4-2,1 3-3,0 4-1,12-3-5,1 4-1,6 3 1,-1 0-1,2-1 0,5 5-4,1 3 1,0-2-3,0 2-3,-1 0-9,-6-3-29,0 3-42,0 0-61,-6-4-30,-7 1-15,-6-1-3</inkml:trace>
  <inkml:trace contextRef="#ctx0" brushRef="#br0" timeOffset="1.04163E6">12536 16694 140,'-6'-7'130,"0"3"-42,-2-4-18,2 6-12,0-2-12,-1 0-8,0-3-3,7 3-5,-6 0-6,0 0-4,6 4-2,-7-2-5,7-3-2,0 2-4,0 3-5,-6-4-1,6 1-3,0 3 1,6 0 1,-6-5-1,7 5-2,-1 0 1,0 0 1,8 0 1,-8 5 0,8-5 2,-8 0 0,7 3-1,0-3 3,0 0-4,-1 0 1,2 4-2,6-4-1,-7 0 2,6 0 0,0 0 0,-5 0 2,5 0-1,1 0 1,0 0 0,-1 0-2,-6 0 0,6 0-3,1 0 1,0 3 1,-8-3 0,1 0 2,7 5-1,-6-3 0,-8-2 0,6 4-1,2 0 0,-8 0-1,7-4 2,-7 3 0,2 1 1,-2-4 0,-6 4 0,6-4 0,-6 0 0,6 0 0,-6 4 0,8-4-1,-8 0 1,0 0 0,0 0 0,6 0-1,-6 0 1,0 0 3,0 0-2,0 0 2,0 0 4,0 0 5,0 0 9,0 0 4,0-4 7,0 4 4,0 0 0,0 0-2,-6 0-7,6-4-6,-8 4-7,2-4-4,0 1-5,0-1-4,-8 0-1,8 0 0,-7 2 0,-1 2 0,2-5 2,6 2 2,-8-1 1,1 4 1,0 0 0,6-3-1,-5 3-1,-2 0-3,8 0-1,0 0-1,-1 0-2,0 0 2,1 0-2,6 0-2,-7 0 2,7 0-1,0 0 1,7 0-2,-7 3-3,6-3-4,8 4-10,-8-1-13,7-3-11,0 5-12,6-3-14,-5-2-13,6 4-21,-2-4-47,2 0-19,-7 4-2</inkml:trace>
  <inkml:trace contextRef="#ctx0" brushRef="#br0" timeOffset="1.0616E6">15299 16629 115,'0'0'97,"0"0"-36,6 0-18,-6 3-15,0-3-3,0 0-2,0 0-2,0-3 1,0 3 2,0-5 1,0 5 1,0-3-3,-6 3 4,6-4 0,0 4-2,0 0-3,0 0-5,0 0-3,-6 0-7,6 0-1,0 0-4,0 0 0,0 0-1,0 0-1,0 0 0,0 0-1,0 0-2,0 0 3,0 4-2,0-4 2,6 0-1,-6 0 1,13 0 0,-6 0 1,6 0 0,-1 0-2,2 3 1,-2-3 0,8 5 0,0-5-1,5 3-2,-5-3 3,0 4 1,6-1 0,-7 2 0,1-3-1,6 2 1,-7 0-1,8 0-1,-1-1 0,0-3 0,-6 0 1,6 0 0,-1 0 0,1-3-1,7 3 3,-7-4 1,0 4-2,1-4 2,-1 4-1,-7-4 1,7 4 0,-6 0-3,6 0 0,-7 4 0,1-4 0,-8 4 2,8-4-2,0 4 1,-7-4-1,7 3 1,-1 1-1,-6-4 0,7 0 0,-1 0 0,-5 0-1,5 0 1,0 0 2,1-4 1,-1 1 1,7 3 1,-6-4 1,-1 4-2,7-4-2,-6 4-1,-1 0-1,1 0-2,0 0 3,-1 4 0,1 0 0,0-4-1,-8 3 0,8 1 1,-1 0-2,-5 0-1,6-2 2,-8 3 0,8-2 0,-1 1 1,-5-1 0,5 1 0,1-4 1,-1 8-2,-6-5 0,7-3 0,-1 7 0,1-3-1,0-1 1,-8 1 0,8 0 0,-1 0 1,-5-1 0,5 1 2,-6 0-3,6-1 0,-5 1 3,-2 0-3,2-4 0,-1 4-1,0-4 1,0 3 1,-1-3-2,2 0 1,-1 3-1,0-3 2,0 4 0,0-4-1,0 0-1,0 4 1,0-4 2,0 3-2,0 2-1,0-5 1,-7 3 1,8-3-1,-2 4-1,2-4 2,-1 4-1,0-4 1,-6 0-1,5 4 0,-6-4 0,8 0-1,-1 0 1,-7 0-2,8-4 2,-8 4 1,0 0 2,8-4-1,-8 4 2,0 0-1,1-4 2,0 4-1,-1 0-1,1-3-2,-1 3 1,0 0 0,-6 0-2,7 0 0,-7 0 0,7 0 2,-7 0-1,6 0-1,-6 0 0,0 0 1,0 0 2,0 0-3,0 0 0,6 0 1,-6 0 1,0 0-2,0 0-9,0 0-19,0 0-29,0-5-48,0-2-46,0 3-24,-6 1-4</inkml:trace>
  <inkml:trace contextRef="#ctx0" brushRef="#br0" timeOffset="1.06255E6">18942 16745 61,'-13'0'139,"6"-3"-42,-6 3-24,7 0-14,-8 0-4,1-4-7,0 4-13,7 0-3,-1-4 0,-5 4 2,4 0-2,2 0-4,6 0-3,-6 0-5,6 0-8,0 0-5,-7 0-5,7 0-1,0 0-1,0 0-1,0 0 1,0 0-1,-7 0 1,7 0 0,0 0 0,0 0 1,0 0 0,0 0-1,0 0 0,0 0 0,0 0-1,0 0 1,0 0-2,0 0 2,0 0-1,0 0-1,0 0 2,0 0-2,0 4 2,0-4-1,0 4 1,7-4 0,-7 7 0,0-3 2,0 0 0,0-1-1,0 0 0,0-3 1,0 4-2,0-4 1,0 0 1,0 0-3,0 0-8,0 0-16,0 0-18,0 0-19,0-4-25,0 4-31,0 0-31,0-3-8</inkml:trace>
  <inkml:trace contextRef="#ctx0" brushRef="#br0" timeOffset="1.06357E6">18668 16884 132,'0'-3'141,"-6"3"-43,6-3-29,-7 3-18,7-4-12,0 4-4,-7-5-2,7 5 0,0-3 0,-6 3-2,6 0 1,0-3-4,0 3-6,-7 0-8,7 0-5,0 0-4,7 0-3,-7 0-2,0 0-1,6 0 1,1 3 1,0-3 0,-1 0 2,6 0 1,2 0 3,-1 0 2,7-3 1,-1-1 2,7 0-3,0 1 0,0-1-1,0-4-1,7 5-3,-1-4 1,1 0-2,-1 3-1,8-4-2,-7 1 0,-1 3-1,7 0 0,-7 2-1,7 2 3,-6 0 2,-1 0 0,2 0-1,-2 0 1,-7 2-2,9-2-1,-9 4 0,9-4-1,-9 4 2,1-4 0,7 4-1,-7-4 0,0 0-1,0 0 2,7-4-1,-7 4 0,6-4 0,-5 4 0,5-4 1,-6 4-2,7-2 1,-7 2 0,-1 0 0,9 0 0,-9 0 0,1 0 0,7 0 0,-7 2-2,6 2 3,-5-4 0,-1 4-1,6 0 1,-5-1 3,-1 1-2,0-4 1,-1 4-1,1-4-1,-6 4 0,6-4-1,-7 0 0,8 3-1,-7-3-1,-1 0-1,0 4 2,1-4 1,0 3 0,-1 1 0,1-1 1,0 1 2,-1 0-3,1 0 0,6-1 0,-7 1 0,1 0 0,0-1-2,-2 0 2,2 2 0,-1-5 0,1 4 0,-6-4 2,5 0 5,1 0 1,-8 0 2,8 0 3,-7 0 1,7 0 0,0 0-4,-2 3-2,-4-3-3,5 3-2,1 1-1,0 0-2,-1-1 1,1 1 1,-1 0 1,0 0-1,1 0 1,-7-4 0,7 4-3,-8-4 0,8 0 0,-7 2 0,0-2 0,0 0 1,1 0 2,-2 4 2,2-4 1,-2 0 0,1 0-1,7 0 0,-6 3-1,-2-3-2,1 0 0,7 5 1,-8-2-2,2-3 0,-1 4 0,-6 0-1,5-4-2,-5 4 1,6-1 1,-6-3 0,-1 0 4,0 0 5,1 0 10,0 0 7,-7 0 7,6 0 5,0-3 1,1 3-4,-7-4-7,7 0-8,-1 0-7,1 1-5,-1-2-3,0 5-1,2-3-3,4 3 1,-6-4-1,1 4 0,6 0-1,-6 4 1,-1-4 0,8 3 0,-8-3-1,0 0 1,8 5-1,-8-5-2,0 0 1,7 0 1,-6 0 1,0-5 0,-1 2-2,7-1-16,-6 2-27,-1-6-28,0 0-29,1 4-31,0-3-30,-1 0-25,-6 0-18,7 2 4,-7-1 16</inkml:trace>
  <inkml:trace contextRef="#ctx0" brushRef="#br0" timeOffset="1.07041E6">14987 16702 108,'-8'0'178,"2"-4"3,0 0-83,6 0-47,-7 4-24,7-3-13,-6 3-9,6-4-3,0 4-1,6 0-1,-6 0 0,0 0-1,7 0 1,-1 0-1,0 4 1,2-1 0,4 1 1,2 0 1,-2 0 2,1 3 0,7-4-1,0 4-1,-1 1 1,1-4 1,0 3 1,5-3-1,1-1 2,0 1 1,7-4 2,-1 0 3,8 0 3,-1-4 4,6 1 2,1-1 2,-1-3 3,1 3-5,7 0-4,-2 0-3,1 4-3,1-3-1,-8 6-2,7-3-1,-6 4-1,0 0-1,-8 0 1,2 3-5,-1-3-1,-6 3 1,-1 1 1,1-2-1,-7-2 0,0 3 2,-7-2 2,7-2 4,-6 1 3,-7 0 5,6-4 2,-6 4 0,1-4-1,-2 2-2,2-2-3,-8 0-3,0 0-2,1 0 6,0 0 6,-1 0 6,-6 0 4,7 0 4,-7 0-1,0-2-5,0 2-9,0 0-9,6 0-17,-6 0-26,0 0-30,0 2-42,0-2-62,-6 0-56,6 4-20,-7 0 4,1 0 20</inkml:trace>
  <inkml:trace contextRef="#ctx0" brushRef="#br0" timeOffset="1.07295E6">23269 16126 136,'-8'-7'216,"2"0"18,0-1-64,-1 5-34,7-5-26,-7 5-22,7 0-16,0-6-17,0 6-16,0 0-14,0-1-9,0 0-6,7 1-5,-7-2-1,0 2-3,0 3 1,7 0 0,-7 0-2,-7 0 1,7 0 5,0 3 10,0 5 12,0 0 8,0 10 8,-7 0 4,1 4-1,-1 8-8,-5-2-9,-2 6-8,2 2-1,-2-3-6,1 0-2,-6 4 0,6-8-1,-1 0 0,2 1-1,-2-9-1,8-2 1,0-4-2,-1-4 0,1-1-2,6-6 0,6-4-3,-6-4-2,13-6-1,0-5-2,0-4-1,7-2-3,-1-8-2,1 0-1,6-5-1,-6 1-2,-1 0 1,7 4 1,-6 3 1,-1 4 2,-6 0 0,0 7 1,1 4 3,-2 0-1,2 7 4,-8 4 4,0 8 6,1 3 4,-7 4 6,6 3 11,1 8 7,0 0 3,-1 3-3,7 0-1,-6 1-4,5-1-12,2 0-8,-1-3-6,7-1-2,-8-2-3,8-5-8,-1 1-28,1-9-45,0 1-67,-1-1-88,1-5-85,-8-5-37,8 0 3,-7-7 34</inkml:trace>
  <inkml:trace contextRef="#ctx0" brushRef="#br0" timeOffset="1.07317E6">23907 16141 20,'0'-8'331,"0"1"37,0-3 21,0-2 10,0 5-175,0 3-93,0 1-53,0 0-36,6-2-21,1 5-8,5 0-6,2 0-2,5 0-3,1 5-10,0-2-31,6 4-50,-1 0-65,1 5-74,-6 2-86,0 4-36,-7 0 6,-1 1 36</inkml:trace>
  <inkml:trace contextRef="#ctx0" brushRef="#br0" timeOffset="1.07341E6">23926 16329 271,'-19'-9'359,"6"-1"49,-7-2 51,13 5-126,-5-3-76,5 2-48,0 4-50,14-3-48,-7-1-47,13-2-31,0 3-15,13-2-8,0-1-8,7 3-38,6-1-65,-6 4-80,6 1-102,6-2-114,-5 2-56,-2 0 6,1-1 44,1 0 73</inkml:trace>
  <inkml:trace contextRef="#ctx0" brushRef="#br0" timeOffset="1.07445E6">24943 15983 27,'-7'8'189,"7"-4"8,-7-1-32,1 1-58,0 3-25,0 0-16,-2 4-2,-4-4 0,-1 4 1,-1 0-1,2 5-9,-2-1-11,-5 2-10,6 2-8,0-1-6,0-4-4,0 5-3,7-5-2,-8 1-4,8-4 0,-1-3 0,1-2-4,6 3 0,0-6 0,-7 1 0,7-4-2,0-4 0,7-3-1,-1-1 0,1-6 0,5-6 0,-4-1 0,4-1 0,2 4 0,-2-4 0,1 7 0,7 0 0,-7 5 0,0-2-2,0 5 1,0 3 4,0 4 9,7 4 8,-8 3 10,8 5 9,-7 2 7,1 1 4,-2 4 5,2-2-2,-2 2-5,1-1-7,1 0-5,-2 2-10,-5-3-10,6-2-9,0-1-24,-6 1-38,6-3-46,-1-2-57,-5-3-67,6-3-70,7-4-20,-7 0 17,0-7 36</inkml:trace>
  <inkml:trace contextRef="#ctx0" brushRef="#br0" timeOffset="1.07528E6">25458 15932 215,'-7'4'250,"0"0"16,1-1-83,0 1-48,-1 0-40,7 2-34,0-2-25,7 7-15,-1-3-8,0-1-3,8 1-5,-2-1 0,8-4-1,-1 1 0,1-4-1,0 0-2,-1-4 1,1-3 0,-8 4-1,2-9 0,-1 1-1,0 0 1,-13 1-1,7-1 1,-14-1 0,7-2 2,-13 3 6,0 3 8,-1-3 14,-4 8 12,-2-1 8,0 4 11,1 4 3,-1-1 1,0 4-10,1 5-10,-1-1-6,8 3-11,-2-2-8,8 2-9,-1 1-14,7-1-33,7-2-39,-1 2-49,8-7-60,5 1-80,7-5-49,6-3-2,1-3 23,-1-1 39</inkml:trace>
  <inkml:trace contextRef="#ctx0" brushRef="#br0" timeOffset="1.07554E6">26161 15694 221,'0'-15'340,"0"5"43,-6-2 65,-7 9-81,0-1-29,-1 8-23,2-1-17,-8 5-11,-6 6-37,7 5-39,-8 3-36,-5 7-14,6 4-11,-7 7-18,7 4-18,-13 4-18,7 7-21,-8 3-26,1 5-20,0 2-14,1-2-13,4 0-20,-5-1-20,13-8-35,0-2-52,1-8-76,11-4-86,1-11-69,0-3-54,13-7-39,0-5-20,0-3 2,13-7 20,-6-4 46,13-7 57,-8-5 63</inkml:trace>
  <inkml:trace contextRef="#ctx0" brushRef="#br0" timeOffset="1.07588E6">25979 16365 73,'6'-7'313,"-6"-2"34,0 6 19,-6 3-50,0 0-58,-2 3-15,-4 6-8,5-2 8,1 7 12,-1 1-4,1 3-34,6 1-54,6-1-46,1 0-39,-1 1-34,7-5-23,7 1-9,-1-5-8,1-2-3,6-8-1,0-4 1,0-7-1,-7-3-9,8-4-10,-8-8-10,0-1-8,-5 2-5,-8-4-1,1-1 3,-14 5 11,1-1 8,-14 4 8,1 8 6,-7-1 7,-7 8 2,1 4-2,-1 3 5,0 3-3,0 4 0,1 4-3,13-3-6,-7 2-31,12 1-57,2 0-67,5 1-78,7-2-83,0 1-86,7 1-63,5-6 3,8 3 42,0-6 63</inkml:trace>
  <inkml:trace contextRef="#ctx0" brushRef="#br0" timeOffset="1.07828E6">26832 16045 112,'0'0'180,"0"0"-23,-6 0-39,6-4-20,0 1-13,0-4-12,0 3-11,0-3-10,0-1-6,0 1-7,0 0-4,6 0-2,-6-1-1,0 5 3,0-5 5,0 8 5,-6-3-1,6 0-4,-6 3-7,-1 0-7,0 3-12,1 0-7,-8 5-1,2-1-4,-1 4 1,-7 0 1,8 0 1,-2 0 3,1-1 2,0 2 3,0-1 0,7 0-1,-1 1-2,0-2-3,1 5-1,6-4-4,0 3-1,6-3-1,1 3 1,6-2-1,-6-1 0,5 0 1,2-4-1,6-2 0,-8-2-1,1 0-3,7-6-5,-8-5-11,8 1-14,-6-4-12,5-4-13,-6 0-7,0 1-3,0-1 5,-6 1 11,5-1 13,-12 5 12,7-2 12,-7 5 11,0 3 9,0-4 5,0 8 9,-7 5 5,7-2 8,-6 8 6,0 4 3,6 3 4,0 4-4,-7 3-4,14 1-7,-7 1-9,6-7-7,7 3-8,0-5-3,6 0-9,1-7-21,0 1-31,5-10-46,1-2-70,1-2-58,-1-10-24,-6-3 6,6-6 22</inkml:trace>
  <inkml:trace contextRef="#ctx0" brushRef="#br0" timeOffset="1.07852E6">27159 15761 105,'-8'-8'281,"2"4"43,0-4 37,-1 5-97,7-1-57,0 0-42,-6 4-40,12 0-42,1 0-35,-1 4-22,8 3-12,4 1-6,2-1-4,0 0-4,5 0-19,-5 5-33,7-1-44,-1-4-49,-7 4-54,1 0-79,-7 0-43,0-3 3,-7-1 24,0 4 39</inkml:trace>
  <inkml:trace contextRef="#ctx0" brushRef="#br0" timeOffset="1.0788E6">27191 15911 132,'-14'7'218,"8"3"32,-6 2-50,4 5-33,2 6-17,6 2-10,0 4-10,0 5-19,0 6-20,6-3-18,8 3-16,-2 0-14,2 1-15,-1-9-12,7 1-7,6-3-4,-7-8-5,7-3-2,0-9-17,7 1-32,-7-11-45,6-4-65,1-3-100,-1-8-52,1-7-12,-1 1 16,-6-4 37</inkml:trace>
  <inkml:trace contextRef="#ctx0" brushRef="#br0" timeOffset="1.07904E6">27582 15855 195,'-7'-7'322,"0"0"29,1 3 16,0 0-131,6 1-70,0-1-54,0 0-47,6 4-28,7 0-16,7 4-11,-8 0-7,15-1-23,-8 5-40,8-1-51,-8 4-62,7 0-100,-13 0-51,0 3-10,1-3 24,-14 3 41</inkml:trace>
  <inkml:trace contextRef="#ctx0" brushRef="#br0" timeOffset="1.07926E6">27491 16162 14,'0'4'230,"0"-4"15,0-4 8,0 4-80,6-2-58,0 2-35,1-5-16,6 2-4,0 3 0,1-4-6,-2 1-7,8 3-7,-1 3-12,-5-3-8,5 7-7,-6-2-6,0 1-2,0 5-1,-6 0-1,-1 0-2,-6 4 0,0-1 1,-6 2 0,6 2 1,-7-4-1,0 1 5,7 0-2,-6-1 0,6-3 3,0-3 0,0-1-1,0 1-3,6-8 1,1 4 1,0-8-4,5-1 1,2-5 0,5 0-3,-6-7-21,6 3-33,-5-1-43,5 1-54,1-1-72,-7 1-50,0-4-9,-7 4 14</inkml:trace>
  <inkml:trace contextRef="#ctx0" brushRef="#br0" timeOffset="1.07948E6">27836 16133 12,'-6'-3'265,"6"3"36,0 0 19,-7-4-62,7 4-76,0 0-54,0-3-37,7 3-23,5-4-8,-6 1-1,14-1 1,0-4-7,-1 1-6,7 0-13,1 4-11,5-6-19,1 6-35,-7 0-43,6 3-54,-5 0-60,-1 3-75,0-3-58,-7 3-6,1 1 22,-8 1 41</inkml:trace>
  <inkml:trace contextRef="#ctx0" brushRef="#br0" timeOffset="1.07971E6">28298 15966 52,'0'-9'277,"-6"-1"38,0 6 40,6-3-54,-7 3-19,7 0-28,-7 1-30,7 3-29,0-5-32,0 5-41,0 5-50,0-2-33,7 1-19,-7 4-10,7 3-2,-1-1-4,0 5-3,-6 4 3,7-2 0,-7 2 1,0 6 2,0 1 7,0 4 3,0-1 3,0 0 2,-7 4 0,7-3-4,0-1-6,-6-4-3,6 0-6,0 2-12,0-5-29,0-8-50,0 5-60,0-9-61,0 2-64,0-5-61,0 1-67,0-6-1,0-2 33,0 0 45</inkml:trace>
  <inkml:trace contextRef="#ctx0" brushRef="#br0" timeOffset="1.08024E6">28454 15778 59,'0'0'286,"0"-3"41,-6 3 40,6 0-59,-6-5-72,6 5-54,0 0-48,0 0-40,6 5-40,-6-5-27,14 7-12,-8-3-5,13 0-5,-5 3-1,5 0-1,0-3-3,8 3-1,-1-3 1,-6 3 1,5-3-1,1 3-2,-6-3 3,0 0 0,-1-1-1,1 4 0,-8-3 0,8 3 3,-13-3 0,6 3 22,-7 0 34,1 0 49,-1 1 46,0 4 48,2-3 50,-8 7 27,0-5 10,6 8-5,-6-5-17,0 4-31,0 4-41,0-1-42,0 2-46,0 3-39,0-4-25,-6 7-17,6-4-11,-8 0-6,8-2-1,-6 3-1,-7-8-4,7 5-2,-7-6-1,-7 5 2,1-3-3,-1 0 3,-6-5-2,-7 1-3,1 0-10,-1-5-20,1-3-37,-7-3-48,6-4-61,7 0-84,0-4-91,0 1-86,13-1-68,-1 0-64,2 4-34,6 0 38,6-4 75,0 4 90</inkml:trace>
  <inkml:trace contextRef="#ctx0" brushRef="#br0" timeOffset="1.08051E6">29080 16162 231,'0'-7'432,"0"-3"106,0 2 101,0 1-14,-6 3-90,6 1-79,-6-1-83,6 4-104,0-3-98,6 6-78,0-3-48,1 4-33,-1-1-32,14 1-43,-6-1-70,11-3-88,-5 4-97,6-4-94,-6 4-92,5-4-84,1 4-6,-6-4 46,-7 3 76,0-3 90</inkml:trace>
  <inkml:trace contextRef="#ctx0" brushRef="#br0" timeOffset="1.08077E6">29237 16346 276,'0'8'465,"-7"-4"98,7-4 81,-6 3-59,0 1-97,6-4-89,-8 3-104,2 4-94,0 1-80,0 6-61,-14 1-70,0 6-102,1 9-128,-7 0-127,-7 6-118,1 1-129,-1 4-28,1-4 45,-2-6 100,2-1 111</inkml:trace>
  <inkml:trace contextRef="#ctx0" brushRef="#br0" timeOffset="1.08311E6">29889 15519 29,'-8'-12'230,"2"-3"37,0 5 23,0-5-65,-8 7-20,8-3-5,-1 4-2,1 3-2,-1 1-1,0-1 8,1 4 5,0 0 4,6 4-3,-6-1 0,-2 5-2,8 2-11,-6 2-11,0 5-20,6 3-25,0 2-35,-7 3-23,7 4-26,0-4-23,0 10-13,0-10-9,0 4-3,0 1-8,7-5 0,-7 1-4,6-8-5,-6 4-7,6-4-11,2-3-13,-2-1-17,0-2-20,0-2-24,1 1-27,0 0-22,-1-3-13,-6-2-2,7 6 3,-1-4 14,-6-1 23,7 3 27,-7-6 27,7 4 18,-7-1 16,6 0 14,0 1 10,-6-4 7,6 3 2,2 0-1,-2 0 3,7 1 0,-7-1 1,8 0-2,-2 0 1,2 1 2,-2 0 0,2-1 2,-1 0 1,-1 0-1,2 1 1,-2-1-1,-4 0-2,4 5-1,-5-5 0,-1 3-1,1 2 0,-7-2 1,0 1-6,-7 0-17,1 3-22,-1-2-24,-5 3-21,-2 0-14,8-4-2,-8-1 8,2 2 19,-1-2 21,6 1 21,-6-3 15,7-1 9,-1 1 5,0-6 4,1 6 1,0-4-3,6 1-3,-7-3-8,7 2-10,0-4-14,0 4-13,0-4-24,0 4-28,0-1-32,0-3-33,0 3-47,0-3-38,7 5-4,-7-5 18</inkml:trace>
  <inkml:trace contextRef="#ctx0" brushRef="#br0" timeOffset="1.08338E6">30579 16479 169,'13'7'486,"0"-4"59,-7 1 33,2-1 3,-8-3-266,0 4-219,0-4-188,-8 4-142,2 0-112,0-4-107,-1 3-21,-6 1 35,0-4 64,7 0 74</inkml:trace>
  <inkml:trace contextRef="#ctx0" brushRef="#br0" timeOffset="1.08994E6">9467 17497 78,'0'0'235,"0"-4"9,0 0 5,0 1-110,0-2-61,0 2-30,0 3-20,0-4-7,0 1 0,0 3-8,7-5-1,-7 3-3,6-2-1,1 0-4,6 0-4,-1 1-15,2 3-29,5 0-46,1 0-66,-7 7-54,0 1-27,-7 6-1</inkml:trace>
  <inkml:trace contextRef="#ctx0" brushRef="#br0" timeOffset="1.09028E6">9337 17672 106,'-7'0'216,"1"-3"8,6 3-35,0 0-88,6 0-50,-6 0-25,7 0-14,-7 0-6,7 3-4,5 1-1,-5-1 3,6 5-1,0-1-1,0 5 0,0-2 1,7 5 0,-8-1-3,2 5 0,-1-2 1,0 2 0,-6 4 0,-1-5-1,6 0 2,-4 0-1,-2-3-1,0-1-1,1 1 0,-1-7 1,-6 3 2,7-3 4,-7-6 1,7 2 3,-7 0 2,6 0 1,-6-4 4,6 0 6,1-4 6,0 0 9,-1-2 13,7-2 9,-6-3-1,12-4-6,-6 0-9,6-3-9,1 3-16,0-3-12,5 3-27,2 1-38,-1 3-51,-6 0-59,6 0-69,0 4-33,-7 3 1,1 0 26</inkml:trace>
  <inkml:trace contextRef="#ctx0" brushRef="#br0" timeOffset="1.09051E6">10106 17708 134,'0'-2'313,"0"2"45,0-4 42,0 4-83,0-4-75,0 4-47,0 0-53,0 0-43,6 0-40,0 0-29,2 0-16,4-4-5,1 4-4,7 0-3,-6 0 0,11 0 1,-5 0-3,6 0-7,0 0-31,0 4-40,-1-4-50,8 0-54,-7 4-53,7-4-56,-7 0-46,0 0 1,0 0 27,0 0 42</inkml:trace>
  <inkml:trace contextRef="#ctx0" brushRef="#br0" timeOffset="1.09076E6">10738 17676 42,'6'3'296,"7"-3"51,-6 0 35,0 0-57,-1 0-79,0 0-64,-6 0-59,7 4-49,0-4-36,-1 0-21,7 0-7,0-4-6,0 4-4,7 0 0,-8-3-14,8 3-28,0 0-40,-1 0-33,1 0-38,-1 0-47,1 0-48,0 0-46,-8 0-1,8 0 12,-1-4 28</inkml:trace>
  <inkml:trace contextRef="#ctx0" brushRef="#br0" timeOffset="1.1009E6">11618 17614 170,'-8'-4'232,"8"0"15,0 0-66,0 4-37,0-3-5,0 3-4,0 0 3,0 0 11,0 0 1,0 3-15,0-3-25,0 0-26,0 0-26,8 0-23,-8 4-17,6-4-9,0 0-6,1 4-1,6-4-1,-6 4 1,5-4-1,-4 3 1,4-3 1,2 4-2,5-1-6,-6 2-19,0-3-31,7 3-43,-1 2-46,-6 0-51,0 1-48,7-1-57,-8 0-20,2 0 17,-8 5 30</inkml:trace>
  <inkml:trace contextRef="#ctx0" brushRef="#br0" timeOffset="1.10114E6">11742 17987 234,'-7'4'333,"0"-1"25,7 1 16,0-4-136,-6 4-87,6-4-54,0 4-43,-7-1-24,7 1-16,0 0-7,-6 6-7,0 1-3,-2 5-13,2 1-25,-6 6-35,4-2-46,-4 5-54,-1 0-87,-1 3-44,2-3-5,-2-4 18,2-1 36</inkml:trace>
  <inkml:trace contextRef="#ctx0" brushRef="#br0" timeOffset="1.10359E6">5231 16237 99,'-12'-15'195,"-2"1"16,2 2-66,-1 1-25,-1-4-11,-4 7-5,4-2-15,1 3-11,0 3-9,0-4-9,0 5-4,0 3-2,0 0-1,0 0-1,0 3-6,0 5-8,0-1-10,-1 7-9,2 1-7,-1 11-8,0 4-4,0-1 0,6 7 0,0 1 0,1-4-1,6 3 1,0-7-1,0 1-1,6-4-2,8-4-2,-1-4-4,6-3-3,0-5-2,1-2 0,0-4-3,-1-1 2,7-3 1,-6 0 0,-1 0-4,1 0-8,0 0-4,-8 4-3,2-4-2,-8 4 2,7 0 6,-13 3 8,0 0 6,0 5 6,-6 2 2,-7 1 1,-1 3 3,2 1-1,-8-2 3,7 2 0,-7-5 2,8 1-1,-8-4 1,7-3 2,0-2 1,0-2 1,6-4 0,1 4 1,-1-4 0,1 0-2,0 0 0,6 0-3,0 0-1,0 0-1,0 0-1,6 3 1,0 2-1,7-2 0,-6 5 0,6 2 1,-7 1 3,8 4-2,-8 3 2,0 4 0,8 4-5,-14-1-24,6 9-44,0-1-56,-6-1-77,0-3-40,0 0-18,0-6 10</inkml:trace>
  <inkml:trace contextRef="#ctx0" brushRef="#br0" timeOffset="1.10472E6">13611 17683 20,'-6'-7'217,"-1"0"20,1-1 19,0 5-91,-8 3-44,8 0-22,-8 3-21,2 5-15,-1-1-14,-1 8-10,2 0-1,-2 2-1,8 2-2,-7-1-3,0 3-3,6 2-4,1-4-10,0 2-6,6-2-3,0-1-3,0 0-1,6 0-1,-6-6 1,13 2 2,-7-3-2,8-3 2,-2-5-1,2 1 0,5-4-1,-6 0 0,6-4-1,1 1 1,-6-1-2,-2 0 1,1 0-2,1 4-2,-8 0 1,7 4 0,-6-4 1,-1 8-1,-6 3 1,6 0 1,-6 3 2,0 1-1,0 4 0,-6-2-1,6-2 0,0 4-1,-6-2-1,6-2 0,0 0-1,0-1 2,0 1 0,0-1 1,0 5-1,0-4 1,6 4 0,-6-5-1,6 4 1,-6 1 0,7 3 0,-7-4-1,0 0 0,0 4-1,0 0-2,-7-3-20,1 3-32,0-8-63,-1 5-101,-6-4-54,7-1-26,-8-3 4,1-5 25</inkml:trace>
  <inkml:trace contextRef="#ctx0" brushRef="#br0" timeOffset="1.10532E6">16049 17566 18,'-8'15'222,"-4"-1"21,-1-3 13,-7 7-85,8-3-50,-2 0-23,1 3-22,0 1-15,0-2-13,0 2-14,6-1-6,-5 1-9,5-2-5,0-1-3,7 2-3,0-4-1,0 1-1,0 0-3,7-1 2,0-2-4,-1 2 0,0-2 0,1-2 1,6 2-1,-6-2-1,-1 1 0,7 4-1,-6-4 1,-1 0 0,0 0-1,2 0 1,-8-4 0,6 0 2,-6 1-1,6-5 1,-6 1-2,0 0 1,7-1 0,-7 2-1,6-5-1,-6 0 0,7 3-1,0 1 2,-1-1-2,0 2 2,0 1-1,2 2-1,-2-1 2,-6 3 0,6 5 0,1 4 0,-7 0 0,7 1 1,-7 6 0,0 4-1,-7-1 0,7 1-1,-7 2 0,7 5 0,-6 0 0,0 3 0,6 0-3,-8 1-17,2-1-44,6 0-73,-6-3-81,-7 0-45,6-4-20,-6-4 4</inkml:trace>
  <inkml:trace contextRef="#ctx0" brushRef="#br0" timeOffset="1.10554E6">16120 18610 260,'20'-15'388,"-7"1"38,0-1 19,0 8-133,-1 0-127,-4 7-138,-8 0-137,0 3-120,0 4-122,-8 4-59,8-3 2,-6 2 38,0-2 63</inkml:trace>
  <inkml:trace contextRef="#ctx0" brushRef="#br0" timeOffset="1.16235E6">16713 11118 88,'-19'4'191,"-8"0"25,7-4-60,2 0-28,-9 0-10,7 0-3,2 0-5,4 0-11,-5 0-12,12 0-11,-6 0-18,7 0-16,6 0-15,-6 3-14,12-3-6,-6 4-5,12-1-2,2 1 0,-1 0 0,7 3 0,-2-3-3,9 4 3,5-6 1,-6 2 1,13 0 5,-6 0 7,13-4 12,-1 0 9,1-4 9,6 0 8,7 4 0,0-4-8,-1 2-10,8-3-9,-1 2-8,6-1-5,0-3-5,8 3 1,-1-7 0,6 0-3,8 0-3,-1-3-2,0-1 1,0 1 0,8-1-2,-8 1 1,0 2 2,0 4-1,1 5-2,-1-1-5,0 4-16,-7 4-36,-5 3-51,-8 1-64,1 0-90,-7 1-57,0-1-14,-12-4 17,-8-4 41</inkml:trace>
  <inkml:trace contextRef="#ctx0" brushRef="#br0" timeOffset="1.16404E6">25288 2674 93,'-6'-7'138,"-1"3"-54,0-3-44,-5 3-23,-1 4-15,-1 4-8,2-4-4,-2 4-1,2-1 4,5 1 10,-6-1 7,6-3 8,1 4 9,0-4 2,6 0 1,0-4-4,0 4-3,6-3-4,0 3-1,1-4-4,-1 1-1,8-1-1,-8 0-6,6 4 0,2 0-4,-1 0-5,0 4-30,0 0-66,0-1-33,0 4-19,0 0-12</inkml:trace>
  <inkml:trace contextRef="#ctx0" brushRef="#br0" timeOffset="1.16427E6">25732 2750 181,'-14'-10'199,"1"-1"4,0 3-97,0-3-50,-7 7-30,1-2-13,6 2-6,-6 0-5,-1 4-2,0-3-2,7 3-5,-7 0-16,2 0-33,10 0-64,-4 0-38,12-4-22,0 0-5</inkml:trace>
  <inkml:trace contextRef="#ctx0" brushRef="#br0" timeOffset="1.16456E6">26109 2426 19,'-33'0'152,"-5"0"11,-2 0-63,-5 0-31,-8 0-8,2 2-2,-8 3 1,1-3 2,-7 6 4,6-4 0,0-4-4,0 4-2,1-4-3,5-4 0,8 4-4,-1-4-4,14-4-7,5 6-7,7-5-9,8 2-11,6-2-9,12-4-6,6 4-1,2 0-2,6 3-20,5-4-25,1 5-28,1 3-31,-1 3-33,0 5-53,0-1-28,-7 7 0,7-2 17</inkml:trace>
  <inkml:trace contextRef="#ctx0" brushRef="#br0" timeOffset="1.16486E6">25927 2305 98,'-13'-8'183,"-1"-4"19,-5 5-75,-7 0-37,0 4-20,-6-1-14,-7 4-12,-1 4-18,-5-1-13,-1 8-7,-7 0-4,2 3 0,-8 5 2,7-4-2,-1 4 3,8-2-1,6 2 1,0-5 0,6 2-5,14-7 0,-1 3-1,8-4 1,4-1 0,2 0 0,6 0 1,0 1 0,6-5-1,8 8 2,-1-3-4,0 3 0,6 3 2,7 1 1,1 3 0,5 3 0,7 2-10,-7 6-36,14 4-45,-7 1-68,7 5-34,-1-2-19,2 4 4</inkml:trace>
  <inkml:trace contextRef="#ctx0" brushRef="#br0" timeOffset="1.16506E6">26214 3098 181,'19'-2'280,"-13"-6"15,1 1 8,-14-1-139,7 4-75,-6 2-41,-1 2-41,1 6-45,-7 2-52,6 3-64,-5 3-73,4 1-36,-4 3-1,-8-3 19</inkml:trace>
  <inkml:trace contextRef="#ctx0" brushRef="#br0" timeOffset="1.1679E6">7461 14059 67,'0'-9'128,"0"1"-58,-7-4-33,7 5-17,0 0-9,0 4-2,-7-1 1,7-4 4,0 5 6,0 3 7,-6-4 7,6 0 7,0 1 3,-7 3-3,7-3-3,0 3-7,0 0-10,7 0-8,-1 3-7,1-3-4,6 3-2,-1 5 2,15-1 0,-7-3 0,6 3-3,6 0 1,1-3 0,6-1-1,-1-3 0,2 0-1,5 0 2,-5 0 2,5 0-1,8-3-1,-1 3 4,-7 0 2,14 0 2,0-4 1,-1 4 4,1 0 1,6 4-1,6-4-1,-6 0-2,8 0 0,-2 3 0,0-3 1,2 0 3,-2 4 4,8-4 2,-8 0-1,7 4-1,0 0-2,1-4-3,-8 4 0,8 0 4,-8-4 4,1 0 2,0 2 2,-7-2 3,0-2-3,0 2-4,-13 0-6,7 0-2,-7 0-4,-7 0-3,1 2-3,-7-2-1,0 5-2,1-3 1,-1 3-1,-7-2 0,1 5 0,-1-4 2,1 3 0,-7 0 0,0 0-1,0 1-1,-7-1 1,7 0-1,-6 1 1,-1-4 1,1 3 1,-6-4-1,-2 1 2,1 3 1,0-7 4,-6 4 13,-1-4 25,0 4 22,2-4 20,-8 3 13,6-3 3,-6 0-9,0 0-20,0 0-23,0 0-18,6 0-15,-6 0-7,0 0-6,0 0-5,0 0-2,0 0-2,0 0-17,0 0-28,-6 4-39,6-4-39,0 3-43,-6 4-47,-2 1-54,8 4-22,-6-3 12,6 7 27</inkml:trace>
  <inkml:trace contextRef="#ctx0" brushRef="#br0" timeOffset="1.17176E6">7506 14217 67,'-27'-3'167,"9"-4"4,-2 0-75,0-1-44,1-4-24,5 5-13,2 0-7,5 4-4,1-1-2,-1-4-1,7 5-2,0-1 0,7 4 1,-1-3 0,7-1-1,1 4 1,-2 0-1,8 0 1,-1 0 2,7 4-3,7-1 0,-1 4-2,1 1 2,6-1 2,7 5-3,0-6 1,-1 5-1,1-3 1,5-2 0,2-1-1,5-2 5,1 1 4,6-8 2,0 1 1,7-4 3,0-5 0,6-3-1,0 1-2,-6-8 0,6 0 1,1-7-1,-2 3 1,-4-7-1,4 4 0,-5-4 0,-7 4-1,0 0-3,0-1-2,-6 0-1,0 5-2,-7 0 0,-7-4 0,2 6 0,-9-2-1,-5-1 1,-7 0 4,0 1 0,-7-1 3,1 0 4,-7-3 3,-6-3 3,-1 3-1,-6-5 1,0-3 2,0 1 0,-6-1-1,-1 1 0,7-1 0,-13-3-2,7 2-5,-1 6-5,0-4-3,1 2-3,6 5-1,-6 0-1,-1-5-2,0 5 3,1 0 1,-1 0 1,1-4 0,0 0 1,-8 0 1,8-4-2,-7 4 1,0-4-2,-7 5 0,7-5-1,-7 1 0,1-1 0,-1 3 0,8-2 0,-14-1 0,6 1 0,1 3-1,-7-4 1,6 5-1,-6 3 0,-1-5 0,-5 8 1,6 1 3,-7 3 0,1 4 2,-7-1 2,0 8-1,-1-1-1,1 10-2,1-2 0,-9 8-1,2-4 0,-1 7-2,-5-4 2,-2 8-1,7-3-1,-5 2-1,-2 1 1,1-4-1,7 9 0,-7-5 2,5-1 2,2 2 1,-1-1 2,7 0 1,-6 0 0,5-4-2,8 4-3,-7 1-1,0-2-1,7 5 0,-8-2-1,8 3 0,-7 3-1,6-1 0,-6 3 1,7 1 0,-2 4 0,2 0-1,-1-1 1,1 4 1,-1 1-1,7-1-1,-6 1 1,5 2 0,2 2 0,-1-1 0,6 0 1,-6-4 3,7 4 1,-1 0 0,0-3-4,8 2 1,-8 1 0,7-4-2,0 0 0,0 5 1,7-5-2,-8 0 1,8 0-2,-1 1 2,1-1 0,-1-3-1,0 3 2,1-3-1,6-1 2,-6 1 0,6-4 0,0 0-1,0 0 0,0-3 1,0-2-1,6 2 0,-6 0-1,6-1 0,1 3 1,0-2-1,-1-1 1,7 1 0,-7-2 0,8 2 2,-1 0-1,6-1 0,1 1 1,-1-2 1,1 5-1,6-3-1,1-2-1,-2 2 1,8 4 0,-8-5 0,8 0 0,0 0 0,0 1 0,-1-1-1,1 0 0,-7 0 0,7-3 0,-1 4 0,-6-5 0,1 5 2,5-4-2,-7-1-1,2-3 1,5 1-1,1-3 1,0-1 0,0 0 0,-1-4 2,7-2 0,-7 3 0,7-5-1,1-5 2,-1 5 0,-7-2-2,7 2-1,1-4 1,-8 0 0,7 0-1,-6 0 0,-1 0 0,1 1 1,-1-1-1,1 2 0,-1-3-1,1 2 0,-1-1 2,-6 0-1,14-3 0,-7 3 0,-1-3 0,7-1 1,-6-2-1,5-1 3,9-1-1,-9 2 3,1-5-2,7 0 1,-7 1-3,7-1 1,-1 1 1,-5-1-2,5 0 0,-6 4 0,1-3-1,-1 2-1,-1 1 0,-5 5 0,-1-6 1,-5 4 0,-1-3 0,0 5 1,0-3 0,0 3-1,-7-2-1,8 5 0,-7-5 0,-2 1 1,9 3-1,-7-3 3,-1 0-1,0-1 2,1 1 0,0-3-2,-1-2 1,1 1 0,-7-3 1,0-1 1,6-4 0,-5 1 1,-2 0 1,2-4 1,-8 1-2,7-6-1,-7 1-2,1 1 0,6-4 1,-7 3-3,2-6 0,-2 1 0,-6-5 1,0-1-1,0 1 1,0-5-2,-6-3 0,-2 1-1,2-6 1,-14 3 1,7-6 1,-6 4 0,-7 1 4,0-2 0,-6 3 0,-1-2-2,0 4 2,-6 0 2,0 4-1,-7 3 1,7 1 3,-13 2 1,7 1-1,-8 4-1,1 0-1,-6 0-1,6 4-2,-7-2-1,7 2 2,-7 0 1,0 2 3,8 2 1,-8-2 1,7 5-1,-7 3-3,6 0-1,-5 4-3,-1 4-2,8 4-1,-8 3-1,0 3 0,0 9 1,7-2-1,-7 9 2,1 2 2,-1 6 0,0-2-2,0 8 1,8 3-1,-8 1-2,1 3-2,5 1-1,2-1 1,-8 0-1,13 0-1,-6 1 1,6-1-1,8 4 4,-2-4 1,1 0-1,7 5 2,-1-5 1,7 0-1,6 0-3,1 1 1,5-5 0,2-3 0,6 0 0,-2 0 0,2-3 0,6-1 1,6-4-2,-6-2 1,8-1-1,-2-5 0,0 2 1,0 0-1,1-4 0,0-1 0,-1 1 1,1-1 1,6 1-1,-6-5 1,-1 6-1,0-6 2,8 5-1,-8-1-2,0-2 0,1 5-2,-1-2 1,8 0 0,-8 8 0,0-5 3,1 3 1,0 2 1,-1 2-1,0-3 0,1 0 0,0 0-2,-1 0-1,1 0 0,-1-7 0,0-1 1,1 1 0,0 0 0,-7-4 1,6-1 0,0-2 1,2 3-1,-2-7-1,0 4 0,-6-6 0,7 2-1,-7 0 1,6 0-2,-6-4 2,0 3 0,7-3 1,-7 4 1,0-4-1,0 0 2,0 0-1,0 0 0,0 4-1,0-4 0,0 0 0,0 0 0,0 0-2,0 0 1,0 0 0,0 0 0,0 0-1,0 0 0,0 0 2,0 0 0,0 0 0,0 0 0,0 0 0,0 0 1,0 0 0,0 0-2,0 0 0,0 0 0,0 0 1,0 0-1,0 0-1,0 0 1,-7 0 1,7 0 0,0 0-2,0 0 1,0 0 1,0 0-2,0 0 0,0 0-2,0 0 2,-6 0 0,6 0 1,0 0 0,0 0 1,0 0-1,0 0 2,0 0-2,0 0 0,0 0 1,0 0 0,-7 0 1,7 0-1,0 0-1,0 0 1,0 0-1,-6 0 0,6 0-2,0 0 0,-6 0 2,6 0 0,0 0 0,-8 0 0,8 0 0,-6 0 0,6 0 0,0 0-2,-6 0 1,6 0 1,0 0 0,-7 0 0,7 0 0,0 0 1,0 0 0,-7 0-1,7 0 1,0 0-2,0 0 1,0 0-2,0 0-1,0 0 0,7 0-2,-7 4-15,7-1-16,-1 1-22,0 3-24,8-4-26,-1 9-26,6-5-12,8 3-31,-1 2-20,-1-1 2,1 0 13</inkml:trace>
  <inkml:trace contextRef="#ctx0" brushRef="#br0" timeOffset="1.1884E6">13331 11379 19,'-26'-11'197,"-7"0"9,7-4 5,7 0-111,-1 3-41,0 2-25,8-1-13,6 7-10,-8-2-4,8 1-1,-1 2-5,1-1 1,6 4-1,0-4 5,-6 4-1,6 0 0,0 0 4,6 0 5,0 0 3,1 4 4,6 0 7,6-1 3,7 2 7,1-3 1,5 2 5,7 4-1,1-5-3,5 1-1,1 0-7,5 0-6,2-2-6,-1 4-4,0-6-5,0 0-4,-6 0-2,-1-6-4,-6 6 1,-6-2-1,0-2 2,-8 0 2,-5 0 10,0 1 14,-7-1 10,-7 0 7,1 0 3,-1 4 0,-6-2-23,0 2-47,-6 0-66,-7 2-68,0 6-94,-7 3-51,-12-1-14,5 2 21</inkml:trace>
  <inkml:trace contextRef="#ctx0" brushRef="#br0" timeOffset="1.18924E6">28833 6535 187,'-26'-3'210,"6"-1"11,1 4-93,5-4-48,2 4-24,5 0-18,-6-4-12,7 4-13,6 4-1,0-4-3,0 0 2,6 4 3,7-4 3,0 4 3,7-4-2,6 3-2,-1-3-4,15 4-8,-1 0-34,0-1-49,7 5-84,-7-1-43,-7 0-24,1 0-8</inkml:trace>
  <inkml:trace contextRef="#ctx0" brushRef="#br0" timeOffset="1.18944E6">28957 6791 61,'-27'12'240,"8"-9"26,6-3 28,0 4-98,0-4-52,6 0-33,1 0-25,12 0-27,1-4-25,6 4-15,6-3-9,14 3-6,-1-4-20,8 4-33,-1 0-44,6 0-57,1 0-84,-1 0-42,1 0-8,-1-4 21</inkml:trace>
  <inkml:trace contextRef="#ctx0" brushRef="#br0" timeOffset="1.18983E6">29889 6503 133,'0'-12'308,"0"5"47,0 4 39,0-4-101,0 3-53,0 4-50,-8 0-43,2 6-28,-6 2-19,-2 7-10,-5 3-6,-7 8 0,0-1-3,-7 9-8,1-2-15,-1 1-11,1 0-5,-8 0-7,15-7-10,-2 0-4,8-5-7,6-6 0,-1-4-3,14-4-4,0-7-2,14-3-6,5-12-4,1-3-3,12-8-3,1-3-6,-1-4-6,1-3 2,-1-2-1,1 9 2,-1 0 0,-6 4 2,-6 6 7,0 0 2,-1 9 1,1 3 1,-7-1-1,0 8 6,0 8 3,0-1 7,-6 3 9,5 9 14,-5 3 14,0 4 10,6-1 4,-7 8 1,8 1-8,-2 2-12,8 1-13,-1 2-24,1 2-52,0 0-71,-1-5-75,7 1-71,0-4-60,0-4-44,0-6-35,1-2 0,-2-11 36,-5 2 54,0-8 48</inkml:trace>
  <inkml:trace contextRef="#ctx0" brushRef="#br0" timeOffset="1.19003E6">30566 7015 158,'13'-7'277,"-6"3"32,6-4-31,-7 6-70,-6-3-52,6 2-48,-6 3-62,0 3-80,8 2-100,-8-3-98,-8 10-55,8-5-27,-6 1 6</inkml:trace>
  <inkml:trace contextRef="#ctx0" brushRef="#br0" timeOffset="1.19318E6">13598 3219 57,'-26'5'118,"6"-5"-43,1 0-17,-1 0-8,2 0 2,4-5-6,1 5-3,0-2-3,6 2-11,1-4-7,0 4-7,-1 0-5,7 0-5,7 0-4,-1 4-1,7-2 1,0 6-1,14-1 0,-2 1 0,1 6-1,14 2-3,-1 1 3,-1 3-1,9 5 0,-2 0 0,1 0 4,-1 4 2,1 1-4,5-5 5,2 2 0,-1-5 0,7 0 0,0-8-1,6 1 2,0-8-4,0 0 0,6 0-1,-5-7-1,5 4 0,-6 0-1,7 0-1,-6 0 2,-1 0 3,0 5 1,0-1 0,0 4 1,-7 2 1,7 4-4,0-3-2,1 3 1,-1 4 0,7 0 0,-7-3-1,0-1 3,1 0 2,-8-3-2,8-1 0,-8-2 0,0-9 1,1 1-1,-1 0-2,1-8 0,-6 0 2,-1-3-2,-1-4-1,2 4-1,-7-4 0,-1-4 1,1 4-1,5 1-1,-4 2-1,-2 1 4,1-1-1,6 4-1,0 0-1,0 4 4,7-4-2,6 8 0,0-4-2,7 4-1,-1-4-14,8 4-21,-1 0-24,0-4-45,6 4-38,1-4-18</inkml:trace>
  <inkml:trace contextRef="#ctx0" brushRef="#br0" timeOffset="1.1934E6">20942 3759 105,'78'-16'247,"0"-5"8,-6-1 4,-6-4-121,-1 4-66,0 4-47,-7 2-55,7 14-66,-12 2-79,5 8-43,-12 2-21,0 5-1</inkml:trace>
  <inkml:trace contextRef="#ctx0" brushRef="#br0" timeOffset="1.19536E6">15853 13825 103,'-19'-3'179,"5"3"7,-5 0-81,6 0-41,0 0-24,-1 0-14,2 3-8,6 1-6,-2 0-5,2 0-2,6-1-1,0 1-4,0 3 0,6 0 0,2 1 0,4-1 0,1 0 0,7 1 0,6 0 2,0-2 1,13 1 2,-7 1 1,14-4 1,6 0 1,0 0 1,13-1 0,-6 1-2,13-1 0,-7-3-1,13 4 2,-6-1 4,6-3 9,1 0 11,5 0 8,0-3 7,1-1 3,0-3 0,0 0-9,-7 3-10,0-3-5,0-1-3,-6 4 1,-7 2 3,0-2 6,-6-4 4,-7 4 0,-6 4-3,0-4-5,-8 1-9,-5 3-7,-7 0-4,-6 0-3,-1 0-2,-5 0 1,-8 0-1,6 0-1,-4 0-3,-2 0-14,-6 0-30,6 3-49,-6-3-69,-6 8-75,0-4-36,-2 4-9,-10-2 18</inkml:trace>
  <inkml:trace contextRef="#ctx0" brushRef="#br0" timeOffset="1.19733E6">24982 4267 77,'-6'-14'186,"-1"-1"13,0 1-67,1 3-22,-1-4 4,1 4-1,-1-1-7,0 5-4,1-3 0,0 2-5,0 1-15,-2 3-13,2-3-7,6 4-6,-6-1-12,12 0-15,-6 0-9,14 1-10,-2-1-5,8 0-2,6 8-18,-7 0-55,7 3-68,1 9-104,-8 1-54,-6 4-31,0 2 1,-13 3 46</inkml:trace>
  <inkml:trace contextRef="#ctx0" brushRef="#br0" timeOffset="1.19764E6">24897 4458 175,'-6'-4'212,"-1"-4"9,7 5-91,0 0-49,7-5-28,-1 8-22,8 0-13,-2 0-6,8 4-3,-7 3-2,7 1 0,-8 4-1,2 5 0,-2 2-1,-5 3 1,-1-1-3,-6 9 0,0-1-1,-6 0 0,-1 4-1,1-3 0,0-1 2,-8-8-1,8 2-1,0-1-1,-1-7 0,7-1 0,0-3 0,0-3 2,0-1 11,7-4 15,5-3 7,2-7 2,5 0 2,13-4 0,1-7-8,6-1-24,0-6-34,6 2-40,-5-2-56,5 0-75,-5-2-41,-1 2-11,-7 0 17</inkml:trace>
  <inkml:trace contextRef="#ctx0" brushRef="#br0" timeOffset="1.19784E6">25497 4407 169,'-7'-4'242,"-6"1"19,13-1-77,-7 0-42,7 4-34,7-4-34,6 1-30,6 3-21,1-4-9,13 1-5,-1 3-4,7 3-5,1 1-29,-1 3-46,-1 1-76,2 2-64,-7 1-32,-7 0-17,-7 3 19</inkml:trace>
  <inkml:trace contextRef="#ctx0" brushRef="#br0" timeOffset="1.19804E6">25790 4582 145,'-20'4'249,"-6"-8"40,6 4-41,1-3-17,-1-4-14,8 2-33,-2 3-32,14-6-37,0 4-34,14-3-33,-2-1-22,15 1-13,5 0-8,7 0-4,7-4-5,-1 4-29,8 0-40,-1-2-49,7 3-55,-8-2-66,2 2-72,-1-6-13,-7 1 18,1 0 37</inkml:trace>
  <inkml:trace contextRef="#ctx0" brushRef="#br0" timeOffset="1.19923E6">19398 13225 49,'-7'-3'137,"1"-6"-36,6 6-46,-7 0-27,7-1-15,0 0-18,7 4-14,-1 0-15,-6 4-18,7-4-32,-1 4-23</inkml:trace>
  <inkml:trace contextRef="#ctx0" brushRef="#br0" timeOffset="1.20354E6">6216 15877 35,'-20'4'134,"0"3"-29,1-4-38,-1 1-21,8 0-11,-8 0-7,14-1-3,-8 2-8,8-2-6,-1-3-7,1 4 0,6-4-3,-6 0 0,12 2 1,-6-2 1,6 5 1,7-2 0,1-3 2,-2 4-2,14-4-1,-6 4 1,13-4-1,-1 0-1,1 0 0,6-4-1,7 0 1,-1 1 2,7-4-1,7 0 1,0-1 0,6-4 1,0 2-3,0-5-1,13 4 0,-6-3 2,6-1-2,0 0 5,0 1 0,7-5 0,0 4-1,7-3-1,-9 7-1,2-3-3,0 6-1,0 1 0,-7 0 1,-6 3 0,-1 4 0,1 0 1,-14 4 0,7-1 1,-12 1 1,-1 0 1,1-1-1,-2 5 4,-5-4 2,-1-1 6,-5 0 6,5-3 6,-6 0 4,7 0 0,-7 0 0,1-3-6,-1 0-5,-1-1-4,1 0-4,1 0-1,-1 1 1,0-1 0,0 0-2,0 1-2,-6 3-3,6 0 0,-1-4-4,-4 4 0,5 4-3,-7-4 2,1 3 0,-7-3 0,6 4 0,1 0 0,-7-1 0,0 1 1,7 0-2,-14 0 0,7 2-1,0-2 2,0 0 1,-6 3-2,6 1 3,-7 0-1,1-2-1,-1 2 0,1 3-2,-6-4 2,5 0 0,1 1 1,-8-1-1,8 0 1,0 1 2,-7-1 4,6 1 4,0-5 7,8 0 8,-8 5 6,8-8-1,-2 3 0,1 1-5,0-4-5,7 0-8,-7 0-5,6 0 0,1 0-4,-1-4 0,8 4-2,-7-3 0,6 3 0,-7-4-2,7 0 0,-7 1 0,1 3 0,0-3-1,0 3-2,6-4 3,-13 4 0,13 0-1,-13 0 0,6 4-1,1-4 3,0 0 0,-1 3-2,-6-3 2,0 0-1,1 0 2,-1 3 0,-7-3-1,7 4 3,-6-4-2,-1 4 1,7-4-2,-6 0-1,0 0 0,-1 0 0,1 3 0,-1-3 0,0 0 1,1 0 0,-1 0 0,1 0-1,0 0-1,-7 0 1,7 0 0,-2 0-1,2 0 1,-6 0 0,5 0 1,-6 0-1,0 0 0,0 4 1,0-4-1,0 0 0,0 0-2,-6 4 4,5-4 0,-4 0-2,-2 4 0,0-4 1,7 3 0,-6-3-2,-1 4 1,-6-4 0,7 0-1,-7 0 1,6 0 0,-6 0-3,0 0-13,7 0-28,-7 0-40,7-4-60,-7 1-60,6-1-30,0 0-2,1-3 18</inkml:trace>
  <inkml:trace contextRef="#ctx0" brushRef="#br0" timeOffset="1.20387E6">11435 15841 63,'0'0'232,"0"0"9,0 0 2,0 0-110,0 0-72,0 4-47,7-1-32,-1 4-30,0 0-23,2 1-24,-2-1-24,0 4-46,0-4-15,-6 1 5</inkml:trace>
  <inkml:trace contextRef="#ctx0" brushRef="#br0" timeOffset="1.20936E6">6978 17149 68,'-6'3'140,"6"-3"-46,-7 4-36,7-4-20,0 0-14,0 0-8,0 0-7,0-4-6,0 4-1,0 0-2,0 0 1,0 0-1,0 0 0,7-3 0,-7 3-1,6 0 1,1 0 1,6 0-1,-7-4 0,7 4 0,1 0 2,5 0-2,-6 0 0,6 0 0,7 0 1,-6 0 1,6 0-3,1 0-19,5 0-41,-7 0-42,9 0-23,-2 0-10</inkml:trace>
  <inkml:trace contextRef="#ctx0" brushRef="#br0" timeOffset="1.20977E6">9206 17258 136,'0'-3'142,"-6"3"-70,6 0-39,0 0-31,6 0-27,-6 0-54,8 0-30,-2 0-15</inkml:trace>
  <inkml:trace contextRef="#ctx0" brushRef="#br0" timeOffset="1.20999E6">10236 17123 90,'14'3'174,"-8"-3"-11,6 4-83,-4 0-86,-2-1-77,7 0-51,-7 2-19</inkml:trace>
  <inkml:trace contextRef="#ctx0" brushRef="#br0" timeOffset="1.21019E6">10921 17145 139,'12'0'209,"2"0"4,-2 0-68,-5 0-66,-1 0-42,1 0-37,6 4-33,-7-1-35,8 1-62,-2-1-41,2 4-15,-1-3 2</inkml:trace>
  <inkml:trace contextRef="#ctx0" brushRef="#br0" timeOffset="1.2104E6">11657 17218 154,'0'0'167,"0"4"-38,0-2-69,0 3-43,0-2-29,0 1-34,0 4-59,0-5-28,6 1-12</inkml:trace>
  <inkml:trace contextRef="#ctx0" brushRef="#br0" timeOffset="1.21064E6">13045 16815 133,'6'0'145,"0"0"-65,1 0-35,0 0-25,-1 4-19,1-4-33,-1 0-53,0 4-30,-6-4-14</inkml:trace>
  <inkml:trace contextRef="#ctx0" brushRef="#br0" timeOffset="1.21085E6">13207 16984 61,'0'-4'296,"0"0"28,-6-3 17,0-1-49,-2 1-123,2 4-67,6-1-42,0 1-36,0-1-41,6 4-44,2-4-32,4 4-36,-5-4-28,0 4-23,6 0-7,-1 0-9,-5 0-14,0-3 9,-1-2 15</inkml:trace>
  <inkml:trace contextRef="#ctx0" brushRef="#br0" timeOffset="1.21529E6">23555 2887 12,'-6'0'111,"6"0"-52,-7 0-28,0 3-15,1-3-7,6 4-2,-7 0-1,7-2-2,-6 3 0,6-1-1,-7-4 1,7 3-1,0-3 0,0 0-2,-7 4 0,7-4 2,0 0-3,0 0 0,0 0 0,0 3 2,7-3-2,-7 4-2,0 0 2,7 0 3,-7-1-7,6 4-40,-6-2-34,0 1-19</inkml:trace>
  <inkml:trace contextRef="#ctx0" brushRef="#br0" timeOffset="1.21549E6">23633 3004 26,'0'0'151,"0"-4"1,0 4-73,0 0-54,0 0-65,0 4-55,0 4-29,0-5-15</inkml:trace>
  <inkml:trace contextRef="#ctx0" brushRef="#br0" timeOffset="1.21575E6">23809 2946 128,'-7'-5'142,"7"2"-62,-6 3-38,6-4-22,-6 4-13,6 0-22,0 0-30,0 4-47,0-1-25,0-3-12</inkml:trace>
  <inkml:trace contextRef="#ctx0" brushRef="#br0" timeOffset="1.21602E6">24005 2875 144,'-7'-4'158,"0"-3"-61,1 5-32,-7-6-19,6 4-13,7 0-15,-6 0-10,6 4-21,0-3-39,6 3-54,-6 3-31,7-3-14</inkml:trace>
  <inkml:trace contextRef="#ctx0" brushRef="#br0" timeOffset="1.21607E6">24056 2894 149,'0'0'166,"-6"0"-47,-1 0-47,1-4-26,0 1-13,6-1-10,0 0-9,-7 0-7,7 0-7,0 4-28,7 0-71,-7 0-39,6 4-19,0-4-10</inkml:trace>
  <inkml:trace contextRef="#ctx0" brushRef="#br0" timeOffset="1.21634E6">24161 3037 136,'-6'3'184,"-2"1"5,2 0-90,0-4-52,6 4-43,0-1-40,0 1-72,0-4-41,0 3-20,0-3-6</inkml:trace>
  <inkml:trace contextRef="#ctx0" brushRef="#br0" timeOffset="1.21698E6">23764 3015 63,'-7'4'161,"-6"-2"3,6 2-76,1-4-42,0 0-22,6 5-12,-8-5-5,8 3-4,-6 1-1,6-1-2,0 1 1,0 0-2,0-4-9,-6 4-11,6-1-23,6 4-40,-6-2-40,0-3-19</inkml:trace>
  <inkml:trace contextRef="#ctx0" brushRef="#br0" timeOffset="1.21729E6">23790 3059 135,'-8'-4'158,"2"1"-43,-6-1-49,5 4-25,0 0-13,-6 4-6,7-1-5,-8 4-4,8 0 0,-7 5-1,6 3 1,1-1 3,0 8-2,6 0 1,-7 7-1,7 7-1,0 5 0,7 8-1,-7 9 1,6 5 1,0 9-1,1 6 1,6 5-5,-7 5-2,2 0-2,-2 0 0,0-5 1,1-1-1,-1-6 3,-6-6-1,7-12 0,-7-6-3,0-8-4,0-7-14,0-12-25,-7-6-48,1-9-59,-1-5-31,1-10-16,-8-5 3</inkml:trace>
  <inkml:trace contextRef="#ctx0" brushRef="#br0" timeOffset="1.21758E6">23855 3052 113,'0'-27'187,"0"2"7,-7 7-79,0 3-48,-5 4-26,-1 3-12,-1 6-11,2 4-5,-8 2-5,0 11 1,-5 0 1,-2 7 2,1 7-2,-6 5 3,-1 2-1,1 0-1,-8 8 0,1 0-3,0 1-1,7 2 0,-8-3 0,8 0-1,-1-4 0,1-3 0,5-4 1,8-4-3,-1-7-3,8-3-3,5-9-18,7-2-22,7-12-26,5-4-29,1-5-41,7-7-40,6-6-4,0-6 10</inkml:trace>
  <inkml:trace contextRef="#ctx0" brushRef="#br0" timeOffset="1.21781E6">23614 3081 61,'12'-12'170,"-5"5"7,6 4-71,-7 3-37,1 3-24,0 8-12,-1 4-3,1 7-4,5 0-1,2 3-1,6 6-5,-1 0-5,1 3-4,12 5-3,1 7 0,5 0-1,2 9-20,5 1-38,-6-1-60,7 4-48,-1-5-26,1-10-14</inkml:trace>
  <inkml:trace contextRef="#ctx0" brushRef="#br0" timeOffset="1.21806E6">24649 3520 152,'7'-7'266,"-1"-4"9,-6 4 5,0 0-133,7 3-70,-7 8-39,7-1-20,-1 8-30,0 0-30,8 7-37,-1 1-40,0 2-57,0 1-50,-1 3-7,-4-2 12</inkml:trace>
  <inkml:trace contextRef="#ctx0" brushRef="#br0" timeOffset="1.22394E6">9271 16251 64,'-25'11'123,"5"-4"-72,0 5-52,1-6-59,-1 5-31</inkml:trace>
  <inkml:trace contextRef="#ctx0" brushRef="#br0" timeOffset="1.22777E6">8503 16921 37,'0'-10'138,"-7"2"-41,7 0-20,-6 5-9,6-5-9,-7 2-9,1 2-2,6-1 0,-7-1-7,1 2-7,6-3-4,-6 3-4,6 0-8,-8 0-8,8 1-6,0-1-3,0 1 0,0-1-1,0 1 0,0-1 0,0 0 0,0 0 0,8 1 0,-8-1 1,6 0-2,0 0 0,1 2 2,6-6-1,-7 4 0,7 1-1,1-2 2,-8 2-1,7-1-3,0 4 3,0-4-1,0 4 2,0-3-1,7 3 0,-8 0 1,2-3 0,-1 3-1,-1 0 0,2-4 0,-2 4 2,8 0 0,-13 0-2,13 0 0,-8 0 0,-5-4 0,6 4-1,0 0 0,0 0 3,0 0-1,1 0-1,-8 0 0,6 0 0,-5 0 0,0 0-3,-1 0 2,1 0 1,-1 4 0,-6-4 0,7 0 3,0 0 1,-7 4 2,0-4 0,6 0 0,-6 3-2,0-3-1,6 3-3,-6-3 1,0 4-1,6-4 0,-6 0 0,8 4 0,-2-1 0,-6-3-1,6 5 1,1-5 0,-1 3 1,1-3 0,0 4 0,-1-4 0,0 0 0,1 4-2,0-4 1,5 0 1,-5 0-1,0 0 0,-1 0 0,7 0 1,-7 0-1,1 0 1,0 0 0,5 0 2,-4 0 0,-2 0-2,7 0 1,-7 4-2,1-4 0,-1 0 0,7 0-2,-7 2 1,2-2 1,4 4 0,-5-4 0,0 4 0,5-4 1,-5 4-1,-1-4 0,8 3 0,-8 1 0,8 0 0,-2-4 0,-5 4 0,6-1-1,0 1 1,-1-4-1,2 3-1,-1 1 1,0-4-1,0 3 2,0-3 0,0 4 2,7 0 0,-8 0-1,2-1 1,-1 1 1,-1 0 0,8 2 0,-7-1-2,0-1-1,0-1 0,7 4 0,-8-3-3,2-1 3,-1 1 0,0 0 3,0 0-1,0-4 1,-6 4 2,5-4-2,2 0 3,-1 0-1,-1 0 1,2-4-3,-2 4 1,2-4-3,-1 4-1,0-4 0,6 4 1,-5 0 0,5 4 1,1-4 0,-8 4-2,8-4 1,0 4 0,-1 0 0,1-2-1,0 2 3,-1-1-1,-6 2-2,6-5 1,1 3 0,-7 1 0,6-4-3,-6 4 1,1-4 1,6 0 0,-8 4 0,1-4 0,7 0 0,-8 0 1,2 0 0,6 3-1,-8-3 0,8 0 0,-7 0 1,7 0-1,-1 0 0,-6 0 1,6 0-1,1 0 0,0-3 0,-1-1 0,1 0 1,0 4-1,-1-4 0,1 1 0,-1-2 0,0 2 2,1-1-2,-1 4 0,1-2 1,0-2 0,-1 0-1,1 0 0,-8 4 2,8-4-1,0 4-1,-1-4 0,-5 4 1,6-3-1,-8 3-1,8-4 1,-1 4 1,-5 0-1,-2 0 1,8 0 0,-7-4 3,0 4-3,6 0-1,-5 0 1,-2 0-2,2-3 0,-1 3-1,7 0 1,-8 0 1,1 0 1,-6 3 2,6-3-4,0 0 1,0 4-1,-7-4 0,8 4 0,-8-4 1,7 3 2,-7 1 0,1 0-1,6 0-1,-7-4 1,8 4-1,-8 0-1,0-2-1,8 2 2,-8-1 2,1-3-2,5 5 0,-5-5 0,0 3 1,5-3-1,-4 4-1,4-4 1,1 0 1,-6 4 0,6-4-1,-1 0 1,2 4-1,-1-4 0,0 0 0,0 0 1,0 0-1,0 3 0,0-3 0,-6 0 0,6 0 1,0 0-1,-7 4 2,7-4-2,-7 0 0,8 0 1,-8 0 0,1 0 2,6 3 1,-7-3 1,1 0 1,6 0-3,-6 0 0,5 0-1,-5 0-2,6 0 0,-7 0 0,7-3 1,1 3 1,-8 0-1,8 0 0,-2 0 1,8 0-2,-7 0 0,-1-4 1,8 4 0,-6 0 1,5-3-2,1 3 2,-8-4-1,8 4-1,0 0 0,-1-4-1,1 4 1,0 0-2,-1-4 2,1 4 0,-8-3 0,8 3 1,0-5 0,-1 5 0,-6 0 0,6-3 0,1 3 0,-7-4 0,7 4-2,-8 0 0,8 0 0,-7 0 1,0 0 0,7 0 0,-7 4 0,0-4 1,6 3 0,-6-3-1,1 5 0,-2-5 2,2 3-1,-8-3-1,7 4 1,0-4-1,-6 4 0,5-4 0,2 0 0,-8 4 0,8-4 0,-2 0 0,-5 0 0,6 0 0,-6 0-2,5 0 2,-5 0 0,6 0 0,0 0 0,-6 0-1,6 0 1,-1 0-1,2-4 1,-8 4 1,7 0-1,0 0 0,0 0 1,7 0-1,-8 4-1,2-4 1,-1 0 1,0 0 0,0 0 0,7 0 0,-8 0 1,2 0-1,-1 0 0,-7-4 1,7 4-2,0-4 0,1 4 0,-2-4 2,1 1 0,-6 3-1,6-5 1,-1 2-1,2-1 0,-1 4 1,-6-2-3,6 2 1,-1-4 0,2 4 2,-8-4-2,7 4-2,-6 0 2,6-4 1,-7 4-1,7 0 0,-6 0 2,-1 0 0,8 0 0,-8-4-1,0 4 0,7 0 1,-6 0 1,6-4-2,0 4 1,-6 0 0,5-3 2,2 3-2,-2-4 1,1 4 0,1-4 0,-2 1-1,2 0 0,5-1 1,-6-1 2,0-1 3,7 2 4,-8-3 2,2-5 3,5 5 0,-5-3 0,4-2 0,-4 1-3,6 1-2,-7-1-3,7-1 0,-2 2-2,-4-2-4,-1 1-1,0 0 1,6 0-2,-5 1 3,-8-2-1,7-3 4,-6 5 3,6-1 6,-7-4 4,0 0 1,1 1 3,0-5 2,-7 1-2,6 4-5,-6-5-6,0 2-4,0-6-3,6 4-1,-6 1-3,0 0-1,0-4 0,0 3 0,0 2 1,0-2-2,0 0 0,0-1-1,0 1 1,-6 0-1,6 1-1,0-4 2,-6 8 0,6-5 0,-7 0 0,0 5 1,7-5 1,-6 1-1,0 0 0,-7-4-1,6 1 1,-6-2-1,7-3 1,-8 4 0,2 1 9,-2-2 7,-5 5 4,5 0 4,-4 2 3,4 2 2,-5 3-7,-1 0-5,-6 1-5,6 2-3,-5 1-3,-1 3-3,-1-3-2,-5 4 1,6-1-1,-7 0-2,1 0 1,-1 1-1,1-1 0,-1 4-2,0-4 1,0 1-1,1 3 1,-7-4 2,0 0-1,6 4 1,-6 0-1,0 0 0,6 0-2,-5 4 0,-2 0-2,-5-1 0,6 5-1,-7-1-2,1 4 0,-2-4 1,-5 4-1,7 4 0,-1-5 3,-6 2 1,6-1 3,-5 0 0,5-4 3,-7 1 1,8-5-2,-1 1 1,1 0-3,-1-1 1,1-3-2,-1-3-2,1-1 1,-8-3-1,8-1 1,-1 1 1,-6-4 0,7 0 0,-8 3 0,8-3 1,-1 4 0,-7 4 1,8-5 0,-1 4 0,7 1 0,-6 3 0,6-4-1,0 4-2,0 0 1,-1 0-2,1 0 0,7 0 2,-7 0-1,-1 0 1,1 0 0,1 4 1,5-4 0,-6 0-1,7 3 1,-2 1-2,2 0 0,-1 0-1,1-1 2,-1 1 0,7-1 1,-7 1 1,7-1 1,-6 1-1,6 0-2,0 0 3,0-4-2,0 3 1,6-3 0,1 0 0,-1 0 1,0 0-2,1 0 0,6-3 1,-6 3-1,5-4-1,2 0 0,-8 4 1,7-4-1,-7 1 0,8-1 1,-8 1 0,0-1 0,7 1 0,-7 3 0,1-4-2,0 4 0,-1-4 0,1 4 1,-1 0 1,-6 0-1,6 0 1,1 0-1,-1 4 1,1-4-1,-1 0 0,0 0 0,1 0 0,-7 0 1,6 0 0,0 0 0,-5 0 0,5-4-1,0 4 1,-6 0-1,7-4 0,-1 4 1,8 0-2,-8 0 2,0 4 0,7 0-4,1 0-2,-2 3 0,-6 0 0,8 4-1,-1 4 0,-7-4 5,7 7 0,-6-4 0,-1 5 1,1 0 0,-7-2 1,6-2 0,-7 3 0,9-7 0,-9 5 0,1-1 1,6-5-1,-6 1 0,7-3 1,-1-1 0,-6 0 0,7 0-1,5-3 0,-4 0 0,4-1 0,1 1 0,0-1-1,0 2 0,0 1 1,0-2 0,0 0 0,6-1-1,-6 5 1,7-5-1,-1 5 1,-6-1 0,7 1 0,0-1-1,-8 0 1,8 1 0,-1-1 0,1-3 0,-1 3-1,1 0 1,-1-3-2,1 3 0,-1-3 1,0 4 1,1-6 0,0 2 0,6 4 2,-7-5 0,0 1-1,7 0 0,-6 0-1,0-2 1,-1 3-1,7 2-1,-6-2 0,-1-3 0,0 2-1,7 0 0,-6 3 1,0-4 1,-2 6 1,2-6-1,0 1 0,0 3 0,-1-4 1,0 5-1,1-4 0,-1-1 2,1 4-2,6-2 1,-6-3-1,-2 2-1,8 0 0,-6 3-1,0-3 2,6-4-1,-7 4 1,7 0-1,0-2 0,0 3-1,0 2 0,0-3 1,0 3 0,0 0 0,0 0 0,7 4-1,-7-3 1,6 3 1,0 0-1,-6 1 1,8 2 0,-2-3 0,0 3 0,1-3 0,-1 4-1,1-4 0,0 0-1,-1 0 1,0 0 1,-6 1 0,6-6 2,-6 5 0,8 1-1,-2-5-1,-6 3 0,6 2 0,1-2 0,0 1 0,-1-3-1,1 3 0,-1 0-1,7-4 1,-6 4 1,5 0 0,2-3 1,-1 2 0,6-2 2,-6 3-3,7-4 1,-1 0-1,7 0 1,-6 5-1,6-9 0,-7 5 0,1-5-1,6 5 0,-6-4-1,-1-1 1,1 0 1,-8 1 0,8 0 1,-7-4 1,1 3-2,5 1 1,-12 0-9,5 0-20,2 0-24,-1 0-26,-7 2-29,8 2-29,-2-1-23,-6 1-34,8-1-22,-1 0 1,-7 0 17</inkml:trace>
  <inkml:trace contextRef="#ctx0" brushRef="#br0" timeOffset="1.23162E6">9259 18303 95,'-7'0'78,"7"0"-12,7 0-6,-7 0-9,6 0-6,-6 0-11,0-4-9,0 4-3,0 0-1,0 0 1,0 0-2,0 0-5,0 0-2,0-5-6,0 5-3,0 0-3,0 0-1,6 0 0,-6-3 0,8 3 0,-8-3-2,6 3 2,-6-4 0,6 4 2,1 0 0,-7-4 0,7 4 3,-7 0-1,6-3-1,0 3 0,-6 0 2,7 0 1,-1-4-1,1 4 2,0 0 0,-1 0-1,0 0-1,8 0 0,-8 0-1,7 0-3,7 0-1,-8 0 3,8 0-1,0 4-1,-1-4 0,7 3 1,0-3 1,1 4-2,5-4 1,-6 0-1,7 4 1,-1-4-1,1 3 0,-7-3-1,7 0 0,-1 3 2,1-3-1,-1 0-1,1 5 2,-7-5 0,6 4 1,-6-1-3,7-3 0,-7 4 0,0-1 1,1 1 1,-1-4 1,-1 3 1,1 1 0,7 0 3,-1 0 0,2-4 0,-9 3 0,15-3 0,-8 0 4,1 0-1,-1-3 0,1 3 0,-1-8-1,1 4 0,-1 1-5,-6-4 0,7 3-1,-7-3-1,0 7 0,1-5-1,-1 2 2,-1 3-1,1-3 0,0 3 0,1 3 1,-1-3-2,0 3-1,0 2 1,7 2 0,-8-3 0,1 3 1,-6-4 1,6 5-2,-7-4 0,7-1 0,-6-3-2,0 5 0,-1-5 0,1 0 2,0 0 0,-1 2 2,1-2 3,-1 0 1,7 5 1,-6-5 0,6 2 2,0 3 2,0-2-2,-7-3-1,7 4 0,1 4-1,-1-5-2,0-3 0,-1 4-1,1-4 2,1 0 1,-7 0 5,6 0 6,-7-4 0,1 4 1,0-3 0,-2 3-1,2-4-5,-7 0-5,7 4-3,-8 0-2,8 0-3,0 0-1,-7 0 2,0 4-1,0 0 1,0-4-1,0 3 0,0 1-1,0-4 1,-6 3 2,-1-3-1,0 0-1,2 4 1,-2-4 3,0 0-3,-6 0 1,7 0-1,-1 0 2,-6 3-1,7-3-2,-1 0 3,1 0-2,-1 0 1,1 4 0,0-4-1,5 4 2,-5-4-3,0 4 0,5-1 3,-5 1 3,-1 0 0,1-4 3,0 3 3,-1-3 2,0 0 1,2 3 1,-8-3-1,6 0 0,-6 0-3,0 0-2,6 0-3,-6 5-1,6-5-3,-6 0-2,0 0-1,0 0 0,7 0-1,-7 0 0,0 0 0,0 0 0,0 0 1,0 0 0,0 0 1,0 0-1,0 0 1,0 0 0,0 0 1,0 0 0,0 0-1,0 0 1,0 0-2,0 0 1,0 0 0,0 3-2,0-3 3,0 0 3,0 0 0,0 0 3,0 0 1,0 0 2,0 0 1,0 0-3,0 0-3,0 0-2,0 0 0,0 0-4,0 0-1,0 0 1,0 0 1,0 0-1,0 0-1,0 0 0,0 0 1,0 0 0,0 0-1,0 0 0,0 0 1,0 0-1,0 0 0,0 0 0,0 0 0,0 0 0,0 0 0,0 0-1,0 0 1,0 0-1,0 0 0,0 0-1,0 0 1,0 0 1,0 0-1,0 0 1,0 0-1,0 0 0,0 0-4,0 0-2,0-3-1,0 3-6,7 0-11,-7 0-12,0 0-12,6 0-14,-6 0-14,7 0-15,-1 0-7,0 0-4,2-5-9,-8 5-7,6 0-16,0 0-21,1 0-6,-7 0 7</inkml:trace>
  <inkml:trace contextRef="#ctx0" brushRef="#br0" timeOffset="1.23553E6">27425 5026 7,'26'-8'333,"-12"-3"49,-2-3 25,-12 7 14,0-4-167,-6 7-95,6 0-85,-13 1-88,6 3-75,1 0-74,-1 0-68,1 3-91,-1 1-30,1 3 14,-1-3 36</inkml:trace>
  <inkml:trace contextRef="#ctx0" brushRef="#br0" timeOffset="1.26033E6">8809 16976 35,'-6'0'133,"6"-3"-44,-7-1-31,1 4-15,6 0-9,-7-4-10,0 4-6,7 0-3,-6-4 0,0 1 1,6 3 4,-7-4 5,0 1 1,7 3-1,0-4-1,-6 4-1,6-3-2,0-1-3,-6 4 1,6-4 2,0 4 0,0 0-1,0-4 0,-7 4-6,7 0-1,0 0-5,0 0-1,0 0-2,-7 0-3,7 0 3,0 0-1,0 0 1,0 0 2,0 0 0,0 0 2,0 0-2,0 0 0,0 0-2,0 0-1,0 0-1,0 0-2,0 0 0,0 0-1,0 0 0,0 0-1,0 0 1,0 0-1,0 0 1,0 0-2,0 0 1,0 0 1,0 0-2,0 0 2,0 0 0,7-3 0,-7 3-1,7 0 1,-7 0-1,6 0 1,0-5 0,1 5 0,6-3 0,-7 3 0,8-4 0,-8 4 0,7-2 0,1 2 0,4 0 0,-4 0-2,5 0 1,-5 0-1,4 0 2,9 0 1,-7 0-1,6 2 4,-7 2-2,13-4 1,-6 3-1,1 2 0,-1-2 1,6 1-1,-6 0 1,1 0-2,5 3 1,1-4-2,-7 1 0,6-1 0,1 5 0,-1-4 0,1-1 1,-1-3 0,-5 4-1,5-4 0,1 0 2,-7 0 0,0-4 0,0 4-2,0-3 3,1-1 1,-8 0-3,7 0 0,-6 1-1,6-1 0,-7 1 1,1 3-1,-1-4 0,-6 4 0,7-3 0,-7 3 0,-1 0 0,-4 0 0,4 0 0,-5 0 0,6 0-1,-7 3 1,1-3 0,-7 0-1,6 4 1,1-4-1,0 0 1,-1 0 0,-6 3 0,6-3 0,1 4-3,0-4 4,-1 3 0,7 1-1,-7 0 0,8 0 0,-8-1 1,8 1-1,-2 0 0,1-1 0,0 0 1,0 1 0,7-4 1,-8 5-1,2-2 0,5-3 0,-5 0-1,6 3 0,-8-3 0,8 0 0,-7 0 0,-1 4-1,8-4 0,-6 0 1,-2 0 0,8 0 0,-7 0 1,-7 4 0,8-4 0,-2 0 0,-5 0 0,-1 3 0,1-3-1,0 0 1,-1 4-1,0-4 0,-6 4 0,7 0-3,-7-1-17,7 2-32,-7-3-51,0 2-57,0-1-31,0-3-13</inkml:trace>
  <inkml:trace contextRef="#ctx0" brushRef="#br0" timeOffset="1.26073E6">10027 16823 99,'-6'-8'191,"6"-3"9,-6 3-74,-8 2-46,8 2-25,-1 0-17,-5 4-16,5-3-9,0 3-7,1 0-3,-7 0 0,6 0-2,1 0-1,6-5-5,-7 2-8,7-1-9,0 4-9,0-4-7,0 1-9,7 0-4,-7-1-2,6 0 1,1 4-6,0-4-8,-1 1-7,7 3-29,-6-4-15</inkml:trace>
  <inkml:trace contextRef="#ctx0" brushRef="#br0" timeOffset="1.26101E6">10862 16790 189,'12'0'213,"-5"0"3,0 0-85,-1 0-63,1 0-36,-1 0-28,1 0-23,0 0-17,-1 4-19,0-4-21,0 2-22,-6-2-47,8 4-16,-2-4-2</inkml:trace>
  <inkml:trace contextRef="#ctx0" brushRef="#br0" timeOffset="1.26154E6">8998 17031 14,'0'-3'137,"-7"-1"-20,7 4-45,0-4-25,0 0-15,-6 1-9,6 3-6,0-4-7,0 4-4,0 0-5,0-4 0,0 4-3,6 0-3,1-3 1,0 3-3,-1 0-10,7-3-20,0 3-40,0-5-34,1 1-15</inkml:trace>
  <inkml:trace contextRef="#ctx0" brushRef="#br0" timeOffset="1.26227E6">10627 17020 64,'6'0'139,"8"-4"-43,-8 1-32,-6 3-18,7 0-8,-7 0 0,0 0 3,6 0 0,-6 0-3,0 0-6,0 0-4,0 0-8,7 0-8,-7-4-5,0 4-5,0 0-2,0-4-6,0 4-4,0 0-4,6-3-5,-6 3-1,0-3-1,0 3 3,0 0 6,0-5 4,0 5 4,0 0 4,0-4 0,0 4-1,0 0 1,0 0-1,0 0-1,7 0 0,-7 0 1,0 0 2,0 0-2,6 0 0,-6 0 0,0 4 1,0-4 0,6 5-1,-6-5 1,0 3 2,0 0-1,0-3-1,8 4 0,-8-4 0,0 0 0,0 0-2,0 4 2,0-4 1,0 0-1,0 0 0,6 0 0,-6 0 0,0-4-2,0 4 2,0 0 0,0 0 0,0 0 0,0 0 2,0 0-1,0 0-1,0 0 2,0 0-7,0 0-8,6-4-5,-6 4-2,0 0 0,0 0-1,0 0 8,0 0 8,0 0 3,0 0 2,-6-3 3,6 3 0,0 0 1,-6 0 1,6 0 2,-8 0 5,8 0 1,0 0 1,-6 0-1,6 0 0,0 0-1,0 0-5,0 3-3,0-3-1,0 0-1,0 0-1,0 0-3,0 0 0,0 0-1,0 0-1,0 0-1,0 0 1,0 0 3,0 0 0,0 0-1,6 0 0,-6 0-1,0 0 0,0 0-3,0 0-1,8 0-3,-8 0-2,0 4-3,0-4-4,0 0-5,0 0-8,0 0-8,0 0-9,0 0-12,0 0-23,0 0-19</inkml:trace>
  <inkml:trace contextRef="#ctx0" brushRef="#br0" timeOffset="1.26289E6">9180 17086 63,'-13'-7'168,"7"-5"7,0 2-74,-8 2-40,8-3-21,0 4-16,6 4-10,-8-5-7,8 4-3,0-3-3,0 3-2,0-2 0,0 1 0,8 1-2,-2 1-3,0 0-4,1 3-9,12-4-15,-6 4-19,7 0-30,0 4-43,6-4-19,-1 0-3</inkml:trace>
  <inkml:trace contextRef="#ctx0" brushRef="#br0" timeOffset="1.26312E6">10959 16866 79,'20'-7'242,"-1"-4"11,-5 3 6,-8-2-110,0 6-70,1-3-37,6 3-27,-6 4-27,-1-4-31,7 4-24,0 4-26,7-4-35,-7 4-52,7 0-21,-2-4 5,-4 3 12</inkml:trace>
  <inkml:trace contextRef="#ctx0" brushRef="#br0" timeOffset="1.26362E6">12524 16863 43,'12'0'341,"-12"-4"28,0-3 13,-6-1-5,6 4-216,-6 1-124,6-1-75,0 1-51,0 3-40,6 0-24,0 0-1,-6 0 6,7 0 4,-7 0 6,6-4 13,-6 4 14,7 0 12,-7 0 1,0 0-18,0 0-4</inkml:trace>
  <inkml:trace contextRef="#ctx0" brushRef="#br0" timeOffset="1.26468E6">12875 16866 28,'0'12'333,"-6"-6"26,-8 2 13,1-5-2,7-3-201,0 4-113,-1-4-63,0 0-35,7 4-19,0-4-4,0 0 12,0 0 14,0 0 10,0 0 4,0 0 0,7 0-1,-7-4-1,0 4-1,7-4 1,-7 1 5,0-1 5,0 0 10,0-2 7,0 2 7,0-1 2,0 2-1,0 0 5,0 3-5,0 0-4,0 0-2,0-4-1,0 4 3,0 0 3,0 0 4,0 0 7,0 0 2,0 0 2,0 0 0,0 0-3,-7 0-2,7 0-5,0 0 0,0 0-3,0 0-2,0 0-2,0 0-1,0 0-4,0 0 0,0 0 0,0 0 0,0 0-2,0 0 2,0 0 1,0 0-2,0 0 1,0 0-1,0 0 1,0 0-1,0 0-1,0 0 1,0 0 2,0 0 1,0 0-1,0 0 1,0 0 0,0-4 0,0 4-1,0 0 0,0 0 0,0 0 2,0 0-1,0 0-2,0 0 0,0 4 0,0-4-1,-7 0-2,7 0 3,0 0 0,0 0 0,-6 0 0,6 0 1,0 0 4,-6 0 2,6 4 5,0-4 4,-7 0 5,7 0 1,0 0-1,-7 0-2,7 0-4,0 0-6,0 0-3,0 0-3,0 0-2,0 0 0,0 0-3,0 0 1,0 0 1,0 0 0,0 0 0,0 0 0,0 0 2,0 0 1,0 0-2,0 0 2,0 0 0,0-4 1,0 4-2,0 0-1,0 0-1,0 0-1,0 0-7,0 0-15,0 0-19,0 0-29,0 0-33,0 0-31,0 0-23,0 0-25,0 0-30,7-4-11,0 1 12,-7-9 21</inkml:trace>
  <inkml:trace contextRef="#ctx0" brushRef="#br0" timeOffset="1.26652E6">21796 2696 162,'26'-7'195,"-6"-1"2,-8 1-91,1 0-49,0 3-27,-6 4-21,-1 4-22,-6 6-27,0 2-25,0 3-39,0 2-45,-6 2-20,-7-1 2</inkml:trace>
  <inkml:trace contextRef="#ctx0" brushRef="#br0" timeOffset="1.26695E6">21678 3443 197,'-13'-7'204,"-6"1"6,6-11-98,6 7-56,0 3-28,7-1-14,0 1-20,14 7-31,-8 3-41,13 1-62,-5 4-33,12 3-18,-7-5 3</inkml:trace>
  <inkml:trace contextRef="#ctx0" brushRef="#br0" timeOffset="1.27033E6">15045 16412 51,'-13'0'148,"6"0"-25,-5 0-49,-2 0-22,8 0-11,0 4-8,-2-4-6,2 0-5,0 3-2,6-3-7,-7 0-5,7 0-4,0 0-4,7 4 0,-7-4 1,6 0-1,0 0 2,8 4-2,-8 0 0,8-2 1,5 3 1,1-2-1,-1 1 0,0 0 2,8-1-2,-1 5-1,0-5-2,13 1 2,-7-1-1,7 1 0,7 1 2,-1-5 0,1 2-1,7-2-2,-8 5-13,7-5-39,1 3-58,-8-3-30,1 4-16</inkml:trace>
  <inkml:trace contextRef="#ctx0" brushRef="#br0" timeOffset="1.27179E6">26233 8290 37,'-7'-11'219,"-5"1"26,5-6 0,-6 6-61,7-5-30,-2 3-12,2 2-17,0-1-13,-1 1-14,7 2-10,-6 4-15,6 1-17,0-2-15,-7 2-16,7 3-12,0 3-1,0 5 5,0 6 6,0 5 4,0 7 4,0 6-3,-6 10-2,-1 1-10,1 4-8,-8 5-5,8-5 0,-7-2 0,6-1-1,1-8-2,-1-4 2,1-2 1,0-5-4,6-6 0,0-1-1,0-6 0,6-5-1,0-3 1,7-8 2,-6-8 0,12-3 0,-5-6 0,5-4-3,1-4 0,0-5-3,-1 1 1,0-4-1,-6 5 1,7-1 0,-7 4 3,0 2 2,0 2-1,0 7 1,-6-1 1,-1 5-1,0 3 1,-6 4-2,8 0-1,-8-1-1,0 4 2,0 4-3,6 0 1,-6 0 0,0 4 0,0 4 0,0-1-2,0 0 3,6 4-3,-6 0 3,6 3 2,1-3 0,0 4 1,-1-4 0,1 0 2,-1 4-2,8-7-3,-8 1 0,6 3 2,-4-4 0,4 2 0,-5-3 1,6 2 2,0-3 0,-7 2-4,8 3-1,-8-4 0,0 4 0,1 0-1,0 0 0,-1-1 3,1 5-1,-1-3 1,0-2 0,-6 2 0,7-1 0,-7 0 1,7-4-1,-1 0 1,-6 0 2,6-3-13,2 0-26,-8 0-28,6-4-34,-6 0-40,6 0-41,1-4-42,-7-4-53,6 1-14,1-3 9,-7-5 27</inkml:trace>
  <inkml:trace contextRef="#ctx0" brushRef="#br0" timeOffset="1.27203E6">26878 8045 68,'7'-8'246,"-1"0"24,-6 1 19,6 5-103,-6-3-55,7 2-32,-7-1-28,7 4-22,-1 0-15,1 4-8,-1-1-6,8 4-6,-2 0-3,8 5-3,-1-1-2,1 1-3,0 2-3,5-3 0,-5 0-18,0 0-21,-1 0-21,1-4-31,0 0-33,-8 0-39,8-2-57,-14-2-22,7 0 0,-13 1 17</inkml:trace>
  <inkml:trace contextRef="#ctx0" brushRef="#br0" timeOffset="1.27276E6">26695 8711 172,'0'0'189,"0"-4"-36,-6 1-35,6 3-22,0-4-14,-6 1-11,6 3-10,0-4-10,0 1-9,-7 3-8,7-8-3,-6 8 5,6-4 6,-7 1 10,0-1 8,7 0 8,-6 1 0,6 0-5,-6-6-9,6 6-12,0-4-10,0-4-11,6 0-7,-6-3-6,13-6-4,-6 3-3,-1-5-1,7 0 0,0-1-1,0-2 1,7-1 0,-1 1 0,-6-5-1,6-2-2,8 3 1,-8-5 2,8 2 0,-8-2 1,0 5 2,1 0 0,-1 6 4,-5 1 1,-2 4 4,-5-1 1,0 9 3,-1-1-1,1 3-1,-1 0-4,-6 6-4,6-2-3,-6 1-2,0 3-1,0 0-1,8 0 0,-8 7 0,0-5 3,6 10 5,0-1 15,-6 8 21,6-1 19,2 7 20,4 2 30,-5 2 18,6 4 1,0 4-10,-1 2-12,2 2-17,-1 0-28,0-2-24,0-3-14,-7-2-11,8-5-5,-8-7-6,0 0-1,2-8 1,-2 1-1,-6-3 1,6-2 1,-6-6 0,0 4-1,7-5-1,-7 1-2,0 0-9,0-1-35,-7-3-35,7 3-37,-6-3-39,0 5-32,-2-1-24,-4-4-6,6 3-2,-2 0-2,2-3-3,0 4-30,-1-4-18,1-4 10,6 1 22</inkml:trace>
  <inkml:trace contextRef="#ctx0" brushRef="#br0" timeOffset="1.27307E6">27282 8185 187,'-6'-8'237,"-1"-4"25,0 5-64,1 0-43,6-1-22,-6 1-22,6 3-23,0 1-23,0-1-18,0 1-12,6 3-5,7 0 1,0-4 1,6 4-1,1 4-1,6-4-2,-6 0-8,5 3-7,2 1-5,-1-1-4,6 1-1,-6-4-2,1 4-23,-7-1-38,5 2-43,-5-5-48,-8 3-55,2-3-74,-1 3-17,-6-3 16,-7 0 31</inkml:trace>
  <inkml:trace contextRef="#ctx0" brushRef="#br0" timeOffset="1.27331E6">27465 8154 72,'-20'-3'211,"7"3"26,0-3-39,0 3-42,-1-5-31,8 5-29,0 5-20,-1-2-12,1 4 3,-1 5 10,1 3 8,6 6 9,-7 5 1,7 3-9,-6 4-18,-1 4-20,7 6-13,-7 2-10,7-1-4,0-1-4,-6 1-4,6-8-5,6 1-2,1-3-2,0-9 0,6-7-1,6 1 1,0-8 4,14-5 1,0-6-1,6-2-15,6-6-43,-5 1-52,-1-5-65,6 2-63,-12-1-86,0 0-33,0 0 19,-15-1 37</inkml:trace>
  <inkml:trace contextRef="#ctx0" brushRef="#br0" timeOffset="1.28371E6">27914 8052 44,'-7'0'164,"7"0"5,-6 0-65,0 0-40,6 0-22,-7 0-11,7 0-7,0 4-7,0-4-4,-7 0-3,7 0-3,0 0 0,0 0 9,7 2 10,-7-2 6,7 6 7,-7-4 7,6 2 3,0 0-5,8 3-8,-8 1-3,7-2-7,-6 6-7,6-1-4,-1 3-2,-5-3 0,0 4-3,-7 0-1,6-1 2,-6-2-1,0 3 1,-6-5-1,-1 5 2,0-1-1,-5-3-1,5 0-2,-6 0-2,0 1-1,7-2-1,-1-3 1,0 1-5,1-4 2,0 0-1,-1 0-1,7-2 0,0-2 0,-7 5 0,7-5-2,0 0 1,7 3 1,-7-3 0,7 0 0,-1 4 0,7-4-1,-6 3 1,5 1-1,8 0 0,-7 0 1,7 3 0,-8 0 1,2 5 0,5-2 0,-12 5 0,6-4 0,-7 3 0,-6 4 3,0 1 3,-6-1 3,-7 1 0,0 3 6,0-1 4,-7-2 3,0-1-1,-5 1-2,5-1 0,7-3-6,0-4-5,0-1-8,0-2-21,6-1-28,7 1-35,-6-5-49,12-3-72,1 0-45,6-7-7,0-1 12</inkml:trace>
  <inkml:trace contextRef="#ctx0" brushRef="#br0" timeOffset="1.28418E6">28363 8081 63,'0'-3'246,"0"-5"31,-6 4 26,6 2-96,0-4-50,-6 6-39,6-2-28,0 2-32,0-4-24,6 4-17,-6 0-10,6 0-5,2 0-2,4 4 1,1-4-2,0 2-1,0-2 1,1 6 0,-2 0-1,8-2 1,-7 3 0,7 1-1,-8 3 2,2 0 2,-2 3 1,2 4 1,-1-3 4,-1 6 4,2 2 1,-8-1 7,0 4 7,2-1 11,-2 6 15,-6-2 16,6 3 24,-6 1 8,0 7 4,0-3-3,0 0-10,-6-1-6,0 0-14,-2-2 4,2-5 10,-6-3 17,4-1 20,-4-6 12,-1-2 0,-7-2-16,0 1-19,1-10-23,-1 3-27,-6-6-23,0-3-11,-7 0-9,7-3-34,-6-6-77,6-1-74,-7-5-81,8 3-84,-1-2-66,-1-1-24,1 1 15,6 3 9,8 0 47,-2 1 62,8 1 61</inkml:trace>
  <inkml:trace contextRef="#ctx0" brushRef="#br0" timeOffset="1.28443E6">28761 8872 136,'13'8'179,"-6"-4"-35,-1 0-49,-6-1-33,0 0-28,0-3-34,-6 0-36,6 0-53,-7 0-48,1 0-23,-8-3-9</inkml:trace>
  <inkml:trace contextRef="#ctx0" brushRef="#br0" timeOffset="1.29393E6">29315 8448 181,'-7'-4'295,"1"-4"15,-7 5 11,7-1-126,-8 1-69,2 3-26,5-4-6,-6 4 3,6-3 4,1 3 2,0 0-10,-2-4-18,8 4-23,-6 0-19,6 0-14,0 0-9,6 0-6,2 0 0,4 0-2,1 0 0,7 0-3,6 0 0,7 0-2,-7 0-20,13-4-32,-1 4-43,-5 0-45,7 0-51,-1 0-53,-7 0-60,-6 4-20,0 3 14,-7-3 32</inkml:trace>
  <inkml:trace contextRef="#ctx0" brushRef="#br0" timeOffset="1.29415E6">29367 8649 178,'-19'8'360,"5"-8"82,2 0 76,-2 0-60,8 0-44,-1 0-36,1-5-43,12 5-60,1-6-65,-1 2-57,14 0-41,-7-3-35,13 3-43,0 0-73,-6 1-129,6 3-138,0 0-114,-7 0-89,1 0-79,0 0-14,-7 3 81,-1-3 114,-5 4 102</inkml:trace>
  <inkml:trace contextRef="#ctx0" brushRef="#br0" timeOffset="1.29894E6">30260 7836 98,'0'-22'245,"-6"-4"21,-2 4 20,2 1-102,0 2-38,-1 4-15,1 1-5,-1 3-1,1-1-3,-1 5-10,7 0-19,-6 4-15,6 3-13,0 3 4,0 8 10,-7 4 21,7 10 22,0 9 12,0 9 4,0 8-19,0 5-26,0 9-29,0 4-28,0 9-57,-7 2-70,1 2-73,0 1-68,6-6-60,-7-4-56,0-3-8,7-7-11,0-12 14,-6-7 37,6-7 42</inkml:trace>
  <inkml:trace contextRef="#ctx0" brushRef="#br0" timeOffset="1.29919E6">30690 8349 18,'12'-7'355,"2"0"52,-1-5 25,-6 4 12,-1 1-168,1 5-98,5-3-65,-5 5-40,6 0-21,0 0-9,0 5-7,7-3-6,-1 5-15,-5-2-48,5 2-71,0 3-89,-6 2-93,7-1-94,-14 0-48,8 0 13,-8-3 51</inkml:trace>
  <inkml:trace contextRef="#ctx0" brushRef="#br0" timeOffset="1.29942E6">30976 8569 17,'-6'15'380,"-1"-5"55,1-3 34,-7 1 20,0 3-151,7-4-102,-8 4-91,1 3-50,0 1-32,-6 0-37,5 7-70,-11 0-79,-1 0-79,0 3-85,-7 1-92,1-4-57,-1 0 14,1-4 49,6-3 61</inkml:trace>
  <inkml:trace contextRef="#ctx0" brushRef="#br0" timeOffset="1.29962E6">31002 8982 119,'46'0'298,"-13"0"39,-1 0 47,-5-4-59,-8 4-53,-6-2-40,7 2-38,-14-5-58,1 5-102,-1 0-116,-12-3-102,6 3-75,-7 0-78,-6 0-54,-6 0 16,5 0 45,-12-4 59</inkml:trace>
  <inkml:trace contextRef="#ctx0" brushRef="#br0" timeOffset="1.30125E6">18538 16705 176,'-7'-3'195,"0"-5"1,1 4-74,6-3-33,-6 4-10,-8-4-3,8 3 11,-1 0 5,1-3-1,0 7-2,-8-4-2,8 0-8,6 0-14,-6 4-16,6 0-14,-8-2-14,8 2-10,0 0-7,0 0-4,8 0-2,-2 0 1,0-5 0,1 5 0,6-3 2,0-1 0,0 1 2,6-2-1,1 2 0,0-5-2,-1 2 0,1 1-15,-1-2-27,7 3-34,-6 4-36,0 0-37,-8 0-42,8 8-59,-7-5-11,-7 8 11,1-3 27</inkml:trace>
  <inkml:trace contextRef="#ctx0" brushRef="#br0" timeOffset="1.30257E6">19548 16917 119,'0'-2'147,"-7"2"-56,7 0-37,0-4-21,0 4-12,0 0-9,0 0-6,0-4-3,0 4-1,0 0 0,7 0-2,-1 0 1,0-4 1,-6 4-2,14-4 2,-8 4 1,0-4 1,8 4-1,-8 0 3,7 0-1,0 0-3,6 0-2,-5 0 2,5 0-1,-6 0-1,7 0 0,6 0 0,-7-3 1,8-1-5,-7 4 5,5-7-1,1 4 0,0-1 0,-6-4-1,6 5 1,0-1-5,0-3 3,-6 3 0,6 0 2,0 0 1,-7 1-1,1-1 1,0 4-1,-1-3 0,1 3 0,-1 0-1,-6 0 2,0 0-1,0 0 1,-6 0 0,5 0 0,-5 3 0,6-3-2,-7 4 1,8-4 2,-8 3 0,1-3 3,6 4-2,-7 0 3,1-4 0,5 4-2,-4-1 0,4 1-1,-5 0 1,6-4-3,0 3-1,-7 0-1,8 2 2,-2-5 3,2 4 3,-1-4 6,0 0 2,-7 3 3,13-3 1,-5 0 0,-1 0-6,0 0-3,0 0 0,0 3-3,0-3 0,0 0-3,0 0 0,0 0-1,7-3 0,-14 3 0,8 0-1,-2 0 1,1-3 0,0 3 3,0 0 0,7 0 1,-8-4 0,2 4-1,-1 0 0,7 0-2,-8 0-1,2-5-1,5 5-2,-6 0 2,6-3-2,-5 3 0,6-3 0,-8 3 0,8-4 1,-1 0-1,-5 4 0,5-3 3,1-1 0,-1 4-2,0-4 1,1 4-1,0 0 2,-1-4-2,7 4-1,-13 4-1,7-4 1,0 0 0,-1 4 0,0 0 0,-6-4 0,7 0 1,-6 0-1,-2 3 0,1-3-1,-6 0 1,6 0 0,-7 0 0,8 0-1,-8 0 2,0-3-1,1 3 1,0-4 1,-1 4-1,0-4 0,1 4-1,-1-4 1,1 4-1,-7-3-2,7 3 2,-1 0-2,0-4 0,-6 4 1,7 0-2,0 0 1,-7 0 1,6 0 1,-6 0-1,6 4 2,-6-4 1,7 0 5,-7 0 7,0 0 5,7 0 6,-7 0 2,6 0 3,-6 0-6,7 0-4,-1 0-6,-6 0-3,6 0-4,-6 0-4,8 0 2,-2 0-3,-6 0 0,6 0 0,-6 0-1,6 0 0,-6 0 0,7 0-2,-7 0 2,0 0-1,0 0 1,0 3 2,7-3 0,-7 0 6,0 0 1,6 0 2,-6 0 2,0 0 1,7 0-1,-7 0-4,6 0-3,-6 0-1,7 0-5,0 0 0,-1 0-1,0 0 2,0 0-1,2 0-1,-2 0-4,0 0-14,-6 0-19,7 0-25,-1 0-37,-6 0-58,0 4-43,0 0-11,0 0 7</inkml:trace>
  <inkml:trace contextRef="#ctx0" brushRef="#br0" timeOffset="1.3233E6">28298 7181 89,'7'-8'282,"0"0"27,-7-3 13,-7 3-90,7 2-87,-7 2-74,7 0-74,-6 1-65,0 6-68,-1 1-92,-6 0-52,6 2-5,-5 2 20</inkml:trace>
  <inkml:trace contextRef="#ctx0" brushRef="#br0" timeOffset="1.3245E6">26617 7374 82,'-26'-14'203,"0"-1"7,6-7-33,1 3-85,-1 5-39,1-1-23,12 5-15,1-2-4,0 9-4,6-5 0,6 4-2,0 4 0,8 0 3,5 4 0,7 0 3,6 0 1,8-1-1,-1 5 1,13-4 1,7-2 3,12 6 1,1-4 1,13-1 3,6 5 6,6-1-1,8 4-3,-1 1 2,1 2-1,5 1-4,7 7-5,1-4-3,6 4 0,-7-4-1,7 5 1,6-9 0,1 1-1,11-1-1,-4-6-2,5-1-1,6-7-2,9 0-1,-2-7-2,0-1-2,7 1 5,-7-3-5,-6-2-16,-7 4-28,-5 5-39,-15 0-59,-5 3-72,-14 3-35,-13 0-7,-13 0 19</inkml:trace>
  <inkml:trace contextRef="#ctx0" brushRef="#br0" timeOffset="1.32639E6">24917 16757 104,'0'-4'251,"0"-4"17,-6 1 14,-2 0-113,2-1-59,-7 1-27,7 0-14,-1 0-7,0-1-1,1 4 3,-7 1 2,6-4 0,1 2-7,6 3-8,-6-2-11,-1 0-14,0 0-11,7 1-6,-6-1-2,6 0-7,0 4 1,0 0-1,0-4-1,0 4 0,0 0-2,0 0 0,0 0 2,0 0-1,0-2 2,0 2-2,0 0 0,0 0 2,0 0-2,0 0 2,0 2 0,0-2-1,6 0 1,-6 4-1,0 0 1,7 0-1,-7-1 0,7 1 1,-7 0 0,6 0 2,-6-2 0,6 3-3,-6-2-2,7 1-4,-7-1-13,0 1-20,7-4-20,-7 4-22,6 0-21,-6-4-22,6 3-20,1 1-6,0-1-7,-1 1-3,1-4-16,-1 3-18,8-3 7,-8-3 13</inkml:trace>
  <inkml:trace contextRef="#ctx0" brushRef="#br0" timeOffset="1.32707E6">26291 16665 145,'7'-11'447,"0"-7"43,-7-1 23,0-3-1,0 4-243,6 3-193,-6 5-121,7-2-84,5 5-56,-4 3-30,4 0 2,-6 2 19,1 2 28,-7 0 34,7-5 28,-7 5 29,-7 0 24,0 0 22,7 0 16,-6 5 7,0-5 5,0 0 0,-8 0-5,14 0-21,-6 0-18,6 0-7,-7 0-4,7 0 0,0 2 10,0-2 22,0 0 19,-6 0 10,6 0 4,6 0 0,-6 0-5,7 0-10,-1-2-10,0 2-6,2 0-5,-2 2-4,0-2 3,0 0 4,1 0 3,6 0-1,-6 4-7,-1-4-15,1 0-32,6 4-29,-7-4-12</inkml:trace>
  <inkml:trace contextRef="#ctx0" brushRef="#br0" timeOffset="1.32832E6">27484 16009 641,'-19'-40'761,"-8"-15"60,1 0 29,6 7-17,14 12-471,0 2-266,18 13-184,8 10-156,0 3-131,6 5-83,7 6-40,-14 5-8,7-1 21,-6 4 61,-8 0 79,-5 0 90,-7 3 87,0-2 67,0-1 55,-13 0 40,7-4 26,-8 0 8,2-3-1,5 3-7,-6-3 2,0-4 1,0 4 10,0-4 5,0-4 4,0 4 2,0-4-10,6 4-7,1 0-14,6-3-14,0 3-18,0-4-18,6 4-18,1-4-26,-1 4-51,7-3-24,1 3-2</inkml:trace>
  <inkml:trace contextRef="#ctx0" brushRef="#br0" timeOffset="1.3286E6">27568 16068 14,'0'-4'91,"7"4"-92,-7-3-57</inkml:trace>
  <inkml:trace contextRef="#ctx0" brushRef="#br0" timeOffset="1.32997E6">23555 16610 122,'0'-8'144,"0"1"-59,0 3-43,-6 1-22,6-1-10,6 4-7,-6-3-5,0 3-2,0-4 1,0 4 1,0-4 0,0 4 2,0 0 0,0 0 0,0 0-3,0 0-11,6 0-18,-6 0-50,0 0-28,0 0-15</inkml:trace>
  <inkml:trace contextRef="#ctx0" brushRef="#br0" timeOffset="1.33064E6">25907 15225 48,'-13'-12'107,"-13"6"-35,7-6-17,-1 1-8,-6 2-5,0-3 0,-1-3-2,1 0-8,1 1-6,-7-1-5,-2-3-5,1-5-6,-5 2-3,-1-1-4,-1-4-1,-5 1-3,-1 3 3,-6-4-1,0 4 1,0 0 2,0 0 0,-7 8 1,7-1 0,0 1 1,-7 6 1,0 4-1,8 1 1,-8 6 2,7 5-3,-7-1-1,7 4-1,0 4 0,0-1 3,6 1 0,1-1 2,-2 4 1,9-2-1,-1 2-2,6 4-2,1-4-3,6 4-2,-1 0 0,1 4 0,6-1 3,-5 4-2,11 0 0,2 0 0,-8 5 0,14 3 0,-8-1-2,8 4-1,-7-3 0,7 4 1,6-5 1,-7 4-2,0-7 1,7 1 2,0-5-1,0-4 0,0-2-7,7-6-6,-7-1-14,7-2-10,-7-3-14,6-7-25,0 0-47,1-1-21,-1-6-1</inkml:trace>
  <inkml:trace contextRef="#ctx0" brushRef="#br0" timeOffset="1.33091E6">23940 15279 182,'-14'8'203,"-5"3"4,6 0-96,0 5-54,-1 5-26,2 4-15,5 4-8,0 1-4,1 3-3,12 0 1,1-3-1,0-1 0,12-4-1,7-2-3,0-6-4,13-5-10,1-4-15,5-8-19,1-4-19,13-4-24,-1-7-49,1-3-17,6 0-1</inkml:trace>
  <inkml:trace contextRef="#ctx0" brushRef="#br0" timeOffset="1.33406E6">28090 7096 119,'32'-8'389,"2"-2"106,-15-1 99,-6 3 14,0 5-71,-1-5-66,-4 5-79,-2-2-98,0 2-120,-6 3-162,0-4-208,0 4-188,0 4-181,-6-1-110,-8 2-32,2-2 49,-8-3 139,1 0 151</inkml:trace>
  <inkml:trace contextRef="#ctx0" brushRef="#br0" timeOffset="1.34231E6">9494 18226 147,'-7'14'170,"-6"-3"-46,0 0-15,6 0-4,0-4 0,1 1 4,0-5 6,0 0 8,-2 2 0,2-1-1,0-4-5,-1 0-11,7 0-17,-6 0-23,6 0-19,0-4-19,6-1-12,1 2-7,-1 0-2,0-1-4,8-3-2,5 3-1,-6 0 0,14 0 0,-1 1 0,-1-1 0,8 1 0,0-1 0,6 1-1,0 3 0,7-4 1,-1 4 1,1-4 3,5 4 3,2-4 2,-1 4-1,1-3 0,-2-1 0,1 4-1,1-3 0,-2-1-1,2 1 1,-1-1-1,-7 0-2,8 0 0,-7-4-2,-1 1-2,1 5-1,-1-6 2,-6 4-1,7-4 1,-7 5-1,-7-1 4,8-3-1,-7 4-2,-1-2 1,-6 1-1,-7 1-1,1 3 2,-1-4 0,-5 1 1,-2 3 7,-5 0 18,0 0 25,-1-4 19,0 4 17,-6 0 12,7 0-1,-7 0-16,0 0-24,7 0-20,-7 0-19,0 0-9,6 4-5,-6-4-3,7 0 0,-1 3-1,-6-3 1,6 4-1,1-4-1,-7 3 1,7-3 0,-7 0 2,0 0 1,0 0 2,-7 0 0,0 0 1,1 0-2,-7-3-5,-7 3-3,-6-7-3,0 3 1,-13-3-4,0-1 1,1 1 1,-9-1 4,2 6 1,-1-2-5,-6 4 4,7 0 1,-8 6 4,1 2-2,0-1 1,6 5 3,-6-2-1,7 6 1,-8-6-1,8 5 4,-7-3 2,7-3 0,-8 3 2,1-1-2,7-4-3,-1 0-2,-7 1-2,8-1 0,-1-3-3,-5-1 0,11-3 1,-5 0 0,6 0-2,-1 0-2,8-3 1,5-1 0,2 1-1,-1 3 2,0-4-1,6 0 1,7 4 0,-7 0 2,8 0 0,-2 0-1,8 0 2,-7 0 0,6 4 2,1 0-2,-1-4-2,7 3 0,-6 1-2,6-1 0,6 1-4,-6-1 2,7 5 0,6-1 2,0-3 1,7 3 1,-1-4-1,7 2 0,13-1 1,1-1 0,5-3-2,7-3 1,0-1 1,7-1 0,0-1-1,-1 2 0,8-7 2,-1 3 0,6 1 1,-6 0 0,7 0 1,6-1 0,-6 5-3,6 3-3,0 0-1,0 0 2,1 7 1,-2-3-3,2 7 0,-8-4 3,8 0 5,-8-3-2,-6 0 1,8-4 3,-15-4 5,1 0-1,-8-3 0,-5 0 0,0 0 3,-7-1 4,0 1 0,0 0 1,-7 3 1,-5 1-1,5-1-3,-6 0-6,1 0-2,-1 4-2,-6 0-2,-1 0-3,1 0 1,-2 0-1,-4 0 0,-1 4 1,-6-4 1,-1 0 2,1 0 3,-7 0 5,6 0 8,-6 0 7,-6 0 1,-1 0-1,1 0-1,-14 0-5,0-4-7,1 1-5,-13-2-4,-2-2-1,-11 0-1,-1 0-4,-5-1-4,-2 1-4,-12-3-5,0 1-3,0 2 1,-7 0-1,1 4 5,-2-5 4,8 8 4,-6 0 0,0 4 1,5 3 1,-6 4-5,7 1 0,0 2-1,6 1 4,1-1 1,-1 1-2,7 0 0,7-5 2,-2 2-1,9-2 0,-1-3-2,6 1 3,7-4 2,6-4-3,0 0-1,14 0-2,0-8 2,12 1-2,0 0-14,8 0-34,-2-5-51,15 2-56,-1 3-69,6-1-71,15 4-68,-2 1-58,7 3 3,0 3 32,-6 1 56</inkml:trace>
  <inkml:trace contextRef="#ctx0" brushRef="#br0" timeOffset="1.34705E6">27445 4777 35,'20'7'363,"-14"1"42,7-5 24,-6-3 12,-7 4-181,6-4-139,-6 4-130,0-4-134,-6 6-137,-1 2-83,-6-1-38,-7 5 12,1-2 48</inkml:trace>
  <inkml:trace contextRef="#ctx0" brushRef="#br0" timeOffset="1.35368E6">8738 16855 46,'-20'-11'122,"-7"4"-50,9-4-29,-2 4-12,0-4-3,1-1 1,-1 2 2,7 3-5,-7-5-1,1 2-2,6 2-2,0-3-4,0 0-3,0 0 2,6 4 1,-6 0 0,7-1-4,6 1-2,-6 3-4,6 1-2,0-2-4,6 3 0,7 2-1,-7 0 0,7 0 0,7 2 0,-7 3 0,7-2-1,-1 1 1,7 3 1,-6 1 0,-1-5-1,1 4 0,0 0 0,-2 1-1,9-1 1,-7 4 0,-1-3 0,0 2 0,8 1 0,-7 1 0,-2-4 0,9 2-1,-7 1 0,6 0-1,-7 0 2,7 4-3,0-1-13,0 1-30,-7-1-60,7 6-32,1-11-17</inkml:trace>
  <inkml:trace contextRef="#ctx0" brushRef="#br0" timeOffset="1.35394E6">10112 16823 54,'33'-12'159,"-1"1"6,-6 5-74,1-2-42,-1 4-19,-6 1-11,-1 3-5,7 0-5,-6 0-4,-8 3 0,8 1-2,-1 4-2,-5-2-1,5 2-1,-6-1 1,0-3-2,-7 3-5,8 0-12,-2-3-14,-4-1-19,4 1-18,-5-4-43,-1 0-25,-6-4-1</inkml:trace>
  <inkml:trace contextRef="#ctx0" brushRef="#br0" timeOffset="1.35421E6">10516 16796 12,'0'0'117,"-6"0"-32,6 0-33,0 0-20,-7 0-12,7 0-8,-6 0-4,6 0-4,0-2-3,0 2 0,0 0-3,-6 0-8,6 0-16,0 0-27,0 0-34,0 0-21</inkml:trace>
  <inkml:trace contextRef="#ctx0" brushRef="#br0" timeOffset="1.35475E6">9943 16895 13,'0'-3'128,"0"-1"-23,0 0-48,0 1-26,0 0-13,0-1-6,0-1-2,0 2-4,7 0-1,-7-1-2,6 0-2,-6 1-1,6-1-2,1 0 0,0 4-3,-7-4-8,6 4-19,0 0-39,1-3-31,-7 3-15</inkml:trace>
  <inkml:trace contextRef="#ctx0" brushRef="#br0" timeOffset="1.35506E6">10764 16624 37,'7'0'165,"-1"5"5,0-2-62,-6-3-35,7 0-23,-7 0-14,0 4-10,0-4-6,7 0-8,-7 0-6,0 0-2,0 0-2,0 0 1,0 0-1,0 0 1,0 0-3,0 0 0,0 0 0,0 0-3,0 0-3,0 0-12,0 0-16,0 0-34,0 0-58,0 0-28,0 0-14</inkml:trace>
  <inkml:trace contextRef="#ctx0" brushRef="#br0" timeOffset="1.3563E6">8823 16924 41,'0'-3'131,"-8"-1"-39,2 4-41,0-2-23,6 2-12,0-4-8,-7 4-3,7 0-4,7 4-2,-7-2 0,6 2-1,0-1-1,8 5-8,-8 4-18,7-5-37,7 0-32,-7 0-15</inkml:trace>
  <inkml:trace contextRef="#ctx0" brushRef="#br0" timeOffset="1.35662E6">10438 17137 122,'13'8'184,"-7"-4"2,-6 3-87,7-4-46,-7 1-24,7-4-15,-7 3-7,0 1-3,6-4-3,-6 4-3,6-4-2,-6 4-2,8-4-4,-8 0-5,6 0-10,0 0-10,-6 0-15,7 0-20,-1-4-50,1 0-24,-7 0-3</inkml:trace>
  <inkml:trace contextRef="#ctx0" brushRef="#br0" timeOffset="1.35691E6">10868 17067 116,'0'-2'156,"0"-6"-38,0 4-53,0 0-30,0 4-18,0-4-7,0 1-8,0 3-3,0-4-6,0 4-7,0-2-8,0 2-19,0 0-19,0 0-40,0 0-24,0 0-7</inkml:trace>
  <inkml:trace contextRef="#ctx0" brushRef="#br0" timeOffset="1.3573E6">9271 16907 57,'-19'-8'223,"-7"4"11,0-3 3,6-3-118,1 6-67,6-1-42,6 5-34,7 5-33,0-1-32,14 2-66,-2 5-28,8 1-10,-1-2 4</inkml:trace>
  <inkml:trace contextRef="#ctx0" brushRef="#br0" timeOffset="1.35757E6">11070 16763 115,'19'-6'143,"-5"-2"-59,-8 1-43,1 7-39,-1-4-58,1 4-42,-7 0-22</inkml:trace>
  <inkml:trace contextRef="#ctx0" brushRef="#br0" timeOffset="1.35835E6">12595 16811 14,'0'-3'218,"-6"-1"12,6 4 6,0-4-92,-8 0-69,8 2-40,0-2-21,0 0-15,0 0-12,0 1-1,-6-2-2,6 5 0,0-3 3,0-1 4,0 0 5,0 4 2,0-3 1,0 3 3,0-3 0,0 3-2,6-4 1,-6 4-1,0 0 0,0 0-3,8-4 0,-8 4 2,0 0 1,0-4 0,6 4 0,-6-3 3,0 3-2,0-4 0,6 4-1,-6 0 0,0 0-1,0-4-3,0 4 3,0 0 0,0 0 0,0 0 0,0-3 2,7 3 2,-7 0 0,0 0-1,0 0-2,0 0 0,0 0-1,0 0 0,-7 0 1,7-4 3,0 4-1,0 0 1,0 0-1,0 0-1,-6 0-1,6 0 0,0 0 0,0 0-1,-6 0 2,6 0-1,0 0 1,0-4 0,0 4-1,0 0 0,-8 0 0,8 0-2,0 0-9,0 0-18,0 0-20,8 0-26,-8 0-55,0-4-42,6 1-13,0-1 5</inkml:trace>
  <inkml:trace contextRef="#ctx0" brushRef="#br0" timeOffset="1.35999E6">27009 7327 224,'-8'4'257,"2"-1"16,6-3-57,-6 4-88,6-4-46,0 0-28,0 2-24,0-2-14,0 5-4,6-1 0,8-4 15,-8 3 18,14-3 21,-1 0 20,1 5 14,6-5 7,0 0-8,7 3-10,-1-3-12,7 0-14,0 3-12,0-3-9,0 4-8,6-4-7,-5 4-7,-1-4-4,0 3-4,7-3 0,-7 0 0,7-3-1,-7 3 0,6-4-1,-5 4-1,5-4-1,-7 1-1,2 3 0,-7-3 0,6-2-4,-7 5 2,-6-3-1,0 3-2,-7-4 3,1 4-3,-6 0 5,-1-5 17,-7 5 29,0 0 23,1 0 9,-7-2 7,0 2 3,-7-4-17,1 1-27,0 3-23,-7-4-13,-1 4-6,2-4-6,-2 4-3,-5 0 0,-1 4 0,0-4 2,-6 4-2,1 3 0,-1-5-2,-7 7 1,1-6 1,-1 5-1,-7-1 1,2 0 2,-1-3 3,-1 4-3,8-5-2,-7 1-2,6-1 3,7-3-1,0 4 0,7-4 0,5 3 3,2-3 1,-2 0-3,8 0-1,-1 0 0,7 0-1,-6 0-5,12 0 0,1 4 2,6-4 0,0 0 3,7 0-1,-1 0 12,7 0 0,6 4 4,1-4 4,7 0 5,-1 0 3,-1 0-6,1 0 0,1 0-4,-1 0-2,-7 0-1,1 0-6,-1 4-2,-5-4 0,-1 0 1,-6 0 0,-8 3-4,1-3 17,0 0 18,-6 0 17,-1 0 9,-6 0 10,-6 0 4,-1 0-14,-6 0-18,0 0-16,-7 0-11,-6 0-20,-6 0-2,-1 0 5,-6 0-1,7 0 1,-7 0 0,-1 0 9,1 0-4,1 0-13,5 0-30,1-3-60,-1 3-73,7-4-68,-7 4-72,7-4-60,0 0-36,6 1-6,-6-4-14,7 0 28,-1-8 48,1-4 55</inkml:trace>
  <inkml:trace contextRef="#ctx0" brushRef="#br0" timeOffset="1.37152E6">9526 18376 34,'-6'-11'131,"-2"0"-44,2 4-30,0 0-15,6-1-6,-6-4-11,-1 5-3,0 4-1,1-4-6,6-2-1,-7 6-1,1-4 7,-1 3-2,7 1 4,-7-1 6,1 4 3,6-4 2,-6 0-5,6 4-4,0-3-7,0 3-7,0 0-5,0 0-4,0 0-1,0 0-2,6 0 1,0 3 0,1 1 1,0 0 3,6-4-1,-7 4-1,8-1-1,-8 1 0,6 0 0,2-1-1,-1-3-1,7 0 1,-8 3 3,8-3-2,6 0-1,-7-3-1,7 3 0,1 0 1,-1 3-3,6-3 4,1 0-1,-1 5 2,1-5 2,7 4-2,-8-4 2,7 3-3,0-3 2,1 0 0,-2 0-2,7 0 1,-5 0 3,5-3 3,2-1 3,-2-1 3,1 2 5,-1-4 1,1 3 0,-1-3-3,1-4-4,-7 4-1,6 0-3,1-5-1,-1 5 2,1-3 0,0 2 2,-7 1-4,0-1 0,0 2-2,1-2-2,-1 4-2,-7-1-1,1 2 4,-7 3 0,0 0 1,0-3-3,-7 3 5,-5 0 11,-2 0 19,2 0 30,-8 0 32,1 0 20,-7 0 10,0 0-3,0 0-13,-7 0-26,1 0-30,-8 0-18,2 0-13,-2 0-7,2 0-12,-2 0-8,-5 0-24,5 0-22,2 0-32,-8 0-41,7 3-49,0-3-48,0 3-60,0 2-19,0-1 10,0-4 28</inkml:trace>
  <inkml:trace contextRef="#ctx0" brushRef="#br0" timeOffset="1.37648E6">27757 4657 352,'40'6'640,"-7"-2"101,-7-8 60,-7 0 29,-6 2-278,0 2-184,0-5-147,0 5-148,-7 0-158,1 0-172,-7 5-162,0-3-147,-7 6-137,-12 3-29,0-1 62,-8 2 119,1-5 134</inkml:trace>
  <inkml:trace contextRef="#ctx0" brushRef="#br0" timeOffset="1.38515E6">19632 2729 106,'-6'-4'174,"-1"0"-6,1 1-81,-1 3-44,7-4-35,-6 8-33,-1-1-53,7 1-45,-7 8-26,1-6-10</inkml:trace>
  <inkml:trace contextRef="#ctx0" brushRef="#br0" timeOffset="1.38573E6">19150 3399 4,'0'4'200,"-6"-4"9,-1-7 5,0 3-99,1-4-52,0 5-27,6-1-15,0 1-7,0-1-6,6 1-2,0 3-2,8 0-3,5-4-2,1 4-2,0 0-6,5 4-24,1-4-31,6 7-68,1 0-40,-1 4-22,2 4-6</inkml:trace>
  <inkml:trace contextRef="#ctx0" brushRef="#br0" timeOffset="1.38721E6">27582 7528 11,'-20'-7'224,"8"-4"20,-2-4 27,-6-2-65,7-3-51,1 6-13,-2-5 4,8 5-4,-7-1-14,6 5-4,1 2-13,-1-3-22,1 4-23,-1 4-16,7-2-11,0 2-17,0 3-10,7-4-7,-1 8-3,1-4-1,13 3 0,-8 2-1,8 1 1,6 2 1,1-5-2,-2 5 0,7-1 1,2 0 2,5-3-1,-7-1 1,7-3-1,0 4 2,1-4-2,-2-4-1,1 4 2,1-3 1,-1 3-2,-7-4-1,1 1 1,-7 3-1,0-4-2,-7 1-1,1 3 2,-14 0 4,8 0-2,-8-4 3,-6 4 1,0 0-1,-6 0-2,-14 0-2,0 0 0,-5 0-3,-9 0 1,2 0-2,-13 0 1,-1 4 1,-6-4 1,6-4 1,-6 4 1,0-4 0,6 0 2,1 4-1,5-3 0,8-1-3,-1 0 1,7 4 0,7-3-2,-1 3-1,8-3 0,-2 3 0,8 0-1,-1 0 0,7 0-1,7 0 2,-1 0 0,8 3 2,-2-3-3,14 0 3,1 3-2,-1 1 0,6-4 2,7 4 2,0-1 2,7 1-1,-7 4 0,0-8 1,7 3-1,-7 1-3,-7-4 1,1 3 0,-1-3-1,-12 0 1,0 0-3,-7 0 3,-7 0 0,-6-3-1,-6 3 2,-7-4 0,-7 1-1,-6 3-2,-7-4 0,-5 4-1,-9 0 2,2 0-3,-7 0 6,7 0 4,-1 0 7,7 4 8,6-4 3,7 0 3,0 0-3,13 3-3,0-3-6,6 4-7,1-4-5,12 3-1,1-3 1,6 4-3,6-4 2,7 0-2,7-4 5,7 4 0,-1-3-2,-1-1-26,9 4-56,-9 0-73,1 0-89,0 7-115,-6 0-61,-7 1-4,0-4 38,-6-1 64</inkml:trace>
  <inkml:trace contextRef="#ctx0" brushRef="#br0" timeOffset="1.39082E6">15182 16980 48,'0'-4'45,"0"4"-20,-7 0-13,7 0-6,0 0-4,0-3-7,7 3-2,-7 0-8,0 3-19,0-3-26</inkml:trace>
  <inkml:trace contextRef="#ctx0" brushRef="#br0" timeOffset="1.39309E6">26200 9777 77,'-20'0'217,"1"0"23,0 0-25,6 0-62,-1 0-33,8 0-30,0 0-22,-1 0-23,7 0-18,-7 4-15,7 0-7,0-4 1,7 7 13,0 1 15,-1-2 11,0 9 8,2 0 2,4 3-1,-5 4-13,-1 0-11,1 4-9,-1 3-5,-6-3-1,7 4 0,-7-1 0,-7-4-2,7 1 1,-6-4 0,6-3-1,0-2-4,-7-3 0,7-6-2,0-1-3,0 1-2,0-4-3,7-8 0,-1 1-7,1-12-5,5-4-5,2-3-3,-1-7-2,6 0-1,1-4 4,-1 0 6,1 4 4,0 3 6,-1 1 2,-5 2 0,4 6 2,-4 1-2,-8 5 1,7 4 0,-6 0 3,6 7 7,-7 0 7,0 4 11,-6 6 8,8 1 9,-8 8 5,6-5-2,-6 9-1,0-2-9,0-2-8,0 2-9,6-2-7,-6-1-4,7 1-3,-7-9-1,6 2 0,8-5-1,-8-7 1,7 0 0,6-7-2,1-8 0,-1-4-2,1-3-3,6-3-1,-6-4-4,-1 3 2,1 0 1,0 4 1,-7 4 1,6 0 0,-12 7 1,5 0 1,2 4-1,-8 7 0,7 0 3,-6 4 3,-1 6 6,1 1 4,-1 7 3,0 1 3,2 2 1,-2 2-3,-6 2-2,6-2-5,-6 2-3,7-4-7,-7 2-31,7-5-55,-7-3-65,6-4-69,0 0-100,1-7-50,6-8 0,0-3 39,-7-8 55</inkml:trace>
  <inkml:trace contextRef="#ctx0" brushRef="#br0" timeOffset="1.39332E6">27126 9635 140,'0'-4'280,"6"0"18,-6 4 9,7-3-116,-7 3-63,6 0-47,0 0-23,2 0-15,4 3-8,8-3-10,-1 4-9,1 0-11,0 3-35,-1-3-50,7 3-63,-6 0-92,-1 1-51,-6-1-22,0-3 15</inkml:trace>
  <inkml:trace contextRef="#ctx0" brushRef="#br0" timeOffset="1.39356E6">27177 9690 168,'-12'4'256,"-2"-4"13,2 6-32,5-2-65,-6 7-15,0 5 5,7 5 34,-8 8 56,-5 5 69,6 5 54,0 13 46,-1 3 3,2 3-30,6 1-57,-2-1-73,8-2-77,14-5-74,6-4-44,5-11-27,7-2-31,15-12-51,5-7-109,7-11-163,-1-12-163,1-3-158,-1-7-103,1-4-22,-13-4 73,-8-3 136,-5 3 150</inkml:trace>
  <inkml:trace contextRef="#ctx0" brushRef="#br0" timeOffset="1.39518E6">25412 5201 133,'-13'-10'150,"0"-2"-58,-6 3-31,5-3-12,1 4-2,-6 1-5,6 0-1,-1-1-6,2 5-3,-2-5-5,8 5-1,-7-4-4,7 3-2,-8-4 3,8 5 6,0-4 5,-2 2-1,2 3 3,6-6 3,0 1-4,0 3-8,0-4-3,14 1 2,-2 0 0,8-1 0,6 1 1,13-3 1,0-2 0,13 5-4,7-4-4,0 4-4,12-1-6,2 1-3,-2 0 0,6 3-1,2 4-2,6 0-1,-7 0 1,0 0 0,1 4-4,-2 0 0,-5-1 0,-6 1 0,-8 3-1,7-3 0,-13-1 0,7 1 1,-13-4 1,6 0 1,-13 0 2,6-4 0,-12 1 2,0-1-1,-8 0 1,1-3 6,-12 4 10,-1-1 5,-7 0 6,0-3 1,-12-1-1,0 4-8,-1 2-10,-13 2-3,2-4-5,-15 8-2,0-4-1,0 2-1,1 2-1,-7 4-2,6-1 0,1-3 0,6 3-1,-1-3-2,7-1-8,8 1-14,-1 0-16,6-1-16,1 1-18,6-4-23,0 4-26,6-1-32,1-3-57,6 4-23,-1-4-2,2 0 16</inkml:trace>
  <inkml:trace contextRef="#ctx0" brushRef="#br0" timeOffset="1.39657E6">27790 9858 210,'-7'-7'254,"1"-4"29,0 3-65,0-3-35,-2 5-11,2-3-18,6 6-20,-6 0-14,6-1-14,-7 0-17,7 1-11,0-1-5,-6 4-2,6 0-5,0 0-7,0-4-7,0 4-12,0 0-11,0 0-11,0 0-11,0 4-6,6 0 7,-6 3 14,7 3 17,-7 5 16,6 8 15,-6 2 8,0 0-2,0 8-13,0 1-16,0-1-15,0-1-10,0 2-10,-6-5-6,6 0-3,0-7 1,0-1-3,0-1 1,0-3 0,0-1-1,0-2 0,0-7-4,0 4-19,0-4-36,0 1-38,0-4-40,0-1-39,0 1-35,0-4-21,0 4-16,0-4-25,0 0-53,0-4-10,0-3 11,0-5 28</inkml:trace>
  <inkml:trace contextRef="#ctx0" brushRef="#br0" timeOffset="1.39726E6">28122 9653 42,'0'-4'225,"0"-3"20,7 4 12,-7-1-103,0 0-53,0 0-31,0 4-21,0 0-16,7 0-5,-7 0 0,6 0 0,0 0 0,2 0 6,4 0-1,-5 4-2,6-4-4,6 4-3,-5-4 0,-2 4-5,8-4-3,-1 0-3,-5 3-2,5 1-5,-6-4-3,0 3-1,0 1 0,0-1 0,-7 1 0,8 0 1,-8 0 3,7 3 13,-6 0 15,-1 5 14,-6-2 15,7 5 21,-1 3 19,-6 1 7,0 2 2,7 5 15,-7 0 14,0 3 4,0 1-5,0-1-5,0 4-6,0-4-16,-7 1-19,7-1-5,0 0-6,-6-3-3,6-1-3,-7-3-8,7-1-10,-6-1-13,-1-3-9,7-1-10,-7-6 1,1 1 7,6 0 3,-6-6 1,0 1-1,-8-2-4,1 0-5,-7-4-11,1 0-9,-7-4-2,-6-4-12,-2 1-23,-4-4-35,-1 0-46,0-3-63,-1 2-76,1-2-76,0 3-66,7-1-70,6 6-55,6 2 10,0-3 48,14 3 68,-1 0 82</inkml:trace>
  <inkml:trace contextRef="#ctx0" brushRef="#br0" timeOffset="1.39751E6">29133 10418 310,'32'15'474,"-13"-8"20,1 0-14,0-3-81,-7 1-277,-7-2-182,8 0-122,-14 1-71,6 0-34,-6 0-13,0 3-29,-6-3 20,-8-1 39,1 2 43</inkml:trace>
  <inkml:trace contextRef="#ctx0" brushRef="#br0" timeOffset="1.40214E6">28663 9953 16,'-6'4'229,"0"-4"28,6-4 21,-7 4-76,7 0-32,0 0-16,-7 0-8,7 0-1,-6-3 12,6 3 14,0 0 11,0 0 7,0 0 0,0 0-13,0 3-27,0-3-34,0 0-37,6 0-31,-6 4-20,7 0-13,0-4-8,5 4-2,2-1-3,-2 4 2,8-3-3,-1-1 2,1 1 4,6 0-4,0-4 0,7 0-3,-1 0-34,7 0-45,0-4-65,-5 0-65,4 4-71,-5-3-74,-1 3-74,-12 3-16,-1-3 30,-11 4 53,-2 4 61</inkml:trace>
  <inkml:trace contextRef="#ctx0" brushRef="#br0" timeOffset="1.40238E6">28742 10210 59,'-20'7'420,"-6"0"88,-1-7 58,9 4 38,4-4-164,-5 0-100,13 0-113,-2 0-87,2 4-59,6-4-41,6 0-17,2 0-13,4 0-4,8 0-16,-1 0-57,7-4-88,7 4-102,-1-4-100,1 4-112,-1 0-70,1 0 10,-13 0 64,0 4 84</inkml:trace>
  <inkml:trace contextRef="#ctx0" brushRef="#br0" timeOffset="1.40351E6">18544 16602 113,'-6'-3'208,"-1"-5"15,7 5-62,-7-1-20,1 1-15,6-1-6,0 4-7,-6-4-1,6 4-8,0 0-13,0 0-10,0 0-9,0 0-6,0 4-3,0-4-2,0 0-5,6 0-5,-6 0-7,0 0-10,0 0-8,0 0-9,0 0-7,0 0-5,0 0-1,6 0 4,1 0 5,0 0 4,-1-4 5,7 4 4,0-7 0,6 3-2,-5-4-6,5 2-4,7-5-2,-6 3-27,0 2-54,-1 1-58,1-2-69,-1 4-78,0-1-85,-5 4-23,-8 0 26,1 0 45</inkml:trace>
  <inkml:trace contextRef="#ctx0" brushRef="#br0" timeOffset="1.40481E6">27151 7441 44,'0'-19'171,"8"4"20,-8-3-49,0 3-16,6 1-1,-6-1-2,0 8-10,0 0-16,0-1-22,0 8-26,0-3-23,0 3-9,6 0-5,0 3-2,2 1-1,11 3 2,-6-1-1,12 6-1,2-4-2,-1 3-2,13 0 0,0-4-2,0 0 1,7-3-3,6-1-3,0 5-22,1-4-52,-2-1-92,-5 4-64,7 0-33,-15 2-16,1-3 14</inkml:trace>
  <inkml:trace contextRef="#ctx0" brushRef="#br0" timeOffset="1.40636E6">19286 16984 38,'0'0'130,"0"0"-30,0 0-29,-6 0-20,6 0-14,0 0-6,0 0-6,0 0 1,0-4 0,0 4 1,0 0 1,-6 0-2,6 0-2,0 0-4,0 0-5,0 0-4,0 0-4,0 0-6,0 0-1,0 0-2,0 0-2,0 0-1,6 0-1,-6 0-3,6-4-12,2 4-6,-8 0-6,6 0-9,7 0-11,-7 0-16,1 0-38,6 0-20,-7 0-9</inkml:trace>
  <inkml:trace contextRef="#ctx0" brushRef="#br0" timeOffset="1.40766E6">19333 16969 56,'0'0'154,"-7"-4"-22,7 4-42,-7-4-29,7 4-15,0-3-6,0 3-6,-6-4-3,6 1-4,0 3-7,0 0-7,0-4-6,0 4-2,0 0-5,0-3 0,0 3-1,0 0 3,6-4 1,-6 4-1,7-4 3,0 4-3,-1-4 4,0 4-3,0-3 0,8 3-2,-8 0 3,8 0-1,-1-5-2,-1 5 0,2 0 1,-2 0-2,8 0 0,-7 0 0,7 0 3,0 0-2,-8 0-1,8 0 0,-1 0 1,1 0-1,6 0 0,-6 5 0,-1-5 2,1 3 1,-1 1-1,1 0 2,6 0-4,-6-1 1,-1 4-1,-6-3 1,6 3-1,1-3 0,0 3 1,-7-3-2,7 0 1,-8-1 0,2 0 0,-2 1-1,8 1 2,-13-5 1,5 3 0,2-3 0,-2 3 0,-5-3 2,6 4-3,-6-4 1,-1 0-3,8 4 0,-8-4 1,0 0-1,0 3-1,1-3 0,0 4 2,-1-4 1,1 4-1,-1-4 0,1 0 2,0 4-1,-1-4-1,6 3 0,-4-3 2,-2 0-1,0 5-3,1-5 4,6 0-2,-6 2 1,-1-2-1,0 0-1,8 0 2,-8 0-2,7 0 1,0 0 0,0 0 0,0 4 3,0-4-2,1 0 0,5 0 0,-6-4 1,6 4-2,-5 0 0,5 0 0,1-2-1,-1 2 1,0-5-2,1 5 2,0-3 0,5 3 0,-5-4 0,6 0 0,1 0 1,-8 1 1,7-1-1,-6 0-1,6 1 0,0 0 0,-7-6 1,7 6 1,-6 3-2,6-3-1,-1-1 0,-5 4-1,7-4-1,-7 4 0,-2 4 3,9-4-1,-7 0 0,-2 4 1,2-4 3,0 3-1,-1-3 0,-5 0 3,5 0-4,-6 3 0,0-3-1,7 0 0,-8-3 0,2 3-1,-1 0 0,-7-3 2,7-1-1,0 0 0,-6 1 0,6-1-1,-7 0 1,8 0 0,-8 1 1,7-4 0,0 3 1,-6 1 2,5-1 0,2-4-2,-8 5 0,7-2 2,0 2-3,0-1-1,1 2 1,-8-2 3,7 0-3,0 0 0,0 0 0,-7 0 2,8 1 1,-2-1 2,2 4 6,-8-4 0,7 1 2,-6 0 2,6-1-3,-7 4-2,0-5-4,2 5-1,-8-3-2,6 3-2,-6 0 1,6-3 2,-6 3-3,0 0-1,0 0-1,0 0 0,0 0-7,-6 0-17,6 0-23,-6 0-30,-2-4-50,2 4-48,0 0-20,-1-4 3</inkml:trace>
  <inkml:trace contextRef="#ctx0" brushRef="#br0" timeOffset="1.40901E6">30058 9576 168,'0'-7'315,"-7"-4"40,1 0 19,6 3-105,-6 1-98,6 3-53,0 4-40,0 0-31,0 7-8,0 2 18,0 5 34,0 9 46,6-2 43,-6 12 39,6 3 23,-6 8-3,7 8-27,-7 6-42,0 7-40,0 2-45,0 7-35,0 2-27,0-2-35,0-2-68,0-1-83,0-9-83,-7-4-87,7-7-86,0-10-76,-6-9-25,6-6 31,-6-8 58,6-10 74</inkml:trace>
  <inkml:trace contextRef="#ctx0" brushRef="#br0" timeOffset="1.40927E6">30527 10118 226,'13'-3'525,"1"-9"78,-2 2 41,-6-1 21,-6 7-247,7 0-143,0 1-117,6 6-78,-1 1-41,2 0-37,-2 7-57,8-4-86,-7 8-105,7 0-111,0 2-126,-8 5-78,-5 4-2,0-4 53,-1 0 88</inkml:trace>
  <inkml:trace contextRef="#ctx0" brushRef="#br0" timeOffset="1.40951E6">30814 10433 148,'-7'23'440,"1"-13"44,-8 0 22,2 7 15,-2 0-219,2 9-125,-8 3-78,1 3-43,-1 10-22,-6-2-21,-7 4-42,1 3-62,-7-3-73,-1 4-77,1-4-92,0-7-91,1-1-18,-2-7 29,1-10 54</inkml:trace>
  <inkml:trace contextRef="#ctx0" brushRef="#br0" timeOffset="1.40974E6">30787 10994 53,'46'11'540,"-7"-1"116,-6-6 60,-7-4 31,-6 4-143,-8-4-338,1 4-308,-6-1-270,0 4-221,-7 5-117,-7-1-22,-6-4 62,0-1 127</inkml:trace>
  <inkml:trace contextRef="#ctx0" brushRef="#br0" timeOffset="1.41263E6">23261 16961 24,'-6'4'231,"0"-4"29,-1 0 19,-6 0-82,6 4-59,1-4-32,0 0-26,6 0-27,-7 0-18,7 4-12,-7-4-12,7 0-6,0 0-1,7 3-1,0-3 3,-1 0 2,0 0 7,7 0 6,7-3 7,-6 3 5,5 0 1,0-4 2,0 4-1,1-4-6,6 4-5,-6 0-4,-1-4-2,1 4-4,0 0-2,-1-3 0,1 3 0,-1-4-5,1 4 0,0-3-1,-8 3-17,8-4-38,-7 1-51,0-5-61,0 4-77,-7 1-64,1-2-23,-7 2 19,0 3 40</inkml:trace>
  <inkml:trace contextRef="#ctx0" brushRef="#br0" timeOffset="1.41351E6">24728 16690 87,'-7'4'243,"1"-4"21,-1 0-6,1 4-84,0-4-37,-2 4-22,8-4-20,0 3-10,0-3-6,0 4-6,0-4-10,0 3-10,0-3-8,0 4-10,8-1-6,-2-3 5,-6 4 14,6 0 16,7 0 15,0-1 16,0 5 15,1-5 6,-2 1-5,8 0 1,-1 0 3,1-1 2,6-3-1,0 3-2,1-3-8,5 0-13,-6-3-17,-1 0-16,8-1-20,-7 0-16,0 0-8,7 1-6,-7-1-5,-6-3-3,6 7-10,-7-4-34,1 0-57,-7 4-77,0-4-78,0 4-74,-7 4-65,8-4-49,-14 4-25,6 0 34,-6-4 55,0 0 64</inkml:trace>
  <inkml:trace contextRef="#ctx0" brushRef="#br0" timeOffset="1.41484E6">27210 16742 153,'-13'0'245,"7"-4"18,-8 0-34,8 1-76,0 3-34,-8-4-9,8 4-3,0-4 6,-1 4 4,1-4 14,-1 1 21,7 3 19,-7-4 9,7 1 12,-6 3 16,6-4 9,-6 4-13,6 0-22,6 0-25,-6-3-29,0 3-35,6 3-34,-6-3-25,7 0-17,0 0-10,-1 0-3,7-3-1,1 3 1,-2 0 3,2-4 0,5 0 2,1 4 2,-2-4 0,9 1-1,-1 3-3,0-4 3,0 4 0,7-3-9,-1 3-4,1 0 0,-1 0 6,1 0 7,-1 0 7,-6 0 19,7 3 5,0 1 13,-1-1 0,-6 1-2,7 0-1,-1 0-12,-6 3-2,7-4-8,-1 1-3,1-1-9,-7 1-2,7 0-2,-1 0-6,-6-4-4,7 0-1,-7 0 3,0-4-5,1 0 0,-1 0 6,0 1-1,0-4 0,-7 3 1,7 1 0,-6-5 0,-1 4-2,7 1 0,-6-1 1,-7 1-5,7-2 1,0 5-2,-8-2-1,8 2 1,-7 0 0,0 0 0,-6 0-2,5 2 9,2-2 5,-8 0 3,0 5-1,7-5 6,-6 0 4,6 0 0,-7 0 0,1 0 0,0 0 4,-1 0 1,7 0-3,-6-5-6,-1 5-2,7-2 0,1 2-5,-2-4-5,2 4 1,-2-4 2,1 0-2,7 1-2,-8 3 0,8-4-3,-6 0-2,-1 4 2,6-4-5,-6 2-1,0 2-1,0-5 1,0 5 3,0-3-1,0 3 1,-7 0-2,8-4 7,-1 4-1,-7 0-1,7 0-2,-6 0-1,-1 0 3,8 0-5,-8-3 0,0 3-1,1 0 2,0 0-1,-1 0 2,0 0-1,1 0 1,-1 0 2,-6 0-1,7 0-1,-7 0 0,7 0 0,-7 0 1,0 0-1,6 0 4,-6 0-2,0 0-3,0 0-3,0 0 1,0 0 2,0 0-2,0 0 6,0 0 0,0 0 3,0 0-5,0 0-4,0 0 4,0 0 1,0 0 2,-6 0-4,6 0-7,0 3-6,-7-3-33,7 0-48,-7 0-74,7 0-103,-6 0-116,-1 4-105,7-1-74,-6 2-71,0-3 10,-1 2 74,0-4 105,1 0 106</inkml:trace>
  <inkml:trace contextRef="#ctx0" brushRef="#br0" timeOffset="1.42827E6">28057 7308 139,'14'-11'267,"-14"0"15,0 4 5,0 3-127,-8 1-74,2 3-67,0 3-72,-7 1-88,6 3-72,-12 4-37,13 0-18,-8 1 19</inkml:trace>
  <inkml:trace contextRef="#ctx0" brushRef="#br0" timeOffset="1.43331E6">9305 18390 112,'-7'-4'70,"0"1"-30,7-1-12,-6 1-5,0 3-4,6-4 1,-8 4 0,2-3 2,0-1 0,-1 0 1,1 4 3,-1-4 3,1 4 5,-1-3 8,1 3 6,6 0 1,-6 0-6,6-5-7,0 5-12,0 0-9,0 0-9,0 5-3,6-5-2,0 0 0,1 3-1,6-3 1,0 4 1,-1-4 0,8 4 1,-6 0 0,5-1 3,7-3-1,0 4 1,0-1 0,7 1 0,-1 3-2,7-3-1,0 7-1,1-4 1,5 4-1,1 0-2,5 0 2,2 0 2,-1 1 1,1-6 0,5 2-1,-6-5 2,6 2 0,-5-2 1,-1-3 4,0-3 3,0 3 1,1-5-1,-8 5 0,1-3-4,-7 3-3,-1 3-5,2-3 0,-7 5-1,-1-5 0,1 3 0,-13-3 1,5 4 0,-12-4-1,6 2 5,-5-2 19,-8 0 20,1 0 13,-7 0 8,-7-2 3,1-2-3,-8 1-19,-11-5-20,-7 0-12,-2 2-7,-17-2-7,-2 4 0,-12-3-1,-7 7-2,1 0-3,-14 4 3,7-1-1,-13 4 0,6 0 1,0 5 0,-6-1 2,13-5-3,-7 2 0,13-4 1,1 0 2,12-8 5,7 4 2,6-4 3,8-4 3,5 2-1,13-2-2,8-3-2,4 5-2,8-6-1,8 1-1,11 4-1,0 0 1,14-1-2,-1 0 1,14 2 0,0 2-1,-1-3 0,7-1 0,7 4-1,0-3-2,6 0 1,0 4 2,7-5 0,-1 4 0,1 4 0,6-3 2,7 3-4,-14 3-1,8 1 0,-8 0 0,1 0 1,0-1 0,-7 1 2,0-4 3,-6 0-1,-7 0 1,-7-4 1,1 1 0,-1-1-3,-12-4 1,-1 5-3,1-4 2,-7 2-1,0-2-1,-6 4-1,-7-1 1,0 0 1,0 0 1,-7 4 0,2-3-1,-8-1 0,0 1 0,-8-1 0,-4-3-2,-8-1 0,1 1 0,-7-4-1,-7 0-1,-7 0 2,-5 4 1,-7-4 1,0 0-2,-6 4 0,-1-1 0,-13 5-2,7 3-3,-14 0-1,8 3 0,0 9 1,-8-5 3,8 7 3,-8-3 3,14 3 3,0 1 5,6-1 10,7-2 4,7 2 11,6-6 12,5-1 5,9-2-1,5-3-7,8 3-4,12-5-14,0-5-14,6 3-7,13-3-2,1-6-4,12 4-1,1-4 0,13-1 3,5 2 1,2-5 1,12 4-2,0 1 1,7-2-2,6 2-3,0 3-4,7-1 0,-1 1 2,7 7 3,2 0 0,-2 0 0,0 3 3,0 5 2,0-1-1,1 0-3,-15 0 0,8-3-1,-13 0-1,-7-4-6,1 0-1,-9-4-8,-4 0-21,-7-6-31,-7 3-39,-1-8-43,-5 3-54,-7 2-65,-12-2-30,-2 1 5,-5 5 25</inkml:trace>
  <inkml:trace contextRef="#ctx0" brushRef="#br0" timeOffset="1.43856E6">26780 3821 38,'0'-11'193,"-6"-4"24,6 4-39,-7 1-20,1-2-7,-1 1 3,1-1-5,6 6 6,-7-5 13,1 7 15,6-4 6,-6 8-11,6-3-12,0-1-26,0 4-35,0 0-39,0 4-31,0-1-19,0 1-9,6 7-5,0 3-1,1 6 2,-1 1 5,1 9 16,-1 6 13,1 5 26,-1 3 26,0 4 20,-6 6 7,0 1-4,8 3-3,-16 5-19,8 3-23,-6 4-17,0 2-12,-1-1-10,-6 2-14,7-7-13,-7-5-28,7-6-57,-2-6-66,2-9-80,0-7-84,6-4-83,-7-10-72,0-2-30,1-9 22,0-8 56,6-8 73</inkml:trace>
  <inkml:trace contextRef="#ctx0" brushRef="#br0" timeOffset="1.45842E6">8796 16907 94,'-6'-8'141,"-1"1"-52,0-1-29,1 2-16,0-6-9,-1 9-8,0-5 1,1 1 0,0 3-1,6-3 0,-7 3 2,7 1 0,-7-4-6,7 3-4,0 0-5,-6 4-5,6-7-3,-7 7-2,7-4-1,0 0-1,0 0-2,0 2 0,0-2-2,0 0 1,7 0 1,-7 4-2,13-3-1,-6-2-7,-1 5-14,7-3-19,0 3-31,0 0-57,7 0-27,-8 0-9</inkml:trace>
  <inkml:trace contextRef="#ctx0" brushRef="#br0" timeOffset="1.45892E6">10145 17123 168,'-7'-3'197,"1"-2"2,0 1-93,-2 1-49,8-1-28,0 1-12,0-1-9,0 1-3,8-1-5,-2 0-3,-6 0-10,13 1-14,-7-2-12,1-2-21,0 5-22,5-6-39,-4 0-29,4 1-8</inkml:trace>
  <inkml:trace contextRef="#ctx0" brushRef="#br0" timeOffset="1.45917E6">10933 16511 64,'14'-11'191,"-2"7"5,1-3-41,1-1-74,-8 6-41,7-3-44,0 5-45,0-4-72,0 4-38,0-3-20,-7 3-8</inkml:trace>
  <inkml:trace contextRef="#ctx0" brushRef="#br0" timeOffset="1.45978E6">8796 16826 42,'-13'-7'134,"6"3"-31,-5-3-39,5 3-15,0-4-7,-5 6-2,12-6-4,-7 4-7,0 1-8,1 3-9,6-5-6,0 2-5,-7 3-2,7-4 0,0 4-1,7 0 2,-1 0-1,1 0-7,0 4-19,12-1-39,-6-3-48,7 5-26,-1-5-12</inkml:trace>
  <inkml:trace contextRef="#ctx0" brushRef="#br0" timeOffset="1.46006E6">10594 16709 192,'13'-7'210,"1"-1"4,-8 4-95,0 1-53,-6-1-27,8 4-20,-8-3-10,6 3-5,-6 3-3,0-3-4,6 4 1,-6-1-4,0 1 0,0-4-2,0 4 0,0 0 1,0-4-3,-6 3-5,6-3-9,0 0-11,0 0-16,0-3-23,0 3-26,0 0-44,0-4-15,0-4-1</inkml:trace>
  <inkml:trace contextRef="#ctx0" brushRef="#br0" timeOffset="1.46032E6">10594 16705 13,'-6'0'63,"6"-3"-28,0 3-15,0 0-9,0 0-4,6 0-3,-6-4-2,0 4 0,7-4-2,-7 4-3,6 0-24,-6-4-33</inkml:trace>
  <inkml:trace contextRef="#ctx0" brushRef="#br0" timeOffset="1.46132E6">12673 16712 79,'7'-3'218,"-7"-1"25,0 4-30,0-3-64,0 3-43,-7-4-27,7 0-25,0 4-25,0 0-14,0 0-10,0 0-3,0 0 0,0-4-2,0 4-7,0 0-19,0 0-37,0 0-45,0 0-70,0 0-43,0 0-17,0 0 7</inkml:trace>
  <inkml:trace contextRef="#ctx0" brushRef="#br0" timeOffset="1.46291E6">27139 7360 122,'-13'3'165,"-1"1"-39,8 0-45,0-4-29,6 3-18,-8-3-13,16 0-7,-8 0-5,6 0-1,7 0-1,0-3 3,0 3 1,7-4 2,6 0 2,-7 1 1,13 0 1,-5-2-3,-1 2 0,6 3-3,1-4-3,7 4-2,-8-5-2,7 5 0,-7 5-2,7-5 0,7 4 1,-7-4 1,7 0-1,-7 3-1,6-3 1,-5 0 1,-1 0-3,0 0-2,-7 0 1,-6-3 0,1 3 0,-8 0 0,-6 0 7,1-4 5,-8 4 4,0 0 0,-12-5 2,0 3-3,-8-2-2,-12 1-6,-7-1-5,-5 0-1,-9 4 0,-4-3 1,-1-2 0,-13 5-1,0-4 5,0 4 2,-1-3 6,1 3 7,13-4 9,0-3 9,13 4 10,-1-1 8,14 0 2,1 0-6,11 4-6,2-3-8,-2 3-13,14 3-13,0-3-6,6 4-1,8 0-3,-2 3-1,15-2-1,-1 1 2,13-3-1,7 6 0,6-6 1,6 1 2,1 0 2,13-4 1,-1-4 3,1 4-1,6-4-2,-7 1 0,2-2-3,-2 1-3,-12 1 1,-7-1-1,-7 4-1,-5-2 2,-7-3 1,-7 2 2,-14-1 0,1 0 1,-6 4 0,-7-4-1,-7 1-4,-12 3-2,-1-4-14,-6 4-25,0 4-32,-13-4-41,0 7-45,-1-3-78,2 0-30,-8 4 3,7-6 18</inkml:trace>
  <inkml:trace contextRef="#ctx0" brushRef="#br0" timeOffset="1.46766E6">27725 7302 133,'-7'0'196,"1"-5"13,6 2-81,0-1-40,-6 4-19,6-4-11,0 4-8,0 0-6,-7 0 0,7-4 1,0 4-4,0 0-4,-7 0-5,7-3-9,0 3-8,0 0-8,0 0-8,0 0-10,0 3-11,7 1-12,-7-4-19,7 8-16,-1-5-15,0 4-13,1 0-11,0 2-9,-1-2-34,1 0-17,-1-1 1</inkml:trace>
  <inkml:trace contextRef="#ctx0" brushRef="#br0" timeOffset="1.47046E6">26103 11463 70,'0'0'247,"-7"-4"21,7 4 9,-7 0-110,7-4-60,0 4-34,-6 0-33,6 0-22,0 4-7,0 0 3,0 0 6,0 7 9,0 0 14,6 3 16,-6 9 13,0 6 2,0 0 0,0 0 0,0 8-9,-6-5-14,6-2-12,-7 3-9,7-7-9,-6 0-7,0-5-4,6-3-2,-7 1 2,7-8-2,0-5-1,0 2-2,0-8-1,7-8-8,-1-6-6,7-4-4,0-11-5,0-4-2,1-8 0,5 1 5,-6-4 4,0 8 7,7-1 5,-8 4 3,-5 7 4,6 5 4,-7-1-1,1 7-3,-1 3-1,-6 3-5,7 1 0,0 4 0,-7 4 10,6 4 10,-6 6 8,6 1 7,1 7 5,-7 1 1,0 3-6,7 0-9,-7 4-8,6-4-4,-6-5-4,6 6-3,-6-8-4,7-1-1,0-3 0,-1 1-3,1-6-2,-1-6-7,8 0-14,4-6-10,-4-2-5,5-10-5,1 3-2,-8-3 7,8-1 11,-7 1 12,1 7 3,-2 0 6,-5 0 4,0 7 1,5 1 4,-5 3 13,0 0 19,-1 7 15,1 1 15,5 2 14,-5 5 7,0-1-6,-1 5-9,8-4-12,-8 3-17,0 0-14,1 0-5,6-3-8,-7 3-5,1-3-7,-1-3-43,0 2-60,2-7-70,-2 1-80,-6-1-92,6-3-74,1-4-2,-7-4 38,7-3 55</inkml:trace>
  <inkml:trace contextRef="#ctx0" brushRef="#br0" timeOffset="1.47071E6">26891 11426 60,'13'-7'254,"-6"3"17,-1-4 17,1 6-84,-1-3-60,8 2-37,-8 3-25,6-4-14,2 4-13,5 0-13,1-4-16,0 4-9,-1 4-10,7-4-27,0 4-36,0-1-49,-7 2-57,7 1-87,-12-2-42,5-4-2,-5 4 21</inkml:trace>
  <inkml:trace contextRef="#ctx0" brushRef="#br0" timeOffset="1.47096E6">27060 11342 33,'-13'4'268,"1"-4"31,-2 4 18,2 3-57,-2 0-54,1 8-9,0 3 6,0 7 35,7 4 44,0 9 35,-2 2 12,2 7-19,6 1-41,0 0-58,0 2-58,6-1-60,2-6-40,4 1-56,1-7-60,13-8-70,0-3-98,7-12-99,5-2-95,9-12-65,-1-4-55,-1-7 1,1 0 61,-7-7 80,0 4 85</inkml:trace>
  <inkml:trace contextRef="#ctx0" brushRef="#br0" timeOffset="1.47203E6">16550 16529 61,'-13'-4'165,"0"-3"7,0 4-74,1-4-36,-8 3-18,0 0-6,7 4-2,-7-4 3,0 4 8,1 0 3,6 0 10,-6 0 9,5 4 1,8-4-2,-7 0-7,6 0-11,7 0-10,-6 0-16,6 0-10,6 4-6,-6-4-5,7 0 0,0 0-1,5 0 1,-4 4-2,4-4-1,1 3 3,0 1-2,0-1-8,-7 2-23,8-3-36,-8 2-56,8 0-78,-8 3-42,-6-3-15,0 0 12</inkml:trace>
  <inkml:trace contextRef="#ctx0" brushRef="#br0" timeOffset="1.4732E6">26050 5184 25,'-6'3'88,"6"-3"-35,-6 4-23,6-4-9,0 0-17,6-4-29,0 4-40,1 0-24</inkml:trace>
  <inkml:trace contextRef="#ctx0" brushRef="#br0" timeOffset="1.47515E6">27471 11594 190,'-6'-2'244,"-1"-3"19,7 2-66,-7-1-38,1 4-32,6 4-30,-7-1-16,1 4-11,6 4-9,-7 5 4,7 2 5,0 4 9,0-1 5,0 2 7,0 2-2,7 1-9,-1 0-9,7-5-15,-6 2-12,6-2-12,7 1-10,-8-4-9,8-2-3,-1-6-2,7 1 2,1-7-1,-1 0-1,0-8 1,0-6-2,0-2-2,0-7-1,-6-2-3,0-5 3,-14-3 0,0 0-3,-6-5 2,-12 1-1,-2 0 1,-5 4 10,-1 4 15,-12-2 19,5 10 16,-5 2 10,-1 4 4,1 4-9,6 3-13,-1 4-19,1 4-33,7 0-60,6 3-76,6 3-80,7 2-87,0-2-108,13 1-51,1 1 15,5-8 52,0-1 67</inkml:trace>
  <inkml:trace contextRef="#ctx0" brushRef="#br0" timeOffset="1.47556E6">27998 11335 45,'8'-5'280,"-8"-2"22,6 5 11,-6-6-58,6 8-111,1-4-59,6 4-35,-7 0-17,13 0-6,1 4 0,0 4-2,-1-6-1,1 10-2,6-5-4,-6 8-5,-1-4-3,7 3-3,-6 1-3,-7-1-1,7 1-3,-8 1 1,2 1 1,-8-3 2,0 5 3,1 3 13,0 0 19,-7 4 23,0-1 25,-7 5 27,7 3 22,-7-1 11,1 1 0,6 0-10,-6 1-12,-1-2-15,0 1-9,1-4-10,0-2-3,6-2 7,-7-3 9,0-4 1,-6-3-5,1-5-10,-8-2-10,0-4-19,-6-4-21,-7-4-18,1-4-9,-1-2-6,-6-1-7,1-4-7,-2 1-23,1-1-47,7 0-88,-1 5-110,1-2-104,12 5-111,0-1-78,7 4-3,7-2 58,6-2 95,6 1 97</inkml:trace>
  <inkml:trace contextRef="#ctx0" brushRef="#br0" timeOffset="1.47582E6">28578 11686 35,'8'0'380,"-8"0"55,0-7 30,6 4 14,-6-1-173,6 0-103,8-3-86,-2 3-56,1-3-26,7 3-14,6 0-8,-6 1-9,12-1-31,-6 4-48,0 4-65,0 3-79,0 0-90,0 1-88,1 3-20,-15-1 24,2 1 49</inkml:trace>
  <inkml:trace contextRef="#ctx0" brushRef="#br0" timeOffset="1.47609E6">28716 11818 381,'-7'4'483,"-6"-8"48,6 4 27,7-4-119,0 4-150,0-3-106,14-1-79,5 4-47,1-4-35,6 4-44,0 0-62,7 0-73,-1 0-83,1 0-83,-1 4-91,1 0-44,-7 3 10,0-3 48,-7 0 66</inkml:trace>
  <inkml:trace contextRef="#ctx0" brushRef="#br0" timeOffset="1.48086E6">27451 7015 49,'26'4'191,"-6"0"6,-1-4-32,-5 0-91,-2 2-58,-4 4-59,-2 0-76,-6 2-40,0 3-18,-14 0-2</inkml:trace>
  <inkml:trace contextRef="#ctx0" brushRef="#br0" timeOffset="1.48493E6">18049 3618 25,'-13'-13'52,"6"-3"-20,-5-2-8,-2 0-3,2-1 3,-2-2-2,1 3 2,0-1 3,-6 2 1,5-3 1,-5 3-1,6-2 6,0 0 0,-1 5-2,2-1-3,6 1-3,-8 3-2,8 0-7,6 7-6,-7-2-2,7 1-3,7 5-4,-1 0-2,0 5 0,2-2 0,4 0-1,-6 1 2,8 3 0,-1 1 0,0-1-1,0-3-1,1 3 0,4 0-1,-4 1 1,5-1 3,1-4-1,0 4-1,-8-3 1,15 0 0,-9 0-1,2-4 0,7 3 2,-8-3 1,7-3 0,-6 3 1,-7-4-2,6 4 0,-5 0 1,-2-4-1,-5 0-1,-1 4 0,-6 0 1,0-3-1,0 3 0,-13-4-1,1 4 1,-8 0-3,-6 0 0,-1 0-1,-11 4 1,-1-1 0,-7 1-2,1 0 4,-2 3 0,-5-3 0,7 3 0,-1-4 2,7 2 1,0-5 1,0 4-2,6-1 0,0-3 0,8 0 1,5 0-1,0 0 0,8 0 0,-2 0-1,8 0-1,6 0 1,0 5-1,6-3-3,1 2 2,6-1 3,7 5 1,6 0-3,-1-1 2,2-1 3,5-1-3,8-2-2,-1 1 3,-1 0-1,9-4 2,-2-4 0,-5 0 2,5 1 3,-13-4-3,1 3 1,-1-3 0,-6 3-1,-6-4 2,-7 1-2,-7 3 2,1-3 1,-7 0-3,-7 2 1,1-5-2,-7 6-2,-7-3 0,0-1-1,-12 5 0,7-1-3,-9 1-1,2 3 2,-7 0-2,6 7 0,1 0-1,-1 4 0,7 8-8,0-1-27,6 5-57,7 2-45,1 0-24,5 0-12</inkml:trace>
  <inkml:trace contextRef="#ctx0" brushRef="#br0" timeOffset="1.49088E6">29348 11598 79,'-14'32'234,"8"2"9,0-1 5,-1 4-116,0 3-60,14-3-33,-7 3-17,13-7-9,0 1-3,6-5-3,1-8-3,6 2 4,7-13-2,6-3 0,0-3-1,0-8 1,7-3-6,0-3-14,-1-5-22,1-4-24,-7 1-27,-1 0-40,-5-5-60,-1 1-22,-5 1 4,-7-5 12</inkml:trace>
  <inkml:trace contextRef="#ctx0" brushRef="#br0" timeOffset="1.49112E6">29765 11521 78,'-26'-7'271,"6"3"34,-6 4 36,7 8-61,-1 6-8,0 9 3,1 2 17,-1 8 20,0 7 4,8 4-27,-2 1-40,2 2-52,-1 4-53,6 0-52,7 5-81,-7-2-119,14 1-141,-7-4-139,7 4-146,6-3-83,-7-4-3,7-12 75,0-7 113</inkml:trace>
  <inkml:trace contextRef="#ctx0" brushRef="#br0" timeOffset="1.49136E6">30292 11887 126,'7'0'475,"6"0"63,-6-3 34,-1 3 16,0 0-200,1 3-136,0 1-119,5 0-63,-5 4-32,6 2-24,-6-2-57,5 3-67,2-4-76,-2 4-82,-5-4-86,6 0-101,0 1-23,-7 3 25,8-3 54,-14-6 70</inkml:trace>
  <inkml:trace contextRef="#ctx0" brushRef="#br0" timeOffset="1.49163E6">30534 12173 433,'-7'16'534,"0"-7"69,-6-1 50,1 4-105,-2-2-134,2 1-129,-2 4-94,-5 3-65,-1 1-48,-6 0-53,6 6-70,-12 0-97,6 5-115,-7-1-115,8-4-108,-2 6-100,1-2-16,6-8 58,1-3 90,6-2 100</inkml:trace>
  <inkml:trace contextRef="#ctx0" brushRef="#br0" timeOffset="1.49167E6">30846 12625 290,'33'0'361,"-14"-4"32,1 0 14,-13 0-165,-1 0-150,0 4-140,-12-4-145,0 8-110,-8-4-56,-5 4-12,-7-4 35</inkml:trace>
  <inkml:trace contextRef="#ctx0" brushRef="#br0" timeOffset="1.50198E6">23301 16976 7,'-7'-3'152,"1"-5"10,-1 1-66,-5 0-28,12 3-13,-8-3-7,2 3-4,0 0-5,6-4-3,-7 5-2,7-1-7,0 2-3,0-2-2,0 0-1,0 0 2,0 4-1,0-4 1,0 0-2,0 4 0,0-3-2,0 3-2,0-4-1,0 4 1,-7 0-4,7-4 0,0 4-2,0 0-2,0 0-2,0 0-3,0-3-2,0 3-1,0 0-1,0 3-1,0-3-1,7 0 4,-7 4 3,7-4 2,-7 4 0,6-1 2,0-3-2,-6 4 0,8 0-1,-2-4 5,-6 4 5,6 0 5,-6-4 10,7 4 1,-1-2 2,-6 2-5,7-4-5,-1 3-5,1 2-5,-1-5-1,0 3 2,2 1 2,4-4 2,-5 4 3,6-4 0,0 4-2,0-4-4,6 0-3,-5 0-2,5 0-2,-6 0-1,6 0-1,1 0 0,-7 0-2,7 0-1,-7 0 1,6 0-2,-5 3-1,-2-3-1,1 0 2,1 4-2,-8-4-1,7 3 4,-6 1 5,-1-1 7,0-3 9,1 4 6,0 0 5,-1-4 4,-6 0 2,7 4 0,-7-4-4,0 0-1,0 0-2,6 3-5,-6-3-2,0 0-8,0 0-5,6 0-3,-6 0-3,7 0 0,0 4-1,-1-4-1,0 4 1,2-4-2,4 0-2,1 3-1,-6-3-1,6 0-1,7 3 0,-8-3-1,2 0 0,5 4 1,1-4 1,-8 0 1,8 0-1,0-4 0,-1 4-2,1-3-1,-1 0 0,1-1 1,0 0 0,-1 1 1,0-1 3,1 0-2,-7 0 1,7 1-3,-1-1 0,-6 4 0,6-3 1,-5 3-1,6-4-2,-1 4 1,1 0 0,0-3 0,-2 3-2,-4 0 2,11-4 2,-5 0-1,0 0 0,-1 1 3,7-2 0,-6-2 1,6 5 0,-7-6 2,1 0-3,6 4-2,-6-3 1,-1 3-1,1-2-2,-1 2-1,1-1 1,0 5 1,-1-3-1,0 3-1,1 0 1,-1 0 2,-5 3 0,5-3-1,1 0 2,0 5 0,-8-5 2,8 4-2,-1-4-1,1 0 1,0 3-2,-1-3 1,1-3 1,0 3-2,-2 0-1,2-4 1,0 4 0,-1-5-2,1 5-1,-1 0 3,1 0 0,0 0-1,-1 0 2,1 0 0,-1 0 0,0 5-1,1-5 0,0 4 0,-1-1-2,-5 0 2,5 1-1,1 0 2,-1-1-1,0 1 1,1-4 1,-7 4-1,7-4 0,0 4-1,-8-4 1,8 4 0,-1-4-1,1 0 2,-7 0-1,6 0 2,1 0-3,-1 0-1,1 4-1,0-4-1,-1 0 2,1 0-3,0 0 4,-1 0-1,1 0 1,0 2 2,5-2-1,-5 0-1,6 0 1,-6 0 1,-1 0-2,7 0 2,-6 0-1,-1 0 1,1 0-1,6 0-1,-7 0-1,1-2 1,-1 2 0,8-4 1,-2 0-1,-5 0 1,6 0 2,0 0 0,0-3 8,7 3 22,-7-2 23,7-3 13,-1 3 6,1 2 4,5-3-9,-5 3-21,13 0-20,-7 0-13,0 4-5,7 0-3,-1 0-3,-5 4 3,5 4-5,1-1 1,-1 0-4,-6 1 0,7 2 0,-7-2-4,0-1 7,7 1-2,-8-4-1,1 0 2,-5-4 1,5 0-1,-7-4-2,1 0 3,-1 0-1,1-4-1,-7 5-1,6-5-2,-5 2-2,-1 2 3,0-4-1,0 1 2,-7 3 0,7-3 3,-6 3-1,-1 0-2,1-3 1,0 4-2,-8 3-1,1-4-1,1 1 0,-2 3 2,2 0-4,-2 0 0,-5 0 0,6 0-1,0 0 1,-7 0 0,2 0 5,4 3-4,-5-3 4,0 0-2,-1 4 0,7-4 1,-7 3-1,1-3 4,6 4-1,-7-4 0,8 0 0,-2 3-1,2-3-1,-1 0-2,-1 0 2,2 0-1,-8 0-5,7 0-2,0 0-3,0-3-1,-6 3-2,0 0 0,-1-4 7,0 4 1,0 0 4,2 0 2,-8 0-3,6 0 2,0 0-1,-6 0 1,7 0 0,-7 0 1,6 0 0,-6 0 1,0 0 0,0 0-2,0 4 2,0-4 0,7 0 1,-7 0 0,0 0-3,0 0 1,0 0-1,0 3 0,-7-3-1,7 0-4,0 0-9,0 0-24,0 4-31,0-4-37,-6 0-41,-1 4-39,1 0-38,0-1-28,-8-3-28,2 4-28,-8-4 5,7-4 26,-13 4 41</inkml:trace>
  <inkml:trace contextRef="#ctx0" brushRef="#br0" timeOffset="1.5025E6">23717 16782 48,'-12'4'235,"-2"-4"18,-5-4 16,6 1-87,0 3-69,0-5-37,6 2-21,-5-1-18,5 4-15,0-4-14,7 4-7,-6 0-3,6 0-3,6 0-17,-6 0-20,7 4-25,0-4-37,5 7-40,2-2-64,-2-5-20,2 3 2,5-3 17</inkml:trace>
  <inkml:trace contextRef="#ctx0" brushRef="#br0" timeOffset="1.50277E6">24669 16683 92,'27'-8'252,"-8"2"13,-6-2 4,0 1-117,-7-1-97,0 6-71,2-3-56,-2 2-60,0 3-68,-6 3-27,7-3 3,-7 5 21</inkml:trace>
  <inkml:trace contextRef="#ctx0" brushRef="#br0" timeOffset="1.51221E6">27680 6399 145,'-14'-7'213,"1"0"24,1 0-59,5-1-26,-6 1-21,7-1-17,-8 6-10,8-2-16,-1 0-26,1 4-18,6-4-14,-7 4-8,7 4-7,-7 4-3,1-1 5,0 11 15,6 0 13,-14 11 13,8 8 8,-7 4 7,0 5-2,6 7-11,-5-2-13,5 0-8,0-3-9,1-1-8,6-3-2,6-8-4,1-3-1,0-3-2,5-8 2,1-4 4,7-6-2,6-10 1,0-9-4,13-7-1,0-12-3,1-3-5,5-12-5,-6-2-2,1-5 2,-2-7-2,-11-3 0,-1-5 0,-7-3 0,-6 1 0,-6-8-2,-7 6 0,-13 4 2,-1 9 0,-5 10 3,-14 11 5,-6 4 2,-6 14 2,-1 8 2,-6 7-3,0 7-2,0 8-3,7 7-6,5 4-29,7 3-43,7 4-55,13-4-63,0 7-72,20-3-87,-1 1-23,7-2 19,7-2 39</inkml:trace>
  <inkml:trace contextRef="#ctx0" brushRef="#br0" timeOffset="1.51248E6">27972 6931 98,'-6'7'321,"0"-10"44,-1-1 24,1-3-72,-8 3-104,8 0-96,6 0-111,-6 1-99,6 6-87,0 1-110,0 4-58,0 3 5,0 3 34</inkml:trace>
  <inkml:trace contextRef="#ctx0" brushRef="#br0" timeOffset="1.52358E6">26376 12514 99,'-26'-14'152,"-6"-5"-46,5 5-35,-5 2-11,6 1-7,-7 5-5,7-2-2,-6 4 0,5 0 2,-5 1-7,6 3 3,0 0 9,6 3 9,-6-3-2,6 4-1,8 0-2,-8 4-8,7-5-13,0-3-18,6 3-8,1 1-3,6 0-5,0-1-2,0 2 0,6 2 2,1-4-1,6 4-1,0 1 0,0-1 4,14 1 2,-2-2 3,1 2 3,7-4 1,6 3 2,7-3-2,6 3 1,0-3-3,13-1-3,0 1-2,0 3-3,7-2-2,0 1-2,-1 5 1,8-3 0,-8 4 0,1-3 4,6 7-2,-7-5 0,8 3-1,-8-3 0,2 0 0,-2 0-2,0 0 0,-5-7 6,6-1 11,-7-3 10,6-3 7,-5-1 6,5-3 3,1-1-4,0 1-9,6 0-11,-6 0-7,-1 3-5,1-4-4,0 5 2,-1-2-2,0 3 0,-5 2 2,6-5 0,-7 5 0,0 0-4,0 5 0,-6-3 0,6 3 0,-7-2-2,-5 1 1,5 0 1,-5 3 0,-8-3 0,7-1 1,-7 4 1,2-3-1,-2 0 0,1 3-1,-7-3-1,-1-4 0,2 4-2,-1-1 1,0 0 0,1-3 4,-2 5 0,-5-5 0,6 0-2,1 0-1,-2 0 1,1-5-2,0 2 0,1 0 1,-1-5 1,-1 1 1,2-1 0,-1 1-1,0 0 2,0-4 1,0-1 6,0-1 11,7-3 15,-7-1 14,0-2 13,7-3 12,-7 0 12,6-7 6,1 0 6,-1 0 5,1-5-2,-7 1-1,7 1-8,-1 3-15,-5-5-15,-1 5-16,0 0-14,-7 0-12,7 2-8,-5-2-6,-2 0-1,1 0-2,-1-5 2,1 1-1,-1-3 2,7-4 0,-7-5-2,8-6-2,-1-3-1,0-9 0,0-3-3,0-3-1,0-8 2,0 0 8,1-3 8,-8-2 10,-6-6 21,-6-3 28,-1-1 19,0-3 25,-11 0 22,-2-4 18,-6 0 8,-6-3-15,-2-4-9,-4-1-26,-1 1-24,-7 0-24,7 3-21,-6 0-17,5 1-16,2 3-8,-1 0-6,-1 8-6,2 3-4,-2 3 6,8 5 8,-7 6 0,6 1-7,1 7-11,6 0-12,-7 4-17,1-1-17,0 5-10,-2-1-5,2 0 3,-7 5 9,6-1 9,-5 4 6,-1-1 6,-1 2 7,-5-3 9,6-1 4,-7 3 2,1-2 8,-1 3 3,-6 2 2,7-4-1,-7 5-2,0 4 0,-7 3 1,7 2-1,-7 9 3,7 4-1,-6 3 1,-1 7 0,-6 0-2,0 9 3,-7 2-6,8 4 1,-15 0 0,7 4 2,1-1-3,-7 0-2,-1 0 2,8-3 1,-7 0 0,7-3 0,-8 0 3,7-4-2,1-1 2,-1-3 1,7 0 2,-6-4 0,5 4 1,-5-4 4,6 1 0,-1-1 0,-5 5-2,6-1 0,-7 0-1,8 3-2,-9-3-3,2 7-6,-1-4-3,1 5-2,-7 0-1,-1 3 2,2-4-1,-2 4 6,1 0 3,0 0-1,-7 0 2,8 0 2,-2 0 1,-6 0 0,7 0 4,7 0-2,-8 0 3,8 0 1,-1-4 2,1 4-1,-1 0 1,1-3 2,-1 3-3,1 0-1,-8-4-2,7 0 2,-5 4-1,-2-4-3,1 1-2,-7 3 2,-6 0 0,0 0 0,0 3-3,0 1 1,0 4 4,-1-1-10,-5 8-14,0-5-14,-2 6-11,2 2-13,-8-4-14,2 5-6,-2-1 8,1 3 7,0-2 7,-7-1 13,14-3 16,-8 0 9,8-4 8,-7 0 5,6 0 7,7-4 2,-7-3-1,6 0-1,1-1 2,0 0 2,7-3 0,6 4-2,0 0 2,-1 0 0,15-1 1,-1 5 1,-1-1-2,8 4 0,-1 0-1,7 8 2,0-6-1,7 7-2,-1 1-4,7 2-5,-7-2-7,14 1-5,-8 0-9,2-1-3,5 2 2,1-4 1,-1-5 8,-6 1 5,13-1 6,-6-3 6,-1 0 3,-6 1 3,7-2 0,-1 5 0,-6 4 1,7 3 0,-7 4-1,-1 3 1,2 8 0,-8 6 0,7 5 1,-7 3-1,8 3 0,-8 5-1,6 3-2,-5 1 3,6 0 2,6 2 0,1-2 2,0 2-1,6 2 0,6-2-2,0 1-1,1 4-2,0 3-2,6 0 1,-1 2 1,2 4 2,6 6 1,-8 2 1,8 5 2,-7 3-2,-1 1-3,8 3 1,-6-4 3,-1-1 1,-1 6 0,2-6-1,-2-2 1,2-3-2,-1-9-3,-7-3-4,1-4 3,-1-6-1,-6-9 3,7-3 2,-14-4 0,7-4 1,0-2 1,-6-1 0,-1-4-2,1 1-3,-1-1-1,1 0 0,-1 4 0,7-3 1,-7 2-2,1-2 3,6 3 0,0-4 0,0 0 2,0-3-2,0 0 1,0-1-2,6 1 1,-6-5 0,7 2 0,0-1 0,-7 0 1,6-4 2,-6 3 2,7 2-2,-7-2-2,6 5 1,-6-3-1,0 2-1,0 1 1,-6-1-1,6 1 0,0-4-1,0 4 2,0-5 1,-7 2-3,7-1 0,0 0 1,0-1 3,0-1-3,-6-6-3,6 4 3,0-4 0,0-3 0,6 0 0,-6 0 1,7-4-24,-1 1-50,7-1-52,-6-3-59,5 0-58,8-8-73,0 0-36,-1-3 16,7-8 35,-12-6 48</inkml:trace>
  <inkml:trace contextRef="#ctx0" brushRef="#br0" timeOffset="1.52385E6">26441 12514 16,'20'-8'334,"-1"-2"27,-12-9 18,0 2 7,-1-2-183,-6 4-141,6 4-101,-6 4-73,0 3-62,7 4-65,-7 8-60,0-1-1,0 0 28,0 0 34</inkml:trace>
  <inkml:trace contextRef="#ctx0" brushRef="#br0" timeOffset="1.52939E6">12921 1153 111,'-7'-10'170,"-6"-2"-24,7 2-33,-8-1-13,8 0 0,-7 0-1,6-1-9,1 5-9,-7 0-2,7 4 1,6-1-8,-7 0-9,0 0-9,7 4-9,0 0-12,0 4-15,7 4-10,-7 2-5,7 9 2,-7-1-3,6 7 0,-6 4-1,0 5 1,-6 3-1,6-1 1,-7 1-1,0-4 2,1 3 3,0-3-2,-8 0 0,8-4-1,6-3-2,-7 1-1,1-6 1,6-6 1,-7-1-2,7-2 2,0-1 0,0-7 0,7-8-4,-7-1-2,13-9-3,-7-1-5,8-7-3,-2-7-3,8 4-1,-1-8 0,1-1-1,0 2 3,-1 3 4,1-5 3,0 8 2,-2 4 2,2 0 4,-7 8 2,1 2-2,4 6 0,-4 2-1,-8 4-3,8 7 2,-8 1 1,1 6 3,-7 5 4,6-2 0,-6 10 3,0-5 2,-6 4-1,6-5-1,0 2-3,-7-6 0,7 2 1,0-4-4,0-1 0,7-6-1,-7 3-1,6-8 2,0 1 0,2-4 0,4-4-1,2-3 4,-2 0-5,1-4-2,7 0-1,-8-4-1,2-4 1,6 4-2,-7-2 4,6 2-2,-6 1 1,-7 2 0,8 1 2,-1 5-2,-7 1 4,1 1 0,-1 4-1,1 4-1,-1 1 0,-6 5 1,6 5-1,-6 3 5,0 0 0,0 0 0,-6 5 0,0-1-1,6 0-2,-7-1 0,1-2-2,6-5-8,0 1-31,0-5-41,6-2-56,1-4-78,5-8-39,2-6-12,-1-5 20</inkml:trace>
  <inkml:trace contextRef="#ctx0" brushRef="#br0" timeOffset="1.52964E6">13690 1003 42,'6'-2'193,"-6"-3"11,0 2-30,0 3-25,6-4-20,-6 4-18,0-4-12,8 4-10,4-4-17,8 1-32,6 3-20,-1 0-18,2 0-26,5 3-40,1 1-45,-1 0-56,2 0-62,-9-1-25,1 2 5,-6-5 28</inkml:trace>
  <inkml:trace contextRef="#ctx0" brushRef="#br0" timeOffset="1.52991E6">13859 1030 106,'-19'10'160,"-1"9"-30,7-2-39,-7 6-21,1 2-6,6 2 2,0 2 6,-1 3 2,8-2-2,0 2 1,0-2-13,6 3-9,6-4-10,0-3-8,7-1-6,7-6-5,0-1-2,6-7 1,6-3-6,7-8-2,0-5-6,1-1-28,5-8-45,-6-3-52,7 0-79,-7-2-44,-1-3-19,-4 1 11</inkml:trace>
  <inkml:trace contextRef="#ctx0" brushRef="#br0" timeOffset="1.53014E6">14367 993 155,'-6'10'186,"-7"9"-29,6-1-18,-6 1-4,-7-2 0,8 6-5,-1-1-12,-1 0-17,8-1-27,-7 2-28,13-1-20,-7 0-10,7-4-4,7 0-1,-7-4-2,13-2 4,-7-1 0,8-5 0,5 2-1,-5 1-2,4-3-2,2-2-1,-7 3-3,1 1-2,-2 3 0,2-4-1,-8 4 4,0 3-3,1-3 2,-7 4-2,-7 0-3,1 0 1,-8 2-2,2 2 1,-8 0-1,1-2 2,-7-2 0,0 4-12,-7-5-27,7-2-42,0-6-49,0-6-74,7-3-58,5-8-20,1-12 9,7-6 35</inkml:trace>
  <inkml:trace contextRef="#ctx0" brushRef="#br0" timeOffset="1.5304E6">14407 1010 135,'12'-3'171,"-5"-1"-18,6 4-43,-6-2-11,-1 2 6,6 0 5,-4-5-1,4 5-12,2 0-17,5 0-21,1 0-23,6 0-22,7 0-34,-7 5-41,0-3-48,-1-2-78,1 4-49,-6-1-21,0 2 12</inkml:trace>
  <inkml:trace contextRef="#ctx0" brushRef="#br0" timeOffset="1.53066E6">14960 923 10,'7'7'158,"-7"1"21,6 3-41,-6-4-14,6 4-2,2 0 1,-2 0-5,7 3-14,0 5-25,6-1-22,-5 4-15,5 1-17,0 2-9,-5 0-8,5 0 4,-5 2-4,-2-2-4,1 1 3,-6 0 1,-7-5 5,0 4-1,0-2 5,-14 3 6,2-4 1,-8 3-1,-6 0-3,0 2-3,-7-1-3,1-1-6,-1 4-2,0-3-3,-5-1-3,11-2 0,-5-5 0,6 0-8,6-3-29,1-5-48,5-5-62,2-2-79,-1-6-47,6-4-17,1-8 16</inkml:trace>
  <inkml:trace contextRef="#ctx0" brushRef="#br0" timeOffset="1.53093E6">15573 1363 30,'-7'-4'197,"-6"4"25,7 0-12,-1-3-26,1-1-1,6 4 16,-6-5 24,6 5 19,-8-3 10,8 3 22,0 0 22,0 0-14,0 0-29,0-3-33,8 3-41,4-4-58,1 0-82,13 1-87,0 0-89,0-2-92,7 1-69,6 1-61,-7 3-26,8-5-1,-7 3 19,5-2 1,-11 4 27,5 0 38,-12-3 40</inkml:trace>
  <inkml:trace contextRef="#ctx0" brushRef="#br0" timeOffset="1.5312E6">15846 1439 50,'-20'12'265,"2"-1"28,4-5 21,1 3-91,0-6-55,6 1-53,1 3-45,0-7-25,6 3-21,0-3-13,0 0-4,6 0-3,7-7-1,0 4-1,7-8-13,5 3-25,2-3-41,-1 0-47,0 4-58,0-4-72,0 3-29,1 1 5,-8-1 28</inkml:trace>
  <inkml:trace contextRef="#ctx0" brushRef="#br0" timeOffset="1.53191E6">17170 974 75,'6'-10'172,"0"-2"7,0 5-73,-6 0-41,0-1-18,0 1-7,0 0 4,-6 0 7,0 3 1,0-4-2,-8 5 2,1-1 2,0-4-7,0 8-7,-7-2-1,8 2 1,-8 0-5,1 2-5,-1 2 3,0 4 1,1-5 3,6 5 2,-6-1-2,5 0-7,8-3-9,-8 3-7,8-3-8,6 3-5,-7 1 2,7-1 2,7 1-3,-7-2 2,6 5 3,1-3 0,6 4-1,7-6 1,-1 5 6,1 3 0,0-2-1,-1-1-3,7 0-2,-6 3-4,-1-3-1,0 4-1,-5-4 0,-8 0 1,1 0 1,-1 1 2,-12-3-2,-1 3 1,-6 3-2,-6-5 3,-1 5-3,-6-4 1,0 4-1,-1-8 2,2 0 0,5-3-1,0 0 1,1-4 1,6 4-3,0-4 0,7 0 0,-1 0 0,0 0-2,1 0-2,6 3-1,0-3-1,0 0-1,6 4 0,1 4 2,6-2 0,-7 2 2,7 7 2,1-1 2,-2 8 3,8-3 3,-13 6 4,6 1 1,-7 3 1,1-4 1,-7 9-1,0-5-4,0 0-4,-7 5-23,7-5-55,-6 0-75,-1 0-101,1 0-52,-7-3-29,7-7 6,-2-1 43</inkml:trace>
  <inkml:trace contextRef="#ctx0" brushRef="#br0" timeOffset="1.53482E6">17938 1001 94,'-6'-16'79,"6"1"-26,-6 1-6,-2 3-9,8 4-4,-6-5-4,0 5 3,-1 0 0,7 0-7,-7-1 4,1 1 2,6-1 3,-7 2 8,7 2 9,-6-3 11,6 2 4,-6 2 1,6 3-4,0 0-12,0-4-13,-8 8-13,8-4-7,0 8-5,-6 3-1,0 3 2,0 1 0,-2 6-1,2 2-1,-7-2 0,7 5-3,-8 0-2,8-4 0,-6 3 5,4 1 5,2 0 2,-7-4 0,6-1 2,1 2 1,-1-9-3,1 5-6,6-8-2,0 0-3,0-4-1,6 4 1,1-7 4,6-1 6,0 1 7,7-4 4,6-4 2,7-3-1,-1 3-4,7-3-7,0-4-6,7 4-5,-7-4-3,7 3-3,-1-3-1,1 4-2,-7 0-25,6 0-35,-5-1-45,-8 4-53,1 0-86,-7 0-43,-7-3-1,-6 5 23</inkml:trace>
  <inkml:trace contextRef="#ctx0" brushRef="#br0" timeOffset="1.53508E6">18173 890 71,'-7'0'186,"7"0"13,-7 4-57,1 7-32,6 0-13,-6 3-7,6 8-5,-7 4-2,0 3-11,1 4-10,6 3-15,-6 5-14,-1 0-10,1 2-12,6 1-30,0 0-55,0 0-75,0 4-68,0-8-37,0 1-17,0-9 15</inkml:trace>
  <inkml:trace contextRef="#ctx0" brushRef="#br0" timeOffset="1.53655E6">27757 12008 66,'-6'4'1,"6"0"-52</inkml:trace>
  <inkml:trace contextRef="#ctx0" brushRef="#br0" timeOffset="1.53697E6">27875 12039 139,'0'2'197,"-7"-2"-16,7 4-48,-6-1-26,6-3-21,0 5-22,0-5-18,0 0-15,-6 0-12,12 3-12,-6-3-27,0 0-37,6 4-50,1-4-64,-1-4-33,1 4-13,0-3 9</inkml:trace>
  <inkml:trace contextRef="#ctx0" brushRef="#br0" timeOffset="1.53736E6">29648 12206 21,'0'4'232,"0"4"19,-8-5 12,2 4-99,6-2-52,-6-3-47,-1 2-49,7 0-51,-6 0-47,6-4-58,0 0-62,0-4-26,-7 0 0,1 4 21</inkml:trace>
  <inkml:trace contextRef="#ctx0" brushRef="#br0" timeOffset="1.53859E6">18583 1494 224,'-6'4'262,"-1"-4"33,1 4-72,-1-4-33,0 0-31,7 4-28,-6-4-37,6 0-31,0 3-26,-6-3-17,6 0-12,0 4-6,6-1 4,-6 2 0,6 1 0,1 5-2,-7 1 2,7 2 1,-7 1-2,0 7-3,-7 4-11,0 6-39,-5 5-65,-8 3-85,0 1-78,-5 3-43,-1-8-9,-7-3 26</inkml:trace>
  <inkml:trace contextRef="#ctx0" brushRef="#br0" timeOffset="1.54086E6">19521 1102 7,'-6'-17'143,"6"-2"-9,-6-3-46,-2 4-19,2-5-5,0 1 1,0 0-2,-1 1 4,-6-1 7,6 0 5,1 4-4,0-1 3,-8 1 2,8 3 2,0 0 0,-2 1 4,2 7-1,0-5-6,6 9-8,-7-5-11,7 8-11,-6 0-16,6 4-7,0 7-5,0 0-3,-7 11-2,0 0-4,7 8-3,-6 6-3,0 1-2,-2 3-2,-4 4-2,-1 3 6,6 5 1,-6-1 3,1 3 0,4 5-1,-4-3-1,6-2-4,-2 2-9,8-1-25,0-4-45,0-4-55,8-3-55,4-4-64,-6-7-59,8-3-11,-1-1 27,0-11 46</inkml:trace>
  <inkml:trace contextRef="#ctx0" brushRef="#br0" timeOffset="1.54111E6">19789 1765 10,'12'-3'239,"-4"-4"30,-8 3 21,0 1-83,0-1-49,0 4-38,-8 0-41,2 7-25,-7 0-21,0 8-13,-6 4-5,-7 6-4,-1 8-5,1 0-7,0 7-32,0 0-66,7 0-103,-1-3-58,0-4-31,8-4-12,5-7 22</inkml:trace>
  <inkml:trace contextRef="#ctx0" brushRef="#br0" timeOffset="1.54351E6">20636 1274 8,'-14'7'130,"2"-3"-36,-1 0-29,6 3-15,-6-7-11,7 0-3,-1 5 0,0-10-2,1 5-5,6 0-4,-6-3-3,6-1-2,-7 0 1,7 0 3,0 2 8,-7-3 5,7 2 4,0 3 5,0-4-1,0 4-4,-6 0-7,6 4-8,-7-1-9,7 4-4,-6 1-6,0 7 0,-1-1 1,0 5-1,1 3 2,0 0-2,6 3 0,-8-2-1,8 2 1,0-2 2,8-2-1,-2 2 0,7-6 1,0-3-1,6 1 1,1-7 0,6-4 2,0-4 1,1-4-1,5-7-1,1-3-2,-7-5-2,-1-3-3,1 0 0,0-7-1,-12 0 0,5 0-1,-13-1 0,2-3 1,-8 4 2,-8 2 0,2 6 3,-7-1 1,-7 7 2,-6 4 0,0 5 0,-7 6-2,1 6-1,-1 5-1,-5 4-1,5 3 0,1 5 0,-1-1 1,13-1-2,0 1 2,8 4-5,5-1-1,7-3-13,7 0-30,5 1-35,8-5-48,6-4-72,1 1-39,5-3-10,7-6 17</inkml:trace>
  <inkml:trace contextRef="#ctx0" brushRef="#br0" timeOffset="1.54379E6">21072 1667 184,'-6'11'232,"-1"-4"16,-6 4-78,0 0-42,0 7-38,0 1-26,-7 2-20,1 6-14,-1 2-13,0 3-8,2 1-27,-9 4-51,7-4-92,2-4-56,4-3-28,1-3-15</inkml:trace>
  <inkml:trace contextRef="#ctx0" brushRef="#br0" timeOffset="1.54657E6">22030 1026 100,'0'-19'159,"0"-3"-43,0 4-16,0-4 1,-6 3 3,6 5 3,0-4-1,-7 4 0,7-6-1,-7 6-1,1 3-1,6-4 10,0 4 5,-6 0 7,6 1 15,-7 2 9,7 1-8,0-1-22,-7 4-18,7 4-18,0 0-30,0 8-21,0 7-13,0 3-3,0 11-2,0 8 0,0 4 0,0 2-5,0 8 0,0 1 1,0 3 1,7-1 0,-7 5 1,0-1 0,7 5-2,-7-7-11,6 2-50,-6-3-70,6-4-80,1-7-91,0-4-104,-1-7-48,7-7 17,-7-8 51,2-7 71</inkml:trace>
  <inkml:trace contextRef="#ctx0" brushRef="#br0" timeOffset="1.54687E6">22773 1443 8,'13'-7'244,"0"0"39,-7-1 35,2 1-48,-8 3-36,0 0-28,0 4-30,-8 4-32,2 3-32,-7 7-35,0 6-32,-6 6-18,-7 6-11,6 1-20,-7 8-49,1-1-66,7 0-92,-1 0-106,1-3-56,6-4-16,0-8 29,0-6 57</inkml:trace>
  <inkml:trace contextRef="#ctx0" brushRef="#br0" timeOffset="1.54856E6">23861 1007 120,'-13'-11'195,"-6"4"14,-8 3-73,1 4-33,-6 0-12,5 8-4,-5-5-4,6 8 0,-7 0 0,7 1-1,7 2-3,-7 1-9,13 2-12,-7 2-11,7 3-10,6 0-8,1 3-7,6 5 0,0-4 1,6 3 2,1-4-2,6 2 0,0-1-1,7-6-4,0 3-5,-1-5-2,7-4-2,-6 1-2,6-7-2,-1-2 0,1-1 0,1-10-2,5-1-1,1-9-1,-7-3-1,6-4 2,-12-7-1,0-2 0,-7 0 0,-1-3 1,-12 1-1,-6-3-3,-7 3 2,-6 4 0,-8 3 0,1 4-1,-6 3 1,-7 9-1,0 5 0,6 5 0,-6 5 1,6 5-8,1 2-22,13-2-33,-1 9-45,14-5-54,-1 1-68,14 3-61,-1-2-16,14-3 15,-1-5 34</inkml:trace>
  <inkml:trace contextRef="#ctx0" brushRef="#br0" timeOffset="1.54903E6">24408 828 9,'0'-11'238,"-6"0"37,0 0 40,6 0-61,-14 0-28,8 3-12,6 2-30,-6 2-28,-1 0-40,0 0-33,7 8-31,0 0-25,-6 2-15,6 6-8,0 3 3,0 6-4,0-2 1,0 6 1,0 4 0,0-2-2,0 2-1,0-3 1,-7 3-1,7-7-2,0 3 1,0-3 0,0-4 0,7 1-1,-7-1 2,0 0-2,6-2 1,-6-3 0,7-1-1,0-1 0,-7-4-3,6 0-1,0 1-1,8-1-2,-8 0-1,0-4 2,8 2 1,-8-1 0,1-1 1,5 4-2,-5-3 2,6-1-10,-7 1-13,8 4-10,-8-5-8,1 4-3,-1 0-1,-6 1 8,0-1 14,0 5 10,-13-2 8,7 2 8,-14 2 1,0 1 3,1-1 1,-7 1 3,6 3-1,-6-3-1,7-5-2,-1 2 1,8-1-2,4-3-1,-4-5-2,12 0 1,-7 2 1,7-1-8,7-4-30,-1-4-36,8 4-46,-2-5-47,8 5-51,-1 0-72,-5 0-11,4-3 12,-4 3 38</inkml:trace>
  <inkml:trace contextRef="#ctx0" brushRef="#br0" timeOffset="1.54928E6">24356 1751 109,'-6'7'185,"6"0"5,0-3-89,0 0-78,0-4-104,0 0-54,0 0-28,-7-4-15</inkml:trace>
  <inkml:trace contextRef="#ctx0" brushRef="#br0" timeOffset="1.5511E6">12836 1942 112,'6'-4'65,"-6"-4"-21,7 1-13,-1-1-6,1 2-2,0-2-5,-1 1-2,8-1-5,-2 1 1,1 4-3,7-6-9,0 6 3,-2 3-5,9-3 2,-1 3-2,0 0 2,7-4 7,5 4-2,9 0 2,-2-4-4,7 1-2,0 3 0,7-4-1,6 0-1,6 0 0,8 4 1,-8 0 0,8 0 0,-1 4 1,0 0 2,7 0 0,-1 7 0,-5-5 0,6 6 1,6 3-4,-6-4-1,6-1 0,-7 2 0,14-1 5,-6 0-2,5-4 5,1-4-2,6 1-2,7-8 3,0 1-5,-1-8 3,1 0-2,6 0 2,1-3-2,-1 3-2,7-1 0,-14 2-4,1 1 1,-7 3 0,1 6 3,-14 0 0,0 0 1,1 3 4,-8 4-6,0 1 2,-5-1-2,0 1 2,-8-1-2,0-3-2,2 0 4,-2 0-1,0-8 0,2 0 0,-2 0 3,1 1-1,-1-9 0,1 5-4,-7-1 3,7 1 0,-7-4-1,0 4 0,-6-1-1,6 5 2,-6-4-3,-7 3 1,7 4-1,-8 0 3,2 0 1,-1 0 0,7 4 1,-7-1-2,-1 1 2,8-1-2,0 1-1,0 0-1,-1-4 1,1 0-2,6 0 0,0 0 1,0-4 0,0 0 2,1 1 0,-1-1 0,6 1-2,-6-1 2,0 4 1,1-3-3,-7 3-1,6-4 0,-6 4 1,-8 4-4,8-4 2,0 3 2,-1 1 1,-5-1 0,6 1-1,-1-1 3,7 5-1,0-4 0,0-1 0,0 5 3,0-5-3,8 0-1,-8 1 3,6 1 3,1-2 1,0 1 4,-1-1 3,1-3 3,6 4-3,0 0-2,7-4-1,-7 4-1,7-4 0,0 0 0,6 0-2,0-4-1,7 4 0,-1-4-4,8 4 1,-1 0-6,1 0-1,5 0 3,1 0 2,-7 4-1,7 0-1,6-1-1,-5 5 1,-9-4-1,8-2 3,-7-2 3,7-2 3,-7-6 7,1 1 10,-7-5 9,5-3 12,2-3 12,-7 0 14,6-8 14,0 1 8,-6-4-2,-1-1-6,8 1-13,-7 0-15,-7 4-17,-6 2-16,-1 5-12,-12 6-6,-7 2-3,0 6-3,-6 4-7,-14 4-12,7-4-26,-6 7-32,0-4-46,0 6-69,-1-3-51,-6 2-16,-6-1 8,-14-3 23</inkml:trace>
  <inkml:trace contextRef="#ctx0" brushRef="#br0" timeOffset="1.57702E6">18244 11613 134,'-20'0'189,"1"-4"-3,0 4-50,-1 0-20,7-4-12,-7 0 4,8 1 16,-1 3 13,-1-4 14,2 2 13,4-3 13,2 5-4,6-3-14,-6-1-28,6 4-24,-6 0-23,6 0-25,0 0-20,-7 0-16,14 4-8,-7-1-9,6 4-1,0 4-5,0 1 1,8 1-15,-1 3-56,7 6-71,-1-4-93,-6 4-99,7-4-76,-7 1-25,0-1 33,-7-3 62</inkml:trace>
  <inkml:trace contextRef="#ctx0" brushRef="#br0" timeOffset="1.57727E6">18114 11887 24,'-13'4'232,"0"0"23,-1-1 17,2-3-95,-1 5-50,0-2-38,6 4-29,-5-2-23,4 5-15,2 1-10,0 4-6,6 3-1,0 1-1,0-2-4,0 2-20,6-1-39,0-3-52,2 0-87,-2-5-45,7 2-22,-7-12 5</inkml:trace>
  <inkml:trace contextRef="#ctx0" brushRef="#br0" timeOffset="1.57752E6">18238 11921 205,'6'-3'222,"-6"3"9,0 0-89,0 3-55,0 0-34,-6 5-20,0-1-7,-2 1-5,-4 2-1,5 1 0,-6 0 1,0-3 2,7-2-1,-1 2 0,0-1 1,1-7-1,6 4-2,0-8-4,0 1-4,6-9-5,1 2-6,6-1-2,-6-4-1,6 5-2,0-2 0,-1 5 0,2 0 2,-1 4-2,0 3 1,0 3 0,0 0 1,0 5 0,0-1 0,0 4 1,0 0 0,0 0 0,0 0 0,1-3 2,5 2 1,-6-3-6,6-3-18,1 0-26,0-8-34,-1 4-42,-6-7-72,6-5-32,-5 2-3,-2-5 17</inkml:trace>
  <inkml:trace contextRef="#ctx0" brushRef="#br0" timeOffset="1.57779E6">18603 11722 179,'-6'-3'224,"-2"3"15,2 3-71,-7 5-47,0 7-30,6 3-17,1 8-9,0 3-8,-8 0-13,8 8-5,6 0-6,0 3-9,0 0-5,0-2-9,6-2-3,1 1-20,0-8-44,5-4-56,-5-2-78,6-9-56,0-3-26,-7-11-1</inkml:trace>
  <inkml:trace contextRef="#ctx0" brushRef="#br0" timeOffset="1.57804E6">18427 11891 56,'-13'-11'258,"0"3"23,0 2 13,7 2-94,-2 0-71,8 1-42,8 3-39,4 3-22,8-3-11,-1 8-6,14-5-5,-1 4-1,8 4-16,-1-3-45,-1 3-62,9 1-89,-2-2-46,-6 1-26,-6-3 3</inkml:trace>
  <inkml:trace contextRef="#ctx0" brushRef="#br0" timeOffset="1.58392E6">19300 11734 57,'0'0'66,"0"-4"-19,-6 0-6,6 4-5,0-4-3,-8 1 0,8-1 8,-6 1 6,6-1 3,0 1 3,0 3 3,-6-4 5,6 0-3,0 4-6,0-4-5,0 4-4,0 0-5,-6 4-6,6 0-6,0 3-3,0 4-2,0 4-2,-8 2-4,2 6-2,6 3-1,-6 0-4,-1 3-2,7-4-1,-6 4 1,-1-3-1,0 0 0,7-4-2,-6-4-1,6-3 1,0-1-2,0-3 0,0-4 3,0-2-2,6-2-6,1-6-13,0-5-9,6-7-17,-7-3-14,8-3-12,-2-6-2,2 2 8,-8-5 7,7 5 17,-7-1 16,8 4 15,-8 0 15,0 8 7,-6 3 6,6 0 2,-6 4 6,8 3 0,-8 4 0,0 0 2,6 7 2,-6 4-3,0 4-4,0-1-2,0 5-4,0-1-4,0-3-5,6 3 1,-6-4-4,0 1-1,7 0-2,-7-4 0,7-3 1,-7-1-1,6-7 0,1 0-1,-1 0 0,8-7-2,-8-1-3,6-7 0,2 4 0,-8-4-3,7 1 0,-6-1 1,6 4 0,-7 0 0,0 4 0,2 0 3,-2 3 3,0 1 9,1 6 10,0 1 12,-1 3 6,7 4 3,-7 4 2,1 3-4,6 4-10,0 0-11,-6 0-5,6 0-3,-7-1-4,7 2-3,-6-5-2,5 1-15,-4-1-33,-2-4-45,7-2-55,-7-2-65,1-3-33,-1-7-3,1 0 20</inkml:trace>
  <inkml:trace contextRef="#ctx0" brushRef="#br0" timeOffset="1.59061E6">19880 11630 34,'0'-2'211,"0"-2"20,-6 1-12,6-1-63,0 4-41,0-4-27,0 4-26,0-4-20,0 4-17,0 0-12,0 0-5,0 4-6,6 0 0,0 0 0,1 3 1,0 0 1,5 0-3,-5 4 0,6-3-1,0 3-1,7-1-5,-8 1-16,8-3-23,-1-1-26,1 0-30,0-3-51,-1-4-53,1-4-16,-8-3 8</inkml:trace>
  <inkml:trace contextRef="#ctx0" brushRef="#br0" timeOffset="1.59089E6">19997 11726 25,'-13'4'234,"0"-4"16,-7 0 21,14 4-88,-7-4-48,0 8-38,6-5-27,1 3-9,-7 2-8,6 7-3,7 0-2,-6 3-1,6 1-3,0 2-6,6 4-12,1-2-9,0 3-8,5 0-13,8-5-24,-1-2-29,1-5-37,0 1-41,5-8-37,1-3-36,7-8-40,-7-3-7,0-8 20,7 1 30</inkml:trace>
  <inkml:trace contextRef="#ctx0" brushRef="#br0" timeOffset="1.59115E6">20322 11730 127,'0'-4'290,"-6"4"23,0-4 19,-1 4-106,1 0-65,-1 4-49,1 0-33,-1 0-19,1 4-14,0 1-7,6 7-7,0-1-5,0 3-5,6 0-4,0 7-3,1-2-4,-1 2-5,7-3-3,0 4-1,-7-4-2,8 0-1,-1 0 1,-6-4-1,-1-2 1,-6-2 1,0 1-1,-6-5 1,-1-3-4,0 5-24,-5-9-33,-2 4-48,1-2-61,7-5-78,-7 0-66,-6-5-13,5-2 15,1-4 37</inkml:trace>
  <inkml:trace contextRef="#ctx0" brushRef="#br0" timeOffset="1.59141E6">20271 11797 41,'13'-12'254,"0"5"24,-7 0 17,7-1-68,-7 1-56,8 2-33,-1-1-21,0 3-16,0-5-13,0 0-17,0 4-23,7-3-21,-1 0-9,1 0-21,0-1-44,-1 5-58,0-1-73,1 0-97,-1 1-54,-5 3-15,-2-3 24</inkml:trace>
  <inkml:trace contextRef="#ctx0" brushRef="#br0" timeOffset="1.59165E6">20610 11551 50,'0'-4'244,"0"0"15,0 1 11,0 3-100,0 0-62,0 0-43,0 0-26,6 0-12,0 0-4,2 3 1,4 1 3,1 0 4,7 3-3,0 0-2,-2 0-6,9 5-4,-7-2-8,-2 5-2,9-3-4,-7 2-2,-8 4 0,8-3 1,-6-1 0,5 1 8,-13 3 8,8-3 17,-8 3 8,6 1 8,-4 3 8,-2 0-4,0 0-7,1 3-13,-7 1-8,7 3-6,-7-3-8,0-1 1,-7 2 9,0-2 13,1-2 19,-8-2 12,2 1 7,-1 0 1,-13-4-10,6 1-10,-6-5-22,-7 1-12,7 0-7,-6-9-6,-1 1-20,1-2-46,-1-2-60,7-3-73,7-3-78,-1-2-93,0 3-30,14-5 15,0-5 43</inkml:trace>
  <inkml:trace contextRef="#ctx0" brushRef="#br0" timeOffset="1.59191E6">21098 11855 16,'0'-8'393,"0"1"78,0 0 70,-6-4 72,6 7-110,-6-3-86,6 3-87,0 0-69,0 1-67,6 0-67,0-1-53,7 4-40,0-4-18,7 0-14,-1 4-41,7-3-86,7 3-122,-1 0-118,1 3-109,0 1-110,-7 4-33,0-2 46,-6 5 98,-1-3 109</inkml:trace>
  <inkml:trace contextRef="#ctx0" brushRef="#br0" timeOffset="1.59216E6">21202 12012 362,'-6'4'457,"6"-4"40,-7-4 33,7 0-92,7 1-110,-1-1-84,1-4-56,6 2-33,1-5-30,4 3-47,-4-3-81,11 4-116,-5 0-124,0-1-133,-1 5-131,1-1-65,0 0 9,-8 1 72,-5 0 103</inkml:trace>
  <inkml:trace contextRef="#ctx0" brushRef="#br0" timeOffset="1.5928E6">21861 11430 25,'-7'-4'182,"1"4"17,0-4-38,-2-3-43,2 7-20,0-4-11,-1 0-5,0 2 0,7-3 1,-6 2 1,6 3-2,0 0-7,0-4-9,0 4-13,6-4-14,1 4-8,0-3-8,5 3-5,2 0-5,-1 0-6,0 0-4,6 3-4,-5 5-22,5 0-33,-6 2-43,0 1-46,-7 5-60,8-7-61,-8 3-12,0-4 12,-6-6 33</inkml:trace>
  <inkml:trace contextRef="#ctx0" brushRef="#br0" timeOffset="1.59308E6">21828 11426 166,'-20'0'257,"1"4"19,-1 0-34,8 6-71,-8 1-40,7 7-24,0 5-11,0 7-2,-1 2 1,8 2 6,0 2-2,-1 0-8,7 5-9,0-4-13,0 3-16,7-4-19,-1 1-14,8-5-12,5 2-2,0-5-3,8 0 0,-1-3-23,6-4-38,1-4-41,-1-3-51,1-4-53,-7 0-58,7-8-62,-1-3-7,-6-3 17,1-11 37</inkml:trace>
  <inkml:trace contextRef="#ctx0" brushRef="#br0" timeOffset="1.59335E6">22193 11814 55,'-6'0'260,"-8"0"32,8 0 22,-7 4-84,7 0-59,-2 0-48,2 3-34,0 3-25,6 2-17,0-1-12,6 3-7,0-3-1,8 1-5,-1-2-2,7-2-7,-1-5-4,7-3 0,0-3-2,0 0-3,-6-12-2,6-1-1,-7-2-1,-5-4-3,-2 1-1,2-2 2,-14-2 0,0 3 0,-7 0 1,-6 3 0,-7 5 1,1 3-1,-7 3 1,0 8 0,0 0-1,-1 4 1,1 3-3,7 1 2,6 3-2,0-1-23,-1 2-33,8 2-47,6 1-55,6 0-85,2 0-57,4-5-9,8 1 16,-1 1 39</inkml:trace>
  <inkml:trace contextRef="#ctx0" brushRef="#br0" timeOffset="1.59362E6">22610 11903 209,'-6'0'393,"-1"3"50,0-3 38,1 3-68,-7-3-98,6 4-84,1 1-64,-1-2-47,1 4-34,-1 4-34,1 0-26,-1 3-11,-5 5-11,4-1-31,-4 0-52,-1 4-58,0 1-73,6-5-74,-6 0-84,0-4-65,7-2 1,6-9 35,-7 1 54</inkml:trace>
  <inkml:trace contextRef="#ctx0" brushRef="#br0" timeOffset="1.59401E6">22813 11730 12,'-8'7'191,"8"1"23,0-2-18,0 6-39,0-1-24,0 4-8,0-1-2,0 1-12,8 3-12,-8-3-13,12 3-16,-6-7-19,8 4-14,-1-7-8,7-2-6,-2 3-7,2-9-3,7-5-4,-9-5-2,2-2-8,0-7-6,-1-6-7,1 0-3,-14-4-4,1-1 0,-7 1 3,-7 0 9,-12 0 9,6 3 18,-7 4 17,-5 7 12,-1 0 7,-7 9 3,7 1-5,0 10-11,-1-3-14,1 9-16,7 1-31,-1 1-43,8 7-50,-2-6-58,14 4-57,0 1-77,6-1-17,8-3 16,-1-1 37</inkml:trace>
  <inkml:trace contextRef="#ctx0" brushRef="#br0" timeOffset="1.59462E6">23261 11829 230,'0'-3'383,"0"-1"62,0 0 63,0 0-68,-6 4-49,0-3-55,6 3-46,-7 3-48,0 1-52,-6 4-54,1 6-51,-2 1-30,-6 6-31,1 6-53,-7-2-82,6 4-111,1 1-118,0-5-130,-1 2-102,13-10-22,-5-2 43,5-11 88,7-4 109</inkml:trace>
  <inkml:trace contextRef="#ctx0" brushRef="#br0" timeOffset="1.59497E6">23444 11621 21,'-7'-4'393,"1"-4"69,0 8 48,-8 0 50,2 4-110,5 4-82,-6 1-66,0 7-44,7 2-33,-1 4-41,0 0-53,7-4-40,0 4-33,7-3-25,6-1-14,0-3-16,7-8-19,-1-3-27,0-4-30,8-8-27,-1-6-22,0-4-15,-7-8-4,1 0 9,-8-3 23,2 0 22,-8 3 20,-6-4 20,-6 5 18,-8 3 12,-4 0 9,-2 7 11,-13 4 10,7 4 13,-7 7 15,-5 4 9,5 7 3,1 0-5,5 7-8,1 0-20,0 4-64,13 4-100,0-4-98,6 0-97,7-3-117,13 2-66,1-6 10,-2-1 69,15-3 82</inkml:trace>
  <inkml:trace contextRef="#ctx0" brushRef="#br0" timeOffset="1.59523E6">23796 11858 35,'6'8'434,"-6"-5"83,0 0 72,0 1 61,0 0-110,-6-4-113,6 4-98,0-1-74,-6 1-64,6 0-57,0 4-54,-8-2-36,2 6-37,6 2-58,-12 1-93,5 3-120,0 1-121,-6 2-121,1-2-115,-2-1-22,8-3 50,-8-4 94,8-4 113</inkml:trace>
  <inkml:trace contextRef="#ctx0" brushRef="#br0" timeOffset="1.59565E6">24115 11375 59,'0'4'262,"7"-1"31,-7 4 37,-7 4-56,7 4-39,-7 0-16,7 6 0,-6 1 0,0 5-20,6-1-25,-6 3-31,-2 0-32,8-4-34,0 1-28,8-8-19,-2 1-12,0-1-15,0-11-36,14 1-51,-7-12-59,13-4-56,-6-6-47,-1-4-24,7-4 18,-6-4 45,-7 0 70,0-3 71,-6 3 60,-7 1 44,0-2 26,-13 2 17,6 4 2,-12 2-8,-1 4-7,0 4-9,-5 4-8,-1 7-11,-7 4-9,7-1-12,0 8-7,-1 0-14,1 4-37,14-5-49,-8 5-65,13-3-81,1 3-73,6-8-28,6 4 10,1-4 36</inkml:trace>
  <inkml:trace contextRef="#ctx0" brushRef="#br0" timeOffset="1.59592E6">24519 11719 401,'7'11'532,"-7"-7"68,0-1 49,0 2-84,0-2-157,0 0-138,0 0-90,0 5-68,-7 0-46,-6 7-34,7 0-27,-7 2-45,-1 5-51,-5 0-73,6 4-91,-6-1-99,-1 1-96,0 0-83,1-8-14,-1 0 35,14-10 72,-8-5 91</inkml:trace>
  <inkml:trace contextRef="#ctx0" brushRef="#br0" timeOffset="1.59621E6">24728 11389 137,'-7'0'523,"1"4"80,-7 0 66,-1 6 74,2 9-128,-2-1-174,8 9-107,-7 2-67,13 0-58,-6 4-74,12-1-55,7-2-27,0-4-41,6 0-33,14-9-45,-7-5-63,7-5-64,-1-11-49,1-7-22,0-4 4,-8-6 30,1-5 56,-12-8 62,-8 2 50,1-5 34,-14 1 14,-6 3 15,0-4 19,-13 8 17,0 3 11,-7 7 11,1 5 12,-7 6 3,0 5-10,-1 3-13,1 8-9,7-1-14,6 3-39,0 2-73,-1-1-105,8 3-116,6-3-112,7 4-115,-1-4-31,7-1 27,7-2 83,6-4 105</inkml:trace>
  <inkml:trace contextRef="#ctx0" brushRef="#br0" timeOffset="1.59653E6">25164 11140 270,'0'-7'413,"0"0"51,0 3 41,0 0-78,0 1-115,0-2-87,0 5-51,0 0-32,7 0-9,-1 5-6,1 2 10,0 0 6,5 8-1,8 4-12,-7 3-32,7 3-27,-8 4-27,8 4-19,-7 0-16,0 0-5,0 0-8,-6 3 0,-7-1 1,-7-4 3,1 6-1,-7 0-14,-13 3-41,0 3-83,-7-1-117,1-2-121,-15 4-118,9-3-99,-8-5-17,7-7 52,6-4 96,1-3 112</inkml:trace>
  <inkml:trace contextRef="#ctx0" brushRef="#br0" timeOffset="1.59693E6">25399 11797 115,'0'-4'370,"6"0"75,-6 0 51,0 1-41,0-1-102,7-3-87,-7 7-79,6-4-71,1 4-51,0-4-32,5 4-29,-5 4-56,6-4-78,6 4-100,-5 3-124,6 0-97,-8 1-40,-6-4 21,1 2 58</inkml:trace>
  <inkml:trace contextRef="#ctx0" brushRef="#br0" timeOffset="1.59721E6">25405 11954 34,'-6'7'512,"-1"-4"116,-6 1 63,7 0 35,0-4-118,6 4-213,-8-1-200,8 1-169,-6 4-149,6-2-133,0 5-104,-6 0-85,-1 4-58,1 4-40,-1-4 33,1 2 71,-7-2 78</inkml:trace>
  <inkml:trace contextRef="#ctx0" brushRef="#br0" timeOffset="1.62658E6">14419 7037 70,'7'-6'133,"6"0"-51,-6 4-29,5-2-15,-6 4-6,8-4 2,-8 4 2,1 0 4,0 0 2,-1 4 4,7-4 4,-7 0-1,2 4-2,-2-4-1,6 2-2,-4-2-5,-2 6-9,7-6-5,0 2-7,0 2-6,-1-1-5,2 2-2,6 2 1,-7-3 3,6 2 5,7-1 3,-6-2 3,6 5 7,0-5 6,0 1 4,7-1 4,-1 5 2,7-4 4,0 3-6,7 1-5,-1-2-8,1 2-5,7 3-9,5-5-5,0 2-4,1-4-4,-1 3 0,7 1-4,1 0-1,-1-1 3,0-5 2,0 7-1,7-6 1,-6 5 1,-1-1 0,0 0-2,-6 0 0,6 0 0,-7 1 2,1-4 3,0 3 2,-8 1 3,1-6 3,1 3 4,-8-2 4,7 4 0,-5-3 3,4 0 3,-5 0 0,-1-1 2,1 4 0,7 0 1,-8 2 0,7 2-1,-7-2-5,8 8-4,-1-3-4,-7 1-5,8-1-4,-8 4-1,7-4-4,-6 1 2,-1-4-1,1 1 1,0-4-2,-8-2 1,2-2 1,-1-4-1,0-4-2,1 1 1,-8-5 2,7 1 1,-7-1 6,1 2 8,-1-2 12,7 5 7,-5-6 10,-2 6 5,-5-1-2,5 1-4,1 3-6,-1 0-6,1 0-9,-7 0-1,6 0-1,1 0 0,-1 0 0,1-4 1,-1 4 5,7-3 5,-6 3-2,-1-4-2,8-4-1,-1 5-2,-7-4-6,7 0-5,1-1 1,5 1 2,-6-1 0,7-3 1,-1-1 1,1 3 2,-1-2-2,1-1 0,7 1 3,-2 4-2,2-4-2,-1 4-4,0-4-1,6 3-4,1-3-5,-1 5-2,1-2 0,6 0-2,1 1-3,-1-4-2,0 4-1,0 0 1,0-4-5,0 3 2,0 0 4,1-1 3,-1 1 1,-6 4-1,0 0 5,-1 0-1,0 1 1,1 3 6,0 0 5,-7 3 7,0 1 3,1 0 2,-8 0-1,1 4-5,-1-6-4,0 2-9,1-1-1,-1-3-2,-5 4 2,-1-4-2,7 0 4,-7 0 3,0 0 7,7-4 4,-7 4 0,6-3 0,-5-1-1,5 2-1,1-4-9,-1 4-3,1-6-8,-1 1-1,1-1-2,-1 2-2,2-2 0,-2-3-3,1 3 4,-1-2 0,1-1 0,-1 3 0,1 1-1,-1 0 2,1 2 2,0 2 0,-7-1-2,6 4 4,-6 4 2,1-1 2,-1 2 3,-7 2 7,1 0 9,-1 1 12,1 3 10,-7-1 9,7 2 6,-7-2 2,0 1 3,0-3-14,7 3-10,-7-5-13,6 2-9,1 3-9,-1-3-8,7 0 0,-6-1-1,7 0-1,-8 0-5,7 1 0,0-1 0,1 0-2,5 0-2,-7 0-2,9-3-1,-9 0 5,8 0-5,0-1-1,-8-3-2,2 0 2,5-3 1,-6 3-2,1-4 2,-1-4 3,0 6 3,0-3 5,-6-2 0,6 3 2,-7 1 1,7-1-2,-7 4 2,1 0 6,0 4-3,6-4-2,-6 7-1,-1-3-1,1 4-1,-1-6 0,1 10 7,-1-5 7,1 1 2,-1-1 7,-5 0-1,5 0-11,-6 1-6,7-5-3,-7 2-1,0-3-4,-6-2 1,5 0 1,-5-2 0,0 2 0,-1-5-5,1 2-12,-6 3-42,-2-4-83,1 4-135,0-4-139,-6 4-164,-1 0-79,-6 0-8,0 0 63,-6 0 120</inkml:trace>
  <inkml:trace contextRef="#ctx0" brushRef="#br0" timeOffset="1.62687E6">24611 7678 541,'0'22'851,"-7"0"107,-6-4 55,-7-3 18,7 0-336,1-4-387,-2-4-259,1 0-200,7 1-184,-1-4-149,7-1-88,0 1-41,7-4-11,6 4 8,-7-8 41,8 4 82,-8-7 80,7 3 74</inkml:trace>
  <inkml:trace contextRef="#ctx0" brushRef="#br0" timeOffset="1.63329E6">4078 9744 34,'-26'-7'133,"1"3"-30,-1 4-37,-1-2-12,-5 4-8,-1 2-2,1 7-4,-1 1-7,1 5-3,-2 6-3,2 2-5,-1 11-3,1 5-3,6 10 0,0 7-3,-7 13-6,8 8-3,5 13-1,-6 15 1,6 14-2,1 18-4,-7 15 4,6 15 3,1 10-3,-1 12-4,-6-1 7,7 0 6,5-7-1,-6-3 2,8-8 7,-1-10 8,-1-2-5,8-10-1,0-3-1,-1-7 0,0-12-6,7-7-1,0-11-3,0-8 1,7-3-2,0-3-1,-1-6-2,7 2-6,0 0-1,6 4 2,1-1 1,6 6 0,7 10 0,-7 3 1,7 3-1,-1 0-1,-6 1 0,7 3-1,-7-8 0,0-4-1,0-2 2,-7-11-4,1-9-1,-1-6-2,-5-7 4,-2-8 0,-4-8 2,4-3 0,-6-4 1,1-7 1,6 3-1,-6-6-1,-1-1 0,8 4 0,-8-3-2,6 6 0,2 0-1,-1 6-3,7-3 3,-8 4 2,2-1-1,5 1 0,-6-3 2,6 4 2,-5-3-2,-2 0-2,-4-6 2,4-2 0,-5 0-1,-1-3 0,8-1 1,-14 0 0,6-3 0,0 0 0,0-1 0,-6-2-1,8 3 0,-8-5-1,6 1 2,0 0-1,1-1 0,-1 2-1,1-2 1,0 6 0,5-6 0,-5 5 1,6 0 1,7-1 1,-1 4-1,1 5 1,0-1-3,-1 3 0,7 1-2,0 0 0,-6-1 1,5-3-1,-5 0 1,0-4-2,-1-3 2,-6-4 2,0-4-3,1 1 2,-2-5 0,2 2-1,-8-6-2,7 1 0,-7 0-3,1-3-11,0-2-12,-1 3-13,0-3-20,8-2-26,-8-1-38,7-2-31,-6-5-10,-1-4 4</inkml:trace>
  <inkml:trace contextRef="#ctx0" brushRef="#br0" timeOffset="1.63835E6">4143 10056 72,'-25'-4'126,"5"0"-60,0 1-29,1-2-16,-1 3-4,8 2-4,-8 0-1,14 0-2,-8 0 1,14 2-2,-6 3 4,6-5 6,6 7 1,1-3 3,6 0 3,-1 3 4,15 0-4,-1 1-3,0 3 2,7-4-1,5 0 1,2 1-1,5-1 2,8-4 0,-8 4-1,14-3 1,-1-4-2,1 0 1,6-4-2,7 2-1,6-6-2,0-3-2,7 0-4,-1-3-1,8 2-2,6-2 5,0-1 2,-1 4 2,8 0-1,5-1-1,7 5-2,-5 4-7,11-1 1,-5 4-1,5 0-2,8 0-1,-1 0 0,1 4 0,5-4-2,-6 0 0,1 0-3,5-7 0,-6 3 1,8-4-1,-15-6-3,7 3-1,-6-7 4,-6-4 2,5-1-1,-5 2 1,-7-5 1,6-3-3,-7 3-3,-5-3 1,5-1 2,-5 1-1,6-4 1,-7 4 0,7-1 0,-7-1-2,1 4-5,-1-2 3,-1 3 1,2 4 0,-7 0 2,6 4 2,-6-1 1,6 5-1,-7-1 0,2 1 3,-1 3 2,-7-8 0,6 5 3,1-5 1,-7 0 2,7-2-2,-7 3 1,0-8 1,0 4 1,0 0 4,1 0 2,-7-4 2,6 8-3,-6-3 0,6 6-2,0-4-5,-6 9-3,6-5-4,-6 3 1,6 5-1,-7 0 0,8 0 0,-8 3 0,8 0 1,-7 4-3,6 4 0,-6 0 0,-8-1 1,8 4-1,-6-3 5,-8 3 7,0 1 7,2-1 4,-2 5 7,-6-5 2,7 3 2,-7-2-1,7 3-4,-7-1-3,1 2-2,5 3-6,-6-5-3,6 5-1,2 3-2,-2 1 2,0-1-3,2 0 3,-2 1 1,8 2-4,-2-2-1,2 0-2,-2-2-3,2 3 1,0-6 1,-2 1 1,-4-1-2,4 1-1,2-5 0,-1 1-5,0 0-3,0-3 0,0-2-1,1 3-1,-1-6 2,0 2 4,0-3 2,-6 2-1,6-1 1,0-3 1,7 5 0,-7-2 0,1 1 6,-2 4 1,2-1 5,-8 3 1,8 2-1,-8-5 1,8 3-4,-8-1 2,1-3-5,-7-2 0,7 0 2,-7-4-2,0-4-1,1 0 0,-1-2-2,-7-3-3,7-1-3,-6-1 3,0 0-2,6-1-2,-7 2 3,8-2-2,-1 5 0,-7 5-1,14-3-2,-7 2-1,1 3-3,-1 0 1,6 0 2,0 3 1,-5-3 4,6 0-2,-1-3 3,1 3-1,-1-4-5,1-1-1,0 5-4,-1-3 0,1-4-1,0 3 2,-1 1 0,2 3 2,-2 0 2,0 0 0,-6 3 1,8 1 3,-2 3-2,0 1-1,2 4-1,-2-3 0,-6 7-3,7-5-2,0 3 0,-1-3 3,-5 0 2,5-4-2,1-2 3,0-5 1,5 0 3,-4-5-3,4-6 0,2 1-2,-1-2-1,0-3-1,7 5 1,-7-5-1,7 9 1,0-6 3,0 7-2,-2 2-2,9 3-8,-7 3-11,6 6-13,-6-1-7,6-2-5,-6 5-2,0-3 2,-1-2 10,1 2 7,0-4 5,-7-4 6,6 3 4,-5-6 3,-1-1 3,-6-4 2,5 2 3,-4-5 1,-8-1-1,6 2 3,1 1-1,-7 6 0,0 0 0,0 3 0,0 3 1,0 5 0,-6 6 0,0 1-2,-7 4 1,0-1 0,0 3 0,0 5 0,-6-4 2,-7 1 1,6-2-1,-5 1 2,-1-3-1,0-2 2,-7-2-4,1 0 4,0-4 4,0 0 3,6 0 7,-7-3 4,1-1 8,-1-1 0,1 2-2,-1 0-1,1-4-7,6-1-5,-6 1-9,-1 0-6,1-4 0,-1 0 0,7 0 5,-6-8 10,7 1 16,-8-1 16,7 0 15,0-1 11,1-3 5,-2 4-8,1-1-11,0 1-16,7-4-16,-7 5-12,7 0-10,-1 0-3,1-1 0,-1 1 2,-6 7 2,7 0 1,-7 0 5,7 4 6,-7 2 10,7 3 20,-1 1 14,-6 1 9,7 5 2,-7-3-1,7 6-10,-1-1-19,-6 4-17,7 0-10,-1 0-9,1 0-7,-1-1-4,8 2 1,-1 0-1,-7-2-3,1 4 1,7-3 2,-8 5 0,7-2-3,-7 1 0,2 3-1,5 0-7,-13 0-10,6 0-13,-5 1-26,-2-5-22,1 4-23,0-2-23,1 2-19,-8-3-10,7 3-1,-6 0 5,-7 0 12,6-4 24,-5 9 24,-7-5 26,5 4 28,-5-3 23,6 3 15,-6 0 5,-1 0 4,1-1 0,-1 2 0,-6-5-2,7 4 7,-7 0 11,-1-4 15,-5 4 18,6 0 17,-7-4 16,8 0 10,-8 0 3,1 0-7,-1 2-15,7-6-16,-6 4-17,-1-2-16,8-2-15,-8 1-11,0-1-3,8-2 3,-8-2 3,1-3 8,5 1-1,-5-1 6,0 1 5,5-1-3,-4 0 2,-2 1 2,7-2 5,-7 3 2,7-2 5,-6 3 3,5 1 2,-4-3 4,-2 2 6,7 1 8,-6 5 17,5-6 29,1 5 22,1-4 20,-2 7 15,2-3 10,5 3-10,1 0-28,0-3-30,-2 3-30,2-3-35,7-1-27,5-2-22,-6-5-17,7 0-10,6 1-13,-1-5 0,2-3-12,-1 0-4,6-4-2,1 2-9,-1-3 1,1-3-4,0 2 7,6 2 8,-6-3 9,6 0 12,0 3 11,0 0 14,0 0 6,0 4 6,1 1 8,-1 2 2,-1 1 4,2 4 0,-1-2 4,1 2 10,-2-1 10,1 1 24,1 2 19,-2 1 24,8 3 22,-7 5 9,7-1 7,0 8-7,-7-4-13,7 4-21,-1 2-30,-6-2-25,7 0-27,-7 0-17,1 0-12,4-5-11,-4 5 3,-1-5 8,1 2 11,5 3 6,-6-4 4,0 4 15,0-5 3,0 5-6,0-1-1,1 1-1,-1 3-3,0 0 0,-6 1-5,6 3 2,-7 0-1,1-4-4,-1 4 2,1-3-7,-7-5-4,6 1-1,-5-1 1,-1 1 1,0-1 3,0-3-2,0 4 8,7-1-3,-7 5 3,0-4 1,6 6 7,-5 1 12,5 0 8,1 8 9,-1-1 8,-6 0 3,1 1-7,-1-2-6,0 5-17,-7-6-4,1-2-12,-7 1-8,0-5-6,0-2-9,0-4 1,-6 0-9,-1-5-2,-5 5-2,5-8-6,-6 5 1,0-3 0,-7 7 5,8-5-1,-8 0-2,1 4 2,-1-1 3,1 0 5,-1 2 5,-6-1 7,7 6 7,-1-3 11,-6 4 5,6 0 1,2 0 2,-8 0 1,0 0 6,0-4-8,-8 0-9,2 1 4,-7-4-9,7-1-9,-7 1-10,0-4 0,-7 4-3,7-5-11,0 2 9,0-1 5,-7 0 4,8-1 5,-2 1 5,8 3 3,-7 2-2,0-1 0,6-1 4,1 1 0,-8-1-2,8-3-1,-7 0 3,7 0-1,-1-4-6,-6 1 1,0-1 0,0-4 5,0 0 0,0 2 0,0-5 2,0 0 1,0-1 0,-7 2-5,8 0-2,-8-3 3,1 3-1,5-1-1,-6 3-6,1-3-9,-1 0-10,2 4-12,-2 0-7,-7-4-13,7 0 0,2 0 4,-2-4 5,0 0 6,-5 1 6,-2-5 11,-5-3 12,-1-3 2,0-2 5,-12-6 7,6 0-6,-1 0-1,1-2-3,-6-2-10,5 0-1,-5 0-12,6 1-1,0-1-3,-6 0-3,5-2 5,-5 1-9,6 2 2,-1-1 0,-5-4-2,6 5 0,-1-5 3,2 2 10,-9-2 7,2-3 8,-1 4 7,1-5 9,-7 2 2,0 3 1,-6-5-2,5 1-1,-6 0 0,1 1-7,5 2-3,2 1 2,-2 0 2,1 2-3,7 5 3,-1-2 7,1-3 2,-1 5 3,1-4-2,-2 4 2,2 0 0,-1 0-3,7 0 0,-7 0-2,1 0-2,-7 0-10,7 4-16,-8 1-21,1-5-24,-1 7-19,-4-4-16,4 1-4,-5 3 6,-1 1 20,0-1 19,0 1 21,-6 2 19,7-3 16,-7 7 13,0-2 7,0 3 6,-1-1 6,1 1 2,-7-1-2,7 6-3,-7-3 2,1 2-2,6 3-1,-7-5-4,0 6 0,1-2-6,-2-2-14,2 3-6,-7 0-7,6 0-5,1-1-9,-8 2-1,8-4 4,0 2 3,-2-2 2,2-1 4,-1 0 7,0-3 9,1-1 1,-1 1 3,0-4 2,1 0-5,-1-3 0,0-2-4,1-1-1,-1-3-1,1-2-3,-2 0 0,8 0-1,0-2-4,0 2-3,0-5-6,6 5-6,1 0-4,-7-2-8,6 2-4,0 0-7,1 0-4,-7-4 2,0 4-1,6-8 3,-12 4 5,4-3 5,-4-4 6,0 0 6,-1 0 6,-6-8 8,-1 5 2,8-8 5,-8 4 6,2-3 2,4 1 4,8 3 0,-6-2 3,12 4 6,1 4 3,5 4 3,1 0 1,0 3 5,6 4-1,-6 0-2,7 4-2,0 0-2,-1 3-5,1 0-7,-2 0 1,-5 1-2,1-1-1,-2 0 2,-6-4 3,1 2-1,-1-1 1,-6-1 2,-6-3 3,5 3 6,-6 1 6,1 0 6,6 3 6,-1 1 8,1 0 1,0 1 3,0 3-1,0 3-1,0-1-5,-1 1-11,-5-1-6,6 1-11,-7 0-7,0-3-8,1 1-7,-1-1-4,-6-1-7,-1-4-7,2 0-4,-2 1-1,-6-8-2,7 3-3,-7-3 5,1 0 3,0 0 3,5-3 4,0 3 8,2 3 8,-2-3 1,2 4 9,4-1 6,8 4 1,-6 5 0,6-1 1,-1 0-1,1 3 0,6-3-6,-6 5-2,6-7 0,1 3-4,-7-4-2,6-1-6,-6-5-5,0 3-6,-6-5-5,5-5-5,-6 3 0,7-2 1,-6-3 2,5 3 6,1-4 7,0 4 9,6 2 9,1 2 9,-1 0 6,0 0 5,8 2 5,-8 2 0,7 0-5,-1 0-5,2 4-2,-2-1-2,1 0-4,1-4 2,-2 6 4,7-3-3,-5 2 1,-2 3-1,7-4 0,1 0-3,-1 0-3,1 5 2,6-5 2,-7 3 4,7-2 2,-1 4-2,1-3 1,7-1 3,-7 4 3,7-1-2,-8 0-2,7 0 2,-6-1 1,7 2-2,-1 3-5,-5-5-2,11 5-1,-5-4-3,-1 4-4,1-4-2,-2 4-4,9-5-1,-7 5-2,5-4-2,-5 3 1,6-3-3,0 3 1,-7 1 1,7 0 1,0-1 0,-7 2 2,7 2 4,0-4 8,1 5 4,-2-1 2,-5 4 6,6-4-1,-1 5 1,1-2-7,0 2-3,-7-2-2,1 5-6,6-8-4,-7 5-2,1-1 2,-1-1-3,1-2 0,-1-1-2,1 4-2,-1-3-1,1-2-7,-8 3-1,7 1-1,1-3 2,-1 1 0,-5 2 2,-2-2 4,1 4 2,0-6 1,0 2 2,-7-1 5,1 0 1,-1-3 2,1-1 4,-8 1 1,1-1 5,7-2 2,-7-4 0,5 1 1,-4-1-2,-1 0 0,-1-1-3,2-3-5,-8-4-4,7 0-8,-7 0-6,0-4-12,1-3-12,-7-4-5,0-1-1,-8-2 4,8-1 5,-6 1 11,6-5 15,-7 4 10,7-2 6,0 2 4,0 4 2,-1-4 0,8 4-2,-7 0-2,0-1-2,-1 6-5,-6-5 0,7-1 0,-6 5-4,5-3 1,-5-2 3,-1 2 6,0-1 1,7 0-1,-6-1 4,-2 2 0,2-2 1,6 1 0,-6 5 0,5-6 3,-5 5 0,6 0 2,-1-1 1,-6 1-1,7 0 1,0 0 0,0-1 3,-6 4 1,6 1-1,-1-1 5,1 0 1,0 0 0,6 4-4,-6-2-4,6-3-2,-6 5-6,7-3-3,-7-1-2,6 1-1,-6-1 1,6 0-4,-6-4-4,-7-3 2,7 1-4,-6-1 0,-2-4 1,2 1 4,0-5 5,-2 1 2,-4 3 8,4-3 9,2 3 7,-8 0 3,8 1 4,0-1 1,-2 4-4,2 1-6,0 2-4,-2 1-6,8 3-5,-6-4-4,6 5 0,-7-4-1,7 3-2,6-3-1,-6-1-3,6 5-1,-6-5-2,7 0-2,5 1-1,2 0-1,-8 0 2,7-1-1,7 1-1,-8 4 3,7-4 1,1 3 0,-1 0-1,1 0 0,-1 1-2,1-1-2,-2 0-2,-4 0 0,-1 2 0,-1-3 1,1 2 2,0-1-1,-6 1 3,5 3-2,-5 0 1,5 0 0,2 3 2,-8-3 2,7 4 0,-7 4 1,6-2 0,-5 2-1,0 3-3,-1-5 1,1 6-1,-7-5-1,-8 4 0,8-4 0,-6 5 3,-1-1 0,0 0 0,1-4 1,-8 4 0,8 0 1,-8 0 0,1-3-2,0 2-2,0 1 0,0-3 0,-1 2 1,2-3 1,4 5 0,-4-1 4,-2 0-2,8 0 2,-1 4-2,-6 0-2,6-1 2,0 1-2,7 2 0,-6-2-1,5 3 1,1-3 0,0 0 2,0 3-1,6-7 2,-6 4 3,7-1-3,-7 1 0,6-4-3,-6 4 2,6-4-2,-6 4 0,6-5-1,1 2 0,-1-1 0,7 0 0,-1-1 0,2 2 0,-2-2 0,7 1 1,7-3 0,-6 3-1,13-5-1,-8 3 1,7-1 1,1-6 0,6 5 0,0 1 0,0-4 0,0 0 0,6 0-1,-6-4 0,7 0-1,-1-4-2,0 0-5,1 4-9,-1-4-11,1 1-15,0-5-20,-1 4-21,0 2-18,7-3-15,-7 2-9,8-1-4,5-1-4,-6 5-12,7 0-6,6-3-9,-7 0-32,7-1-7,7 0 14</inkml:trace>
  <inkml:trace contextRef="#ctx0" brushRef="#br0" timeOffset="1.68666E6">21913 6418 136,'0'10'410,"-6"-5"35,-8-10 20,1 2 11,0 0-225,0-1-135,7 0-103,6 4-77,-6 0-67,12 4-62,-6 0-55,6-1-28,7 5-28,-6 4-15,-1-6 19,1-3 35</inkml:trace>
  <inkml:trace contextRef="#ctx0" brushRef="#br0" timeOffset="1.69129E6">21333 14353 251,'-26'19'312,"-7"2"14,-5 6 6,-2 4-153,7 11-81,-6 1-43,7 8-26,-1 5-10,-6-1-8,6 7-4,1-4-2,-1 5-1,1-8-3,-1 0-1,7-4 0,0-3-2,-1-9-12,9-5-22,4-9-40,1-2-47,1-5-51,4-11-64,-4 0-39,6-10-2,-8-4 26</inkml:trace>
  <inkml:trace contextRef="#ctx0" brushRef="#br0" timeOffset="1.69157E6">20525 14855 34,'-13'-18'162,"0"3"-3,6 5-45,-5 2-22,4 4-15,-4 4-8,5 4-7,1 4-2,6 2-7,-7 12-1,7 4-4,0 6 1,7 9 1,-1 3 2,1 3 4,5 9 2,-4-5-3,11 3-6,-6-2-9,6-4-9,-5-5-11,5-6-8,7-7-5,-6-5-5,12-7-2,-6-7-2,7-7-2,6-4-2,-1-8-14,15-6-25,-7-4-32,13-5-37,-1 2-47,7-4-68,0-4-25,0-1 4,0 0 26</inkml:trace>
  <inkml:trace contextRef="#ctx0" brushRef="#br0" timeOffset="1.69183E6">22337 14757 341,'58'-27'652,"-13"9"103,-12 4 56,-7-1 10,0 8-337,-6-1-292,-7 4-255,0 4-173,0 0-117,0 0-63,0 0-17,-7-3 37,7 3 26,-6 0-20,6-4 0,-7 1 22,2 3 43,-16-4 53</inkml:trace>
  <inkml:trace contextRef="#ctx0" brushRef="#br0" timeOffset="1.69809E6">16414 7411 66,'-8'-11'140,"2"0"-49,-7 0-30,7 4-7,-8-1-4,8 5-1,-6-5-10,4 5-4,2 3-2,6-4-9,-6-1-8,-1 5-4,7 0-4,0 0-3,0 0-2,0 0-2,7 5-1,-1-1 1,8-1-1,-2 5 1,1 3 1,7 4 0,0-1 2,6 1-1,-1 2 2,1 3-1,7-6 0,7 4 2,-8 1 2,7-5 0,6 1 3,-5-8-1,5 4 5,7-8-2,-7-3 1,8-3 2,-1-1 1,1-6 1,5-2-2,-6 2 0,0-1 2,1-4 0,-2 5 1,8 2-2,-7-1 2,1 3 1,-1-2 0,6 5 0,-6 0 0,7-2 1,-1 1 1,1 1 3,-6-1-2,5 1-1,1-1-2,0 1 0,-2-5 0,9 1-2,-1 0 0,0-4 1,0 0 2,7 0-1,-6 0-2,5-4-2,0 1-4,2 2-2,-2-2-6,-6 2 2,6 2 1,-5 3-1,6-1 0,-7 1 0,0 3 1,0 4-5,1 0-1,-1 0-1,0 0 2,-6 4-2,-1-1 0,1 1-1,0 0 0,-1 0 3,-6-4-2,6 2 2,-5 3 0,-1-2 1,7-3-1,-8 4-3,2-4 1,-1 3-2,0 1 1,0 0 0,0 0 1,-6-1 0,0 2 0,-1-5 2,-5 0-1,5 0 2,-6 0 0,0 0 2,0 0 1,0-5 2,1 2 1,-1 3 3,-1-4 0,1 4-2,1-4 0,5 4-3,1 4-1,-1 0-2,8-1 2,-8 8 0,7 1 0,1 2 0,-1 1-1,0 3 1,0 4-4,0 4-2,0-5 2,0 1 1,1 1 3,-1-1-3,7-1 2,-8-2-1,2-5-2,5-3-3,-5 0-2,-2-3 1,1-5 1,7 1 0,-6-4 0,-2 0 1,1 0 2,1 0-1,-1 0 2,7 0 1,-8 0-1,8-4 0,-7 4 0,7 4-1,-6-4 1,4 3-3,2 2 0,0-2 0,-1-3-2,-5 3-1,6 2 0,-7-2 1,-1 1 0,8 0 1,-7 0 4,1-1 1,-8 1 2,7-1 1,1 1 0,-8-1 6,7 5-1,-7-4 1,8-1 0,-7 4-1,5 0-3,-4 1-3,-2-1-3,7 4-2,-6 0 0,-1 0-2,8 0 1,-8 1-1,1 1-8,5-1-25,-5 3-34,1-5-43,-2 2-55,1-1-83,-7-5-41,6-2-1,-13-8 19</inkml:trace>
  <inkml:trace contextRef="#ctx0" brushRef="#br0" timeOffset="1.72761E6">21177 13909 226,'25'-17'442,"-18"9"31,-14 4 14,1 4 9,-7 8-275,7 0-138,-8-2-107,8 1-98,6 5-81,0-4-67,6-1-53,1-4-35,6 1-2,6-4 40,1 0 53</inkml:trace>
  <inkml:trace contextRef="#ctx0" brushRef="#br0" timeOffset="1.72792E6">21789 13775 126,'13'6'541,"-13"9"66,-6 0 40,-7 3 18,-1 1-146,2-9-285,4 1-208,2 0-167,6-7-126,6 4-84,2-4-70,11-4-36,1 0-5,6 0 50,0 0 62,6-4 51</inkml:trace>
  <inkml:trace contextRef="#ctx0" brushRef="#br0" timeOffset="1.72798E6">22382 13631 88,'20'-14'525,"-8"6"72,-12 5 41,-6 3 20,0 0-152,-1 0-350,1 0-255,6 0-188,0 0-135,6 0-122,1-4-33,5 0 60,2 1 110,-2 3 106</inkml:trace>
  <inkml:trace contextRef="#ctx0" brushRef="#br0" timeOffset="1.73174E6">16055 6510 26,'-14'3'218,"2"1"22,-8-4 25,1-4-83,-1 1-42,7 3-21,0 0-16,7-4-18,-7 4-23,13 0-20,-7 0-19,7 0-12,0 4-5,7-4 0,6 0 1,-7 0 8,14 0 11,0 0 13,5 0 10,7-4 3,2 4 1,5-3-5,0-1-9,7 4-9,-1-4-9,1 0-3,-1 1-4,1-1-2,-1-4 0,1 2 0,-1 2-2,2-3-2,-2-1 0,1 4 0,-1 2-1,1-3 0,-7 2 0,0 3-1,-1 3-1,2 2-3,-7-3-1,-1 5 0,-6 1 0,1 4 4,-1-5 4,-7 3 10,1 2 6,-8-2 3,8 1 4,-7 0 0,0-3 1,6-2-6,1 3-1,0-2-3,-1-4-3,7 1-2,0-4-5,7-4-2,-1 1 0,1-4-2,7-5-2,-1 1 0,-1 0-1,1-3-1,7 3-2,-7-4-3,7 5 0,6-5 0,-6 3 1,-1 5-2,1-5 0,-1 6-1,1-2 1,-1 5 0,1 0-1,-7-2 2,7 5 1,-1 0 4,1 0-1,0 0-1,-7 0-1,6 0 0,2 0-1,-2 5-2,7-10 0,-7 5 1,8 0 3,-8-4 2,7 4 4,1 0 2,-1-3 1,-1 3 2,2 0-1,-7 3-2,5 1-2,2 1-2,-8-2-1,7 4 2,-6-3-4,6 2 1,-6 3-3,6-1-1,0-6 0,6 5-1,-5-7 1,-1 5 0,7-10-2,-8 5 3,2-3-2,-1-3 0,1 1 2,-2-2 0,1-1 1,-6 1-2,6 3 3,-6-2-2,-7-3-2,6 6 2,-5-4 0,-1 3-2,-1 1 0,-5 3-1,7-4 2,-8 4-3,-6 0-1,7 4-1,-1-1 1,-5-3 2,-1 4 0,6-1 3,-6-3 0,7 4 2,0-4-1,-1 0-1,1 0 1,-1 0-1,7 0 1,0-4 0,1 1 3,-2-4-4,1 3 1,7-4-2,-1-2 1,1 3-1,0-8-1,0 3 0,5-2 2,-5-1 3,-1-4 0,1 5-3,0-4 1,0-4 1,-1 3-2,-5-2-3,5 3 1,-6-5 1,0 1 1,0 0 0,0 5 2,1-2-1,-8 4 1,1 1 1,-1 2 1,-6 1 0,7 0-5,-7 4 4,0 0-4,7 3-3,-7-3 1,-1 3-1,1 0 2,-6 0-2,7 2 1,-9-3 1,2 2 0,0-1 1,-1 1-1,-5-5 3,5 4 6,-6 1-2,0-1-4,1-3 1,-2 0 0,2-1 1,-2 1-6,1 0 2,7-1 3,-8-3-1,2 4 1,6-4-4,-1-1 0,1 2-4,-1-1 3,-6 0-3,7 0 2,-7 4 2,7-8 0,-8 5 5,-5-2 0,6-2 2,-7 2-3,-6-2-1,7-5 2,-7 5 4,0-5 11,0 2 14,-7-6 15,1 5 9,-1-4 6,1 0-2,-7 3-6,-1-2-7,2-1-8,-1 2-3,-7 3-5,-6-2-7,0 1-3,0 0-7,-7 0-6,1 4-4,-7-2-4,0 2 1,-7 3-4,1-3-3,-1 2 1,-7 1 2,2 0-2,-8-1 2,7 2 0,-7 0 3,-6-2 2,6 1-1,-6 0-2,0 0-1,0-3 3,-1 3-4,1-1 1,0 2-3,6-5 3,-6 4 0,7 0-7,-1 0 7,0 0 0,1 3 2,6 1 3,-6-1 3,5 2 0,1-2-6,-7 5-2,0-5-2,1 2 0,0 1-5,-1 2 4,0-4 2,-7 7-1,9-5 1,-9 2-3,1 3 3,6 0-1,-6 0-1,-6 0 3,6 0-4,-8 0-2,2 0 0,0 3 2,-2-3-1,2 0 0,0-3 3,-2 3 2,2-4 1,6 0-1,-7-2-2,7 1 3,-7-2-2,0 4-2,1-5 0,-1 5 2,0-1 2,1-3-4,6 3 3,-7 0 1,7 1 5,0-1-4,-1 4-1,-5 0 0,6-3 0,-7 3 0,7 3-8,-6-3 2,-2 0 4,8 4 0,-6-1-2,-1-3 1,0 4 3,7-4-1,0 4-1,-7-1 3,7 1-2,0 3-1,0-3 1,6 3 0,-6 0-2,6 4-5,1-3 3,-1 3 4,7 1-1,0-6 1,0 5 2,-1-3 3,1-2-1,1 2-1,4-4-1,2-1-1,-1 1-3,-5 0 2,5-4-3,1 4 0,-2-4 2,2 0-3,-1 0 2,1 0 1,5 0 3,8 0-1,-7 0 0,7 0 0,-1-4-1,0 4 2,7 0-7,0 0 4,0 0 0,6-4 1,-5 4 0,5 0 2,7 0 2,-7 4-3,7-4 2,0 0 0,1 4-2,-2-4 2,1 3-5,0 1 3,6-4-1,-5 3 0,5 1-1,0-4-1,1 4 4,0-1-5,-1-3 0,0 5 1,1-5 1,6 3-5,0 0-1,0-3 7,-7 4 0,7 3-3,7 1-1,-7-1 3,0 0 2,6 5-2,1-1 0,0 0 2,-1 3 0,0-3 2,1 3 0,0 5-3,-1-4 0,7 3-2,-6 1 2,-1-1-1,1 4 1,-7 0 1,6-5-1,0 6 3,-6-5-2,0 0 0,0 1-1,8-1-3,-8 1 3,-8 3-2,8-8 0,0 4 0,0 1 1,0-4 2,0-1-1,0 5-2,0-4-1,8-1 3,-8 4-1,6-4 0,-6 5-1,6-4 3,0 0 0,1 2 0,0 2-1,6 0 0,-7-2 0,8-2-2,-8 3 1,0 1 0,8-5 2,-8 1 1,0 0 3,7 0 0,-6-1-1,0 1-5,-1-1 0,0 1-3,1 3 0,6-3 0,-7 4 3,1 2 2,0-2-3,6 3 3,-7 0 0,7-4-1,0 3 0,1 2 1,-2 0 0,1-6-1,1 5 0,-2-3 0,2-2-1,-2-2 0,2 4 2,-1-5-2,-1 1 0,2-3 2,-2-2-1,2 1 0,-1-3-1,0 2 1,6-6 1,-5 3 1,-2 1 3,8-5-4,-1 1 2,-5 3 0,5-4-2,-6 2 0,6-1-3,1-1 4,-6 2-2,4-3 2,-4 2 1,5-1-1,-5 5-1,-2-4-10,2 0-32,-2 2-70,1-1-73,1 2-65,-8 4-60,8 0-52,-8 3-24,-6 1 1,0 4 16,0-5 38,-6 4 47</inkml:trace>
  <inkml:trace contextRef="#ctx0" brushRef="#br0" timeOffset="1.73203E6">16491 6693 2,'8'-4'153,"-2"0"7,0-2-62,0-3-37,1-1-20,6 3-15,6-5-13,-5 5-10,6 0-16,-1 0-34,1-1-58,-2 5-28,-4-2-16</inkml:trace>
  <inkml:trace contextRef="#ctx0" brushRef="#br0" timeOffset="1.73316E6">16817 6484 140,'13'-3'263,"-6"-4"11,-1-1 5,1 1-128,5-1-70,-4 2-39,4-2-19,2 4-13,5-1-6,1 2-6,0 3-11,5-3-13,1 3-9,0 0-8,0 0-6,7 0-7,-7 0 4,7 0 6,-7 0 6,6 0 8,-5 0 7,5-4 10,-6 4 6,7-4 4,-7 4 2,6 0 4,1-3-1,0 3 1,-1 0 3,7-3 4,0 3 4,0 3 1,0-3 6,0 0 7,7 3 5,-1 1 4,8-4 2,-1 4 3,1-4-1,-2 3-7,1-3-2,7 0-5,0 0-2,-7 0 0,13 0 1,-6-3-3,0-1 1,-2 0 0,9 1-2,-1 3 0,-6-3-3,6-2 3,-6 5 5,6 0 3,-7 0 4,1 0 1,0 5 8,0-5 6,-1 3-1,0-3-1,1 3-2,-7 1 0,7 0-1,0-1 2,-7 0 3,7-3 4,-1 5 2,-6-1-3,0-1-7,1-3-3,-2 5-9,1-5 0,7 2 4,-6-2 2,-1 0 2,6 0 1,0 0 6,1-2-7,0 2-7,0-5-6,6 5-3,-7-3-4,1-1-6,0-1-3,6 2-3,-7-4 2,-5 3-4,6 1 0,-7-5-1,-1 1 1,-4 3 1,-2-3-4,1 0 5,-7 3 3,-1-3 1,-5 3 7,-7-4 5,0 6 4,-6-2 2,-1 0 2,1 4 5,-6-4 1,-8 1 10,6 3 14,-5 0 14,-7-4 15,7 4 11,-7 0 13,6 0-2,-6 0-10,0 0-12,7 0-18,-7 0-15,0 0-21,0 0-17,0 0-7,0 0-5,0 0-5,0 0-3,0 0 1,0 0 1,0 0-2,0 0 0,0 0 2,0 0 3,0 0-2,0 0 5,0 0-3,0 0 0,0 0-3,0 0-3,0 0 5,0 0-3,0 0-1,0 0 0,0 0 2,0 0 3,0 0-5,0 0 1,-7 0 2,7 0 1,0 0-2,0 0 2,0 0-3,0 0 2,0 0-3,0 0 0,0 0 2,0 0-4,0 0 4,0 0-6,0 0 8,0 0 0,0 0-3,7 0 2,-7 0-4,0 0 2,0 0-4,0 0-1,0 0 5,0 0-1,0 0 3,0 0 0,0 0 4,0 0-1,0 0-3,0 0-2,0 0 4,0 0 0,0 0-3,0 0 0,0 0-1,0 0 7,-7 0-6,7 0-3,0 0 2,0 0-1,0 0 2,0 0-8,0 0 2,0 4 3,0-4 0,0 0 1,0 0-2,0 0 3,0 0 1,0 0 1,0 0-2,0 0-1,0 0-3,0 0 6,0 0-2,0 0-3,7 0 1,-7 0 4,0 0-1,0 0-4,0 0 0,0 0 3,0 0 1,0 0-5,0 0 4,0 0 1,0 0 1,0 3 1,0-3-1,0 0 1,0 0 0,0 0 1,0 0-3,0 0-3,0 0 1,0 0 1,0 0-2,0 0-2,0 0 2,0 0-1,0 0-3,0 0 1,0 0 4,0 0-2,0 0 3,0 0 1,0 0 1,0 0-1,0 0 2,0 0 1,0 0 1,0 0-1,0 0 3,0 0-2,0-3-4,0 3-2,0 0 0,0 0-14,0 0-50,0 0-81,0 0-95,0 0-95,0 0-92,6 0-98,-6 3-35,0-3 37,-6 0 74,-14-7 84</inkml:trace>
  <inkml:trace contextRef="#ctx0" brushRef="#br0" timeOffset="1.73887E6">21301 15316 101,'-14'4'211,"1"1"18,0-3-63,-6 5-46,5-3-29,2 4-28,-2 0-23,1-1-19,1 3-10,-2-2-5,2-1-2,5 5-4,-6-2-1,6 5-1,1-1-3,-1 2-10,1 6-13,-7-5-10,7 10-8,6-6-10,-8 5-5,2-1-3,0 4-1,6-7 0,-7 1-7,7-5-17,0 0-38,-6-7-15,6 1-2</inkml:trace>
  <inkml:trace contextRef="#ctx0" brushRef="#br0" timeOffset="1.73919E6">21105 15504 79,'-13'15'208,"-7"-1"13,7 4-43,-6 0-66,-1 8-40,1-1-27,-7 9-19,6-5-13,7 4-6,-7 0-2,1 4-1,-1-4-1,8-1-2,-2 1 2,2-3 0,4-4-1,2-5-1,6-2-1,0-4 2,0-5-2,14-3 0,-2 1-1,8-4 0,-1-4 2,7 0 0,7-4 1,-1-4-4,1 1-10,6-3-19,0-2-29,0 1-28,1-4-48,-1 1-46,-1-1-14,-5 1 7</inkml:trace>
  <inkml:trace contextRef="#ctx0" brushRef="#br0" timeOffset="1.73945E6">21607 15866 63,'0'8'191,"-7"-1"6,0 3-41,1-2-73,6-1-44,-6 1-32,-1-4-27,7-2-20,0-2-20,-7 5-27,7-5-50,0 0-17,0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07T03:10:40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10516 6264 72,'-6'-3'75,"-1"3"-28,1-4-15,0 4-6,-2 0-4,2 0 3,6-4-5,-6 4-1,-1-4 0,0 4 2,1 0 2,0-3-1,-1 3 0,1 0 3,6 0 2,-7-4-4,0 4-4,1 0-3,6 0-1,0 0-5,-6 0-4,6 0-4,0 0-1,0 0-1,0 0-1,6 4 1,-6-4 1,6 0-1,1 3-1,6 1 0,0 0 1,0-4-2,0 4 1,7-1 3,-1 4 0,1-3-2,6-1 0,0 1 0,7 1 0,-1-5 0,1 6 5,6-2-2,0 0 2,0 2 2,6 6-4,1-1-1,-1 0-2,2 3-2,-2 1 2,1-3-2,-1 2 1,1 1 1,-7-4-1,7 0 2,-7 1-2,0-3 0,0 3-1,6-4 5,-6-1 0,7 0 0,-7 0 1,7-3 3,-7 0 4,6-1-3,1 1 1,-1-1 1,2 1-3,-2-4 2,1 0-2,-1 3-3,1-3-1,-1 0 0,1 0 1,-1 0-3,1 4 2,0-4-1,0 0 1,-1 0 2,7 0-2,-6 0 2,6-4-2,0 4 0,0-3-2,7-1-1,0 1 0,-8-1 0,8 1 0,0-5-1,-1 4 1,1 1 0,0-4 1,-7 2 1,7 3 1,0-2-1,-1 0-2,1 4 0,-7-4 0,6 4-3,1 0 0,0-3 2,-7-2 1,0 2-1,0-1 2,-6-3 4,-1 0 0,1-1-1,-1-3 2,-6 0 1,1 0 1,-8 4-3,1-4-1,0 4 2,-7 0-1,0 2-3,0 3-2,-7-2 0,1 4 0,6 0 1,-7 0-3,1 4 2,-7-4 0,6 2 0,1 3 0,-1-2 0,1 1 2,6-4-2,-6 3 1,5 1 0,-5 0-1,7-4 0,-9 4 1,9-1 1,-7-3-2,0 0-1,-2 0 1,2 0 0,-7 0 0,1-3 1,-2 3 1,-6-4-2,8 4-1,-1-4 0,0 4-12,0 0-23,0 0-41,6 0-57,-5 0-33,5 0-18</inkml:trace>
  <inkml:trace contextRef="#ctx0" brushRef="#br0" timeOffset="42325.3246">3283 8734 137,'-6'-8'220,"0"1"32,-1-5-59,0 5-29,1 0-4,0 0-12,6-1-17,-7 1-24,7 0-21,0 4-17,7-6-16,-1 3-14,0-2-7,8 5-7,5-5-3,1 4-5,6 1-4,0-2-6,7 5-3,-1 0 1,1 8-1,-1-4-2,1 7 1,-7 3 1,0 1-2,-7 0-2,1 7 0,0 0 1,-14 3 1,0 2-1,1 2 0,-14 0 1,1 0-2,-7 4 0,0 1 0,0-2 0,-13 1-1,6 0-1,1-7 0,-7 3 1,0-7 1,0-3 0,6-1 2,1-7 2,-1-1 1,0-1-2,7-2 1,1-4-1,-2 1-1,8-4 0,-1 0 1,7 3-2,0-6-2,0 3 1,13-4 0,-7 1-2,14-2-2,0-2 1,5 3 2,2 1 1,-1-1 0,6 4 0,-5 4-1,-1-1 0,0 8-1,-7 1 1,-6 10 0,-6 3 1,-7 8 3,-13 7 0,-7 8 0,-6 3 0,-13 4-2,0 1 0,0 2 1,-6-7-2,6-3 3,5-8-2,2-7-1,6-12-26,7-5-36,5-9-36,8-10-39,6-9-36,6-2-37,8-9-24,-2 2-30,14-8 5,-6-1 20,6-3 25</inkml:trace>
  <inkml:trace contextRef="#ctx0" brushRef="#br0" timeOffset="42706.8172">4215 8953 113,'-6'15'278,"-7"3"32,0 1 29,-1 2-92,2 9-45,-2-4-29,8 3-19,-7 0-23,7-4-22,6-2-23,0-5-14,6 0-12,7-7-5,7-7 7,0-4 4,5-7 5,7-7-9,2-9-9,5-7-8,-1-2-19,-5-9-13,0-2-6,-7-1-1,-6 0 1,-14 0 1,0 7 5,-12 0 5,-14 5-1,1 9-1,-13 5-2,-1 7-5,-7 8-4,-5 10-3,5 3-2,2 5-1,-8 8-2,7 2-6,0 0-27,6 5-49,7-1-60,0 4-60,7-8-53,13 5-43,-2-4-17,16-7-8,-2-2-4,13-2 27,1-3 35,0-6 40</inkml:trace>
  <inkml:trace contextRef="#ctx0" brushRef="#br0" timeOffset="42903.1967">4906 9082 7,'33'0'427,"-20"-4"133,0 0 92,-13 0 63,6 4-97,-12-3-156,6 3-106,0 0-127,0-4-111,-7 4-111,7 0-114,0 0-124,0 4-109,0-4-90,0 3-54,0 1-15,7 4 1,-7-1 34,0 3 60,0-2 68,0 3 61</inkml:trace>
  <inkml:trace contextRef="#ctx0" brushRef="#br0" timeOffset="43623.0754">2945 10031 83,'-53'7'372,"2"-11"34,-2 1 27,7-9 43,8 4-162,-1-2-87,13 3-46,-1-1-27,7 4-23,14 1-41,0-1-45,6 4-20,12 0-11,2 0-4,5 4-3,7-1 1,7 5 5,-1-4 5,8-1 13,5 1 39,7-1 34,7 2 32,13-5 30,0 0 16,5-5 18,8 5-15,7-7-18,5 4-29,1-5-30,0-3-18,0 4-27,-7-8-22,6 1-12,-5-1-8,-1-3 0,0 0-4,-6-9-3,0 2-3,-7-5-4,0-2 1,-7-5-4,2-3-2,-8-1-3,-7 2 1,1-5 2,-7 3-2,-6 0 2,-7 5-1,-1 4 2,-5-2-1,-7 1 1,0 1 2,-6-2-2,-7 1-1,0-4-2,0-2 2,-13-6-1,0-2-6,-13-4 0,0-9-10,-13-5-6,-7-5-7,-6-6-1,-13-5 3,-7-4 2,-6 5 4,-6-5 5,-8 5 1,2-1 3,-15 8-6,7 3-2,-6 12 7,6 6 2,-6 12 3,6 7 1,-6 15 0,7 15 3,-7 10-4,0 11 0,-8 11-3,8 11 1,-7 8 8,7 11 0,-6 7 4,5 8-1,1 2 3,6 8-6,-6 1-5,12 2-1,2-2-1,5-1 2,6-3 2,15-4 8,11-4-4,8-7 3,13 0 4,19-4-3,6 0 0,14 0-4,5 1 4,21-2-4,7 2-1,-2 0 0,14-5-1,7 0 0,0 1-24,0-7-74,12-4-105,-5-2-110,12-9-98,-6 1-87,6-13-53,-6-4-7,-1-6 27,1-7 68,-14-11 76,1-5 78</inkml:trace>
  <inkml:trace contextRef="#ctx0" brushRef="#br0" timeOffset="43789.5783">4339 9671 138,'20'-11'471,"-7"-3"86,-13-1 69,0 1 51,-7 3-181,1-1-143,-8 5-97,8 1-94,0-2-126,0 4-161,-2 4-135,8-5-115,0 10-92,0-1-114,0 4-8,8 1 75,-8-1 92,0 0 87</inkml:trace>
  <inkml:trace contextRef="#ctx0" brushRef="#br0" timeOffset="47371.0942">3395 9890 22,'-20'-17'132,"-7"-2"-41,1 5-17,7-5 2,-7 9 2,0-1 0,6 3-6,-5 1-6,5 3-7,0 0-5,1 4 2,-1 0-4,8 4-6,-8-4-3,13 4-4,-6-4-13,6 4-12,1-4-8,0 3-5,6-3-2,-7 0-1,14 0 0,-1 4 1,0-4 0,8 0 1,-1 4 2,13-4 0,0 0 1,7 3 3,5 0-1,1 2 2,14 2 1,-1 0 1,-1 4-2,8-3 1,0 6 2,0-3-2,6 4 4,1-1 4,-9 1 3,9-4 3,-1 1 2,0-2 4,0-3-1,-6 1-1,6-4-1,-6-4 1,-7 0-4,-7 0-3,1-4-4,0 4-2,-14-4-5,1 4-5,-7 0 0,-6 0 7,-8 0 32,2 0 20,-8 0 13,-12 0 8,0 0 3,-8 0-7,-12 0-31,0 0-21,-13 4-14,-6-4-7,-14 4-4,0-4-3,-6 3-3,-7 1 3,-6 3 0,0 0-2,-7-3 1,-7 3 1,1 0 1,-6 4-3,6-3-1,-1 3 1,1 0 3,13-4 1,6 1 2,7-1 4,6 0 1,14 1 2,6-4-4,6-1-1,7 1-4,13-1-4,1 1-2,-2-1-1,14 1-1,0 4 0,6-5 3,2 4 0,11 4 2,0-3 1,14-1 2,-1 1 0,7-1 3,7-4-2,-1 4 3,14-2-1,6-2-1,7 1 0,0-4-2,-1 0 2,14-4 1,-6 1 2,6-2 1,-2 2 0,2-1 2,0 1-1,0-2-1,-7-1-1,-6 2-2,-1-3-1,-6-5 2,-6 5 1,-6-3 1,-8 2 0,-5-3 5,-8 4 30,-13 0 62,1 3 67,-8 0 32,-12-3 21,0 3 7,-12-3-25,-8-4-62,-13 4-66,-5 0-38,-8-1-23,-12 0-10,-8 2-9,-6 6-9,-6 0-10,-6 2-52,-1 6-55,-6 7-75,-7 3-66,7 8-62,0 7-45,0 0 6,12 7 9,8 0 8,12 1 17,7-5 40,13 1 42</inkml:trace>
  <inkml:trace contextRef="#ctx0" brushRef="#br0" timeOffset="59660.2427">27262 5179 103,'-20'-7'235,"2"-3"8,-2 2-8,7 1-156,-7 3-83,8 0-61,4 1-60,-4 6-60,5-3-19,-6 0 11</inkml:trace>
  <inkml:trace contextRef="#ctx0" brushRef="#br0" timeOffset="59979.3081">24976 4953 25,'-7'-4'204,"0"0"6,1-3 2,-1 3-116,7 0-66,-6 4-44,6 4-39,0 0-41,6 0-57,-6 3-21,0 1-3</inkml:trace>
  <inkml:trace contextRef="#ctx0" brushRef="#br0" timeOffset="64931.5849">3166 10144 98,'-6'-12'63,"-7"5"-28,6 0-14,0 0-7,1 3-2,0 0-2,0 4-4,6 0 1,-8 4 0,2-4-3,0 4 2,6 0 6,-7-4 8,7 0 7,-6 3 4,6-3 2,0 0 0,0 0-7,0 0-6,0 0-8,0 0-5,6 0-1,1-3 1,-1 3 7,8 0 5,-2-4 5,8 4 4,-1-4 1,7 4 2,0-4-5,7 4 0,6-3-2,7-1-1,-1 4-2,7-3-1,1-1-3,-1-3-3,6 3-3,-6-3-1,7-1 0,0 1-1,-13-1-1,5 0-1,-5 6-1,-1-5-2,-12 2-1,7-2-3,-15 7 1,8-4-1,-14 0 1,1 4 0,-1 0-1,1 0 1,-6 0-1,-8 0-3,7 0-2,-7 0 2,1 0-5,-7-2-10,6 2-12,-6 0-17,0-5-28,0 2-50,0-1-40,-6 1-14,-1-1 1</inkml:trace>
  <inkml:trace contextRef="#ctx0" brushRef="#br0" timeOffset="68665.5245">3198 10132 119,'-12'-10'126,"-1"-5"-56,0 4-28,0-3-7,-1-1-6,2 0 0,6 3 4,-8-2 5,1 3 1,0-3-2,6 3-1,-5 3 8,5-2 6,0 3-2,-5-1 0,12 4-3,-7 1-6,0-1-11,7 4-12,7 0-9,-7 4-6,7-4-1,5 7 0,2-3 0,-2 3 0,8 4 2,-1-4 1,7 4 0,1-4 1,5 4-2,1-3-1,-1-5 0,14 5 1,-7-2-1,14-1 0,-8-2 1,7 1 1,0 0 0,0 0-1,0 3 0,1-3 1,5 3 0,-13-3 1,8 3 2,-7-3-1,-1 3-2,-6-4 0,1 5-2,-15-4-1,8-1-2,-14 1 3,1-1 3,-7 2 10,-7-5 8,1 0 4,-14 0 0,1-5-2,-13 2 0,-1-4-12,-6 3-6,-7-4-1,-5-2-1,-9-1 1,2 0-5,-7 0 1,-7-1-2,0 2-1,-6-2-2,-6 5 1,-1-1 3,1 6 4,-1 2 14,0 0 7,1 6 4,6 2 2,0 3-2,6 3-2,6 1-12,7 4-7,8-5-3,5 1-1,0-1-2,14-3-1,6-3-1,7 3 0,-2 0 0,8-4-4,14 1 2,-1-1 1,6-3 1,8-1 0,5 0-1,1 2 3,13-2 1,-1 1 0,14 0-1,-1-4 1,7 7 0,7-4-3,-6 5 0,5-1-1,7 0 1,-6 4 0,-1 0 0,2 1 4,-2 2-1,-6-3 1,0 0 1,-6-1 0,-7 2-4,-7-1 0,-5-5-1,-8 3 1,-13-1 0,1-6 0,-13 2 1,-7 0 2,-13-4 0,-7 0-1,-6 0-3,-7-4-3,-5-2 1,-15-2-1,2-1 1,-8-4-2,-7-3-4,1 2-6,-6-4-11,6 0-10,0-5-13,-1 2-8,8-1-10,6 0-7,13 3-10,-1 5-20,14 3-27,7 3-52,5 4-15,2 8-4</inkml:trace>
  <inkml:trace contextRef="#ctx0" brushRef="#br0" timeOffset="70282.0793">18753 5179 42,'-26'8'155,"-1"4"3,1-5-78,0 3-36,-7 5-19,7-4-8,1 4-6,-1-1 1,0 6 2,-1-7 0,1 5 0,6 1-1,-5-1-2,12 1-1,-6 3-3,-1-1 0,6 1-2,1 8 0,7-1 0,-7 1 0,6 2-1,1 2 0,0-1 1,6-1 0,0 5 0,0-4 0,6 4 3,-6-1 2,13 0 2,-6-2 2,5 3 3,8-1 3,-1 1 1,8 3 0,-1 1-3,0 3-1,6-5-3,7 6-4,-6-6-2,13-2 1,-1-4 6,1-3 8,-1-4 11,1-8 14,7-7 12,-2-4 6,-5-4-3,6-6-7,0-4-5,0-12-11,1-2-12,-2-12-7,2-5-7,-1-8-1,-7-2-6,8-8-1,-7-2 1,-7-5-3,-1-2 0,1-5-3,-13-3 1,-6-7-2,-7-2-3,-6 2 0,-7-4 2,-7 3 1,-12 1 2,-7 6 5,-7 6 10,-7 1 6,-5 13 5,-7 5 10,-7 9 4,-6 10-2,-6 9-3,-8 10-4,-6 11-3,-6 11-9,7 8-1,-7 6-1,6 8 0,13 3-4,0 1 0,14 3-2,13 0-3,12 0-4,7 5-4,12-1-9,8 0-35,6 0-38,14 4-45,-2-2-54,14 0-79,-7 0-51,15 3 1,-9-9 22,1 0 35</inkml:trace>
  <inkml:trace contextRef="#ctx0" brushRef="#br0" timeOffset="70459.6887">19528 6088 78,'52'8'475,"-19"-5"86,-7-6 57,-14-5 30,2 2-138,-8 1-222,7 2-170,-6-1-191,6 4-181,-7 0-146,8 0-131,-8 4-50,0-1 26,-6 4 87,0 1 113</inkml:trace>
  <inkml:trace contextRef="#ctx0" brushRef="#br0" timeOffset="71137.7527">15696 10851 61,'-38'-8'118,"5"1"-63,1 0-41,-1 0-19,1 3-11,5 0-4,7-3-2,1 3 4,0 1 4,5-4 2,8-1 0,-1-3-8,1 4-22</inkml:trace>
  <inkml:trace contextRef="#ctx0" brushRef="#br0" timeOffset="73295.2393">7878 9001 106,'0'-11'161,"0"-3"-42,0-1-20,0 3-10,0 2-8,0-1 0,-7 0 2,7 3 1,0-3 5,-7 4 5,7 0 15,-6 3 9,6 0 3,0-3-8,0 7-15,-6-4-18,6 8-20,0-1-14,0 5-6,0 10 0,-8 1 5,8 10 2,-6 7 2,0 6-8,-1 4-12,1 6-9,-7 7-9,6-1-4,-5 5-31,4-1-55,2 0-70,0-7-77,-1-1-96,14-2-52,-7-8-3,6-11 39</inkml:trace>
  <inkml:trace contextRef="#ctx0" brushRef="#br0" timeOffset="74245.266">9689 8898 129,'-7'0'208,"-5"-4"20,4 1-70,-4 0-35,5 3-31,0-4-22,7 4-17,-6 0-20,12 0-13,-6 0-9,7 0-4,6 4-1,1-1-1,5 4 1,1 1 2,-2 3 1,9 0 0,-1 0-1,0 3-1,-6 4 0,-1 1-3,1-1 0,0 4-1,-14 1 1,0-2 1,-6 4-2,-6 2 2,0 2 0,-8-3 0,-5-1 9,6-3 21,-7-3 24,1-5 19,5 1 15,-5-5 16,6-3 9,0-3-6,-1 1-3,8-2-3,0-3-4,0 0-10,-1 0-16,7-3-15,0 3-21,0-5-18,7 1-12,5 1-4,2-1-6,-2-3-2,8 4 1,6-5 0,7 4 1,-7 1-1,7-1-6,-1 4-25,7-3-35,-7 3-42,1 0-48,-1 0-53,1 3-47,-1-3-39,1 4-40,-7-4 6,0 0 25,-6-4 41</inkml:trace>
  <inkml:trace contextRef="#ctx0" brushRef="#br0" timeOffset="74450.9272">10594 8811 180,'7'-23'359,"-7"5"64,0 4 49,-7 2-86,7 4-81,-6 6-68,6-2-68,0 4-61,-6 6-42,6 9-27,0 7-11,-7 4-6,7 11-2,-7 3-1,1 4-3,6 7-4,0 4-62,-6 8-94,6-5-115,-8 8-137,8 0-76,-6-4-38,6-6 38,-6-5 81</inkml:trace>
  <inkml:trace contextRef="#ctx0" brushRef="#br0" timeOffset="74665.4474">11760 9558 277,'53'-4'591,"-14"-3"65,-19-1 39,-1 1 18,-6 0-241,-7 7-225,2 0-178,-8 3-172,6 4-163,0 5-141,1 2-138,-7 8-76,6 5 10,-6-6 84,0 1 112</inkml:trace>
  <inkml:trace contextRef="#ctx0" brushRef="#br0" timeOffset="77161.2459">3512 11286 42,'-7'0'177,"0"-2"17,1 2-55,0 0-24,-1-5-9,0 5-6,7 0-9,-6 0-5,6-3-4,-6 3-3,6 0 3,-7-4 0,7 4-3,-6 0-7,6-4-9,-7 1-13,7-1-16,-7 4-14,1-4-8,6 1-4,-6-4-3,-2 3-1,2 0-1,0-4-2,0 6 0,-8-6-1,1 4 0,1 1-2,-8-1-1,0 0 2,-6 4-2,0 4 0,-7 0 1,0 7 2,1 0 0,-7 7 0,7 0 0,-1 8 0,1-3-1,-1 2 1,7 0-1,0 1 1,6-4-2,1 3 1,5-2 0,8-1-3,6-1 2,0 5 1,14-4-1,-2 0 0,8 3 0,-1-2 2,14-5 0,6-3 3,0 0 0,6-9 2,1 2 1,7-12-1,-2 0 0,8-10-4,0-4 0,-7-8-1,0-6-1,0-2 0,-6-6-3,-7 0 2,-7-4 0,1 3-2,-7 0 0,-6 10-3,-8-4 3,-5 10 1,0 0 0,-7 6 2,0 8 1,-7-1 0,-6 10 0,1 2-2,-2 2 1,1 6 1,-7 4 0,1 3 1,0 3-1,-1 3 1,7 1 0,-7 9 2,0 0 2,8 6 3,-1 4 6,-7 7 7,7 6 10,0 8 4,7 8 5,-14 3 4,7 8 0,0-1-4,0 5-8,-1 3-6,2-4-7,-1 0-8,6 0-17,1-6-46,6-9-60,0-10-65,0-8-73,6-6-78,1-13-30,6-10 19,-13-11 48</inkml:trace>
  <inkml:trace contextRef="#ctx0" brushRef="#br0" timeOffset="78188.2057">3095 12506 19,'-27'8'205,"-5"-1"10,6 1 9,0-4-95,-1 3-50,8 0-26,0 0-13,6-2-9,-1 1-9,2 2-10,5-5-6,7 5-5,0-4-1,0 4 0,7-2-1,5 1 1,2-3 1,5 0 7,1 0 9,6 0 11,6-4 9,-5 0 12,11-4 9,1-4 3,1 4-3,5-3-5,1 1-11,-1-6-11,1 4-11,6 1-8,-6-3-6,-1 5-5,-5-2 1,-1 3-1,-7 1 1,1 3 2,-7 0 0,-6 0 3,-8 0 2,-5 3-1,-7-3 0,-13 4-1,0-1 0,-20-3-5,1 4-2,-14-4-1,-12 5 1,-1-5-2,0 0 6,-6-5 16,-7 1 28,7 1 29,0-4 33,0 0 48,13 3 27,-7-4 18,14 1-2,6 4-13,-1-2-22,8 5-38,5-2-33,8 2-31,6 0-28,0 0-16,7 2-12,6 3-8,6 2-3,1 0-1,12 4 2,0 0 0,8 1 0,5-2-1,1 1 2,13 0-4,-1 0 3,1-4 1,13-3 4,-7 0 2,6 0 3,0-4 1,8 0-2,-8 0-1,-5-4-3,5 0-1,-12 0-1,0 0 0,-8 1 4,-5 3 2,-7-4 0,-6 2 0,-7-3 1,-6 5 2,-7 0-5,-7 5-3,-12-3-6,-8 2-4,-5 3-5,-14 5 0,1-6 1,-8 6-1,-5-5 2,5 4 8,-5-4 3,0 4 5,5-3 9,7-5 27,7 5 25,1-5 19,11 0 8,8-3 1,0 5-10,5-5-25,8 4-23,6-4-23,6 0-12,0 0-6,14 0 1,6 0 4,7-4-2,6-1-1,7 2-32,-1-4-74,14 0-110,-1 3-125,7 0-123,0 4-114,1 8-30,-7 3 43,-1 4 92,-6 6 113</inkml:trace>
  <inkml:trace contextRef="#ctx0" brushRef="#br0" timeOffset="80529.2644">17162 6166 90,'0'-5'177,"-6"-2"8,-7 3-70,7 1-47,-1 3-20,0 0-8,-5 0-2,5 0-1,0 0-1,7 0 4,-6 0-1,0 0 0,6 0 0,-7 0-2,7 3-6,0-3-6,0 0-7,0 0-6,0 0-3,0 0-3,0 0 4,7 0 6,5 4 5,-5-4 7,6 3 5,0 1 3,7-4 0,0 5 2,-2 1 0,9-2-2,-1 4-2,6-6-4,1 10-1,-1-5-6,7 5-3,-5-1-2,5 0-2,-1-1-1,-5 2-1,6-5-1,-6 3-3,0-1-3,-8-3 0,1 2 0,-6-5-1,0 0-2,-8 2 2,1-1 2,1-1 10,-8-3 17,0 0 23,-6 0 16,8 0 7,-8 0 2,0-3-7,0-1-20,0-4-23,-8 1-16,2 0-6,0-1-6,-1-3-4,0 1-9,-6 2-26,7-3-32,0 3-41,-1 2-38,0-2-47,1 5-38,0-1-21,6 0-45,0 0 0,0 2 20,0 2 34</inkml:trace>
  <inkml:trace contextRef="#ctx0" brushRef="#br0" timeOffset="81404.7462">3551 12755 105,'-13'-7'136,"0"0"-61,0 0-30,-1-1-16,2 1-9,5 0-5,-6 4-2,7-1-2,-1-1-2,1 5-4,-1-3 0,7 0-1,-7 3-1,1 0-3,6-4-4,0 4 2,0 4-7,6-4-23,1 3-34,6 5-41,0-1-18</inkml:trace>
  <inkml:trace contextRef="#ctx0" brushRef="#br0" timeOffset="84529.6123">16094 6209 36,'-6'4'157,"6"-4"4,-7 0-68,7 0-34,-6 0-13,6 0-10,0 0-1,-7 4-3,7-4-3,0 0 0,-7 0-3,7 0-2,0 0-1,0 3-2,0-3-2,0 0-6,0 0-4,0 0-3,7 4-6,0-4 0,-7 4 0,13-4 1,-1 4 1,2-2 0,-2 3 2,8-2 1,6 1 2,1-1 0,-8 1 0,13 0 1,-6 0 1,0-4 1,1 0 0,5-4 2,1 0 1,-7-3-2,6-5 0,7-2-4,-6-8 0,7-4-3,-2-3-1,-5-7 0,6-8 1,-7-4 1,1-4-3,-1-2 1,-6-9 0,-6-2-2,0-1-1,-14-7 0,1 0 0,-7-5-1,-7 5 1,1 0 1,-14-1-1,8 4 0,-8 5 0,-6-1 1,-1 11 5,1 0 1,-6 8 7,-1 6 8,1 5 5,-1 9 1,-6 6-3,1 10-4,-9 4-4,9 7-8,-9 7-3,2 8-3,-1 6-1,1 5-2,-1 3-2,1 8 2,5 0-2,1 7 1,7 4 1,-1-2 3,7 7 0,0 5 1,7 0-1,-1 1-2,0 8-1,14-1-2,-7-1 0,6 4 0,7 2 2,0-2 1,0 0 1,14-3 0,-8 1-1,7-6 1,6-5-3,-5-2-2,11-6-3,-5-8-3,6-7-2,1-3-4,-1-8-6,6-8-14,1-2-14,6-6-22,-7-6-26,7 0-36,1-6-53,-2-3-16,-5 2 1</inkml:trace>
  <inkml:trace contextRef="#ctx0" brushRef="#br0" timeOffset="84675.7421">16771 6268 184,'7'0'201,"-7"-4"-3,0 4-115,0 0-75,0 4-58,0-1-75,0 1-39,-7 3-14</inkml:trace>
  <inkml:trace contextRef="#ctx0" brushRef="#br0" timeOffset="86522.326">7721 11480 39,'-7'-2'78,"7"-5"-26,-6-1-11,6-4-8,-6 5-3,6-1 0,-8-2 3,8 3 1,0-1 1,-6 2-2,6-2 5,0 4 6,-6-3 3,6 3 2,0 1 6,-7-1 3,7 4-2,0-4-5,0 4-5,0-3-10,0 3-7,-6 0-6,6 0-3,0 0-2,0 0 3,0 0 6,0 0 6,0 0 5,0 0 1,0 0 2,0 0-2,0 0-4,0 0-6,0 0-6,-7 0-4,7 0-5,0 0-1,-6-4-2,6 4 1,0 0 0,0 0 0,-7 0-3,7 0-1,0 0-1,0 0-1,0 0-3,0 0 1,0 0 2,0 0 1,0 0 3,0 0 2,0 0 2,0 0 1,-6 0 4,6 0 1,0 0 0,0 0 2,0 0-2,0 0-3,0 0-2,0 0-2,0 0-6,0 0-1,0 0-3,-6 0-2,6 0-1,0 0-1,0 0-1,0 0 1,0 0 1,0 0 1,0 0-1,0 0 0,0 0 0,0 0 1,0 0-2,0 0 1,0 0-5,0 0-4,0 0-17,0 0-25,0 4-27,0-4-33,0 3-38,0 1-55,0 3-47,0 0-12,-8 1 8,8-5 23</inkml:trace>
  <inkml:trace contextRef="#ctx0" brushRef="#br0" timeOffset="87501.316">7669 11371 146,'0'-7'180,"0"3"-27,-7-4-40,7 6-16,-6-2-6,-1 0-6,1 4-6,6 0-8,-6-4-9,-2 4-13,2 0-10,6 0-8,-6 4-6,-1-4-6,7 8 0,-7-1-5,7 4-2,-6 7-1,6 1 0,0 6-2,0 8 0,0 4 2,-6 3-3,6 4 0,0 2-1,-7 3-1,7 2-2,-6 1-1,6 2-2,-7 1-36,0-3-55,7-2-95,-6-4-55,6-7-30,0-5-14,-6-13 27</inkml:trace>
  <inkml:trace contextRef="#ctx0" brushRef="#br0" timeOffset="89385.2745">7747 11313 16,'-7'0'152,"1"0"-10,0 0-41,-1-4-22,7 4-10,-7 0-12,1-4-7,6 4-3,-6-4-2,6 4 2,-8-3 3,8-1-1,-6 0-2,6-2-4,0 1-1,0-2-1,0-4-3,0 4 0,0-4 1,0-1-1,0 2-3,0-5-6,-6 3-3,6-2-4,0-1-4,-7-3-1,1 4-1,-1-1-2,-6 1 0,1-5 0,-2 5 0,-6-1-2,1 1-1,-1 2 1,1 5-1,0-4 2,-1 7 3,-7 1 1,9 3-2,-9 0 1,1 0-1,6 7-6,-5-4-1,5 1-2,-6 4 0,6 0-2,1-1-2,-1 3 2,8-2-1,-8 3-1,7-1 0,-1 2 0,2-1 1,-2 0-3,2 3 0,5 4 0,0 0-2,1 2 0,-1 1 0,7 2 2,-6 2 0,6 0-1,0 1 1,6-1 1,1 2-1,-1-5 0,1-1 0,6 1 1,1-2-1,-2-7 0,8 3 2,-1-7-1,1 3 0,0-8 0,5 0 3,1-8 0,7-3 1,-1-4-1,1-4 1,0-4-1,0 1-2,-1-3-1,1-5 0,-7 4 0,-1 3-1,1-4 0,-12 9 1,5-3-1,-6 5 1,-6 1 0,-1 4 0,-6 0 1,0 3-1,0 0-2,-6 4-1,-1 4 0,-6 0-2,7 3 0,-7 0 0,-1 4 1,8-4 0,-7 4 2,6 0 0,1 1 1,-7-2 0,7-3 0,6 1-1,-7 4-2,7-10 2,0 6 1,-7 0-1,7-1 1,7 0 0,-7 0 1,0 1-1,0 0 1,7 2 1,-7 1-1,0-1-1,0 5 0,6 1 0,-6-3 0,0 7-1,0-2-1,0 0 2,0 1 0,0-2 1,0-2-1,7-1 2,-7 6 0,0-6-2,0 4 0,0-3 1,0 3 0,0 1-1,0-5 0,0 4 0,0 1 1,0-1-1,0 1 0,0-5-1,0 5 0,0-2 0,-7-2 1,7 3 0,0-3-1,-6 3 0,6 1 1,0 0 1,-7-2-1,7 6 0,-7-2 0,1 1 1,6 1-1,-6-1 2,-1 0 0,7-5-1,-7 6 0,7-5-1,-6 0 0,6-2-2,0-7 0,-6 7 2,6-5 0,6-1-1,-6-2-1,0-1-3,0-3-12,6 4-23,-6-6-25,0 3-27,7-2-33,-7 5-31,7-5-22,-7 1-46,6-4-14,-6 4 6,0-4 23</inkml:trace>
  <inkml:trace contextRef="#ctx0" brushRef="#br0" timeOffset="90012.1813">10392 11194 139,'-6'-14'302,"0"3"35,-1 0 19,0 4-104,-6 7-83,7 7-37,0 8-37,-8 12-15,8 9 3,0 14 5,-8 10 4,8 13-5,-7 8-6,7 11-21,-8 2-17,2 9-17,4-1-56,2 4-84,0 1-92,-1-8-93,7-8-88,0-6-44,0-16 22,0-11 63</inkml:trace>
  <inkml:trace contextRef="#ctx0" brushRef="#br0" timeOffset="91243.2632">10497 7703 83,'0'-6'189,"-6"-5"16,-2 3-58,2-3-26,-7-3-16,6 3-7,-5-3-8,5-1-1,-6-4-5,0 4-4,0-3-1,0 3 4,0-3 7,0 4 0,0-1 6,-7 0 2,8 4-6,-2 4-13,-5-1-13,-1 2-14,8 1-20,-8 5-12,7 5-4,-7-2-7,8 3-2,-8 3-2,6 2-5,1 3-1,1-2-4,-2 2 4,8 1-2,0-1-1,-2 1 4,2-1-2,6 1 0,0-1-1,0 2 0,0-5-1,6 3 3,8 1-1,-2-5-1,2 5 2,5-4 1,1 0 1,6 0-1,0 0 0,1 1-1,-1 1 0,-1-1 1,7 3-1,-5-1 1,-1 1 0,-6 3 2,-1 0-2,-6 4 0,0-3 1,-7 3 1,1 0-2,-14 3-1,1 1 2,-7-4 2,0 3-1,-6 0 1,-7-2 1,-1-4 1,1-1-2,0 0 2,-7-6-3,7-2 1,1-6 0,-1-1 1,6-3-12,0-7-34,1 0-40,13-8-50,-8 1-48,14-8-45,0-4-35,0 1-27,6-4-14,2-5 22,-2-3 34</inkml:trace>
  <inkml:trace contextRef="#ctx0" brushRef="#br0" timeOffset="91482.0731">10347 7320 56,'-6'-9'199,"-2"2"22,2 5-36,0-3-58,0 5-29,-1 0-20,0 5-21,1 4-19,-7 7-8,13 6-2,-6 11 0,-2 7 2,2 8-3,0 6-4,0 12-5,-2 1-8,2 5-4,6 2-6,0-1 0,0 0-9,0-2-25,6-10-30,2-6-34,4-12-54,2-1-63,-2-17-23,1-7 8,7-10 21</inkml:trace>
  <inkml:trace contextRef="#ctx0" brushRef="#br0" timeOffset="91696.3683">10594 7144 11,'7'-15'220,"-1"7"11,-6 8 7,-6 4-88,-1 11-64,1 14-34,0 8-21,-8 14-10,2 7-2,-2 16-4,-5 3-4,6 10-3,-6 5-2,-1 8-6,6 2-36,2 8-63,-1-1-74,-1 4-40,8-6-19,0-3-8</inkml:trace>
  <inkml:trace contextRef="#ctx0" brushRef="#br0" timeOffset="92794.2633">7943 7553 126,'-14'-3'201,"2"-4"7,-2 0-58,8 3-28,-7 0-15,7 4-18,-1-4-25,7 4-20,0 0-18,0 0-12,7 0-6,-1 4-3,7 0 2,7 3 0,6-3 5,6 3 1,1 0 3,6 1 2,7-5-2,-1 5 1,1-2-4,5 2-2,-4-1-4,5 1-1,-7-5-2,1 5-2,-7 0-3,-7-1-36,1-3-35,-7 3-46,-7 0-63,-12 1-51,0 2-26,-21-3 20</inkml:trace>
  <inkml:trace contextRef="#ctx0" brushRef="#br0" timeOffset="92991.2883">8060 7895 132,'-40'7'231,"2"-1"27,11-1-45,1-2-32,0 1-24,7-4-27,6 0-30,6 4-25,1-4-30,6 0-20,0 0-14,13-4-8,0 0-2,13 1 0,7-8 0,-1 4 2,7-5-1,7-1 3,6 1-1,-6 1 2,-1-4-25,1 4-35,-1 4-48,-12-4-54,-1 3-78,-6 1-50,-6 0-2,-7-4 19</inkml:trace>
  <inkml:trace contextRef="#ctx0" brushRef="#br0" timeOffset="93205.3025">8170 7290 100,'-12'-11'212,"-2"4"15,2 2-47,-2 5-60,1 5-32,7 5-16,-8 10-4,2 9 2,-8 7 4,7 12 1,-7 10 1,2 8-10,-2 8-13,0 2-15,1 1-15,-1 0-9,7-4-6,0-3-6,6-11-40,7-9-47,7-5-58,6-12-79,0-11-52,0-15-28,6-10 24</inkml:trace>
  <inkml:trace contextRef="#ctx0" brushRef="#br0" timeOffset="93394.2416">8288 7340 99,'0'-2'260,"-6"4"23,-1 7 32,-6 5-99,0 9-48,-1 6-34,-5 11-19,0 12-16,-8 6-29,7 12-20,-5 6-18,5 12-19,0 4-60,8 7-99,-1 6-114,0 6-57,6-9-32,-6-3-13,6-11 43</inkml:trace>
  <inkml:trace contextRef="#ctx0" brushRef="#br0" timeOffset="98753.023">10438 10862 76,'-20'-11'171,"1"-1"7,0-2-71,-8 3-40,7 0-19,2-3-9,-2 6-7,7-3-3,-7 5-4,8-2-5,-8 1 0,7-1-6,-1 4 1,-4 0 1,4 4 0,1-3 0,0 6-1,0-3 2,-1 4-4,-4 3-6,4 5-3,1-1-1,0 7-2,0 0-1,-7 4-2,8 1 1,-2 6 0,-5-4-1,-1 8 0,8-4 1,-8 4 2,0 0 1,1 1 0,-1 2 1,1 0 1,-1 5 0,0-1-1,1 4 3,0-4-4,6 5 1,-7-2 0,6 2-2,2-6 2,-1 6-4,6-5 2,1 0-1,-1 1-2,1-1 0,12-4 0,-6 5 1,13-4-1,-6-1 1,6 4 1,7-3 0,-1 0 2,1 3-2,6-4 2,0 5 0,0-4 1,-1-1 1,8 1-3,-7-4 1,7-1 1,-1-3-1,2-2 0,-2-6 2,1 2 3,-1-4 0,1-2 2,-1-5 3,7-2 0,-7 1 1,1-7 0,7 0 2,-8-1-1,1-6 0,6-5-1,-7 1 1,1-5 1,-1-2-3,8-1 1,-8-6 0,7-2 0,-6-2-4,-1-8-1,-6 0 2,7 1-2,-7-9 0,0-3-1,1 0 0,-9-4 2,2-3-1,0-4-2,-7-8-1,-7 2-1,0-6-3,-6 2 1,-6-9 0,-6 1-1,-2 0 1,-5 0-1,-7-5 0,-7 5 0,-6-4-1,0 8 5,0 3 2,-7 0 8,1 11 6,-1 4 8,-6 7 8,0 7 2,-1 8 2,1 3-4,1 8-3,-2 7-12,-6 7-6,14 4-5,-7 4-4,6 3-4,1 8-1,6-1 4,-1 8-3,8 0-1,-1 8-5,7-1-12,0 4-21,7 3-26,-1 5-25,1-1-27,12 0-31,0 1-27,1-1-51,6 3-19,0 2 6,0 0 17</inkml:trace>
  <inkml:trace contextRef="#ctx0" brushRef="#br0" timeOffset="99601.2234">6841 12580 193,'-13'-4'224,"7"4"12,-8-3-89,8-1-49,0 4-28,6 0-26,0-4-18,0 4-13,0 0-7,6-3-4,0 3-2,2-3 2,11 3-2,-6-5 3,6 5 4,7-4 7,1 1 4,5-1 2,1 1 1,-1-4 2,7 3-2,7 0-5,-1 4-3,1-4 2,7 4 2,-2 0 0,8 4-1,-7 0 0,7 0-1,0 3-5,-1 0-3,1 0-2,-8 1-3,2-1 0,-1-3-1,-7-1 1,-5 5-1,-1-4 0,-7-1 1,1 2 1,-7-5-1,-6 2 3,-1-2 2,-12 4 10,0-4 3,-7 0 3,0 0 1,-14 0-2,1-4-2,-7 4-11,-6-2-6,1-3-2,-15 2 0,1-1-1,1 0-1,-8 0 0,-7 4-2,8 0-7,-7 0-22,6 8-28,-6-1-26,6 4-24,1 0-26,-1 1-15,7 2-3,0 1-6,13-1-22,0-3 0,7 0 13</inkml:trace>
  <inkml:trace contextRef="#ctx0" brushRef="#br0" timeOffset="100485.2439">10073 12550 14,'-20'-7'208,"-6"-3"20,0-2 21,1 2-85,-1-1-39,-1 3-7,1 1 1,6-1-6,1 6-6,0-6-11,-1 4-10,7 4-6,0-3-5,0-2-7,7 5-9,-1 0-6,1 0-7,6 0-17,0-3-15,0 3-11,0 0-4,6 0-3,7 3 1,0-3 1,6 0 1,8 0 1,5 0 2,1-3 1,13 3 0,-1 0 0,7-4 1,7 4-1,0-4-1,-1 1-3,7 0 0,-6-2-1,0 2 1,-1-1-19,-6 4-33,0-4-40,-6 8-45,-7-4-48,-6 4-48,-1 4-50,-12 2-20,-7-3 14,-7 8 30</inkml:trace>
  <inkml:trace contextRef="#ctx0" brushRef="#br0" timeOffset="100634.7806">10529 12562 170,'-6'0'277,"6"0"11,-7 0 2,7-3-137,0 3-90,7 0-69,-1 0-61,7 0-82,1 3-67,-2-3-37,8 3-3,-14-3 18</inkml:trace>
  <inkml:trace contextRef="#ctx0" brushRef="#br0" timeOffset="105104.9975">7506 9685 42,'-7'0'135,"1"0"-39,-8 0-33,8 0-20,0 0-11,0 0-9,-8 0-5,14-3-3,-6 3 1,-1 0 2,1 0 0,6 0 1,-7 0-3,7 0-2,0 0-5,0 0-5,-7 0-2,14 0-1,-7 0-1,0 3-1,7-3 1,-1 5-1,1 2 1,-1-4 1,8 1 1,-2 3 1,2 1 0,5-4 1,-6 4-1,6-6 0,7 2-1,1-1 0,-1-3 5,0 0 3,6-3 3,1-1 1,-1-3 2,1 0-1,0-4 0,-1 0-3,1-1-3,-1 2-1,1-5-1,-7 4-3,6-3 0,-6 3-1,1-3 0,-1 2 0,-6 1-1,-1 0 0,1 4-1,-8-1-1,2 5 2,-2-5 1,-5 5 9,0 0 9,-1-2 9,-6 1 7,7-3 2,-7-3 1,6-2-6,-6-5-8,6-3-8,-6-6-8,0 1-2,7-8-2,-14 1-4,7-9-3,0 5 0,-6-5 0,6 1-1,-6 0 1,-1-1 2,-6 1 1,6 0 2,-5-1 0,-2 5 1,2-1 1,-2 5 3,1 1 3,-7 6 6,8 0 2,-8 6 3,1 1 1,-1-1-4,0 9-2,1-1-6,-7 3-1,0 1-3,0 7-2,-7 0-1,1 4-2,-1 3 0,-6 3-3,0 2-1,0 3-1,0 0 2,-1 3 0,1-3-1,7 2 1,-1 2 0,1-5 2,-1 1-2,7 3-1,0-6 2,0 2 2,7 1-2,-1-4-1,0 4 1,1 0 1,6-1-2,0 4-1,-1 0 1,2 9 0,-1 2 1,6 7-1,-6 8 1,7 4 0,0 3 0,-8 4-2,8 4 0,-1-1 1,0 0 2,7-2 1,0-1-1,-6-8 2,6-2-1,6-6 1,-6-3-3,7-5 1,6-6-1,-7-3-1,8-8 2,-2 1 0,8-3 0,-1-6-2,1-6-16,6 4-33,1-8-43,-1 4-54,0-4-66,-7 2-35,7-2-1,-6 1 22</inkml:trace>
  <inkml:trace contextRef="#ctx0" brushRef="#br0" timeOffset="105921.389">7637 10624 11,'-20'-12'148,"0"-3"9,-6 1-63,7-1-26,-7 1-14,6 3-3,-7 0 3,9 1-4,-2 2 3,0 1-1,1 3-3,-1 0-6,1 4-6,-1 4-6,0 0-9,1 7-8,6 7-4,-6 4 0,5 7-3,-6 8-1,8 7-1,-1 6-3,-1 10-2,2 1-3,-8 6 0,7 2 0,0 5 3,0-1 1,0-1 1,0 6 3,0-4 0,6-5-1,1 5-3,-1-8 1,7 0 0,0-8-1,7 0 0,-1-2-1,14-6 2,-7-2 3,13 0-2,0-4 0,0-4 1,13-3 3,-6 0 1,6-8-2,0 0-1,6-4 2,-5-2-1,5-5-1,1-4 1,-7 1 1,6-3 1,1-5 1,-1-4-1,-5 1 3,-1-4-2,0-4 2,-7 1 0,2-4 2,-2-8-2,1 1 1,-7-5 0,7-6-1,-8-2 0,1-6 2,-6 1-1,6-9-1,-7 1-1,-5-8 0,-2-7-3,2-3-3,-14-12-4,0-3-1,0-4 4,-14-11-2,2 0 2,-8-11-1,1 0 0,-14-4 1,0 1-5,0 6 2,-12 5 9,-1 11 14,-5 9 9,-8 17 9,0 10 7,0 11 1,-13 14-6,7 12-8,-6 14-8,0 16-7,-2 10-9,2 7-1,0 11-6,-2 8-4,15 3-4,-1 1 2,7-5-1,13 0 0,6-6-5,7-9-25,20-2-23,-1-7-28,20-2-34,1-6-35,12-4-36,6-1-38,1-2-20,6-3 5,-1-2 24</inkml:trace>
  <inkml:trace contextRef="#ctx0" brushRef="#br0" timeOffset="106852.0209">7571 10040 92,'-7'-9'103,"7"4"-46,0-2-27,0 3-15,0 4-11,-6 0-17,6 4-48,0 3-31,0 5-16</inkml:trace>
  <inkml:trace contextRef="#ctx0" brushRef="#br0" timeOffset="107082.0356">7206 11983 77,'-13'77'167,"1"-15"3,4-11-80,-4-6-42,5-9-22,7-10-10,-7-5-6,7-5-1,-6-6 1,6-2-2,0-8 2,-7-4-3,7 0-4,0-3-6,0-3-19,0-2-27,0 1-65,-6 0-30,6 4-17</inkml:trace>
  <inkml:trace contextRef="#ctx0" brushRef="#br0" timeOffset="108048.0086">13104 10001 23,'6'-7'230,"-6"-1"21,0 1 15,-6 0-85,6 3-56,0 1-33,0-1-28,0 4-21,0 0-12,6 0-11,0 4-6,8-1 0,5 1-1,1 3 0,6-4-1,6 5-3,7-4 2,0-4-3,7 0-1,6 0-8,-7-4-29,8 0-44,-8 4-49,1 0-61,-7 0-62,-7 4-25,-12 3 12,-7 0 34</inkml:trace>
  <inkml:trace contextRef="#ctx0" brushRef="#br0" timeOffset="108234.1583">13377 10272 142,'-32'8'294,"-1"-1"40,7-7 37,6 0-105,0 3-60,8-3-44,-1-3-41,13 3-39,0-5-37,13-1-21,-1-2-12,14-3-5,1 0 0,5 0-1,1 0-20,6 1-35,0-1-44,0 3-56,7 1-56,-7 0-59,0 2-55,-7 2-7,-6-4 24,1 2 44</inkml:trace>
  <inkml:trace contextRef="#ctx0" brushRef="#br0" timeOffset="108854.3686">14484 9711 183,'-20'-11'335,"8"1"43,-1 5 33,0-1-111,6 6-63,-5 3-61,4 5-43,-4 6-21,6 8-16,-1 8-10,-6 6-3,6 8-9,1 4-11,-1 4-20,0-2-15,7 2-15,0-8-33,0-1-44,7-7-66,6-5-71,-6-6-75,6-7-67,6-2-65,-5-10-4,5-2 39,1-12 57</inkml:trace>
  <inkml:trace contextRef="#ctx0" brushRef="#br0" timeOffset="109040.5594">14673 10015 168,'7'-6'336,"-7"-2"39,7 1 21,-7 3-112,0 0-76,6 0-64,0 4-49,1 0-29,6-3-11,7 3-5,-1-4-2,7 1-5,7-1-10,-1-3-12,7-1-10,-5 1-24,4 0-42,1-1-51,-6-2-59,-1 2-67,-6 1-69,-6-1-57,-1 4-3,-5-2 29,-2-1 48</inkml:trace>
  <inkml:trace contextRef="#ctx0" brushRef="#br0" timeOffset="109186.4737">15104 9763 166,'-14'-3'331,"2"-1"51,-8 0 42,7 4-98,0 4-57,0 0-52,0 5-54,0 7-48,7 10-37,-2-1-27,2 8-19,6 8-13,0 2-32,0 1-74,6 4-85,8-4-77,-1-3-65,6-5-86,8-4-23,-1-9 42,0-9 65</inkml:trace>
  <inkml:trace contextRef="#ctx0" brushRef="#br0" timeOffset="109581.2955">15801 10034 52,'25'-25'256,"2"-2"39,-7 2 41,-1-5-61,0 1-38,-5 0-26,-8-4-27,7 0-29,-13 4-35,0-5-38,0 2-25,-6 3-5,-7-1 9,-1 8 3,-5 1 3,0 5 3,-8 9-1,1 5-12,0 8-15,-7 5-11,1 3-5,6 9-5,-7 2 0,7 5-4,7-5-5,6 4-1,0-6-3,7-1-2,6-5-3,6 2-3,7-8 2,0 0-2,6-4-1,1-3 0,6-1-1,0-3-1,1-3 0,-2-1-1,8 1 1,-8 3 1,2 0 0,-1 3 7,0 8 23,-6 5 35,-1 1 46,1 12 33,0 12 24,-1 2 6,-6 13-19,0 7-34,-7 5-49,8 2-51,-8 0-50,-6 0-45,0-4-39,-6-4-49,-2-1-59,2-1-48,-6-5-41,-2-7-33,8-5-42,6-10-56,-7-7 4,7-8 33,0-13 48,7-10 59</inkml:trace>
  <inkml:trace contextRef="#ctx0" brushRef="#br0" timeOffset="109784.3053">16381 9968 438,'19'-29'574,"-13"0"84,8 0 46,-8 6-106,0 9-139,8-1-148,-1 7-122,0 2-77,6 2-48,1 4-28,6 4-40,7-1-50,-1 4-75,1 0-117,6 1-122,0 3-106,0-1-77,0 5-51,-6-3 23,-1-2 85,-6 5 108</inkml:trace>
  <inkml:trace contextRef="#ctx0" brushRef="#br0" timeOffset="109965.3554">16785 10045 61,'-26'7'449,"-7"-3"170,1-4 128,5 0 77,1 0-144,7 0-101,6 0-126,6 4-166,1-4-125,12 0-80,7 3-40,1-3-24,12 4-4,6 0-27,7-1-49,6 1-81,1 0-140,7 0-147,5-4-147,1 3-101,-7-3-53,6-3 28,-5-5 108,-1 1 136,-7-4 129</inkml:trace>
  <inkml:trace contextRef="#ctx0" brushRef="#br0" timeOffset="110178.1979">17599 9723 305,'-6'-4'605,"-7"-4"137,6 5 83,-6-1-20,0 0-160,0 8-145,6 3-175,-5 8-123,5 11-72,-6 7-42,0 7-31,-1 8-15,2 10-40,6 1-64,-8 7-115,8-7-162,-1 2-152,7-5-119,7-8-68,6-9-39,12-13 25,2-11 118,-1-20 128,13-8 112</inkml:trace>
  <inkml:trace contextRef="#ctx0" brushRef="#br0" timeOffset="110464.2064">17977 9968 223,'0'4'510,"0"-1"112,-6 4 90,-1 5 6,-6 3-115,6 7-110,7-5-132,-6 9-104,6 0-85,0-1-73,6 1-46,1-1-27,0-6-12,12 0-7,-5-9-4,12-2 0,-7-8-1,7-8-1,0-6 6,0-8 7,0-5 6,0 2 2,-6-8 0,-7-3 6,0 0-3,-13-1-10,0 0 0,-13-3 2,-7 7 8,-6 3 4,-13 8 3,-1 5 4,-5 8-4,-1 6-4,1 11-7,-1 6-18,7 5-37,7 2-74,5 8-148,9 1-181,4 3-164,14 0-154,0-4-59,14 0 22,4-3 123,9-4 165</inkml:trace>
  <inkml:trace contextRef="#ctx0" brushRef="#br0" timeOffset="110636.9804">20095 10011 97,'65'-2'257,"-13"-6"14,1 1 8,-15 3-122,8 0-145,-14 0-140,-6 4-72,1 4-41,-14 0-21</inkml:trace>
  <inkml:trace contextRef="#ctx0" brushRef="#br0" timeOffset="111872.6511">19378 9821 42,'-7'-3'121,"7"-4"-49,-6 2-30,6-1-10,-6 2 1,6-3 6,-8-1 14,2 1 12,0 0 14,0 0 8,-8-1 10,8 0 9,-1 1 12,1-4 7,-8 8-3,8-5-4,-6 4-13,-2 4-14,1 0-23,-7 4-20,8 7-12,-8 3-7,0 6 0,-5 5 2,5 1 5,0 10 3,-6 1 2,7 3-2,5 8-8,8-5-8,0 5-9,6-4-8,6 0-6,14-3-1,-1-1-2,7-7 1,7-4-7,6-7-18,6-8-21,8-2-33,-1-12-35,7-7-32,6-4-23,-6-8-7,-1-6 8,-6-2 18,0 2 30,-13-5 30,1 1 31,-8 4 22,-13 3 26,1 3 29,-7 2 21,-6 5 19,-7 1 19,-7 4 23,0 7 15,-5 4 17,-2-1 17,2 8 9,-8 4 12,7 3 8,0 0 2,0 4-12,0 0-21,13 1-19,0-5-27,0 0-28,13-3-24,0-1-19,6-3-9,1-7-8,7 0 0,-2-8-4,7-3-1,-5-5-1,-8-2 1,8-4 1,-15-5-1,2 6 1,-8-5 0,-6 3 0,-6 1-4,-8-1 2,-12 12 2,1 0 7,-9 7 4,-5 4 4,-6 6 5,6 2 4,0 5-4,0-2-7,6 4-8,14-4-7,-1-1-12,13-3-34,14 4-53,0-8-70,12 4-72,7-7-74,7-4-72,6-4-48,0-3 12,6-11 47,1-1 62</inkml:trace>
  <inkml:trace contextRef="#ctx0" brushRef="#br0" timeOffset="112065.5665">20277 9631 37,'7'-19'388,"-7"-3"84,0 8 52,0-1 26,0 4-176,6 0-92,-6 7-97,13 1-84,-6 3-48,13 0-25,-1 3-13,7 6-7,0 1-3,7 0-5,5 2-41,2 6-71,-7 0-79,5 9-82,-5-6-84,-1 4-101,1 1-15,-7 0 40,-12-3 65,-2-6 73</inkml:trace>
  <inkml:trace contextRef="#ctx0" brushRef="#br0" timeOffset="112237.4703">20460 9803 299,'-26'-3'412,"-1"-1"53,1 4 29,7 0-146,-1 0-76,0 7-77,14 1-83,-7 2-53,7 5-27,6 3-13,-7 4-10,7 0-3,7 7-5,-7-3-34,6 3-61,-6 0-73,7 0-84,5-2-95,-4-5-85,-2-4-9,7-7 35,0-7 59</inkml:trace>
  <inkml:trace contextRef="#ctx0" brushRef="#br0" timeOffset="112546.2094">20655 9936 133,'13'-9'330,"-6"6"33,-1 3 20,0-3-90,-6 6-82,0 0-67,-6 6-52,0 1-26,-7 5-15,-7-1-8,8 1-7,-8 4-3,0-5 0,7 1-3,-7-5-2,8 2-4,5-5-5,0-7-6,7 0-7,7-4-6,0-7-3,5-1-2,2-5 1,-2 3-3,8-1 1,-1 0-1,-5 4 0,5 8 1,1-1 2,-8 4 5,8 4 7,-6 6 13,-2 1 13,1 7 19,1-3 22,4 6 13,-4 2 3,-1 0-9,0 2-8,6-4-18,1 2-33,0-2-64,-1-2-83,7-4-86,0-1-94,7-10-106,-1 0-63,1-12 13,-1-2 54,1-9 72</inkml:trace>
  <inkml:trace contextRef="#ctx0" brushRef="#br0" timeOffset="112778.635">21469 9844 217,'7'-8'343,"-14"1"30,-5 3 35,-2 8-85,-5 3-80,6 1-40,-6 2-17,-1 5-6,0 4-13,7-1-19,1 3-23,-2 2-24,14 2-22,0 1-18,7 4-23,6-1-17,0 0-10,13 0-5,-6 0-3,-1-3-2,7-1 2,-12-2-2,-2-1 2,-6 0 4,-6 0-1,0-4 3,-12 3-4,-2-2-10,-5 3-65,-7-3-102,0-4-118,0-5-128,7-3-95,-7-3-39,6-8 37,7-3 87</inkml:trace>
  <inkml:trace contextRef="#ctx0" brushRef="#br0" timeOffset="112941.7273">21899 10353 266,'46'0'595,"-7"-4"84,-13 4 47,-6 0 23,-13-4-254,5 4-294,-12 4-319,0 0-284,0 3-177,-6 0-91,0 4-36,-14-3 76,7-5 164</inkml:trace>
  <inkml:trace contextRef="#ctx0" brushRef="#br0" timeOffset="116512.2405">17195 10781 201,'-7'-3'247,"-5"-1"24,6 0-48,-2 4-74,2-3-39,6 3-23,-6-3-24,6 3-23,0-4-24,0 4-9,6 0-4,0-4 0,8 0 7,5 1 16,7-5 21,0 4 18,13 0 19,1 1 23,11-4 14,2 2 6,12 5 4,7 0-1,6 0 0,13 9-11,0-6-9,14 4-5,5 0-10,7 1-12,7 4-15,7-2-15,5 5-11,2 3-10,4 4-8,2 0-10,6 4-4,-6-1-1,-2 1-4,-4 0-1,-2-5-1,1 1 1,0-7 1,-6-4 4,-1-4-2,-7-2-9,-5-10-31,-1-2-58,1-1-78,-15-6-102,2-1-114,-14 1-99,-7-1-26,-11-3 28,-15 0 64,-19 3 88</inkml:trace>
  <inkml:trace contextRef="#ctx0" brushRef="#br0" timeOffset="116696.6947">21874 11049 27,'59'0'702,"-20"-12"140,-13 2 79,-14-5 38,-5 0 7,0 1-502,-7 6-314,13 5-246,-7 3-267,14 3-234,6 8-179,-7 4-49,7 3 26,0 5 81,-13-5 175</inkml:trace>
  <inkml:trace contextRef="#ctx0" brushRef="#br0" timeOffset="118479.3482">16902 6301 28,'6'0'169,"-6"-4"19,0 0-61,0 4-30,0 0-21,0 0-16,0 0-17,0 0-18,0 0-11,0 0-7,0 0-2,0 0-4,0 0-1,0 0 2,0 4 1,7-4 10,-1 0 11,1 0 16,0 4 11,5-4 9,8 0 4,0 0-6,5 0-9,2 0-13,5 0-9,1 3-1,0 0 5,6 6 8,6-6 5,1 4 1,6 1 2,6-1-4,1 1-10,0-2-8,6-1-8,-7 2-3,8-7-7,-8 3 0,1-3-2,-7 4 0,-6-4-3,-1-4-1,-6 4-8,-13 0-27,1-3-29,-7 3-40,-8 3-49,-6-3-90,-6 8-43,-6-1-1,-6 0 15</inkml:trace>
  <inkml:trace contextRef="#ctx0" brushRef="#br0" timeOffset="121709.0951">17235 6312 22,'-27'12'152,"7"-6"8,-6-2-63,7 0-34,-1-1-9,8-3 3,-8 0 5,7-3 1,6 3 4,-6-4 11,7 0-1,0 0 1,-8 2 1,14-3 0,-6 2-7,0 3-11,6-4-14,-8-1-14,8 5-12,8 0-8,-8-3-6,6 3-3,7-3-3,0-1-1,6 4 0,7-4 0,0-2-1,1 1 1,-1 1-1,6 1 2,1-1-1,-1 1 2,1 3-1,-1 0 0,1 3 1,7-3 0,-8 4 1,1 3-1,-7-2 0,6-2 0,-6 4-2,-6-3 1,-1 2-2,0-1 1,1-1 0,-13-1 0,6 2 1,-7-5 2,1 2 3,-7 2-1,0-4 1,-7 0 0,-6-4-1,0 4-2,-7-2-1,-5-3 1,-1-2-1,-7 2 2,7-1-2,-14 2 1,8-3-1,-1-1 0,7 4 5,1 1 3,-1-1 4,6 1 2,0-1 2,7 1 2,7-1-6,0 4-5,-2-4-2,2 4-3,6-4-3,6 4 0,2-3-1,4 3 0,1-4 1,7-4 2,6 2-2,7-2 0,-1 5 3,7-5-1,1 2 1,5-2-1,1 4 3,-1-3-3,1 3 1,6-4-3,-6 2 1,6-6 1,-7 5-1,1-4 0,-1-4 0,-6 5 3,1-9 0,-7 4 2,-1-3 2,-6-5 0,0 2 0,-7-4-4,-5-4 1,-1-5-1,-7-2-1,-6-9 1,0 2-1,-13-5 3,0-7-5,-6-3-1,-1-5-3,-6-3-2,-1 1-2,-5-2 0,-7 2 2,0-2 1,1 5-1,-9 0 2,1 7 0,-5 7-1,-2 1 1,1 6-1,-7 8 2,8 4-1,-8 7 1,1 4 1,-1 7-1,0 11-2,0 3 2,1 5 1,-7 10 0,6 8 1,0 3 6,1 11 2,5 8 2,2 8 2,5 5 1,0 8-3,7 9-5,0 2-3,6 4-3,1 1 2,12 0 0,-5-1 1,11-4 0,8-3 1,6-7 1,6-5-4,8-6-1,5-3 3,13-6 2,14-2-4,6-8-23,14 1-40,11-9-44,8-1-52,6-2-52,7-8-78,-1-3-17,-5 1 17,-1-5 33</inkml:trace>
  <inkml:trace contextRef="#ctx0" brushRef="#br0" timeOffset="121858.0326">17926 6484 95,'-8'-8'255,"-4"-2"26,-2-2 21,-5 3-111,5 1-59,2-1-36,6 3-31,-8 2-32,8 4-27,6 0-27,-7 0-33,7 4-42,0 2-53,-6 6-75,6-1-36,-7 4-6,7 3 15</inkml:trace>
  <inkml:trace contextRef="#ctx0" brushRef="#br0" timeOffset="122884.093">5030 14474 139,'-13'-8'199,"0"1"14,7-1-85,-2 2-42,8-2-24,0-3-16,8 5-17,-2-2-10,7 0-4,0 1 1,6 0 4,1 3 2,6 4 3,-7 4 2,7 3-1,0 4-5,1 3-4,-7 9-4,-2 6-3,2 1-4,-13 9-4,-1 2 0,1-1 0,-14 4-2,1 0-1,-7-4 1,-1 1 0,-4-8 0,-2-1 1,7-6 2,-7-3 0,8-5 0,-2-4-1,1-3 0,6-3-1,1-4 0,6-1-2,6-6 0,-6 3-2,14-8 2,-8 4-2,14-3 1,-8 3 0,15 1-2,-7 3 3,6 0-3,-7 7 2,7 0-1,-6 5 1,-1 2 2,-6 4 0,0 8 3,-7 3-3,-6 5 3,-6 5-2,0 5-24,-7 3-34,6 2-48,-6-6-72,-1-2-42,2-12-19,6-6 11</inkml:trace>
  <inkml:trace contextRef="#ctx0" brushRef="#br0" timeOffset="123090.4091">6411 14511 168,'14'7'203,"-14"11"7,-14 8-89,-5 7-44,-7 11-25,0 8-19,-13 2-11,5 1-8,-4 0-7,-1-3-3,0-5-9,6-3-26,7-11-36,0-7-60,6-12-44,1-10-27,6-11-6</inkml:trace>
  <inkml:trace contextRef="#ctx0" brushRef="#br0" timeOffset="123252.3172">5961 14679 132,'0'-15'220,"0"1"10,0 7-71,0 0-48,8 3-38,-2 4-32,6 4-15,2 5-5,12 7 1,-1 6 0,8 3-2,0 4 1,13 5-6,0 7-4,-1-2-13,14 1-30,-1 2-43,1-6-65,6 0-58,-6-3-29,-1-11-9</inkml:trace>
  <inkml:trace contextRef="#ctx0" brushRef="#br0" timeOffset="123437.7679">7173 14737 139,'-6'4'281,"0"4"17,-1 3 13,-6 7-113,0 4-69,0 4-50,0 3-28,0 7-17,6 1-14,1 0-18,-1 0-28,7-1-32,7-6-34,-1-1-36,8-11-46,-2-4-64,8-10-20,-1-8 9,1-6 21</inkml:trace>
  <inkml:trace contextRef="#ctx0" brushRef="#br0" timeOffset="123667.2352">7506 14918 168,'13'15'221,"-6"-1"20,-1 4-68,0 0-46,1 1-30,0 2-20,5-2-18,2-4-17,-1-1-15,-1-6 0,2-1 4,-2-7 15,2 0 11,-1-7 11,-7-4 10,1-3-2,-7-2-3,0-6-9,-13 0-11,6-3-10,-13 3-8,8 3-7,-8 1-8,1 4-7,-1 2-6,0 5-15,1 3-33,6 4-45,0 8-52,7 2-62,6 6-83,0-2-44,6 1 3,7-4 27</inkml:trace>
  <inkml:trace contextRef="#ctx0" brushRef="#br0" timeOffset="123829.3242">8132 14723 197,'45'-22'236,"-13"4"22,2 3-66,-2 8-41,-7-4-23,2 6-18,-7 3-16,6-2-15,0 4-21,0 4-11,-1-4-10,8 7-8,0 0-17,0 0-50,-1 5-56,-5-1-86,-9 3-80,2-3-44,-7 4-12,-13-5 29</inkml:trace>
  <inkml:trace contextRef="#ctx0" brushRef="#br0" timeOffset="123997.205">8353 14910 154,'-13'8'378,"0"-1"72,0-4 46,-1 2-70,8-5-93,0 3-85,6 0-83,0-3-69,6 4-46,0 0-24,14-4-13,0 3-2,6 1-22,0-4-63,13 8-81,-6-5-91,6-3-108,0 4-93,-7-1-32,2-3 36,-9-3 67</inkml:trace>
  <inkml:trace contextRef="#ctx0" brushRef="#br0" timeOffset="124363.4111">8894 14511 244,'12'-11'427,"-4"-1"34,-2 2 17,0 6-69,1 0-160,-1 0-110,1 8-67,6 0-31,0 0-13,0 6-4,7 6-6,-7 2-1,6 1-2,-6 6-1,1 0-3,-8 0-4,0 4 0,-6 5-8,0-5-32,-6 4-32,-8-3-24,8-4-11,-14-1-8,8-3 6,-1-8 30,-1 1 30,8-7 19,0-2 10,-1-2 4,7-4 0,7 0 2,-1 0-3,7 5 3,0-5 2,6 0 1,1 3 2,0 0 1,6 5 2,-1 0 1,2 2 1,-1 1 0,-6 4 2,0 3 4,-1 1 13,-13 2 16,1 5 14,-14 7 11,1 4 4,-13 3-4,-8 4-9,-5 4-15,-2-1-33,2 4-62,-7 1-86,7-5-114,-1-6-104,7-4-56,0-15-11,7-11 34,5-11 73</inkml:trace>
  <inkml:trace contextRef="#ctx0" brushRef="#br0" timeOffset="124662.2924">9597 14786 370,'7'11'470,"-7"0"44,0-1 53,0 9-68,0 2-102,7 2-73,-7-2-49,6 5-28,7-4-46,0 0-54,6 0-50,8-4-40,-1-3-22,6-8-15,7-7-5,-6-3-3,6-12-4,-12-3-3,-2-8 1,-5-7-1,-20-4 1,-7-7-5,-12 4 7,-14 0 5,-12-1 8,-14 9 14,-6 10 6,-1 3-1,1 12-3,-6 7-24,12 11-72,0 8-138,7 6-153,13 8-149,7 8-155,6 2-64,13 5 19,7-4 102,6-3 133</inkml:trace>
  <inkml:trace contextRef="#ctx0" brushRef="#br0" timeOffset="124861.1604">11077 14833 38,'52'8'743,"-19"-5"162,-14 1 89,-12-1 43,-7-3-1,0 4-535,0-1-332,0 1-244,6 0-198,7 0-166,-7-1-109,8 5-38,-8 2-26,0 1-12,1 0 11,0 4 73,-1 0 83,-6-8 82</inkml:trace>
  <inkml:trace contextRef="#ctx0" brushRef="#br0" timeOffset="126207.5754">13807 14415 172,'0'5'230,"6"-3"11,-6-2-75,7 0-57,-7 4-36,0-4-32,0 0-20,0 0-9,6 0-2,-6 0 0,7 4 3,-7-4 2,13 0 1,-7 0-1,8-4-2,-2 4-1,2-4-5,5 2-3,1-3-1,0 2-10,-1 3-30,0-4-38,0 0-53,1 1-67,0-1-35,-1 0-11,-12 4 20</inkml:trace>
  <inkml:trace contextRef="#ctx0" brushRef="#br0" timeOffset="126601.2708">13852 14691 115,'-19'2'270,"-1"-4"31,8 2 25,-2 0-109,2-4-59,5 4-38,0 0-36,1 0-30,6 0-26,6 0-16,1-4-6,12 4-4,-5 0 0,11 0-1,1-4-1,7 1 0,-1-1 0,8 4 3,-1-4-1,7 0-7,-7 4-32,6-3-44,-5 3-60,-2 0-86,-5 0-62,-7 0-24,0-4 14,-13-3 36</inkml:trace>
  <inkml:trace contextRef="#ctx0" brushRef="#br0" timeOffset="126852.3112">13989 14178 231,'-6'-12'324,"6"5"17,-7 3 5,14 0-139,-1 4-84,13 8-53,1-4-20,7 6-6,5 5 5,7 4 0,1-1 2,5 8-4,7-1-7,-7 4-10,8 1-6,-15 7-5,2-1-4,-7 1-2,-7 3-3,-13 4-2,-13-1-1,0 5-3,-13 0-3,-7 0-21,0-7-44,1-1-52,-7-8-64,0-3-65,0-6-81,6-8-27,1-9 21,5-6 38</inkml:trace>
  <inkml:trace contextRef="#ctx0" brushRef="#br0" timeOffset="127299.4119">15735 14313 136,'40'0'461,"-7"0"49,-7 0 28,-7 0 15,1 3-196,-1 1-154,-6 4-75,7 2-30,-1 2-16,-6 2-3,6 1-8,1 3-8,-7 0-17,1 1-18,-2-2-11,-12 2-6,6 4-3,-12-2 0,0 1-1,-7 4-5,0-1-9,-6-3-6,-8 5-2,1-9-1,0 0-2,0 1 4,0-5 6,7-3 2,5-4-4,2 0-3,5 0 2,0-3-2,7 0 0,7 3 0,0 1 4,5-2 6,8 3 1,6 2 2,0 0 1,7 4 1,-1-1 0,1 4-2,0-4 0,-7 5 0,0 0 1,-13-2 0,-1 3 2,-5-3-1,-7 5-1,-7 4-11,-5-1-33,-8 1-58,1 0-76,-7-4-80,6 0-74,-7-4-73,8-3-59,6-4 8,0-8 50,7-6 66</inkml:trace>
  <inkml:trace contextRef="#ctx0" brushRef="#br0" timeOffset="127627.3043">17345 14364 349,'13'-3'540,"-6"3"85,-1 0 75,-12 0-43,-1 6-116,1 2-110,-1 3-117,0 7-75,1 4-67,-7 11-61,6 3-42,1 10-24,0 0-14,6 6-11,0 2-9,6-2-14,7 0-19,0-5-30,13-7-30,7-6-40,6-9-44,-1-3-62,9-15-73,5-3-66,-1-11-60,2-8-28,5-6-16,7-5 13,-6-8 31,0 2 32,-7-1 55,-7 0 51,-5 3 53</inkml:trace>
  <inkml:trace contextRef="#ctx0" brushRef="#br0" timeOffset="127893.2164">18186 14609 52,'-7'5'454,"1"-3"108,-8 2 69,8 0 52,-7 0-145,6 4-107,1-1-136,0 0-105,-1 0-63,7 0-52,0 1-33,0-4-23,7-1-11,-1 1-2,7-4-6,0-4-3,0 1-12,0-9-13,0 2-11,-6-5-13,-1 0-2,1-2 0,-14-3 8,1 5 16,-7-2 10,0 3 10,-13 6 5,0 0 3,-7 8 0,1 4 1,5 8 0,-5-2-5,6 5-20,6-1-67,1 5-85,13-4-83,-2-1-84,16-3-79,4-5-67,14-1-18,1-5 42,5-7 58,7-4 70</inkml:trace>
  <inkml:trace contextRef="#ctx0" brushRef="#br0" timeOffset="128080.3208">18550 14141 513,'7'-30'775,"0"5"114,-7 3 70,0 4 42,0-1-318,-7 8-249,7 4-167,0-1-113,7 5-70,-1 3-53,1 7-46,5 1-35,8 2-38,0 1-40,6 1-75,7 1-99,-1 3-134,1 2-136,-7-3-130,6 2-78,-13-1 10,1-2 79,-13-3 135,-7-4 150</inkml:trace>
  <inkml:trace contextRef="#ctx0" brushRef="#br0" timeOffset="128237.0782">18688 14262 395,'-20'18'716,"0"1"109,-6-2 65,1 2 37,-2 7-272,1-1-226,0 4-187,6 5-144,1 2-116,-1 1-121,8-1-138,-2 1-136,1-4-109,7-4-78,-1-3-53,7-8-20,7-3 61,-1-11 93,1-4 102,5-4 103</inkml:trace>
  <inkml:trace contextRef="#ctx0" brushRef="#br0" timeOffset="128545.2557">18942 14504 295,'19'-16'552,"0"10"112,-5-2 100,-14 8-29,0 0-98,0 4-151,-14 3-128,2 8-106,-8-1-97,1 5-63,-1 3-40,-6 0-26,6 0-18,-5-1-9,11-5-14,-6 2-25,14-8-17,0-2-15,-1-8-6,7 0 0,7-8 9,5 1 23,2-5 14,-2 3 12,8-3 13,0 2 4,-1 3 9,1-1 8,0 4 17,-1 4 28,-6 4 15,6 4 14,1 1 3,-7 3-2,7 5-14,-8-1-23,8 6-30,0 0-38,-1-4-52,1 4-72,0-7-112,-1 0-130,7-8-116,-6-3-80,6-8-55,7-7-41,-7-8 51,6-3 101,-7-7 108,2-4 97</inkml:trace>
  <inkml:trace contextRef="#ctx0" brushRef="#br0" timeOffset="128762.8954">19593 14434 436,'13'-14'658,"0"2"121,-13 5 86,-6 3-54,-1 4-145,1 7-180,-1 4-165,-6 4-110,7 4-81,-1 2-50,7 2-35,0-2-19,0 6-15,7-2-13,-1-4-14,0 6-13,8-5-10,-8-4-11,7 0-11,0 1-22,0-5-37,1 1-29,-2-5-8,-5-3 7,-1 1 12,-6-1 28,-13 1 45,1-2 47,-8 6 16,0 3-20,-13 0-76,1-1-144,-1 5-163,1-2-188,-7-2-94,7-1-27,-1-10 48,-1-4 129</inkml:trace>
  <inkml:trace contextRef="#ctx0" brushRef="#br0" timeOffset="128946.3049">20622 14445 518,'73'-23'951,"-22"-2"159,-11 0 84,-8-2 17,-5 10-296,-9 5-507,2 5-380,0 7-376,5 0-354,2 7-249,5 1-89,1-4 13,0-4 88,-8-8 197,2 1 262</inkml:trace>
  <inkml:trace contextRef="#ctx0" brushRef="#br0" timeOffset="130714.7307">17273 10576 92,'-20'-4'177,"2"0"13,-2 1-75,0-1-29,7 1-1,-7-1 16,8 1 12,5-1 14,-6 0 18,6 0 5,1 1-10,0-1-22,6 4-21,0 0-24,0 0-25,12 0-22,2 4-12,5-1-8,13 5-5,1 3-1,13-1-2,-1 5 1,14-4 1,0 4 4,6 0 0,7-4 2,-1-1 4,14 2 4,-7-5 7,7-3 3,0 3 2,0-3 2,-1-4 1,8 3-3,-1-3-7,0 0-3,7-3-2,5-1-4,2 1-5,-1-1-19,7 4-64,-1 4-105,-5 3-117,-1 3-63,1 5-32,-14 4-2,0-1 54</inkml:trace>
  <inkml:trace contextRef="#ctx0" brushRef="#br0" timeOffset="136029.1422">16100 6345 95,'-6'-7'174,"-7"-1"4,7-3-74,-8 8-38,2-1-19,-2 4-13,8 0-10,-7 4-7,6-1-6,1 2-5,-1 1-3,7 5-2,0-3 2,0 3-2,7-1 0,-1 2 0,8-5 2,4 3-1,2-1 0,7-3 2,5-2-2,1 0 2,-1-1-1,7 0 0,1 2-1,-2-5-2,1 4 0,1-4 0,-1 3 0,0 2 3,7-5 2,-7 2 5,7-2 5,-1 4 4,7-4 3,-7 3 3,14-3 3,-7 5 0,7-5 0,6 0-2,0 0-3,0 0-4,8 0-6,-8-5 0,6 5-1,0-3 0,2-1-5,-2 4 4,1-2-1,-1-3-3,7 2 0,-6-1-3,0 4 2,-7-5-2,7 5 2,-7 0 3,0 0 1,0 0 0,7 0 1,-7 5 0,0-5 0,0 4-2,0-1-3,7 2 0,-6-5 1,5 2-2,-6-2 0,6 4-3,-5-4 3,6 0 1,-7 0 0,6 0 0,-5 0-2,5 0 1,1 0-3,-6 0-1,5 0 0,0 0-1,-6-4-1,1 4 2,-1-2-2,0-3 1,7 2 3,-7-6 2,0 3-2,1-2-1,5 2 3,0-6-3,-6 5-3,8-4-2,-2 0 1,1-1 0,-7 2 0,7-5 2,-1 4 1,1-1 1,0-2 3,0 3 1,-1 0 0,7-3-2,-6 3 0,-1-1 0,8 6 0,-8-5-2,1 3 2,0-3 1,-1 4 2,2 0-3,-2 3 1,0-4 1,2 5-4,-2 0-4,0-2-1,2 1 2,-2 1 0,-6 3-1,0 0 1,7 0 3,-7-4-1,0 4 1,0 0 0,0 0 0,0 0 0,1 4-1,-1-4-1,-6 0-2,6 3 2,-6 1-1,6-4 0,-7 5 1,1-2 0,0 0 2,-8 5-2,8-4 1,-7 3 0,1 0 1,6 0 0,-8 1-2,1-1 0,1-3 1,-1 4-1,0-6-1,-6 3-1,6-2 2,-7 1 0,1-4 0,-1 0 0,2 0 0,-2 0 2,-7 0-1,9 0 3,-2 0-1,1 0-2,-1 3 1,1-3-1,6 4 0,0 0-3,0-4 0,7 4 1,-7 3 0,7-4-2,0 1 1,-1 3 1,0-2 1,1 1 0,0-2 0,-1 3 3,1-4-2,6 2 1,-6-1-2,0-1 0,-1 2-1,-5-5 1,5 2 0,1-2 2,-8 4 1,8-4 9,-6 4 8,-1 0 4,7-1 6,-8 1 2,8 0 1,-7 0-7,7 3-7,0-4-4,-1 4-5,1 1-4,6-4-1,-6 3-2,0-4-2,6 4-1,-7-3 0,1 1 0,0-2 2,-1 0 2,1-3 5,0 4 3,-1-4 1,8 0 4,-9 0-1,2 0-2,0 0-4,-1 0 0,-5 0-3,-1 0-4,0 0-1,-6 0 1,-1 0 0,-5 0-1,-2 4-2,-5-4 1,-1 0-2,1 3 1,-13-3 0,6 0 1,-7 0 2,1 0-1,-7 0 0,-6 3 1,5-3 1,-5 0-3,-7 0-3,7 0-17,-7 0-41,-7 0-54,-6 5-65,-7-1-85,-6-1-47,-13 2-8,-6-3 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07T03:13:55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5525 6304 60,'-6'-11'35,"-1"5"-13,0-3-6,1 2-2,0 0 0,-1 0 1,1 3 3,-1-3 0,7 3 0,-7 1-1,1-2 2,6 3-5,-6 2-2,6-4-2,0 0-1,-8 4-3,8 0-2,0 0-3,0 0-1,0 0 0,8 0-1,-8 0-1,0 4 1,6-4 0,-6 4 1,6-4 2,-6 2-1,7-2 1,0 5-2,-7-5 1,6 3-1,1-3 0,-1 4 0,0-4 1,1 3-2,0 1 2,-1-4-1,0 4 3,1 0-1,0-4 0,-1 3 2,1 1-2,-1-4 1,1 3-2,-1-3 1,1 0 2,-7 4-4,6-4 0,0 0 1,-6 3-1,0-3-1,8 0-1,-8 0 4,0 4-1,0-4 1,6 0 0,-6 0 3,0 0-1,0 0-1,0 0 2,0 0-1,-6-4 1,6 4-3,0 0 3,-8 0 0,8 0-1,0 0 2,0-3-1,0 3-1,-6 0 0,6 0-2,0 0 1,0 0-1,0 0 1,0 0-1,0 0-1,0 0-1,0 0-1,0 0 1,6 3 0,2-3 0,-2 0 0,7 0 1,0 0-8,0 0-36,13 0-47,-6 0-26,-1 0-12</inkml:trace>
  <inkml:trace contextRef="#ctx0" brushRef="#br0" timeOffset="838.9803">3857 9026 55,'-13'-14'160,"0"-1"3,-6 4-79,-1 1-39,6-2-22,2 9-10,-1 3-7,6 0-3,0 0-2,1 7-1,0 1 0,6-2-2,0 9 1,6 0-1,0-1 1,8 1 0,-1 4 1,7-5 1,6 4 0,6 1 3,1-2-2,6-1 2,7 2 0,-1 1 1,14-5 4,-1 1 0,7-1 4,7-3-1,6 1 1,7-5 0,6-4 0,7-3 0,6 0-3,7 0 1,6 0-1,1 0-1,5 0-1,-5 4-1,6-1 0,-1 5 0,-5-1 0,-8 4-5,1-4-1,-7 4 2,1 0 4,-14-3-2,0-1 1,0-2 2,-6-3-1,-7-2-3,0 0 0,-6-2 0,0-3-2,-7 5-2,0-3 2,-6 3-3,-1 0-1,-6 3 1,-6 2 2,-1 1-1,-5 2-1,-1-1 3,-13 3-2,6 2-2,-12-1-2,-1 0 3,-5-1 1,-8 2 0,0-1 3,-6-5 1,-6 6 0,0-5-1,-1 5-3,-6-5 1,-7 1-1,1-1 0,-7-4-16,6 1-22,1-4-33,-7 3-62,0-3-34,-1-3-18,1 3 5</inkml:trace>
  <inkml:trace contextRef="#ctx0" brushRef="#br0" timeOffset="1943.2293">3525 12143 39,'-20'5'107,"-6"-5"-43,0 3-22,6-3-11,-6 0-6,7 0-4,-1 0-4,0 0-6,8 0-2,-2-3 0,2 3-1,-1 0 0,6 0-2,0 0-1,1 0-2,6 0-2,0 0-1,0 0-1,0 0-2,6 0 0,1 3 2,6-3-1,0 4 0,0-4 0,6 5 2,1-5 0,0 2 0,5-2 0,2 0 2,5 0-1,1 0-1,6-2-1,7-3 1,-7 1 0,13-4 1,0 2 3,7-5 2,0-1-1,-1 2 0,7-1 0,7 0 0,-7-3-2,7 2-1,-1 1 2,8 0 0,-8 4 4,8-4-1,-8 3 0,14 1 0,-7-1-1,7 6 1,0-2-5,6 0-1,-6 0-1,6 1 0,0 3 3,-6-4 1,6 0 3,0 4 0,-7-4 1,8 4 2,-8 0-5,1 0 0,-6 0-4,-8 4-1,1 4-1,0-5 1,-7 5 1,0 2 1,-6 1 2,-1 4 2,1 3 0,-7 1 2,0-1 3,0 4 5,1 4 2,-2 3 1,-5-4 2,-1 5-3,-5-5-3,5 4-5,-6-2-2,1-1-1,-8-1-1,1-7 0,-1 5-1,1-5 0,-1-4 4,-5 1 0,-1-1 5,0-3 0,-1-3 5,-5-1-1,0 0 0,-1 1-3,1-4-3,0 3-3,-8-3-4,8 0-1,-7-2-2,1 3 1,4 2-2,-4-4 1,-1 1-1,-7 0 0,8-4-1,-2 4 0,2-1-1,-8-3 0,0 4 1,1-4-2,-1-4-13,1 4-29,0-7-37,-7-1-63,0-2-36,-7-9-17,-6-6 3</inkml:trace>
  <inkml:trace contextRef="#ctx0" brushRef="#br0" timeOffset="4924.5288">5584 6249 17,'-13'-17'147,"0"2"4,0 1-67,-1-3-34,2 11-18,5-2-8,-6 5-3,0 3-2,7 0-6,-1 3-4,-6 5-2,7-2 0,-2 6-2,2-5-3,0 5-1,0-1 2,-1-5-1,7 6-2,-7-5 1,7 1 2,0-1 0,0 0 1,0-4-1,0 1-2,7 1-1,-7-2 0,7 0 2,-1-3-2,0 4 0,0-4 2,2 4 0,-2-4-2,0 3 0,8-3 1,-1 3 0,-7-3 0,7 5 1,0-1 2,0-1 2,0-3-3,-6 5 1,6-3 2,0 2 0,-1-4-1,-4 4-1,4-4 3,-5 4-4,-1-4 1,1 0-1,-1 0 0,-6 0 3,7 0 1,-1 0 2,1-4 2,-7 4 2,0 0 0,7 0-2,-1-4 0,0 4 0,1-4-2,-7 2-3,13 2 1,-7-5-1,1 2-3,6-1 0,-6 4 1,5-5 0,2 2 0,-2 0 0,2 3-2,-1-4-1,7 4 1,-8-4 0,8 4 0,-1 0 0,-5 0 0,12 0 0,-7 0 0,1-3 0,6 3 0,-7-3 1,7-2 1,0 5 0,0-4-2,1 1 1,-1-4-1,0 3 0,-1-3-2,9-1 3,-9 5-1,1-4 0,7 0 1,-7-1 1,6 1 1,1 3-3,-7-4 2,7 6-1,-1-3-1,1 2 0,-7-1-1,6-1-1,1 5 1,-1-2-2,2 2 1,-2 0 0,1 2 0,-1-2 2,1 0-2,-1 0 2,1 0 3,-1 0 0,1-2-1,-1 2 2,1 0 2,-1-4-2,1 4-3,0-4 1,6 4 1,-6 0-2,-1 0 1,7 4 1,1-4-1,-8 0 1,7 4-1,0-2-2,0-2 0,1 5 0,-2 2 3,1-2-2,1-3 2,-1 2 1,0 0 4,-1-4-3,2 4 0,-1-1 0,0-3 1,1 0 1,5-3-2,-6 3 4,7-4 1,6 0 2,-7 4-1,1-4-2,6 4-1,-6 0-5,6 4-2,-7 0-2,8 0 0,-8 3-1,1 3 1,-1-2 2,1-1 4,-7 1 7,-7-1 5,7 0 2,-5-3 4,-2-1 1,1 1 1,-7-4-5,7 5-4,-8-5-1,1 3-4,6-3-2,-5 3-3,5-3-1,-6 4 0,1-4-1,-1 4 0,0-4-1,0 3 0,-1-3-2,2 3 1,-1-3-2,0 5 0,0-1 2,0-4 2,1 3 1,-8-3 1,7 0 1,-6 0 0,-1 5-2,0-5-1,1 0 0,-1 2-1,-5-2-2,5 0 0,-6 4-1,7-4 0,-7 4-2,7 0 1,-1-1 0,-6 1 0,0 0 0,7 0 0,-8 3-1,2-4 1,-1 1-1,-1-1 1,-5 1 0,6 0 1,-7 0 0,2-4 2,-2 3 2,0-3 1,1 4 0,-1-4 1,-6 0 2,7 0-2,0 0-1,-1 3 0,-6-3 1,12 0-1,-4 0-1,-2 0 0,7 4-1,-6-4 0,6 0-2,-1 3 0,8-3 2,-7 0 0,7 0 0,-7 0 3,6-3 2,1-1 2,-1 1 3,1-1 1,0-3 4,-1-1-3,0 1 0,1-1-3,-1-2-2,7 3-4,-6-1 1,-1-3-4,7-1 0,-6 6-1,0-5 1,7-1 1,-9 2-3,2-1 4,-1 0 0,1-1 0,0 2 0,-1-5 0,-5 4 2,-2-3 3,8-4 3,-14 2 5,7 2 8,1-4 8,-8-4 4,0 0 4,8-7 3,-8-5-4,-6-2-6,6-8-9,-6-4-4,7-3-9,-7-8-6,-7 1-3,7-8-4,-6 0-1,-7-1-1,0 1 1,-7 5 3,1-1 7,-1-1 6,-6 8 8,-7 0 5,1 4 2,-7-1-2,7 8-5,-15-3-5,9 7-6,-7 0-7,-8-1-1,1 9-2,-1-2-2,-5 4-1,0 5 1,-8 0 1,1 3-5,-6 3-3,-8 5-2,1-1 0,-7 5 0,1-2 0,-8 1 2,7 3 5,-6 1-1,0-1-2,0 2-3,-1 2-1,1-7-2,7 3-1,-1 1 5,1 0 3,-1 0 1,7-4 0,-1 4 2,8 3-1,-1-3-1,-6 2-5,6-1 0,0 2-1,7 4 0,-7-4 0,7 4 2,-6 4 3,6 0 2,0-1 0,0 5 0,6-1-1,-7 0-2,8 0-1,0 1-2,-1 3 2,0-3 1,7-2 3,-1 5-1,2-3 1,-1-2 0,5 2 0,2-1 0,-1 1-3,1 0 2,6-2-1,0 3 0,0-6 0,-7 4 2,13 0 1,-6-3-1,7 4 1,-7-5 1,6 4-2,1-2 0,-1 1 0,0 2 0,0-1 0,1 1 0,6 2 0,1 1 0,-2 0 1,1 1-2,0 1-1,6 3-2,1 2-1,-7-3-1,6 6 2,-6-2-1,7 4 1,-7-2-1,-1 1 5,1 4 0,0-1 0,-6 1 0,5-1-1,-5 4 1,6-3-2,-7-1-1,8 2 1,-1-1 1,0-5 0,-1 1 2,7 1-2,-6-2 1,7 1-1,-7 0 0,6 0-1,8 0 1,-8-1 0,7 2 1,-1 3-1,2 3-1,-2 0 0,2 1 0,5 3-1,1-4-1,-1 4 2,7 4-1,-7-4 1,14 3-1,-7-3 1,7 8-4,-1-5 2,1 0 1,5 1 2,2-1 1,6 2-1,-8-1 2,8-8-1,-1 3-1,1-2 0,0-5-1,5 1 1,1-1-1,1 1-1,-1-4-1,6 0 2,7 0-2,-6-3 3,6-1-1,0-4 0,0 2 2,7-6 0,-7 0 0,7 2-1,-7-5 0,6-3 2,-5 4-1,5-5 1,-6 1-1,-6-4 0,6 0-1,-6 0-1,-7-4 2,0 1 0,-1-1 0,-5 0-1,-6 0 1,5 2 0,-6-3-3,0 2 2,-7-1 0,8-1-1,-8-1-17,0 2-21,1 0-34,0-2-50,-1 1-52,1 1-53,-1 4-57,7-3-42,-6 6 1,5 1 28,-5 1 44</inkml:trace>
  <inkml:trace contextRef="#ctx0" brushRef="#br0" timeOffset="14643.2613">12074 5107 49,'-6'-4'173,"-2"-4"11,2 5-63,-7-1-31,6-4-10,-6 6-7,7-2-6,-7 0 5,0 0-2,7-3 4,-8 7 9,8-8 7,-1 8 12,1-2 4,-1 2 2,1 0-7,-1 0-16,7 2-18,-6 10-22,-8 3-18,8 10-11,-7 11-3,0 9-6,-6 9-1,5 8 0,-5 1 1,0 7-4,-1-4-5,7-8-5,7-3-27,-2-11-33,8-8-48,8-9-52,4-10-56,8-12-72,-1-13-17,7-10 10,1-15 37</inkml:trace>
  <inkml:trace contextRef="#ctx0" brushRef="#br0" timeOffset="15072.1326">12184 4876 213,'-6'-11'230,"-1"3"18,-5 6-85,5 2-42,-6 0-29,7 6-22,-2 1-13,2 9-14,0 1-7,6 6-8,0 6-2,0 0 0,0 4 0,12 3 0,-4 1-3,4 0-4,2 0-2,-2-4-4,8 0-1,-1-4-5,1-3-5,0-5 2,-1-3-4,7-3 1,0-3-1,1-2 1,-9-6 0,9-4-4,-7-7-4,-1 0-9,0-8-7,-5-3-3,-1-5-4,-1-2 2,-5 2 2,0-2 6,-1 0 4,0 6 5,-6 1 1,8 3 5,-8 5 3,0 2 2,0 0 0,0 5-2,6 3 3,-6 7 8,6 5 11,7 2 14,-6 9 15,6 6 11,-1 3 9,2 1 2,-1 7-9,7-3-9,-8 0-13,8-1-11,6-2-9,-6-3-10,5 0-4,2-6-5,-1-3 1,0-4 0,0-7-13,0-3-22,1-4-31,-2-8-37,1-7-47,0-3-46,-6-9-37,-1 2-42,7-5-1,-12-3 21,5 2 36</inkml:trace>
  <inkml:trace contextRef="#ctx0" brushRef="#br0" timeOffset="15355.5458">13162 5389 7,'0'15'154,"7"2"-3,-7 5-33,0 5-16,0-1-9,0 3 1,0-4 5,0 0-1,0-2-9,0-1-9,6-8-9,0-2-16,0-6-14,8-2-12,-1-11-4,7-5-4,-1-9-5,0-4-2,1-9-6,0-2-4,-7-1-2,-1-4-2,2 5 0,-14-1 0,0 4 1,-6 4 1,-8 4 4,-5 6 2,-1 9 3,-6 5 0,0 10 2,0 9 1,-1 4-2,2 4-1,-1 4-4,12 3 1,-4-3-3,10-1-1,2 2-4,6-6-9,6-4-20,8 3-22,6-9-23,5-5-30,1 3-26,7-6-19,6-3-16,0-3-36,6-1-8,-5-4 11</inkml:trace>
  <inkml:trace contextRef="#ctx0" brushRef="#br0" timeOffset="16684.1102">13840 5334 218,'12'-5'241,"-5"3"7,0 4-41,-7 3-25,-7 2-18,0 4-13,1 0-1,-7 4-16,0 2-16,-6 2-27,-1 3-21,0-4-20,1 5-18,5-9-12,2 1-7,-2-5-6,8-1-9,0-13-13,6-4-13,0-3-5,6-7-5,0-4-2,2 1 7,4-2 11,-6 0 9,8 6 5,-1 2 3,0 4 2,6 4 0,-5 3 2,-2 4 1,8 4-1,-7 7 1,7-1-1,-1 9 2,1 0-1,-1-2 0,0 3-1,1-3-1,6 2-10,1-5-11,-1 1-8,6-5-5,-5-1-2,5-6-1,1-3 6,-1-3 5,-6-6 7,7-1 2,-1 0 2,1-9 1,-7 4 5,0-6 3,-7 1 3,-5 3 6,-2-6 7,1 5 24,-6 0 35,-7 2 29,0 3 23,-7 1 17,-6 1 5,7 9-16,-8 2-31,-4 6-23,-2 5-8,0 8 2,1 6 17,-1 1 27,1 7 16,-1-3 6,7 2-6,6-6-21,1 0-26,6-5-32,6-3-22,8-7-11,-2-3-5,8-12-2,-1-4-5,7-9-3,1-9-11,-1-3-11,6-4-22,-5-8-22,5 1-35,-12 0-41,-1-5-44,1-1-35,-14-7-9,0 6 9,2-4 29,-8 7 45,0 3 73,0 9 79,0 6 59,-8 4 42,8 8 23,-6 10 17,0 8 13,0 6 14,-8 9 20,8 10 17,-7 7 16,6 5 5,-6 3-16,7 7-34,6 1-47,0-1-43,0 0-30,6-3-52,7 0-88,7-9-102,6-5-100,0-9-79,7-6-63,5-12-19,-5-7 36,13-3 68,-1-9 75,1-2 65,-1-1 50,1 1 43,-1-2 31,-6 3 23,1-3 19,-1 5 15,-13 1 21,7 1 23,-13 3 29,-2-2 43,-4 5 41,-1 0 40,-13-2 30,6 1 16,-6 4-4,0 0-16,0-3-17,-6 3-29,-1 0-31,-6-4-26,0 1-19,1-1-14,-8-3-17,0 3 0,1-3 18,-1 2 19,7 3 7,-7 2 3,1 7-2,6 0 3,-7 8-13,7 4-7,0 6 6,0 0 3,1 4 1,4 4-11,2-4-11,6 5-18,0-9-17,6-2-17,2-5-7,10-3-5,-4-12 4,11 0 0,2-9-6,-1-5 2,0-9-4,0 3-4,0-5-16,1 0-9,-2-4 1,-5 9-4,0-2 0,-8 0 3,2 9 11,-8-2 13,0 5 9,1 3 6,-7 4 5,0 4 12,0 8 12,-7 1 13,1 6 9,0 4 9,6 2 3,-8-4-2,8 1-13,0 0-10,0-3-10,8-1-11,-2-7-9,7 1-7,7-6-4,-1-2 0,0-4-6,8-7 0,-1 0 0,0-8-7,6 0-11,-5-3-16,-1-5-7,-1-2-9,1 0 1,-6 3 5,0 0 8,-1 3 11,-5 4 8,-2 5 6,-5 2 4,-7 8 5,7 8 1,-14 2-2,7 9 8,-7 6 0,-5 4 0,4 5 5,2-1 5,0 0 2,-1-3-4,7-1-3,0-8 2,7-2-6,-1-5-5,8-2 7,-2-9-2,2-3 3,5-11-5,1-3 1,-1-5 1,0-6-9,8-1 2,-7 0 0,-2 1 5,2-2 0,0 10 1,-7-2 1,-1 0-3,2 9 0,-8 0 0,1 1 23,-1 1 29,-6 8 33,7 5 30,-7 7 29,0 5 18,0 9-11,0 10-19,0 9-28,0 10-25,0 11-19,-7 6-22,7 13-28,-6 10-37,-7 4-41,-1 12-67,2 5-106,-14 10-134,-1 1-122,-5 12-93,-7 4-67,-7-1-35,-5-6 26,-2-3 95,-6-9 118,1-6 108</inkml:trace>
  <inkml:trace contextRef="#ctx0" brushRef="#br0" timeOffset="17918.1949">18173 5271 7,'-7'-14'258,"-6"-1"32,0 4 23,-13 0-47,6 7-77,-6 4-32,0 0-19,1 8-16,-9-1-2,9 7 8,-7 1 2,5 4-5,1 2 3,0 1 5,0 8 2,6-1-8,7 1-15,1 0-15,4-1-19,8 0-22,0-3-21,14-5-15,-2 2-8,15-9-11,-1-3-15,0-7-24,13-8-28,-7-7-30,1-3-24,7-9-14,-15 2 0,7-5 15,-12-3 26,7 2 27,-15 5 26,2 5 27,-2 2 30,-5 1 18,-7 2 8,0 8 10,0 1 3,0 3-5,0 3-11,-7 4-6,1 5-2,6 2-4,0 5 0,0-1-1,6 3-4,1 6-4,0-5-5,12 4-6,1-5-3,0 2-7,12-6-23,7-5-38,0-5-44,7-7-48,-1-7-52,1-8-50,6-4-28,0-6-6,0-1 12,-7-8 23,2-2 23,-2-3 11,-6-2 28,-6-2 28</inkml:trace>
  <inkml:trace contextRef="#ctx0" brushRef="#br0" timeOffset="18109.2036">18980 5029 4,'7'-29'206,"-7"7"39,-7 8 2,1 7-25,-7 7-10,0 7-5,0 4 8,-7 11 12,0 7 19,1 8 33,0 7 34,6 7 18,-7 4 0,7 3-8,0 12-30,0 0-50,7 6-66,-1 1-49,0 1-49,7-9-71,0 1-75,7-9-84,0-5-98,-1-8-103,1-8-82,-1-4-32,-6-6-10,0-12 7,0-4 30,-6-10 30,-7-4 50,6-11 44,-12-7 50</inkml:trace>
  <inkml:trace contextRef="#ctx0" brushRef="#br0" timeOffset="18286.5552">18577 5546 146,'-7'-33'262,"7"7"25,0 9-23,-6-3-60,12 11-16,-6-3-10,7 4 4,5 5 5,2-1-1,5 1-13,1 3-35,6 0-30,6 3-35,7-3-27,1 0-22,11 4-59,2-4-63,-1 3-66,7 1-71,0 0-75,-1 3-87,0 0-11,8-2 27,-15-3 47,2 2 61</inkml:trace>
  <inkml:trace contextRef="#ctx0" brushRef="#br0" timeOffset="18548.2216">19528 5041 117,'0'-7'289,"-7"7"26,1 0 23,0 0-93,-2 7-58,-4 3-47,-1 5-30,6 7-18,-12 4-20,5 3-17,2 4-15,-2 4-11,2-1-33,-1 6-54,6-6-62,0 0-67,1-7-69,6 0-75,-6-7-17,6-7 24,-8-3 45</inkml:trace>
  <inkml:trace contextRef="#ctx0" brushRef="#br0" timeOffset="18715.3142">19351 5279 106,'0'-8'324,"8"5"37,-8-5 19,0 5-79,0 0-95,6 3-76,-6 0-55,13 0-34,0 0-19,0 0-9,7 0-3,6 0-3,0 0-18,13 3-59,-6 0-74,12 1-82,-6 3-84,0-4-44,0 6-7,-6-1 43</inkml:trace>
  <inkml:trace contextRef="#ctx0" brushRef="#br0" timeOffset="19304.2021">19801 5458 215,'-12'15'355,"5"-1"39,0-2 26,7-1-110,-6-5-67,6 3-53,6-2-36,1 0-20,0 0-10,5-3-10,8-4-16,-7-4-19,7 0-18,0-6-18,-1-1-17,0-4-9,1-4-6,-7 2-9,0-5-6,-6-1-16,-1 2-11,-6-2-15,-6 5-12,-8 0-3,8 2 2,-7 7 12,0 1 13,0 4 21,-7 8 31,8 4 28,-2 6 25,1 4 26,0 8 21,6 0 9,7 3-10,0 4-15,7 0-19,0 0-17,6-1-20,7-2-20,6-8-8,6-1-18,1-9-26,6-5-53,6-11-63,-5-6-62,5-9-60,7-4-40,-7-2-16,1-4 14,-1-1 40,2-2 47,-9 2 49,2 1 43,-15 4 35,2 3 36,-1 3 31,-6 5 36,-8 3 37,-5 4 33,0 2 37,-1 5 29,-6 7 20,0 5 13,-6-1-1,6 3-4,-7 5-8,0 0-16,-5-2-11,5 3-27,0-3-24,1 2-21,-1-5-24,1 1-13,0-5-14,6-1-5,-7-2-10,7-4-24,0-3-41,-7-3-35,7-4-19,0-8-10,0 1-2,0-3 19,0 0 38,7-2 30,0 5 18,-1-1 15,0 1 6,7 3 4,7 0 8,-7 3 5,6 4 10,1 1 2,-1 3 6,7 3-2,1-3-6,5 4-4,-6 1-22,13-5-45,-6 0-52,7-9-52,-2 6-53,1-8-55,-6 4-44,6-4-26,-6-1 14,-1-2 35,-13 3 44</inkml:trace>
  <inkml:trace contextRef="#ctx0" brushRef="#br0" timeOffset="19883.9755">21196 5245 104,'0'0'272,"-7"4"52,1 4 19,0-1-17,-8 0-19,2 8-12,-2-1 2,1 2-17,-6 2-21,6 4-28,-7 0-35,7 4-31,-6-5-48,6 4-30,-1-5-29,2-3-31,5-2-23,0-4-30,1-3-29,6-4-35,0-8-31,6-4-23,1-6-4,0-1 14,-1-7 21,7 3 27,-6 1 31,6 4 21,0-2 15,-7 2 3,7 3 4,1 4 6,-8 0 2,7 3 9,0 4 13,0 4 28,7 3 32,-8 0 19,2 4 10,5 0-4,1 1-5,0-2-21,-2 1-32,9 0-24,-1-4-29,0 0-56,0-3-69,0-4-76,7 0-71,-8-4-62,1-5-36,1-7 5,-1 2 25,0-5 42,-7 2 61,7-2 62,-6-3 57,0 4 61,-7 2 58,-1 2 58,-5-1 42,0 8 33,-7-3 27,6 10 19,-12 0 23,6 3 22,-7 8 21,0 0 29,1 7 29,0 1 26,-1 2 2,7 5-21,0-4-36,0 4-53,7-4-55,-1-5-53,0 3-38,14-11-30,-6 3-14,5-7-5,0-10-12,0-2-17,1-7-24,0-2-22,-1-5-20,1-1-13,-6 0-2,-8-4 2,0 4 13,-6-3 22,-6 6 16,0 1 14,-8-1 11,1 8 12,-6 4 11,-1 7 11,1 0 13,-1 7 16,0 1 7,1 3 6,-1 4-4,7 2-8,6-1-15,1 2-37,6-3-67,6-1-86,1 1-96,0-8-96,5 0-101,8 1-91,-7-8-4,7-5 48,-8-1 77,2-5 87</inkml:trace>
  <inkml:trace contextRef="#ctx0" brushRef="#br0" timeOffset="20263.491">22363 5136 185,'-14'11'347,"-5"7"61,-1 1 72,-6 3-49,6 3-24,-5 4-13,5 2-29,0-2-23,1 0-49,12 0-60,-6-3-62,13-5-52,7-5-29,-1-3-36,8-5-26,5-4-28,0-8-21,1-4-28,7-3-28,-1-7-24,-7-3-20,1-2-8,-8-2-13,2 3-3,-8-4 10,-6 4 13,0 0 17,-14 7 22,2 1 33,-8 7 32,1 3 29,-7 8 26,-7 3 21,7 7 7,0 1 2,0 7-4,7 0-26,5-1-69,2 2-96,12 3-95,0-9-92,6 2-80,14-4-74,-1-3-28,7-3 40,6-5 65,-5-4 74</inkml:trace>
  <inkml:trace contextRef="#ctx0" brushRef="#br0" timeOffset="20558.1659">22720 5312 308,'14'-4'544,"-2"0"117,-4 4 101,-8 0-44,0 4-92,-8 4-130,2 3-132,-6 3-109,-2 1-95,-5 7-62,-1 0-36,0-1-25,-6 6-16,1-2-9,-1-2-3,6-3-17,0-4-21,1-9-17,5 0-14,8-11-11,0-3-6,6-3 9,6-5 12,0 1 17,2-5 15,4 4 10,1 3 3,0 3 13,7 1 22,-1 4 24,1 4 18,-1 4 12,7-1 16,-6 9-3,6 2-13,-7 1-18,7 4-29,-6-2-38,0 2-63,-1-1-100,1 1-159,0-5-157,-7 1-146,-1-5-119,2-2-30,-8-1 54,0 1 134,-6-8 142</inkml:trace>
  <inkml:trace contextRef="#ctx0" brushRef="#br0" timeOffset="21178.2553">24090 5462 106,'-14'4'438,"-6"-4"107,7 0 84,-6-4 48,6 4-110,7 0-82,-1 0-97,0 0-91,1-4-64,12 4-56,-6 0-50,14 0-10,-2 4-5,8 0-1,6 3-11,1 4-15,5 4-13,7 2-24,-7 6-21,7 7-26,-6-1-35,-7 4-41,0 3-49,-12 1-38,-8 0-17,-6 3 1,-14 0 19,-4 0 33,-9 1 52,-11-1 54,-2 0 58,-5-7 40,-2 0 26,2-7 34,-7-1 10,13-6 7,-1-1-24,15-7-20,-1 3-17,6-6-24,7-1-20,6-3-20,7 0-13,14-2-12,-2-2 2,15 0-4,11 0 2,2-2-5,5-2 0,8 0-14,-1 0-37,-1-2-47,2 1-69,6-2-110,-7 0-143,-1 0-133,-4-1-110,-2-3-74,-6 1 5,-6-5 77,-1 1 124,-5-5 139</inkml:trace>
  <inkml:trace contextRef="#ctx0" brushRef="#br0" timeOffset="21422.3743">25021 5813 78,'6'-14'639,"-6"-1"153,0 1 100,-6-1 62,-7 4-76,7 0-240,-2 4-237,2 2-150,0 3-113,6-2-94,-6 4-87,6-4-96,0 8-99,0-4-151,0 4-136,6-2-101,0 6-78,8-1-54,-8 5 28,0-5 115,7 1 130,-13-1 123</inkml:trace>
  <inkml:trace contextRef="#ctx0" brushRef="#br0" timeOffset="21594.098">25021 5894 405,'0'8'713,"0"-1"101,0-3 49,0 0 16,0-1-273,6-3-243,-6 4-180,7-1-125,0 1-107,-1-1-117,7 1-136,-6 0-131,5 3-113,2 0-78,-8 0-61,7 1 32,-7 3 94,1-3 111,6-1 106</inkml:trace>
  <inkml:trace contextRef="#ctx0" brushRef="#br0" timeOffset="21980.3104">26031 5586 455,'26'-3'665,"-13"-1"94,-7 4 53,-12 4-52,0 4-200,-1 6-193,-6 1-154,0 7-95,6-1-53,-6 1-30,0 8-16,7-1-11,-1-3-7,1 3-3,0-3 0,12-5-6,0 2-4,1-6-7,6-1 1,6-5 4,1-7 1,6-8 0,0-7-3,1-5 0,-2-5-10,1-4-8,0-5-4,0-3-1,-6-3 1,-1-1 2,-12 0 6,0 4 4,-14-3-5,-6 2 4,0 5 8,-13 4 24,6 6 22,-12 5 26,6 10 16,-7 4 5,0 6 0,7 11-22,0-3-26,0 11-54,13-3-78,1 4-107,4 3-108,8-4-95,0-2-74,14-1-36,-1-4 3,13-7 33,0-1 29,6-5 54,-5-10 61,12 3 59</inkml:trace>
  <inkml:trace contextRef="#ctx0" brushRef="#br0" timeOffset="22275.5253">26579 5535 319,'12'-7'582,"-5"7"125,-7 0 85,0 4-28,-7 3-107,1 4-147,0 8-143,-2 3-104,-4 7-65,5 0-51,-6 4-34,7 0-23,6 0-16,0 0-19,0-8-21,12 1-19,2-4-19,6-7-15,-1-8-14,0-4-12,0-6-10,8-12 0,-7-4 5,6-6 3,-14-4 2,8-7 2,-13-1-3,-1-3-3,-6-1 4,-6 1 3,-7 3 5,-1 5 8,-12 6 11,1 4 9,-9 7-1,2 3 2,-1 12-1,1 4-24,-1 8-59,7 1-128,7 7-161,-1-3-166,8 6-163,4-1-63,2-4 13,6 1 100,0-1 151</inkml:trace>
  <inkml:trace contextRef="#ctx0" brushRef="#br0" timeOffset="23667.3973">27783 5389 203,'0'-4'287,"0"0"22,0 4-38,-6 8-54,6-2-26,-6 13-3,0 3 21,-8 15 34,8 6 37,-7 12 22,-1 11 8,2 4-17,-2 11-50,2 0-51,-2 6-54,8-2-47,-1-1-43,1-6-55,6-6-72,0-6-88,6-8-95,1-6-88,-1-8-75,8-11-45,-2-7-14,2-8 0,5-15 46,-6-10 64,0-7 66</inkml:trace>
  <inkml:trace contextRef="#ctx0" brushRef="#br0" timeOffset="23978.9587">27706 5418 93,'0'-40'243,"0"7"18,6 8-15,-6 2-80,6 0-34,1 9-19,0-1 5,12 5 25,-5-1 36,4 3 31,9 5 24,-7-1 21,12 8-6,-6-1-26,7 9-39,-1 2-36,-6 4-43,7 5-39,-1-2-29,-5 9-16,-8-1-9,1 0-6,-8 0 1,-12 4-5,0-3 1,-12 2-1,-8-2-2,-7-1 0,-5 1-1,-7-4 1,-6-5 3,-1-2 1,7-5-1,-7-3-4,13-3-29,7-5-61,7 1-70,6-8-69,13-3-62,7-1-48,6-6-19,7-1 13,5 1 24,8-4 13,12 3 9,-6-3 25,14 3 33</inkml:trace>
  <inkml:trace contextRef="#ctx0" brushRef="#br0" timeOffset="24495.2131">28481 5411 236,'20'-4'309,"-8"4"52,-5 0-2,0 11-4,-14 4 8,0 2 6,-5 10-3,-8 6-10,-7 3-27,2 4-27,-8 5-33,0 2-40,8 1-43,-8-4-37,0-4-37,14 0-40,-1-11-33,8-3-23,-2-7-15,14-5-13,6-10-27,2-4-19,11-11-24,0-7-23,8-9-21,-1-9-16,6-1 7,1-6 13,-1-1 17,1 0 25,-1 4 22,-5 3 23,5 3 15,-6 5 8,1 8 5,-9-1 1,2 10 5,0 2 3,-7 3 7,-1 3 10,-4 4 13,4 7 7,-12 7 7,0 5 0,0 3-4,-6 11-11,0 0-11,-2 4-9,-4-1-5,-1 1-1,0 0-4,0-8 2,7-3-7,6-9-10,-8-2-13,8-1-6,8-10-5,-2 0 2,7-8 4,0-6-3,6-5-9,1-7-8,6-4-8,0-3-8,7-4 0,-7 0 15,7 4 16,-1 3 15,1 3 15,-1 9 24,1-1 32,-1 8 33,1 0 34,-7 7 40,6 4 29,-5 4 10,-1 2-8,0 5-17,-1 3-24,-5 4-27,0-4-24,-1 5-22,1-2-18,-8-2-16,2-1-9,-1 1-10,-7-4-21,8-1-38,-8-7-70,0 1-135,-6-1-193,7-4-227,0-6-107,-7-1-31,6-7 34,0-4 116,1-3 184</inkml:trace>
  <inkml:trace contextRef="#ctx0" brushRef="#br0" timeOffset="24641.6118">29934 5748 151,'46'7'764,"-13"1"154,-7-8 82,-7 0 36,-6 0-120,0 0-465,-1-5-417,-4 5-395,4 0-336,2 0-178,-8 0-52,-6-3 29,0 3 124,-6 0 230</inkml:trace>
  <inkml:trace contextRef="#ctx0" brushRef="#br0" timeOffset="53116.4099">4163 2307 33,'-6'-18'156,"-1"-3"19,0 6-58,1 1-26,-7 5-12,7 2-1,-1 7 14,-6 0-2,0 4-6,0 3-6,0 8-3,6 4-8,-6 6-21,7 12-16,0 10-10,-2 9-5,8 6-4,-6 3-3,0 9 2,0-2 0,-1 6 0,7 2 0,-7 2-2,7-3-5,0-6-24,7-2-40,0-13-50,5-10-60,8-8-63,-1-14-32,1-12 5,6-14 28</inkml:trace>
  <inkml:trace contextRef="#ctx0" brushRef="#br0" timeOffset="53420.293">4607 2733 142,'0'4'201,"-7"2"9,7 1-84,-7 1-43,7 0-33,0-1-19,-6 0-10,12 1-8,-6-5-4,7 1-1,0-4 5,5-4 4,2 1 9,5-8 9,-6-8 11,6 1 7,-5-4 1,-2-7 4,2 0 5,-8-1 0,-6 1 7,-6-1 4,-8 1 5,2 7-1,-8 0-6,-6 0-3,-7 10-16,1 3-14,-1 5-9,7 4-10,-7 4-9,14 5-8,0 3-8,5 7-23,8-1-44,6 4-47,6-1-51,8 2-52,5-1-60,7-7-26,6-1 15,1 1 34</inkml:trace>
  <inkml:trace contextRef="#ctx0" brushRef="#br0" timeOffset="53579.497">5454 2681 53,'12'11'255,"2"1"36,-14 2 34,0-3-67,0 3-41,-7-2-28,0 2-27,1-3-30,-8 4-33,8 0-81,0 0-102,-7 2-101,6-2-114,1 3-60,6-3-30,-7-5 31,1-5 62</inkml:trace>
  <inkml:trace contextRef="#ctx0" brushRef="#br0" timeOffset="54112.8256">6242 1949 71,'-7'-4'163,"7"1"5,0-1-74,0 0-29,0 0-10,0-3 11,0 3 28,0 0 35,0 2 21,0-2 6,0 0-4,0 0-15,7 1-32,-1 3-40,-6-4-32,13 0-13,-7 4-10,8 0-5,-1 0-2,0 4-2,6 0 0,1 3-6,6 3 2,0 5 0,1 0 0,-2 3 2,8 1 1,0 2 2,6 2 2,-7 2 1,1 1 0,-1-1 0,1 1 1,-7-4-1,0 0-1,-6 0-2,-1 0 3,1 7 5,-14 8 4,-6 11 6,-6 11 1,-14 14 1,1 14 2,-15 20-4,2 14-7,-13 11-47,-1 14-65,7 4-86,-6-3-102,5-4-51,8-12-27,-7-14 28</inkml:trace>
  <inkml:trace contextRef="#ctx0" brushRef="#br0" timeOffset="54330.3342">7545 3275 147,'58'-44'469,"-18"4"78,-8 6 46,-13 5 24,-5 7-210,-1 8-133,-6-1-129,-1 5-153,-6 2-139,0 1-125,6 7-105,-6 0-107,-6 3-48,6 4 35,-13 4 76,0 0 86</inkml:trace>
  <inkml:trace contextRef="#ctx0" brushRef="#br0" timeOffset="56549.4629">9917 2155 148,'-20'-5'238,"0"2"25,1-1-60,-7-1-29,13 2-25,-6 3-32,5 0-23,2 0-15,5 0-13,1 3-12,-8 6-6,8-1-8,0 6-4,-2 3-9,2 10-8,0 2-4,0 5-5,-1 9-2,0 4-6,7 8-26,-6 5-50,6 1-68,6 2-92,-6-1-65,14 0-31,-8-11 6,6-4 38</inkml:trace>
  <inkml:trace contextRef="#ctx0" brushRef="#br0" timeOffset="56845.3062">10366 2414 38,'-6'14'228,"-7"-3"18,7 5 18,-8 1-93,2-2-45,-2 4-33,8-5-20,-1 5-14,1-9-11,12 1-1,1-3 5,-1-5 12,8-3 9,-2-7 9,2-3 9,-2-9-3,1-3-12,1 0-14,-8-7-5,0 2-7,1-2-6,-7 3-4,-7 1-3,1 0-1,-7 7-6,-7-1-9,8 8-8,-8 5-11,0 1-21,7 10-40,-7 4-46,8 7-56,-2 2-56,2 7-56,5 1-66,1 0-10,6-1 21,0-3 44</inkml:trace>
  <inkml:trace contextRef="#ctx0" brushRef="#br0" timeOffset="57365.4148">8099 2568 158,'-14'-4'201,"-4"-4"11,4 6-75,1-6-33,0 4-17,0 1 22,1-1 24,4 0 15,-4 0-1,5-3-5,-6 4-5,6-1-36,1 1-37,0-1-26,6-1-17,-7 2-14,7 3-7,0-3-1,7 3-5,-1-4 2,0 0 0,14 1 0,-1 0 2,7-2 1,7-2 1,-1 0 1,8 3 0,5-3 2,1 3 1,0 0 1,0 4-16,5-4-51,-5 4-49,-1 0-54,-5-4-45,-1 4-52,-7-7-50,-5 0 18,-1 0 31,-14-8 43</inkml:trace>
  <inkml:trace contextRef="#ctx0" brushRef="#br0" timeOffset="57606.0454">8405 2132 82,'-20'-11'188,"1"-1"24,0 5-70,-1 4-33,13-1-23,-5 1-19,4 3-22,8 0-24,8 3-11,-2 4-6,7 4-2,7 0 3,-1 8 2,14-1 1,6 5 3,0 2 0,0 5 0,0-5-2,0 4 2,-7 4-2,-5-4 10,-1 5 18,-14 3 14,2-1 10,-20 8 4,-2-1 3,-18 5-12,-6 7-17,-1-1-17,-12 2-17,-1-1-42,1-1-56,-1-6-57,1-4-81,-1-7-42,7-12-16,6-6 24</inkml:trace>
  <inkml:trace contextRef="#ctx0" brushRef="#br0" timeOffset="58332.3147">10706 2755 134,'0'-15'265,"0"-4"23,0 4 26,-8 1-118,2 3-57,0 0-30,6 1-24,-7 6-24,7-4-24,-6 8-17,6-3-13,0 6-4,0 1-4,-7 4-7,7 2-19,0 5-27,0 0-33,0 3-44,7-3-40,-7 0-42,13-1-40,-7-3-6,8-4 18,-2-7 32</inkml:trace>
  <inkml:trace contextRef="#ctx0" brushRef="#br0" timeOffset="58539.7914">11233 2051 133,'6'-3'273,"-6"-1"14,0 4 9,-6 4-125,0-1-69,-1 9-45,-6 5-25,0 5-15,0 8-6,0 7-5,-1 7 0,2 7-9,-1 4-30,0 3-41,0 0-45,7 5-62,6-7-59,0-5-24,0-11 13,6-11 29</inkml:trace>
  <inkml:trace contextRef="#ctx0" brushRef="#br0" timeOffset="58800.9701">11630 1864 66,'-6'7'238,"0"5"13,-8-1 8,2 8-103,-8 6-55,7 8-34,-7 7-13,8 4-1,-2 7-1,8 4 1,-1 4 0,7-1-6,7 1-7,-1-4-11,14 0-6,6-7-6,7-8-8,-1-4 0,13-6-4,1-9-2,7-6-13,-2-11-19,8-8-32,-7-11-31,7-10-27,-7-8-23,-7-7-24,-6-12-16,1 1-18,-7-7-5,-7-4 9,-14 0 16</inkml:trace>
  <inkml:trace contextRef="#ctx0" brushRef="#br0" timeOffset="58942.4764">12152 1755 62,'-27'7'177,"2"8"21,-1 14-54,-7 15-23,1 11-3,6 11-6,-7 14-5,1 7-13,-8 14-20,14 4-16,-7 6-20,8-2-13,5 4-21,0-2-40,14-1-43,0-4-46,12-12-84,0-4-42,0-18-13,8-9 22</inkml:trace>
  <inkml:trace contextRef="#ctx0" brushRef="#br0" timeOffset="59123.3861">12139 3110 18,'-6'15'220,"-2"-5"11,-4 6 7,5-5-91,-6-2-70,0 0-54,1-1-64,4-2-80,2-2-58,0-4-30,-1-4-14</inkml:trace>
  <inkml:trace contextRef="#ctx0" brushRef="#br0" timeOffset="60094.3019">4783 3407 46,'-34'-4'34,"2"0"-7,-7 4-2,6 0 2,-5 4 0,5 0-2,-7-1 0,1 0-2,1 6-1,-1-6 1,-1 4 2,7-3 6,-5 3 3,5-3 1,1 4 3,5-1 1,1-1-2,6-1-5,1-2-7,6 5-4,13-4-5,0-1-4,0 1-5,20 3-3,-8-4 2,21 1 0,-1 0-3,8-4 1,5 4-1,8-4 3,5 3-1,7-3-3,7-3 7,6-1 2,7 0 2,13 0-1,-1 1-1,8-4 1,13 3-4,-2 4-1,9-3 2,5 3 3,13 3 6,0-3 6,13 4 7,8-1 1,5-3 1,0 4-3,14-4-1,-7 0-3,13 0-8,-7-4-4,7 4 3,0-3 0,7-1-3,-8-3-3,1 3-2,7-3 5,-1 2-1,-6-1-2,7-1-2,-7 3 5,0-4-1,0 4-5,-6 1-5,-8 3-2,1-4 4,-6 2 0,-8 2 9,-5 0 4,-7 0 7,-7 0 9,-7 0 3,-5 0 5,-7 2-1,-6-2 2,-8 4-3,-5-1-5,-2 1-4,-5 0-5,0 0-3,-14 0-8,1 3-2,-6-3-1,-8-2 0,-6 6-4,-6-4 0,0 0 1,-13-4-2,-7 4-1,-1-4 1,-11 0 10,-8 3 13,0-6 6,-11 3 5,4-4 2,-12-4-7,0 0-36,-6 2-58,-8-1-54,2-5-62,-8 5-84,-6-4-64,0 4-13,0-4 25,-14 3 37</inkml:trace>
  <inkml:trace contextRef="#ctx0" brushRef="#br0" timeOffset="61003.7828">11233 1102 19,'-26'-26'125,"-7"1"-50,7 0-18,-6 2-6,-1-2 3,1 3-2,-1 4-6,-6-1 5,-1 5 0,-5 3 1,7-1 0,-9 6 4,2 6 1,-7 4-6,6 6-4,-6 9-13,0 2-8,0 13-11,-7 5-6,0 9-6,-6 7-1,0 7-1,-6 5 5,-2 6 7,-4 4 6,-8 3 7,0 1 2,-6 3 3,6 0-4,1 0-1,5 1-1,1 3 5,0 0 8,7-4 9,5 0 6,7 1-1,8-8-5,11-2-9,1-4-12,13 2-11,13-7-6,0 3-2,13 1-2,7 0-1,6-1 2,13 4-1,6 0 1,7 0-1,13 2 0,1-2 2,12-8 0,0 2 1,6-9-2,8-3 1,-1-7 4,6-8-1,1-3 1,7-8 3,-1-10 1,14-5 3,-8-6-4,7-5-2,1-6 2,5-9 1,1-2-1,0-9 2,-1-2 4,8-5-1,-7 1-6,-1-8-2,1 1 0,0-4 0,-7 0-1,1-3 0,-1 1 0,-7-1 2,1-1-2,-7-4-2,-6 4 1,-7-3-1,-6-2 4,0-2 2,-7-7 2,-6 0 3,-8-9-3,2-6 0,-7-8-4,-8-7-6,-5-7 0,-7-8-4,0 1 1,-13-12-1,-13 0-4,0-3-1,-13-4-1,-13 1-2,-6-1 0,-8 4-1,-12-1 2,-6 2-1,-15 5-8,-4 5 2,-14 8-2,-7 6 0,-7 11 6,1 15 6,-7 11 7,-6 11 1,-7 19 1,0 10 2,-6 15 2,-1 17 2,1 14-1,-6 12 1,-1 16 0,7 7-2,6 8-7,13 2-3,7 2 2,7 2 3,12-3-1,6-4 2,14 0-8,13-4-31,6-3-40,14-3-48,6 0-50,12-5-51,8 0-50,6 1-38,0 3 0,13-3 28,0 3 37</inkml:trace>
  <inkml:trace contextRef="#ctx0" brushRef="#br0" timeOffset="61168.2302">11266 2472 113,'65'-14'248,"-13"3"7,-7-3 4,-11 2-133,-9 5-69,1 3-45,-6 4-33,0 0-34,-8 4-39,8 3-58,-7 0-44,7 0-15,-8 1-1</inkml:trace>
  <inkml:trace contextRef="#ctx0" brushRef="#br0" timeOffset="65912.358">9930 3780 14,'-7'4'29,"1"3"-12,-1 1-7,1-1 3,-1-3 1,1-1 8,-8 1 11,8 0 4,-7-4 3,7 0 0,-1 0 1,-6 0-3,7 0-8,-8-4-4,8 4 0,0-4-1,-1 4 1,0-3-4,1 3 0,0 0-1,-1-4-2,7 4-3,-6 0-5,6 0-1,-7 0-3,7-4-2,0 4-2,0 0-2,-7 0-1,7 0 0,0 0-1,0 0 0,0 0 0,7 0 0,-7 4 1,0-4-3,7 4 2,-7-4 0,6 3 1,1 1 0,-1 0-1,7-1 3,0 4 2,7 1 1,-1-1 1,1-3 0,6 6 1,6-2 0,1 4 0,6 3 1,-7-1 4,14 1 1,-1 3 0,2 0 1,-2 3-1,7-2 1,-6 3-4,6-3-1,0-1-1,-7 0-1,8 0 4,-7 1 0,5-4 2,2 2 2,-7-1 3,5-3 3,1 3 0,1-2-1,-1-3 3,0 4 1,0-4-2,-7 0-1,8 0-1,-7 0-1,-1 0-5,-6-1-1,0-2-1,0-1-4,-13 1-2,7-2-4,-1-1 1,-12 2-1,7-2 0,-2 1 0,-5-2 5,0 0 5,-2-1 3,2 1 3,0 0 4,-7 0 5,7-4-4,-8 3-1,8-3-3,-7 0 0,-7 0-4,8 0-4,-2 0 0,-4 0 2,-2 0 3,0-3 1,1 3 2,-7-4 0,6 4 0,1-4 0,0 0 1,-7-3-2,12-3-1,-6-2 0,2-2-3,4-2-6,2-2-1,-1 0-2,-1 0-3,2-1-2,-2 5 0,8-1 2,-7 0-2,7 0-3,-8 5 2,8-2 1,6 3 0,-6-3-1,6-3 0,0 0 2,0 1-1,0-4 0,0-4 0,1-1 0,-1 1 0,-1 0 0,-5-3 0,6 0 0,-6-4 2,-1 2-2,1 2 1,-8-1 0,2 0-2,-1 1 0,0-4-1,-6 6 3,-1-2 0,-6-1 0,6 4 5,-6-1-1,0 2-2,0-1 1,0 0 0,0 0-3,0 0 2,-6-3-2,6-4 0,0-4-1,0-1-2,0-2 0,0-4-3,6-5 0,-6-3 0,6 0 1,2-6 3,-2-1 3,0-3-1,1-8 1,-1 3 2,1-6-2,0 0 0,-1-5-5,0 1 3,-6 3-2,7-3-3,-7 3 2,0 5-1,0 2 4,0 5 0,-7 5 0,1 3 0,0 2-2,-8 5 1,8 2 1,-13 4-2,5 1 0,2 3 2,-8 0 5,0 4-1,1 3-3,-1-3 2,-6 6-2,0-2-1,0 3-2,0 3 0,-6 2 0,-1-2 1,-7 5-1,1-5 2,1 8 0,-2-3-4,1 2 3,-6 1-1,5 5-1,-5-6 4,-1 5-1,7-4 3,-6 4-1,-1 0 2,7-2-2,-1 3-3,1-2 1,1 2-2,-8-3 2,7 1-1,0 2-2,-7-2 3,7 5 0,-6-5 0,-1 4-2,1 2-1,-1-3 2,0 5 0,0 5 1,1 1 0,-7 2 3,6 3 3,-6 3-1,6 5-3,1 3 1,-7 4-1,-1 3-2,1 3 0,0 9 0,0-1 0,-7 8 0,1 0-4,-1 2 1,0 6-2,0 7 5,1-2 2,-1 9-2,8-1-9,-8 4-14,13 5-21,1-5-30,6 0-31,13-2-38,0-6-27,12-3-56,8-3-15,6-8 5,6-3 20</inkml:trace>
  <inkml:trace contextRef="#ctx0" brushRef="#br0" timeOffset="71349.9237">12034 8415 138,'0'0'160,"-6"0"-53,6 0-44,0-4-23,0 0-14,6 1-14,-6-5-9,7 2-6,0-2-4,-1 0-4,0 1-7,-6 0-2,8-1-7,-2 5-3,-6-4-10,0 2-16,6 3-40,-6-2-20,0 4-8</inkml:trace>
  <inkml:trace contextRef="#ctx0" brushRef="#br0" timeOffset="73593.2635">11963 7858 114,'-13'-15'196,"0"-4"23,6 5-64,-5-1-32,-2 1-8,8-1-8,-7 4 5,6 1-2,-6 2 0,7 4 7,-1-3 1,0 3 0,1 4-12,0-4-16,-1 4-19,7 4-21,-7 3-16,1 1-13,0 7-8,-1 7-6,1 7-2,-1 7-2,-6 1 0,7 7-3,-8 4-1,2-1 0,5 2 1,-6 1 0,0 1 1,7-2-1,-2-6 1,2-2-1,0-2-1,6-5-2,0-5-10,0-3-13,6-4-14,0-5-13,2-1-13,-2-5-8,0-1 1,7-6 6,-6 1 6,0-5 8,-1-5 10,0-2 8,0-4-2,2 0 4,-8-1-4,6 3-4,-6-7-4,0 9-5,0-4-5,0 4-5,0-1-4,-6 5-1,6-1-8,-8 0-6,2 1-7,6 0-12,-6 3-14,0 0-29,-1 0-20,0 3-3</inkml:trace>
  <inkml:trace contextRef="#ctx0" brushRef="#br0" timeOffset="77191.8074">11943 7968 44,'0'-19'187,"0"5"14,-6-1-38,6 1-46,-7-1-18,7 3-10,-6 3-6,0 0-7,6 2-1,-8 0 9,2 3 7,0 0-1,-1 1 0,-6-1 3,7 4-7,-7 0-21,-1 7-20,2 1-10,-2 6-8,-5 1-14,6 11-6,-6 0-1,-1 3-1,0 4-2,7 4-3,-7 0 2,8 6 1,-8 1 1,7 0 1,7 4 0,-8-5 1,14 6 1,-6-2 2,6-3-2,6 0 0,1-8-1,6-2-1,0-5 0,7-4-3,6-6 3,7-5-2,5-6 2,8-8-1,0-4-1,0-12-3,12-1-1,-6-9-6,0-3-16,7-3-23,-7-2-27,0-3-30,0 4-33,-6-3-25,-7 2-21,6 3-6,-12-3 0,-1 5 6,2-4 12,-15 8 19,0-6 37,-6 9 43,1 1 46,-14 5 45,0 2 38,0 3 28,-8 5 17,2 0 10,-7 4 1,0 4 4,7 4-1,-13 0 3,11 9 9,-4 0 0,-2 7 11,8 4 10,0 3 3,6 8-7,0-5-20,6 5-21,0 0-27,8-5-30,6-2-19,-1-5-10,7-6-9,0-9-2,7-2-1,5-8 0,-5-11-2,7-3-1,-2-12 1,-5-7-1,-1-4 0,-5-3-3,-7 0 0,-14-4 0,0 3 0,-6-3 0,-6 8 2,-8 3-1,-5 8 1,-7 5 0,0 6-3,0 14-1,-7 4-2,1 6-3,6 5-9,-1 7-21,1 5-36,1-2-47,11 0-48,2 1-44,4-8-35,16 1-33,-2-5-31,7-6 12,13-8 30,0-4 38</inkml:trace>
  <inkml:trace contextRef="#ctx0" brushRef="#br0" timeOffset="77372.5745">13266 7854 240,'26'-15'356,"-6"0"29,-7 5 16,-1 3-124,2-1-80,-1 8-68,6 0-43,-6 4-25,7 0-15,6-1-10,0 1-13,7 3-11,-1-4-24,1 5-38,-1-1-45,7 1-49,-6 3-47,-1 1-43,-6-3-34,1 7-41,-7-5 3,-2-1 23,-4 2 37</inkml:trace>
  <inkml:trace contextRef="#ctx0" brushRef="#br0" timeOffset="77530.4591">13781 7953 155,'-6'4'306,"-1"-1"36,0 1 17,-6 4-90,7 2-59,-8 1-38,8 4-25,-6 4-23,4 3-19,-4 7-19,5 0-16,-6 7-23,6 0-21,1 1-22,0 4-46,6-8-59,0 0-68,0-4-61,0-3-60,0-8-60,6-7-16,0-3 24,1-12 48</inkml:trace>
  <inkml:trace contextRef="#ctx0" brushRef="#br0" timeOffset="77818.4673">13937 8143 176,'14'-7'225,"-2"0"20,1 7-63,0 0-37,-6 3-21,-1 5-18,-6 3-14,0 3-18,-6 0-14,6 2-7,-13 3-1,6-5 3,-6-3 1,7 0 0,-8-4-6,8 0-6,0-7-13,-1-7-11,0-4-9,7-3-5,7-4-4,-7-1-3,13-3-1,-7 3 2,8 1 5,-1 4 9,0 3 17,0 3 33,7 5 34,-1 3 40,7 3 46,0 8 23,0 4 8,0-1-19,1 8-26,5 0-37,1 5-52,-7-2-93,6 5-133,1-9-122,-7 4-117,7-3-122,-15-7-69,2-3 24,-7-9 88,-6-3 101</inkml:trace>
  <inkml:trace contextRef="#ctx0" brushRef="#br0" timeOffset="79394.804">8535 7968 12,'20'-4'205,"-14"0"10,7 4 4,-6-3-101,0-1-53,-1 4-28,0 0-15,2 0-4,-8-4 2,6 4 3,0 0 3,0 0 2,1 0-3,6 0-5,0 0-6,7 4-3,-8-4-4,15 4-4,-1-1-3,0 1-21,0 4-31,1 2-45,5 5-66,-6 0-43,-1 2-21,-5-1 9</inkml:trace>
  <inkml:trace contextRef="#ctx0" brushRef="#br0" timeOffset="79559.7245">8790 8272 196,'-20'18'211,"0"0"8,-6 1-96,13-1-50,-7 1-27,2 2-19,4 1-12,8 0-6,-1 5-6,1-2-4,-1 0-18,7 0-32,7 5-36,-7-7-61,13-1-36,-7-8-18,8-7 5</inkml:trace>
  <inkml:trace contextRef="#ctx0" brushRef="#br0" timeOffset="79871.1279">9050 8206 123,'33'-29'152,"-14"6"-45,8 9-26,-15 3-7,2 7-2,-2 8-2,-12-1-3,7 13-8,-14 1-16,1 9-11,0 4-9,-8 2-3,2 1-7,-8 4-3,7-8-1,-7 1-3,8-5-1,-2-6-1,1-5 0,6-3 3,1-6-1,0-5-2,6-5-1,0-10 0,6 1-3,0-4-2,1-1 1,6-2 1,1 2 2,-2 5-2,1-2-1,7 7 0,-8 4 1,8 2-1,0 6 2,6 2 4,1 4 6,-2 3 3,1-2 1,14 5 0,-8 0-2,7-4-3,6 1-3,8-2-5,-1-3-2,0-7-20,6-3-31,1-1-36,0-6-64,-7-9-48,7 0-25,-14-10 7</inkml:trace>
  <inkml:trace contextRef="#ctx0" brushRef="#br0" timeOffset="80186.3017">10158 7814 112,'-7'14'270,"-6"8"21,1 4 18,-2 11-103,-6 7-62,8 7-39,-1-1-27,-1 14-19,2-7-16,6 7-15,-2-1-14,2-5-9,0-3-26,-1-9-37,0-5-34,1-7-46,6-9-45,-7-11-39,-5-9-13,5-13 25,0-7 41,1-10 59,-7-9 58,-7-5 64,7-5 55,-6-8 35,5 0 25,2 6 24,-1-2 18,0 6 2,0 6-8,6 11-21,0 2-29,7 6-34,0 5-24,0 4-16,14 6-7,-8 2-2,14 0 1,5 2-2,2 4-6,12 0-5,0 2-6,14 3-38,-2 0-67,8 0-85,6 7-88,1 1-47,-9-2-24,9 5 21</inkml:trace>
  <inkml:trace contextRef="#ctx0" brushRef="#br0" timeOffset="80959.1498">15273 7671 76,'13'-29'239,"0"0"14,-7-2 12,1 6-95,-7 7-49,0 3-24,0 1-12,0 3-11,-7 7-9,1 4-18,-7 4-20,-6 7-13,5 7-7,-11 4-5,5 4-1,-6 6 1,-1 2 0,1-5 2,1 3 2,5 2 3,0-1 2,1-8 0,6 1-2,0-4 1,7-7-3,6 3 7,6-7 9,0 4 10,7-4 12,7 0 8,6-4 4,0 5-5,13-2-10,-6 1-8,5 0-11,9 0-8,-9 0-5,1 0-5,1 1-3,-8 1-4,-5 3-4,-8-1-3,-12-1-4,-1 3-4,-12 2 2,-8-4 3,-6 4 3,-5-5 2,-1-3 3,0 1 2,-7-2 1,7-3 0,0-3 2,0 4 10,7-6 11,-1-2 9,7 5 3,0-2-2,6 1 0,1 0-8,6-1-7,0 5-3,6 2 10,1 6 13,6 5 8,0 1 8,7 8 1,-1-1-4,-6 4-9,0-1-11,7 9-10,-14-1-10,0 4-3,1 1-4,-14-5-6,7 4-13,-6-8-24,0-3-44,-1-7-61,7-4-81,-7-8-81,7-7-73,7-10-24,0-8 23,-1-7 48</inkml:trace>
  <inkml:trace contextRef="#ctx0" brushRef="#br0" timeOffset="82009.2929">16361 7594 243,'20'-4'330,"-1"1"20,-5-2 11,-2 2-147,-6 3-77,8 3-53,-8 2-37,7-2-19,-6 4-12,12 4-6,-5 5-6,-2-5-17,8 3-33,-1 1-36,7-5-47,-6 2-53,7-1-73,-1-5-43,-7-1 1,1-2 20,-1-3 38</inkml:trace>
  <inkml:trace contextRef="#ctx0" brushRef="#br0" timeOffset="82204.2438">16556 7858 238,'-12'18'382,"-8"-3"47,1 2 26,-1 3-105,7-3-114,-7 10-66,8-2-69,-2 5-45,8-1-24,-8 4-17,8 0-6,6-1-23,-6-1-44,6 0-57,0-4-69,6-6-69,0-2-70,2-4-57,4-12-1,-6-6 36,8-9 57</inkml:trace>
  <inkml:trace contextRef="#ctx0" brushRef="#br0" timeOffset="82493.85">16843 7968 60,'19'-11'211,"1"7"24,-6 0-12,-2 4-58,-5 8-36,-1-1-17,-6 8-9,-6-1-17,6 1-17,-13 4-16,7-1-10,-8 1-12,2-5-8,-2 1-8,1-1-4,0-3-3,0-7-2,1-1-4,4-3-2,2-3-1,6-5-1,0-3-1,6 1 1,2-2 1,-2 1 0,7 5 0,6 0 4,-6 6 10,13 6 19,-6 0 24,13 9 23,-1 3 12,1 4 7,-1 4-5,7 2-15,1-1-24,5 2-27,1-7-45,-1 0-48,1-11-49,-1 0-50,1-11-52,0-3-54,0-9-49,-1-5-2,-13-9 20,8-7 36</inkml:trace>
  <inkml:trace contextRef="#ctx0" brushRef="#br0" timeOffset="82644.3214">17801 7708 175,'7'-19'322,"-1"8"40,-6 7 39,7 12-86,-7 7-70,0 10-54,0 11-34,0 5-35,0 10-38,0 1-36,6 3-58,-6 0-71,6-3-79,-6-2-78,8-6-86,-8-7-74,6-8-4,-6-10 36,-6-5 60</inkml:trace>
  <inkml:trace contextRef="#ctx0" brushRef="#br0" timeOffset="82831.2414">17521 7850 273,'-6'-18'438,"-1"0"48,1 7 22,-1 0-106,14 7-113,-1 1-91,1 6-80,12 1-42,0 3-22,8 4-11,-1-3-10,13 6-11,0-3-12,6 0-20,8 0-46,6 3-56,-1-2-60,7 3-61,0-1-62,-6-3-59,6-3-45,-6-2 5,-1-2 31,-5-4 45</inkml:trace>
  <inkml:trace contextRef="#ctx0" brushRef="#br0" timeOffset="83148.2176">18772 7876 121,'13'3'327,"0"1"50,-13 4 44,6 3-49,-6 0-33,-6 11-21,6 0 2,-6 3 12,-7 5 3,6 3-20,-6 0-31,-7 0-39,8 4-53,-8-6-52,7 4-48,-7-6-26,8-3-28,-2-5-30,1-5-44,0-7-57,6-4-49,7-10-44,-6-9-26,6-12-1,0-3 24,6-7 48,1-4 44,6-1 39,0 1 24,1 0 14,4 3 10,-4 7 5,5 5 9,1 3 33,0 7 48,6 8 56,-7 2 55,7 10 40,0 6 15,0 4-17,1 6-37,-1 9-55,-1 0-63,8 2-82,-7 1-86,6 0-125,1-3-140,-7-1-135,7 0-107,-1-7-86,-6 0-10,7-8 72,-7-6 110,-6-5 122</inkml:trace>
  <inkml:trace contextRef="#ctx0" brushRef="#br0" timeOffset="83337.3383">19775 8298 58,'34'-4'628,"-9"0"159,-5 0 92,-8 4 45,-4-3-92,4 3-286,-12 7-263,0 1-191,0 2-144,-6 5-133,0 7-145,-8 0-137,-5 7-111,-7 8-102,0 3-41,-13 8 38,-1 0 105,1 3 125</inkml:trace>
  <inkml:trace contextRef="#ctx0" brushRef="#br0" timeOffset="83782.5503">21196 7928 315,'-13'-15'499,"7"1"111,-1 2 87,-6-3-54,7 8-105,-1 0-104,0-1-112,7 5-103,-6-1-86,6 4-65,0-4-45,6 4-49,1 4-53,0 0-62,-1-1-89,14 1-99,-8 3-94,1 2-64,7-3-31,0 5-48,-8 1 29,2-3 75,-1 3 86,-13-4 83</inkml:trace>
  <inkml:trace contextRef="#ctx0" brushRef="#br0" timeOffset="83929.3429">21216 8064 233,'-14'17'433,"1"-3"70,1 5 45,-2-1-84,2 1-92,-2 0-89,1 2-98,7 2-67,-1-2-46,1 1-33,6 0-39,0-3-66,0-2-85,0 3-84,6-3-87,-6-2-92,0-4-77,0 1 6,7-9 49,-7-3 67</inkml:trace>
  <inkml:trace contextRef="#ctx0" brushRef="#br0" timeOffset="84248.2734">21613 7968 77,'26'0'459,"-7"0"80,-5 4 43,-14 6 23,0 1-165,-7 4-155,0 4-120,1-1-79,-13 1-42,5-2-21,2 2-10,-2-5-9,-5-3-34,6-4-42,0-3-53,-1-8-44,8-3-27,0-7-8,6-4 18,0-5 39,6-2 47,0 0 40,2 2 25,-2 1 14,7 4 11,0 4 3,6-1 6,1 7 9,0 4 20,-1 4 32,7 8 33,7 3 36,-7 7 20,6 4 4,7 3-12,-5 2-30,11 2-45,-6 0-84,0-3-91,6-1-80,2-3-68,-9-3-61,7-9-55,2-2-37,-9-4 22,1-8 43,-5-4 49</inkml:trace>
  <inkml:trace contextRef="#ctx0" brushRef="#br0" timeOffset="84576.9685">22961 7883 85,'-6'-4'360,"-6"4"70,-2-3 47,-5 3-17,-1 0-93,-6 0-68,7 3-66,-7 1-48,6 0-36,0 4-39,1-1-26,-1-1-17,8 6-15,-8 3-22,7-1-9,-7 1-1,8 3 6,4-3 4,-4 0 5,5-5 5,0 1-2,1 1-4,6-8-11,0 3-16,0-5-6,6 4-2,-6-6 2,7 0-3,0-6-3,-1 6 5,0-2 0,2-5-2,-2 3 1,0-4-1,0 4-3,8-2-19,-8 1-47,1-2-71,-1 0-93,0 3-90,-6 0-86,8 1-77,-8-4-34,0 3 29,0 0 71,-8-3 79</inkml:trace>
  <inkml:trace contextRef="#ctx0" brushRef="#br0" timeOffset="84892.3233">22519 7378 272,'-6'-18'426,"-2"7"73,8 0 51,-12 4-111,5 7-75,1 7-72,-7 4-59,0 14-30,-1 8-4,2 12 30,-2 10 20,2 10 12,-1 12-18,-1 11-33,2 3-42,4 5-67,8 0-75,0-9-85,14-9-93,6-10-79,5-15-91,8-10-91,6-18-67,0-9-36,7-13-19,-1-11-29,2-6 30,-9-12 71,-5 1 82,-13-5 83</inkml:trace>
  <inkml:trace contextRef="#ctx0" brushRef="#br0" timeOffset="85139.2761">22290 7832 359,'-12'7'540,"-8"-3"88,1 3 50,-1-3-69,7 0-168,6 3-134,-5-2-116,12 1-84,0-3-47,6 5-23,7-4-4,0 0 2,13 0 4,1-4 3,5 0 3,7 0-4,0-4-11,7 0-8,6 0-5,0 4-11,0 0-61,7 0-116,-7 0-144,7 8-142,-8-1-154,2 4-79,-1 0 13,-7 0 90,-6-1 132</inkml:trace>
  <inkml:trace contextRef="#ctx0" brushRef="#br0" timeOffset="89337.189">24050 7766 180,'-13'-17'225,"7"-3"21,-8 6-64,2-4-31,-2 7-7,1-4 2,0 8 1,0-4-11,1 7-18,-2 0-24,-5 1-20,6 3-26,-7 3-20,-6 9-10,0-2-8,0 12-3,-6 4-1,5 8-3,-12 5-3,7 5-3,-8 3-10,-5 2-19,-1 5-27,7-3-35,-6-3-47,5-4-44,8-7-45,-1-8-53,1-6-13,6-9 13,7-10 37</inkml:trace>
  <inkml:trace contextRef="#ctx0" brushRef="#br0" timeOffset="89549.3566">23340 7671 194,'13'-29'229,"6"3"12,-6 4-80,1 7-36,-2 8-17,8 7-13,-7 7-9,0 11-5,-6 5-8,5 10-16,2 3-15,-2 8-12,-5 1-10,6 1-7,0 0-4,1 0-1,-2-5-6,2-1-8,-2-4-22,-5-5-33,6-2-37,-6-11-35,-1 0-36,-6-7-48,6-3-29,-6-8 3,-6-5 22</inkml:trace>
  <inkml:trace contextRef="#ctx0" brushRef="#br0" timeOffset="89718.3523">23444 7887 4,'-19'-17'232,"5"1"33,2 5 19,-2 0-85,1 3-52,7 5-33,6 0-43,0 3-30,6 3-21,7 4-11,1 1-1,12 3-2,0-4-2,7 9 0,-1-7 2,7 7-4,6 2-17,-5 0-32,11 0-41,-5 1-58,7-1-78,-2 0-38,2-2-7,-1-3 22</inkml:trace>
  <inkml:trace contextRef="#ctx0" brushRef="#br0" timeOffset="90157.2644">25197 7916 141,'6'-10'267,"0"-5"18,-6 0 7,-6 9-115,0-6-56,-14 4-36,-5 5-22,-2 3-12,-5 3-13,-1 5-4,-13 4-3,1 5 0,-1 4 2,-13 6 10,7 2 14,1 0 14,-2 5 9,7-3 1,7 6-4,0-3-11,13-5-19,6 4-17,1-8-14,13-2-6,6-5-3,6-6-4,7-2 0,7-10-6,12-4-13,1-7-17,6-7-23,7-7-22,5-5-22,-5-3-19,7-3-11,-8-1-6,7-3 5,-7 3 11,2-3 16,-9 3 18,-5 5 23,-1 5 21,-5 5 16,-7 8 13,-8-1 13,2 8 10,-8 7 12,0 4 15,-6 6 16,0 9 10,-6-1 1,6 8-2,0 3-10,0 0-10,6 1-15,1-1-10,6 4-8,0-4-2,7-4-9,-1-2-20,7-9-26,0-3-35,7-3-42,-1-5-59,1-6-56,-1-5-14,-6-3 8,0-7 24</inkml:trace>
  <inkml:trace contextRef="#ctx0" brushRef="#br0" timeOffset="90892.337">25888 7272 45,'12'-7'204,"2"-1"10,-8 1-13,1 3-84,-1 0-42,-6 0-22,7 2-14,-7 2-6,6 0-4,-6 0 8,7 2 5,-1 2 5,0 4 5,8-1 3,-8 1-1,14 6-9,-1 1-9,1 2-8,0 3-8,5 1-7,-5-2-3,6-1-3,0 4 0,-7-4-5,8 0 2,-8-4-1,8 6-1,-8-2 1,-6-3-3,7 3 2,-7-7 1,7 3-1,-14-3 0,6 0-1,-5-3-1,0-1-1,-1 1-1,-6-5 1,7 5-1,-7-5 2,6-3 1,-6 4 0,0 0 0,0-4-1,0 0 3,0 4-1,0-4 0,0 0 2,0 0-1,0 0-1,-6 0-1,6 3 1,-13-3-2,-1 7 0,-4 0-2,-9 5-1,1 2 3,0 8 1,-7 3 23,1 6 20,-1 1 20,-5 1 18,4 3 11,9-3 3,-8 0-17,13 0-17,-6 0-20,14-7-16,-2-1-10,8-2-6,6-1-4,6-7-1,8-1 0,-2-3 0,8-4 0,6-3-3,0 3 3,0-3-3,0-1-1,0 2-1,0-2-2,1 0-1,-1 1-6,-14 3-1,8 1-4,-7-2 3,-7 2-1,1 0 1,-7 3 4,-7-1 5,7 2 0,-6 3-1,-7-1 3,6 1 1,1-4 0,-7 0-1,7 1-1,-1-6 0,7 2 0,-7-1 0,7-3 0,-6 0 3,6-2-2,0 3 0,6 2 2,-6 0-1,7 1 0,0 2-4,-1 6 2,0-2 1,1 8-1,6 3 0,-6 5-1,-1 3 1,0 3-1,1 0-5,0 1-9,-1 4-17,-6-1-13,6-3-16,-6 0-21,0-1-26,0 1-25,0-8-34,-6 0-41,0 1-60,-1-8-20,-6-5 7,7-5 28</inkml:trace>
  <inkml:trace contextRef="#ctx0" brushRef="#br0" timeOffset="91052.5544">26715 8763 160,'0'-7'253,"0"2"-24,-13 5-30,6-3-176,-5 6-141,-1-3-81,-7 0-27,6 0 10</inkml:trace>
  <inkml:trace contextRef="#ctx0" brushRef="#br0" timeOffset="92252.4136">9877 9902 98,'-32'-44'170,"6"1"9,-7-3-88,14 10-24,-1 3-11,0 4-15,8 7-8,6 8-8,6 3-8,6 4-10,0 2-7,8 10-1,12 2-1,-1 4 3,8 0 1,6 7 0,7-3 0,12 3 1,1 0-2,6-2 1,14-3 3,6 3 7,-2-9 15,16 0 12,11 0 13,8-3 9,5-4 5,15 0-1,4-4-5,8 0-8,14 1-9,4-2-10,9 3-4,5-2-4,7-3-10,7 3-7,-1 0 1,1-4-1,5 5-3,2-1-4,5 2 3,-5-3 1,4 2-3,2-1-2,6 0 4,-7 0 0,1 8-3,0 0-2,6 3 1,0 0 5,-7 8-5,1 0-2,0-1 7,-8 5 3,-5 0-2,5 2 0,-5-3 0,-1 4 7,-5-4-3,5 1 0,-6-1-3,7-3 3,-1 0 0,1-1-4,5-7-6,2 1 3,-1-4 1,-1-4-5,2 0-6,-2-8-1,1 1-3,1 0-7,-8-4-8,1-4-3,-7 0 4,-1 1 1,-5-1 2,-1 1 2,-6-1 6,-6-4 10,-7 5 1,-7-5 3,0 4 7,-12-2 3,-8 2 5,1-3 0,-7-1 4,-6 1 3,-6-1-1,-1-2 3,-6 2 1,-1-2 3,-5 1-3,5-1-1,-11 4 2,5-3 0,-7 3 0,-6-2-4,8 4-4,-8 1-2,-7 3-7,7 3-4,-6 5-5,-6 3-1,-8 3-2,0 1 1,2 4 3,-8-1 6,0 0 7,-7 4 8,1-4 7,0 0 4,0 0 4,6 2 2,-7-6-3,1 0-5,6-3-3,0-3-3,0 0-6,7-6-4,0 2-16,-1 0-33,8-4-36,-8 0-47,8-3-53,-2-2-67,-5-1-74,0-6-15,-7 1 11,-7-7 31</inkml:trace>
  <inkml:trace contextRef="#ctx0" brushRef="#br0" timeOffset="93235.3712">11950 10268 1,'-13'-7'146,"-6"-1"5,-8 1-63,8 4-33,-8 3-16,-5 0-6,6 3-1,-7 2 6,-6 1 9,7 5 5,-7-3 8,-7 3 6,7-1 4,-1 5-3,-5-3-6,6 6-3,0 0-8,0 0-9,6 1-7,-6 2-5,13 1-8,0-3-7,0 3-4,13 0-6,0-1-2,13-2-3,7 3-2,-1-4 0,13 1 1,7 3 0,1-3 3,5-2-1,7 2 3,7-5 0,-7 5 1,7-4 1,-1-1-1,1 1-1,-7 3 2,-7-3 0,-5 3-2,-7 0 0,-2 5 0,-18-2 2,0 4-2,-6 5-2,-14 0-1,1-1 0,-7 0 4,-6 1-4,-1-5 1,-7 1 1,1-4 2,7-8-2,-1 1-1,-5-4 2,11-3 1,-5-6-1,6 2 0,6-4-2,1 0 0,5 0-1,2 0-2,-2 0-1,8 0 0,6 4-1,0-4 0,6 7-1,8-2 2,-2 4-1,2 3-2,5 7 5,1-1 1,6 7 2,-7 5 0,7 2 0,-6 9 4,0 3-4,-1 8 1,-6 2-2,-6 5 1,-7 7-2,0 0 0,-7 4 2,0-1 3,-12 4 0,6-4 0,-6 6 2,-1-6 0,0-3-6,1-7-18,5-4-29,8-8-39,-7-7-48,13-6-78,0-5-38,7-11-8,-7-3 19</inkml:trace>
  <inkml:trace contextRef="#ctx0" brushRef="#br0" timeOffset="94985.7795">13266 10342 55,'-6'-16'145,"-1"-1"-35,0-2-24,-5 5-6,5-5-1,1 5 3,-8-1 7,8 1 5,0 3 5,-2 0-2,8 3-10,-6 0-14,6 5-15,0-1-18,6 8-11,2-1-6,-2 13-3,7-2 2,0 12 3,0 3-1,0 4-4,0 8-5,-7-2 0,8 5-5,-14 0-3,6 1 0,-6-5-4,0-4 1,-6-2-1,6-6 0,0-1 1,-7-10 2,7-2 0,-7-4-1,7-8 0,-6-6 0,6-8-3,0-11-2,6-7-2,-6-7 2,7-1 0,0-7-1,-1 3 0,1 2 1,6-2 0,-7 8 0,7 4-1,1 2 0,-2 2 1,8 6 0,-1 2 0,7 3 1,0 2-1,7 1 0,-1 7-5,1 4-22,7 0-40,-1 8-49,-7 6-58,1 1-72,-1 6-35,-6 2 4,1-2 29</inkml:trace>
  <inkml:trace contextRef="#ctx0" brushRef="#br0" timeOffset="95315.8819">13846 10639 79,'-13'6'256,"6"2"22,1-1 16,-1-3-105,7 0-60,0-4-43,0 0-31,0-4-21,7 0-16,6-6-9,6-1-5,1-8-2,0 1 0,5-4 1,1 0-3,-6-4-5,6 4-7,-7 5-10,-5-6-10,-1 9-9,-6-5-5,-1 8-3,-12 0 1,-1 4 8,-6 0 5,-1 7 9,-5 2 5,-7 6 9,0 3 10,0 0 9,0 7 10,0 5 7,7-2 8,-1 2 3,1 2-2,11 0-5,2 1-5,6 0-5,0-1-5,14 2-3,-2-6-2,8 1-1,6-4-3,0 1-1,6-4-2,8-1-11,-1-2-26,7-5-40,5 0-48,-5-7-80,7 0-40,-2-7-11,-5-4 13</inkml:trace>
  <inkml:trace contextRef="#ctx0" brushRef="#br0" timeOffset="96136.8285">14661 10493 134,'0'-12'277,"-7"1"25,1 7-6,-8 0-93,2 4-55,-2 4-38,2 4-34,-8 3-19,7 7-16,-1 1-11,2 6-3,-2 0-11,8 0-7,0 2-6,6 2 2,0-3-3,6-4-4,8 0-7,4-4-8,9-3-12,-1-7-24,6-5-20,-5-3-23,5-3-19,1-5-18,5-4-14,-5-2-3,0-1 5,-7 1 5,0-1 10,-6-3 21,0 3 26,-2 1 34,-4 3 45,-8 0 45,1 3 37,-1 1 33,-6 2 21,0 2 2,0 3-19,0 0-20,0 3-14,-6 6-18,6 2-17,0-4-4,0 8-3,0-4-4,0-1-8,6 2-7,-6-2-4,6-3-9,8 1-4,-8-4 1,8-1-1,5-6 0,1-1 1,-8-4-1,8-2-3,0-5-7,-1 4-6,1-3-5,-1-1-4,-6 0-1,0 3 3,1 6 4,-8-2 5,0 1 5,0 3 7,2 0 12,-8 8 13,6 4 8,-6 3 9,0 0 6,6 7 2,-6-3-6,0 3-8,7 1-7,-7-5-3,13 1-8,-6-1-6,5-6-6,2-1-2,5-4 0,7-6-4,0 3 1,0-7 0,7-4-1,-7 0-20,6-8-23,1 5-25,0-9-15,-7 6-14,0-5-7,0 3 13,0 0 19,-7 2 24,-5 2 16,5 3 15,-12 2 13,6 3 11,-13 3 11,6 0 14,-6 4 13,0 0 8,0 8 5,-6-5 2,6 9 3,-7-2-5,7 5-1,-6-1-3,6 5 0,-7-2 2,7 3-3,0-2-4,0-3-9,0 3-7,7-4-8,-7-3-8,6 0-8,-6 0-2,7-3-3,-7-1 1,6-7-1,-6 0-1,0-3-6,6-9-7,-6 1-7,0-7-9,0 0-7,0-7-5,0 2 5,-6-3 5,6 0 8,0 5 12,-6 3 13,6-1 9,0 2 3,0 5 2,0 1 3,6 0 2,0 8-4,2-2-2,4 5-2,1 5 1,7-5-4,0 3-6,-2 4-1,15-3-3,-7 0-16,14-2-23,-1-2-42,0 5-50,7-10-55,-1 5-62,1-2-50,-7-2-12,0-4 20,-7 2 39</inkml:trace>
  <inkml:trace contextRef="#ctx0" brushRef="#br0" timeOffset="96304.8049">16440 10372 231,'-8'-5'362,"2"5"56,0 0 55,0-3-108,-2 3-73,2 0-60,6 0-62,0 0-53,0 0-61,0 3-56,6-3-53,2 5-57,-2-3-60,0 6-63,8-4-58,-8 3-52,7 1-40,-7-1 9,-6 0 36,7 0 50</inkml:trace>
  <inkml:trace contextRef="#ctx0" brushRef="#br0" timeOffset="96483.9618">16387 10518 98,'-6'6'365,"-1"2"75,0-8 48,1 4-41,0-1-116,0 1-78,6 4-84,-8-1-70,8 3-45,-6 9-23,6 6-13,-6 2-9,6 2-18,0 4-58,0-4-80,0 8-87,6-8-93,-6 4-98,6-8-40,2-2 26,-2-13 61,0 2 78</inkml:trace>
  <inkml:trace contextRef="#ctx0" brushRef="#br0" timeOffset="97193.3198">16615 10355 25,'7'-6'217,"-7"-5"24,0 8-10,0-6-66,0 7-39,-7-3-25,7 5-19,-6 0-17,-1 0-9,-5 5-6,-2 1 0,2 2-2,-2 7-3,1 4-4,0-2 1,-6 9-3,5 3 0,2 1-8,-2-1-4,1 4-6,7-4-5,0 3-4,6-1-5,0-2-4,0-7 0,0 3-1,6-2-2,0-9 0,1 5 0,6-9 1,-6-2-2,13-1 1,-8-3 0,8-4 0,5 0 0,1-4 0,1 0 0,-1 1 1,6-5 0,-5 5 1,-8 3 0,7-3-1,-6 6-3,-8-3 1,2 7 2,-8 0 1,-6 1-1,-13 6 3,0 1 0,-6 3 10,-14 0 12,0 5 9,-6-1 16,-6-4 9,5 0 10,1-3-1,1-5-10,5 2-9,7-9-19,6 1-36,7-8-51,7-3-58,12-7-62,7-5-63,7 1-62,6-8-47,0-3 1,13 0 31,-6-4 47</inkml:trace>
  <inkml:trace contextRef="#ctx0" brushRef="#br0" timeOffset="97361.2821">17156 10397 8,'20'-19'383,"-8"1"80,2-4 71,-8 8 53,1-1-141,-7 3-92,6 2-98,8 3-75,-8 3-88,6-4-97,2 8-100,5 0-103,1 0-97,0 8-97,-8-2-82,15 2-23,-8 3 36,-6 0 69,1 1 79</inkml:trace>
  <inkml:trace contextRef="#ctx0" brushRef="#br0" timeOffset="97572.2129">17261 10459 346,'-14'7'473,"2"1"63,-2-6 35,8 3-104,-7-1-147,13 4-99,-7-2-83,7 9-64,-7 3-35,7 4-13,7 4-15,-7 0-41,7 3-76,-7 0-81,6 0-75,7-4-69,-6 1-47,0-6-7,5-6 37,2-11 38,-2 1 32,8-11 34,-1-4 33</inkml:trace>
  <inkml:trace contextRef="#ctx0" brushRef="#br0" timeOffset="97797.3536">17476 10543 139,'6'-14'290,"-6"3"44,0 3-5,0 1-61,0 7-43,0 0-23,-6 7-18,6 7-6,0 1 10,-8 7 6,8 0-8,0 1-23,8-1-32,-2 0-31,0-4-37,1 0-17,13-7 16,-8-7 16,14-4 20,-6-8 14,6-3 9,1-7-4,5-7-22,1-5-22,-7 1-27,6 0-46,-5 0-49,-9 2-60,-4 2-102,-1 6-117,-7 5-119,-6 3-92,-6 7-50,-1 4 8,-13 8 67,8 2 103</inkml:trace>
  <inkml:trace contextRef="#ctx0" brushRef="#br0" timeOffset="98107.2681">17782 10752 24,'12'18'238,"2"-3"31,-1 0 26,-1-1-64,2-3-61,6-3-24,-1-2-15,1-2-19,0-4-13,5-4-16,1-6-11,0-5-12,0-3-14,-6-8-10,-1 0-11,1-3-11,-7-4-4,0 4-2,-6-4-1,-7-4-2,-7 5 2,1 3 16,-8 0 29,-6 6 32,2 4 43,-2 5 44,-7 7 39,1 3 36,1 11 15,5 4 16,-6 4 2,6 11-10,1 3-26,5 8-37,8-1-36,0 1-48,12 3-43,0 0-37,14-3-42,13 0-70,-1-1-107,7-7-128,14-3-99,-1-8-90,7-6-89,6-9-63,-7-3 16,7-11 80,1-3 73,-8-5 81</inkml:trace>
  <inkml:trace contextRef="#ctx0" brushRef="#br0" timeOffset="98236.3584">18857 10733 167,'-7'-3'423,"1"0"75,0-1 47,-8-4-37,8 5-141,-1-1-150,0 4-184,1-4-181,0 4-168,6 0-135,-7 0-64,7 0 5,-6 0 70,6 4 101</inkml:trace>
  <inkml:trace contextRef="#ctx0" brushRef="#br0" timeOffset="99476.3514">13286 11909 61,'0'-11'192,"0"0"28,-7 4-49,7-1-23,-7 2-9,7 2-17,0 0-19,-6 1-23,6 3-22,0 0-20,6 0-17,-6 0-9,7 0-6,0 3-3,6 1 1,0 0-3,6-1 3,1 4 0,-1-3-2,7 0-9,0 3-31,0 0-40,1-2-47,-1 1-64,-7 3-54,1-6-19,0 0 13</inkml:trace>
  <inkml:trace contextRef="#ctx0" brushRef="#br0" timeOffset="99843.7277">13396 11987 31,'-19'4'238,"-1"-2"32,0 2 24,8 0-90,-1-4-48,0 4-33,6 3-36,1 4-27,6 5-22,6 5-8,-6 4-4,7 4 0,-1 8-1,-6 3-3,7 4-4,-7 4-6,0-4-4,0 0-3,0 0-2,-7-4-1,1-6 0,-1-5-1,7-7-1,-6-3 1,-1-2 1,7-5 1,-7-2-2,1-3 0,0-3 1,-1 0 1,7 4-2,-7-8 0,7 4 0,-6-4 1,6 2-4,0-2-1,0 0 0,0 0-2,0 0 0,6 0 2,1 0 2,0 0 0,5 0 1,2 0 0,5-2 2,-6-2-1,14 0 0,-8 0-1,7 0 1,0-3 0,6 3-1,1-3-23,6 4-33,1-1-41,-8 4-45,13 0-61,-5 0-69,-7 0-15,5 0 11,-5 0 31</inkml:trace>
  <inkml:trace contextRef="#ctx0" brushRef="#br0" timeOffset="100079.2335">14166 12191 180,'-8'-14'296,"2"-1"40,0 4 28,-7 1-122,6 2-64,-6 4-29,7 1-26,-8 3-34,8 0-24,-7 11-14,6 0-4,-5 11-8,5-1-4,-6 13-4,6 3-2,1 2-3,0 6-8,-2-6-13,8 2-34,0 0-54,0-8-67,8-8-64,-2-3-66,0-4-77,1-7-17,-7-7 28,7-8 51</inkml:trace>
  <inkml:trace contextRef="#ctx0" brushRef="#br0" timeOffset="100244.1418">13970 12375 9,'-7'-19'269,"-5"2"51,4 1 42,-4 3-47,5 4-61,0-1-47,7 2-53,0 5-50,0-1-42,7 4-32,6 0-15,7 0-7,6 4-5,-1-1-10,15 1-51,-1 3-78,7 4-105,-1 4-86,1 0-46,-1-2-17,-6 3 38</inkml:trace>
  <inkml:trace contextRef="#ctx0" brushRef="#br0" timeOffset="100863.4245">14413 12602 304,'-14'7'388,"2"1"33,6-4 19,-8 0-148,8-2-88,6 3-83,0-3-51,0 3-33,13-5-16,0 3-10,7 1-3,-1-4-1,13 0-3,1-4-1,7 1 0,-2-4 1,-5-4-4,6-1 0,-13-1 5,0-7-2,-6 6-1,-1-8-1,-12 0-3,-1 0-8,-6 1-10,0 1-7,-13-2-3,0 4-4,-7 4 5,-6 6 7,1 0 6,-9 6 9,9 2 15,-7 7 13,6 0 8,6 8 1,-7-1 5,15 8-3,-2 0-6,8 0-7,0 7-5,12-3 0,6 0-1,2 3 0,6-6-4,5 2-2,9-7 0,5-3-1,-1-1-6,8-11-20,0 2-29,0-13-21,-1-3-15,7-7-33,1-8-30,-8-3-11,1 0 3,-1-8-2,-6 4 4,1 0 24,-15 4 34,1 3 29,-6 4 34,0 8 36,-8-1 29,-5 8 21,-1-1 17,1 8 14,-7 0 7,0 8-1,-7 3-4,7 3-5,-6 1-5,-1 3-5,1 0-8,0 5-10,6-5-10,-8 3-9,2-6-10,0 4-6,6-5-5,-6-3-4,6-3 0,0-1-2,-7-3 0,7-4-3,-7-4-4,7-3-4,-6-1-6,6-7-3,-7-2-3,7-2 1,7 1 0,-7-3 1,6 1 0,1 3 1,0 1 1,5 2-5,2 7-7,5-1-14,1 5-14,6 3-19,0 3-14,-1 1-16,15 0-26,-1-1-30,0 1-29,0 0-42,7-1-23,6 1-1,-7-4 24</inkml:trace>
  <inkml:trace contextRef="#ctx0" brushRef="#br0" timeOffset="101238.3419">16114 12348 82,'0'-6'226,"-7"-1"17,-6 3-29,0 0-54,0 4-26,-6 0-23,-1 4-7,-6 4 10,-1 1 19,1 3 25,-6 7 25,6-1 33,0 4 14,0 0 2,0 0-23,6 4-33,1-9-38,5 2-42,2-1-37,12-7-30,-6 4-13,12-8-6,-6 1-6,12-8-2,2-4 2,-1-3-4,7-7-2,-2-2-6,2-6-4,0 1-6,-1-2-5,1 1 0,0 0 1,-7 4 2,6 4 2,-6 3 5,-7 0 7,8 3 1,-8 8 1,1 4 7,-1 4 4,1 2 2,0 9 3,-7 2 3,6 6 2,0-2-1,8 1-2,-8-1 0,14-2-3,-1-2-10,1-3-20,12-7-44,1-7-60,6-12-72,0-6-68,6-12-51,8-6-27,-8-9 6,7-7 30,1-3 39,-2 0 28,-11-4 3,-1 1 18,-7-2 20</inkml:trace>
  <inkml:trace contextRef="#ctx0" brushRef="#br0" timeOffset="101402.0179">16771 11924 149,'-12'-3'264,"-1"3"45,-1 11-9,-12 0-15,7 10 9,-1 6 22,-6 1 0,7 9-9,-1 4-32,0 3-39,2 4-56,4 2-62,1 2-50,7-1-72,-1-3-92,7-5-93,0-1-90,7-13-75,-1-4-67,1-11-38,5-7 1,-4-10 46,4-4 63,-6-12 60</inkml:trace>
  <inkml:trace contextRef="#ctx0" brushRef="#br0" timeOffset="101573.3309">16465 12056 325,'-6'-8'448,"-1"5"50,1-1 24,0 2-129,6 2-107,0 2-105,6-2-83,7 7-46,7 1-23,0 4-12,5-5-4,7 3-26,2 2-49,5-2-68,-1-3-77,8 1-74,0-8-68,0 0-70,-1-4-3,-6-2 35,0-6 60,0-3 64</inkml:trace>
  <inkml:trace contextRef="#ctx0" brushRef="#br0" timeOffset="101722.339">17208 11887 168,'0'-3'385,"7"-5"57,-7 4 35,0 1-79,0 0-110,0 3-87,6 0-79,1 3-58,6 0-61,-1 1-66,8 0-68,0 0-65,-1-1-65,7 1-63,1 0-59,-1-4 5,0 0 36,0-4 51</inkml:trace>
  <inkml:trace contextRef="#ctx0" brushRef="#br0" timeOffset="101918.3754">17306 11928 66,'-20'15'405,"1"-1"72,-1 5 40,1-4 7,-1 6-145,0 1-100,8 4-102,-2-1-68,2 4-39,12 0-34,-7 5-63,14-1-76,-1 0-77,8 0-77,-2 1-78,8-2-79,6-3-35,-7-7 24,7-3 48,-6-12 61</inkml:trace>
  <inkml:trace contextRef="#ctx0" brushRef="#br0" timeOffset="102168.7881">17626 12097 136,'-8'-12'373,"2"5"72,-7 4 52,0 3-33,0 3-87,-7 4-58,8 5-60,-8 3-57,7 2-34,0 5-35,6 4-22,1-5-25,0 6-16,6-5-16,0-5-13,12 2-9,2-8-12,5-4-6,7-7-3,0-7-8,7-7-9,-7-4-8,6-5-6,-5-2-3,-1-4 3,-1-1 4,-5 4 3,-6 1-17,-2 3-52,-6 4-93,1-1-112,0 8-136,-1 4-122,-12 3-45,6 4 22,-14 7 74,8 8 102</inkml:trace>
  <inkml:trace contextRef="#ctx0" brushRef="#br0" timeOffset="102508.5092">17932 12460 340,'12'15'403,"2"-9"27,-1 2 16,-1-8-148,2-4-108,6-6-80,-8-10-52,8-2-24,5-3-19,-5 0-10,0-10-11,-1 4-11,-5-3-13,-2 1-12,-5 1-3,-7 3 0,0 0 7,-7 2 26,1 1 33,-7 8 30,0 7 17,-6 1 20,-1 6 25,0 8 25,1 6 21,-7 5 17,6 4 15,0 6 21,8 4 7,-1 3-1,-1 5-19,8 0-22,6 1-19,0-2-33,6 1-31,8-5-39,-1-3-24,13 2-11,-6-10-17,5-3-23,7-3-27,-5-4-14,5-8-14,1-3-18,0-7-42,-8-4-66,8-3-87,0-5-93,0-3-99,-1-4-117,-5 4-23,5-7 46,-7-4 89,-5 0 97</inkml:trace>
  <inkml:trace contextRef="#ctx0" brushRef="#br0" timeOffset="103141.3805">18694 11642 321,'0'-3'630,"0"3"111,-14 3 61,2 5 19,6 10-230,-8 7-178,-5 12-158,12 4-106,-6 10-63,1 3-34,-2 5-23,1 7-14,7-3-13,-1 2-24,7 2-30,0-9-42,7-7-66,-1-8-48,1-8-29,5-14-5,8-10 12,0-14 34,6-8 61,7-11 54,-1-11 40,1-1 33,6-2 22,-7-1 13,1 1 6,-1 6-3,-6 0-6,-6 5-9,-1 7-7,-5 0-3,-2 7 0,-5 4 4,0 7 15,-14 4 30,7 6 32,-13 12 38,7 0 45,-8 7 29,2 5 8,-1-1-15,-1-1-25,8 1-41,0 1-45,6-9-31,0-7-23,6 1-14,7-13-15,7-6-3,6-6-4,0-9-8,0-3 1,7-5-1,-1-2 9,1-4 1,-1-1 8,7-3 2,-13 4 0,7 0 2,-7 3-8,-6 4 1,-8 7 2,1 1-3,1 3 3,-8 4 0,0 7 10,-6 7 4,0 8 0,0 7 7,-6 3 6,0 13 14,-1 5 13,-6 8 10,6 12 7,-5 5 9,-2 14-1,8 5-8,0 9-14,-8 2-13,8 5-12,-7-3-12,-1-5-9,2-11-11,-2-7-8,2-8-8,-8-6-7,1-15-21,-7-9-18,-1-6-10,1-11 1,-6-12 2,-1-5-5,1-12 13,-7-8-8,-1-11-2,8-6-4,-1-9 8,7-3 26,7-4 21,5 4 31,8 1 16,12-2 9,8 5 0,11 1-21,9-3-35,11 6-49,14-4-59,6-5-113,13 5-136,6-8-130,7 2-140,8-6-47,-2 0 14,7-6 87,-13-1 122</inkml:trace>
  <inkml:trace contextRef="#ctx0" brushRef="#br0" timeOffset="104620.8831">13057 12987 6,'0'3'205,"0"1"12,-6-4 7,6 0-95,0 0-57,0 0-29,0 3-19,0-3-10,6 4-7,1-4-4,6 0-1,6 4 3,1-4 4,13 0 9,-1 4 10,8-4 11,5 0 7,7 3 4,7-3 1,12 4-4,1-4-9,6 3-7,7 2-6,0-3-3,6 2-3,7 4 0,0 0 1,5-5 0,8 3 1,1 2-1,-2-4 4,7 1-2,1 1-1,-7-2-2,12 0-4,-5 3-4,-8 4-6,7 3 0,-6 5 0,1-1 0,-2 8-1,-5-4-5,-2 4 3,1 3 12,-5-7 18,-2 3 14,-6-6 12,1-4 15,-1-4 4,-6-4-9,0-7-14,-1 0-14,1-7-3,-1 0-5,1-5-3,-1-3-1,-5 1-1,0-1 6,-2 0-2,2 4-1,-2 1-3,2-2-1,-1 9-5,0 3-7,1 0-6,-2 3-2,-4 5-5,-2-1 2,0 0-3,-6 4 2,1-3 2,-1 3-1,-6-5-1,0-1-2,0 2 3,-8-4 2,1 1 4,1-4 15,-8 4 18,7-4 14,-7 0 9,-5 4 13,5-4 3,-6 0-10,-5 0-16,4 4-10,-5-4-11,-7 3-13,7-3-5,-7 3-7,0 2-6,-1-1-10,2-1-36,-1 1-62,-6 3-66,6-4-63,-7 1-67,7 0-50,-6 0-37,-1-4-9,7 0 25,-12-4 45,4-4 58</inkml:trace>
  <inkml:trace contextRef="#ctx0" brushRef="#br0" timeOffset="107104.3119">13005 9861 187,'-19'-21'207,"-1"2"13,-6-2-90,7 2-40,-7 1-11,0 3-13,6 0-7,1 5-6,-1 2-11,7 1-9,-7 3-9,7 4-10,0 4-7,7 3 0,-8 9-4,2 1 0,5 9-2,-6 6 2,7 6 0,6 8-2,-7 6 0,7 0-1,7 6 1,-7 5 0,6-2 3,7 2 2,0 3 2,7 1-1,-1-6 3,7 1-1,0 1 0,0-4-2,7-4-2,6-4 1,-7-4-2,8-7 2,5 1-4,-5-7 2,5-5-2,1-4 4,-7-4 0,13 2 0,-6-5 0,0 0 2,5-2-2,1-2-3,1 1 2,-2-6-3,8 7 1,-7-5-3,1 4 0,-1-4 1,0 3-3,0-3 0,0 1 2,0-2 1,0 5 3,1-3 1,-1-2 1,0 5-1,6-4 0,-5 3-3,5-3 0,1 4 0,6 3 1,-6-3 3,6 6 2,0-1 1,0 1 2,0 5 4,7-1 2,-1-3 3,-5 5 4,12-2 5,-7-3 6,2-4 1,4 1 0,-4-9-2,4-3-5,2-3-3,-1-8-7,0 1-7,0-8-3,7-4-2,6 1-2,-6-8-4,6 0-3,0-4-2,-6 1 1,6-2 2,1 6 1,-1-5 1,0 8 0,0-1 3,0 9-4,-6-2-3,-1 5-4,1 3-1,-6 4 0,-2 4-2,2 0-1,-8-1 1,2 1 2,-8 4 0,0-6-1,0 6 2,0-4-1,-7-1-5,1-3-2,0 5-3,-7-5-1,1 0-1,-8 0 0,1-5 4,-7 5 4,6-3 6,-13 3 3,8-4 1,-7 2 2,-1 2 2,-6-6 0,7 0-2,-7 2 0,-1-3 0,2-1 1,-1-3 2,0-3-2,0-1-1,0 1-3,1-5-1,-2-4-2,-5 2-2,0-1-4,-2-3-2,2-1-6,-7-3-6,1-5-14,-8 2-16,0-9-12,1 1-11,-7-4-6,0-3-1,-7-5 6,1 1 11,-7-4 15,0-3 17,-6-5 16,-1 2 17,-6-6 16,-7 1 14,-6 3 13,-7-2 14,-5 2 13,-2 5 8,-5-1 5,-14 8 2,0 0-9,-13 7-10,1 3-15,-7 8-14,0 1-7,-8 6-6,-5 0-8,7 4-2,-14 4-3,0 0-1,1 3-6,-2 0-1,-5 1 1,7-1-3,-15 1 2,9-1 1,-8 0 0,-7 1-4,7-1 4,-6 4 1,7-4 1,-15 1-1,8 2 1,0 2 0,-7 3-2,7-1 0,0 4-1,-1 4 2,-6 4 0,7 0 0,6 7-1,-6 3 2,0 1 2,12 4-3,-6 1 1,7 6 1,0-4-2,6 5-2,7 2 0,0 0 3,5-3 1,8 3 1,13-4 1,0 4 0,7 1-1,-1-5-2,14 8-2,5-3-2,1-1 2,7 4-1,5-4-3,1 4 2,6-3 1,1-1-1,6 0 0,6-6 1,7-1 0,1 0-2,-2-8 1,8 1 0,-1-4-1,1-3-1,-1 2 0,7-6 1,0 3 1,0 1-1,0-1 1,7-4 1,-1 8-2,7-3 1,1 2 1,-2 1 1,8 1-3,-1 6-9,1-4-15,6 9-17,0-2-26,1 5-33,-2 0-40,7 3-72,2-4-31,-9 5-4,7-4 11</inkml:trace>
  <inkml:trace contextRef="#ctx0" brushRef="#br0" timeOffset="107277.3634">14419 10554 255,'39'-18'312,"-6"4"-16,-13-1-39,6 3-211,-6 12-150,-1 4-111,7 7-58,-14 8-1,2-1 30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97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9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92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3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50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80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7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0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01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95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6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0E8E-7808-468F-AC84-0D06EC45128A}" type="datetimeFigureOut">
              <a:rPr lang="zh-CN" altLang="en-US" smtClean="0"/>
              <a:t>2021/10/7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06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Coin Change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3253320" y="2016000"/>
              <a:ext cx="4705920" cy="14742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6120" y="2010960"/>
                <a:ext cx="4715640" cy="14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11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Coin Change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currency denominations: 1, 5, 10, 25, 100, devise a method to pay amount to customer using fewest number of coins.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586440" y="268920"/>
              <a:ext cx="11395800" cy="6474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1400" y="262800"/>
                <a:ext cx="11405520" cy="648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455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Coin Change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currency denominations: </a:t>
            </a:r>
            <a:r>
              <a:rPr lang="en-US" altLang="zh-CN" dirty="0" smtClean="0"/>
              <a:t>1, 10, 21, 34, 70, 100, 350, 1225, 1500, </a:t>
            </a:r>
            <a:r>
              <a:rPr lang="en-US" altLang="zh-CN" dirty="0" smtClean="0"/>
              <a:t>devise a method to pay amount to customer using fewest number of coins.</a:t>
            </a:r>
            <a:endParaRPr lang="zh-CN" altLang="en-US" dirty="0" smtClean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882000" y="1717200"/>
              <a:ext cx="9101880" cy="388044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560" y="1712880"/>
                <a:ext cx="9117720" cy="38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63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Due: 2021/10/18</a:t>
            </a:r>
          </a:p>
          <a:p>
            <a:endParaRPr lang="en-US" altLang="zh-CN" dirty="0"/>
          </a:p>
          <a:p>
            <a:r>
              <a:rPr lang="en-US" altLang="zh-CN" dirty="0" smtClean="0"/>
              <a:t>Screenshot</a:t>
            </a:r>
          </a:p>
          <a:p>
            <a:endParaRPr lang="en-US" altLang="zh-CN" dirty="0"/>
          </a:p>
          <a:p>
            <a:r>
              <a:rPr lang="en-US" altLang="zh-CN" dirty="0" smtClean="0"/>
              <a:t>Source code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179720" y="210960"/>
              <a:ext cx="9669600" cy="46479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6480" y="205200"/>
                <a:ext cx="9679320" cy="46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254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76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Coin Change</vt:lpstr>
      <vt:lpstr>Coin Change</vt:lpstr>
      <vt:lpstr>Coin Change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Change</dc:title>
  <dc:creator>1351252606@qq.com</dc:creator>
  <cp:lastModifiedBy>1351252606@qq.com</cp:lastModifiedBy>
  <cp:revision>3</cp:revision>
  <dcterms:created xsi:type="dcterms:W3CDTF">2021-10-07T02:35:10Z</dcterms:created>
  <dcterms:modified xsi:type="dcterms:W3CDTF">2021-10-07T03:17:07Z</dcterms:modified>
</cp:coreProperties>
</file>