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57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</inkml:channelProperties>
      </inkml:inkSource>
      <inkml:timestamp xml:id="ts0" timeString="2021-09-09T02:32:13.5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5056 3077 163,'0'-33'202,"0"1"8,-7 5-85,-6 9-53,0-1-27,0 12-18,-7 7-9,1 5-5,-7 1-3,0 9 1,0 3 2,0 1 2,-1 7 5,8-1 3,-7 4 3,6 4 1,8 4 3,-2 7 3,2 4-1,-1 7-3,6 3-1,0 5 3,7 6-4,-6 4-2,6 4-4,0 0-2,6-4-1,-6 0-7,7-6-4,6-5-1,0-3-4,7-8-6,0-8-28,12-2-44,7-12-51,0-3-79,13-11-43,1-8-16,5-11 15</inkml:trace>
  <inkml:trace contextRef="#ctx0" brushRef="#br0" timeOffset="749.687">6072 3681 41,'-6'-7'232,"-14"-4"15,1 8 10,-7-2-89,0 5-67,0 5-32,-1-2-16,-5 4-12,6 1-7,0 3-5,-1 0-3,2-1-5,5 2-3,8-1-2,-8-5-3,13 6 0,-6-4-3,13 3-4,0-5-4,6 2-1,1 3-1,6-4-1,1 1-2,-2-5 1,8 1 2,-1-4-2,7 0 1,-6-4 1,6 1-2,-7-1 1,7 0-2,1 1 0,-7-1 1,5 8-2,-5-1 4,0 8-1,6 0 0,-7 4 0,1 4-1,-1-2 0,0 3 0,-5-6 1,5 1 1,1-8 0,0 0 2,5-7-2,1-7 0,0-8-3,1-4-2,5-6-9,-6-4-6,7-1-1,-7-3-1,0-4 0,7 1-3,-7-1 7,-7 1 4,7-5 1,-6 1 2,-1 0 2,-6 0 2,6-3 4,-5 1 1,-2 2 2,-4 1 3,4 5 10,-5 5 16,-7 2 11,6 10 6,-6 3 7,0 9-1,0 10-4,-6 9-5,-1 11 6,-5 11 14,-2 10 11,8 8 5,-8 5 2,2 3-5,-1-4-16,6 5-19,0-8-15,7-5-10,0-9-9,0-4-5,7-8-2,0-3-1,-1-11-2,1-1 3,5-6-7,2-8-16,-8-5-21,8-6-25,-2-7-23,-5-4-23,6-7-6,-6 0 8,-1 0 18,-6-5 22,0 9 26,0 2 24,0 6 21,0 3 10,0 2 5,0 1 3,0 7 0,0 4-4,0 0-6,6 0-4,-6 4 0,6 0-1,2 3 2,4-3 1,2 4-1,-1-2 1,-1-2 1,2 3 0,-2-3 0,2 3-3,-1-4 0,0 5 3,-6-1 0,-7 1 1,0 3 1,-7 3 1,-6 8 0,-6 0-3,-1 5-16,0-6-41,-6 5-63,-1-4-88,9-5-48,4-5-24,1-9-1</inkml:trace>
  <inkml:trace contextRef="#ctx0" brushRef="#br0" timeOffset="983.0569">7545 3681 306,'19'15'576,"1"-4"100,-13-4 76,5 4-10,-12-3-186,7-4-160,-7 2-151,0-2-127,0 0-138,0-4-130,7 4-106,-7-8-84,0 4-59,6-4-37,0-4-10,2 2 26,-2-2 6,7 1 4,0 3 27,0-3 47,-7 3 61</inkml:trace>
  <inkml:trace contextRef="#ctx0" brushRef="#br0" timeOffset="1159.077">7643 4055 268,'0'15'398,"-6"0"79,-2-8 73,8 1-89,-6-2-69,6-2-63,-6 0-61,6-1-76,0-3-70,0-3-52,0-1-64,0-3-83,6-4-106,-6 4-117,6-1-114,2-3-119,-2 4-35,0 0 30,1 2 76,6-1 102</inkml:trace>
  <inkml:trace contextRef="#ctx0" brushRef="#br0" timeOffset="2140.0748">9226 3224 7,'-6'-7'211,"-8"3"14,2 0 7,-2 4-91,-5 0-58,6 4-30,-6 2-18,-8 2-12,8 7-5,0-4-6,-1 8-5,6-5-4,2 4-1,-1-3-1,-1 0-7,8-4-19,0-1-26,6-6-28,6 4-39,-6-8-61,6-4-26,1-7 1</inkml:trace>
  <inkml:trace contextRef="#ctx0" brushRef="#br0" timeOffset="2441.9808">9194 3157 77,'0'14'161,"6"6"-25,0 6-39,-6 3-23,0 7-14,8 1-9,-8 3-10,0-3-8,0-1-7,0 0-3,0 1-7,0-3-4,0-2-3,0-2-3,0 3-1,-8-4-4,8-3-3,-6 3-19,6-8-20,-6 2-21,-1-5-11,0-3-6,1-8 0,-1 1 21,1-5 28,0-3 31,6 0 21,-7 0 20,0-3 15,7 3 7,0 0-3,-6 0-4,6 0-9,0 0-9,0 0-10,6 0-6,-6 0-5,7 0-2,6 0-1,0 0-1,7-4-3,0 0-31,5 1-54,7-5-70,-5 5-39,5-5-20,-6 2-11</inkml:trace>
  <inkml:trace contextRef="#ctx0" brushRef="#br0" timeOffset="2598.0684">9852 3839 230,'6'11'342,"-6"-3"31,0-6 17,7 6-131,-7-4-89,0-1-66,0-3-59,0 5-67,0-5-76,0 0-78,0 0-98,0-5-59,0 2-18,0-1 19,-7 0 49</inkml:trace>
  <inkml:trace contextRef="#ctx0" brushRef="#br0" timeOffset="8398.1094">10100 9525 1,'-20'-4'110,"7"1"-53,-7-1-23,8 0-12,-8 0-2,0 1 0,1-4 3,5 2 5,-5-1 11,-1 2 10,7-3 4,0 2 3,1-2 1,-2 5-1,1-3-10,7 2-13,6-1-8,-7-1-9,14 5-5,-1-3-4,13 0-3,-5-5-1,12 2-2,7-6 1,5 1-2,9-7-2,-2 0 1,13-1-1,1-2 1,6-1 1,6 6-4,2 2 7,-2 3 1,0 7 2,8 4 0,0 4-1,-2 7 6,2 7-7,-8 0-2,8 5-2,-8 2-1,0 1 0,-5-4 0,-1 0 4,0 0 3,0-4 2,0-3 0,0 0 2,0-5 1,2 2 0,4-9-1,0 1 1,1-4 0,0-4 2,6 1 1,6-9 2,1 2-2,6-9-1,7 2 0,7-3-4,-1 3-4,7-6-5,0 1 1,-1 0 1,1 5 0,-7 2 0,7-1 0,0 5 0,-13 4-3,6 0-1,-13 3 2,0 4 0,0-3 3,-6 6 0,-6-3-1,-8 0 1,0 0-3,2 0 1,-8 0-2,6 0 1,-6 0 1,-6 0 0,7 4 1,5-4 0,-6 0 4,6 0 0,2-4-1,-2 1 0,8-1 0,5-4-1,7 1-2,-6-3-3,6-2-1,0-3 2,8 5 1,-8-1 0,0 0 2,7-1 0,-1 5 0,-6 3-3,1 1-2,-1 3 0,-6 0 0,0 3 2,-2 1 2,-4 3 0,0 1 1,-2 3 2,-5 0-2,6 3-1,-6 1 2,0-1 1,-1 5 0,1-4 1,0-1 3,-1 5 1,8-4 0,-8-5 2,8 2 1,-2-1-1,8-5-4,0-1-1,0-2-3,6-3-2,1-3 1,5-4-1,1-1 1,-1-7-1,8 4-1,-8-7 0,7 4-1,-5-2-3,-8 2 3,6-1 2,-12 5 1,-1 2 0,-5 8-1,0 0 1,-2 8-3,-6-1-1,-4 7-1,-9 1 2,7-1-1,-13 5 0,0-1-1,0 4 0,-6-3 1,0-1-4,-1 3 2,-5-2 2,5 0 2,-6-2 0,0 3 0,0-6 2,0 4 0,1 0-2,5 1-1,1-1 2,-1-4 1,7 2 1,1-5 2,6-4 1,6 0 0,0-3 0,6-8 3,0 0-1,8-6-1,6-1-2,0-5 1,-1-1 0,7-2-4,-6 0-1,0 2 1,6 2 4,-6 1-1,-8-1 1,2 3 0,6 5-1,-14 0-2,8 2-1,-8 5-2,1 0-1,-6 5 1,-1 2 0,0 0-1,-7 0-1,1 1 1,6 4 0,-13-2 1,7 1 0,-1 0 1,-6 3 0,7 1 1,-7 4-2,7-5-1,-6 1 0,4 4-1,-4-5-1,-1 1 0,0-5 1,0 2 1,0-1 2,-7-5-2,8-1 4,-7-1 0,-1-1 1,1-3-4,-1-3-1,-5 3-10,5-9-18,-6 6-25,1 0-26,-1-5-35,-1 1-45,-5-1-54,7-2-17,-8 3 7,1-5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</inkml:channelProperties>
      </inkml:inkSource>
      <inkml:timestamp xml:id="ts0" timeString="2021-09-09T02:33:04.7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4111 3718 55,'0'0'63,"-7"0"-23,1 0-10,6 0-8,-6 0-4,-1 0-2,7 0-1,-7 0 0,7 0 2,-6 0-2,6 0-1,0 0-5,0 0-1,0 0-4,6-4-2,8 0-2,-2 1 0,2-1 0,5 1 0,1-1 0,6-3 1,0 3 0,7 0-1,-1 1 0,7-1 2,0 4-2,1-4-2,-2 4 0,8-3 2,0 3 1,6 3 0,-7-3 3,8 4-3,-1 0 2,7-1-1,-8 1-2,8-4 0,-7 4-3,7-1 2,0-3 0,6-3 1,-7-1-1,1 4 0,-8-4 2,8 1 0,0-1 4,-7-3-1,7 3 3,-7 1 1,0-5 2,0 5 1,1-1-2,-1 4 0,0 0 0,0 0 2,0 0-3,0 4 2,0-4-2,1 3-1,-1-3 0,7 0-3,-8 0 2,8-3-2,0-1 2,-1-3 1,7 3-1,-6-4 1,6 0-1,0 2 0,7 3-1,-7-1 0,-6 4-4,6 0-1,0 0 1,-6 0 2,-7 0 3,7 4 1,-8-4 7,2 0 4,-1-4 5,1 0 3,-2 0 1,1-4 0,1 1 0,-2 0 0,8 0-5,-7 3-5,7-3-5,-7 3-3,7 4 0,0 0-1,0 4-1,-1 3 0,0 0 4,1 9 0,-1-2 1,7 1-4,-6 3-1,13 0-2,-7 0-1,0-3-1,0 0-1,-6-5 1,6-2 3,0-1 3,-6-7 1,0 0 3,-1-3 2,1-5 6,0 1 5,-1 0 1,-5-4 2,6 0-1,-1 3-6,-6-2-3,6 2-8,1-3-5,0 8 0,0-5-3,-1 2 1,7 0-3,0 4 1,-6-2-1,6 1-2,7 3 1,-7 0 0,0 0 0,0 3 1,0 1-2,-6-2 2,6 4 0,-12-4 11,5-2 17,-5 4 21,-8-4 22,7 0 17,-7 0 15,1 0-3,0-4-9,0 4-20,6-2-16,-7-4-16,8 4-16,-1-5-8,-1 3-9,2-4-5,-1 0-4,0 1-4,0 0-3,0-4-4,-6 4 1,0-4 1,-1 4 2,-5-4 2,-8 3 2,7 1 5,-7-4-1,-5 4 1,5 3 1,-6-3-1,1-1 1,-1 5-1,0-2 0,-1 3 0,-5-5-2,6 3 0,0 4-5,7-4-5,-7 0-9,0 4-13,7-4-11,-8 0-16,9 1-15,-9-1-18,1-3-14,7 4-19,-7-6-16,0-1-12,-6 3-39,-1-1-25,1 1-2,-14 0 16</inkml:trace>
  <inkml:trace contextRef="#ctx0" brushRef="#br0" timeOffset="151.3353">12666 3146 60,'14'-14'225,"-14"-1"8,0 4-6,-7 3-145,7 6-118,-7 2-98,1 2-53,-7 6-25,0-1-4</inkml:trace>
  <inkml:trace contextRef="#ctx0" brushRef="#br0" timeOffset="3339.5257">5987 12001 98,'0'-8'136,"0"6"-62,0-2-32,0 4-13,0-4-7,0 4-1,0-4 5,0 4 6,0 0 4,0 0 3,0 0 4,0 0 3,0 0-2,0 0-4,0 0-5,0 0-7,-6 0-4,6 0-4,0 0-4,-6 4-3,6-4 0,0 0 0,0 0-2,0 0-4,-6 0-2,6 4-1,0-4-1,0 0-1,0 0-1,0 0 0,0 0-2,6 4 0,-6-4 0,6 0 4,0 2 2,8 2 3,-1 4 2,0-5 0,0 5-1,7-1-2,-1 0-2,1 4-2,-1-4 0,0 1-2,1 0-13,-1-1-23,1-3-31,6 3-55,-6-7-55,-7 0-27,7 0-3</inkml:trace>
  <inkml:trace contextRef="#ctx0" brushRef="#br0" timeOffset="4057.9623">7832 11789 56,'6'0'228,"-6"0"13,6 0 8,-6-4-106,0 4-65,0 0-34,0 0-20,8 0-13,-8-3-7,6 3-4,0-8 1,8 5 2,-2-9-1,1 4-1,1-1-1,-2 1-6,8-4-34,-7 9-49,7-4-77,-8 7-42,8 3-22,-7 1-3</inkml:trace>
  <inkml:trace contextRef="#ctx0" brushRef="#br0" timeOffset="4690.4232">10268 11682 42,'-6'-3'218,"0"0"8,-8 3 5,8 0-108,-7 3-60,0 0-30,6 1-17,-5 3-9,6-3-5,-2 0-1,2 0-1,6-1-2,0-3 1,0 4-1,0-4 1,6 0-1,2-4 1,-2 4 0,6-3 0,2-1-3,5 0-19,1-3-34,0 3-64,5 0-51,-5 1-26,6 6-14</inkml:trace>
  <inkml:trace contextRef="#ctx0" brushRef="#br0" timeOffset="5291.1884">11624 11811 5,'-6'3'203,"-2"-3"9,2 4 6,0-4-94,0 4-54,-1-4-24,0 0-12,7 4-5,-6-4-2,6 0-1,0 0 1,-7 3-5,7-3-3,0 0-3,7 0-3,-1 0 1,1 4 0,6-4 1,-1 3 1,8-3-1,0 4 1,-1-1-9,7-3-35,1 8-78,-7-1-78,6 1-42,-14 2-24,2 1-8</inkml:trace>
  <inkml:trace contextRef="#ctx0" brushRef="#br0" timeOffset="8011.7919">13579 11939 98,'0'0'131,"-7"0"-54,7-4-34,0 4-21,0 0-10,0 0-6,7 0-5,-7 0-2,7 0-6,5 0-10,1 0-40,7 0-38,6 0-20</inkml:trace>
  <inkml:trace contextRef="#ctx0" brushRef="#br0" timeOffset="14456.0075">4137 4792 90,'-13'-4'180,"-7"-4"5,8 5-76,-8-1-43,7 1-24,0-1-18,-6 1 1,5-1 4,-5-4 2,6 5 5,0-5 8,-1 2 13,2 2 1,-2-1-1,2 2-1,5-1-3,-6 4-5,0 4-14,7 4-13,-8 2-7,2 5-6,-8 3-1,7 4-4,-1 4-1,2-1 0,-2 1 0,2 3 0,-1-2-2,6-2-1,0 0 0,1-3 0,6 0 1,0-3 0,6-1-1,1-3 1,0-1-1,6-7 0,7 1 0,-2-4 1,9-4 3,-1-4-2,6-4 2,1-2-3,-7 3-2,7-5-7,-7-3-13,6 8-12,-5-3-10,-8-2-9,0 5-6,1-1 1,-7 1 8,0 4 11,0-1 12,-7 0 9,2 4 9,-8 0 9,6-3 4,-6 3 4,0 3 1,0-3 1,6 4 1,-6 0-2,7-1-1,-1 4-2,1 1-2,6 3 0,-1 0-1,8-4 0,0 4 2,-1-3-2,7-1 1,-6 1 0,6-6-1,1 6 0,-1-4-21,-1-1-38,-5 1-76,6-4-49,-6-4-24,-1 1-14</inkml:trace>
  <inkml:trace contextRef="#ctx0" brushRef="#br0" timeOffset="14638.511">4704 4913 162,'0'11'224,"-6"3"13,-1 1-68,7-1-52,-7 5-32,7 2-25,-6 6-15,0-2-10,6 4-7,-7 4-6,7-4-6,-7 5-7,7-2-13,0-3-45,0-3-81,7 0-71,-7-7-36,0-6-17,7-1-1</inkml:trace>
  <inkml:trace contextRef="#ctx0" brushRef="#br0" timeOffset="14838.8986">5108 4667 264,'6'-10'364,"1"-2"28,-7 5 6,7 3-129,-7 0-90,6 4-78,0-3-47,2 6-29,4-3-12,8 4-13,-1-4-39,7 8-62,-6-5-77,6 4-111,-1-2-60,2 5-27,-7-3 20,0 5 49</inkml:trace>
  <inkml:trace contextRef="#ctx0" brushRef="#br0" timeOffset="15045.4802">5381 4934 126,'-18'11'296,"-2"-3"58,0-4 43,7-1-92,-1 1-49,2-4-48,6 0-46,-1 0-55,7-4-42,7 1-31,5-5-20,2 1-7,5-5-4,1 6-14,6-2-45,0 5-59,0 3-75,7 0-78,-1 3-90,-6 5-36,7-4 16,-14-2 45</inkml:trace>
  <inkml:trace contextRef="#ctx0" brushRef="#br0" timeOffset="15289.8335">5903 4531 110,'0'-3'327,"-7"-1"59,1 4 64,0-3-40,-1 3-29,7 0-30,-7 0-50,7 0-48,-6 0-59,6 3-62,0 4-52,-7 4-38,7 12-20,0 13-11,0 12-3,0 10-15,-6 15-74,0 12-120,-1 7-146,0 2-142,1 9-77,6-3-30,-6-9 54,6-11 109</inkml:trace>
  <inkml:trace contextRef="#ctx0" brushRef="#br0" timeOffset="15602.9364">6392 5158 340,'0'-4'456,"-7"0"94,7 1 92,-6 3-76,6-4-40,-7 4-57,7-4-70,-6 4-77,6 0-84,-7 0-79,7-3-57,0 3-43,-7 0-26,7 0-16,0 0-13,0 0-21,0 0-36,0-3-42,0 3-43,7 0-38,-7-5-40,7 2-37,-1-1-28,-6 0-13,7-3-8,-1 4-11,1-5-1,-7 4 4,6 1 4,-6-1-10,0 4-36,0 7 3,-6-3 24,-1 7 37</inkml:trace>
  <inkml:trace contextRef="#ctx0" brushRef="#br0" timeOffset="15856.4419">6509 5542 118,'-13'8'272,"7"-4"16,-1 3 7,-6 1-115,0 2-75,6 2-61,-6 5-65,1 2-67,-2 3-96,1 0-55,0 3-28,-6-2-4</inkml:trace>
  <inkml:trace contextRef="#ctx0" brushRef="#br0" timeOffset="16655.5295">7603 4861 32,'0'-15'240,"-6"5"30,0-5 23,-1 1-90,1 2-51,-8 1-22,8 0-20,-7 4-20,6 0-12,-12-1-1,6 0 6,0 5 5,-7-1-3,8 4-3,-8 4-8,0 4-9,1 7-12,-1 2-24,1 10-12,-1 5-9,0 5-1,1 3-3,6 4-3,0 3-1,0-3-1,6 0 1,1-3-1,6-5 0,0-7-1,6 1 0,1-12 0,6 1 1,6-13-2,1-1 1,6-5-1,0-11-4,7-3-8,-7-5-11,0-3-14,-1-4-10,-5 4-7,0 0-1,-1 4 2,1 0 7,-7 6 9,-6 2 11,-1 3 8,1 3 4,-1 4 6,0 4 6,1-2 5,-7 13 6,7 0 1,-1 0 3,0 3 1,8 4 1,-8-3-1,14-2-1,-1-2-2,1-3-1,6-5-1,0 0-1,1-7-13,5 0-31,1-7-43,-1 0-51,1-5-56,-1 5-78,-6-3-44,1-2 0,-2 1 27</inkml:trace>
  <inkml:trace contextRef="#ctx0" brushRef="#br0" timeOffset="16991.8831">8184 5085 47,'0'-5'258,"6"5"16,-6-2 8,0 2-83,0 0-83,7 0-52,-7 0-31,6-4-16,0 4-7,8 0-3,-2 0-2,-4 4-1,4-2 1,-5 3-1,6 5 1,-6-2-1,-1 6 1,-6 5 2,0-1 2,-6 4 1,-8-3 6,1 2 17,1 1 20,-8-3 34,6-2 26,-5 0 25,6-4 20,6-1 7,-5-1-11,4-9-29,2 6-27,6-4-27,0 0-29,0-4-18,6 0-12,8 0-4,6-4-3,-1 0-15,7 4-43,0-8-66,1 6-72,5-3-80,1 3-97,-1-10-57,1 4 5,-1-6 44,-6-1 61</inkml:trace>
  <inkml:trace contextRef="#ctx0" brushRef="#br0" timeOffset="17181.6061">8691 4880 56,'8'-4'401,"-8"-7"62,0 7 32,0-2 17,0 1-176,0 1-121,0 1-88,0 3-58,6-4-35,0 1-17,1-1-8,6 0-4,0 0-1,7 1-12,-1 3-46,1-4-70,0 4-81,-2 4-79,-4-1-103,-1 5-59,-7-1 12,1 4 50,-7 0 71</inkml:trace>
  <inkml:trace contextRef="#ctx0" brushRef="#br0" timeOffset="17338.6187">8783 4978 202,'-7'8'328,"-5"-1"24,5-3 11,7-1-123,-7 1-88,7-1-65,0-3-40,7 0-22,0-3-11,5-1-7,2-3-4,5 0 0,1-4-2,6-4-22,0 4-49,7-4-60,-8 1-73,8-5-81,-7 2-43,6-2-1,-6 0 34</inkml:trace>
  <inkml:trace contextRef="#ctx0" brushRef="#br0" timeOffset="17511.5681">9305 4528 243,'12'-7'368,"-12"-1"33,7 4 19,-7 1-123,6 3-85,-6 0-46,7 7-5,-7 4 15,7 3 8,-7 9 7,6 9-9,0 5-35,-6 4-101,7 10-137,-7 0-143,0 4-159,0-3-115,0-2-56,-7-2 22,7-4 75,-6-7 107</inkml:trace>
  <inkml:trace contextRef="#ctx0" brushRef="#br0" timeOffset="17762.5577">9962 4857 182,'14'-7'543,"-2"0"94,-5 3 58,-1-3 32,-6 7-199,7-4-174,-7 4-138,7-4-94,-7 4-57,0 4-31,6-4-17,-6 4-35,6 0-66,2 3-92,-8 0-88,6 4-77,-12 4-73,6 0-43,-14 3 2,1 1 21,-13 2 18,0 5 38,-7-4 52,7-1 57</inkml:trace>
  <inkml:trace contextRef="#ctx0" brushRef="#br0" timeOffset="18847.8784">11298 4531 171,'0'0'188,"-6"0"-39,-1 0-29,-6 0-6,0 5-3,0-5 2,0 0 13,0 0 11,0 2 9,0-2-2,0-2-6,0 2-17,-1 0-20,2-5-18,-1 5-22,0-3-13,0 3-7,-1 0-4,2 0-2,-2 8-9,2-2-6,-1 9-6,-1 3-7,-5 5-3,12 9-4,-5 5 4,5 3-2,0 4-1,1 0 3,6 0-3,0-3 1,6-5 0,1-3-1,6-7 1,0-4-1,6-7 3,1-9-1,6-9-17,1-8-33,5-11-39,-7-7-42,9-8-45,-9-3-28,1-4-2,-6-4 21,-7 4 33,0 4 39,-6 3 39,-1 1 36,-6 7 36,0 6 29,-6 5 23,-1 3 16,1 9 13,-1 1 4,-6 10 0,7 1-2,-1 9 2,0 3 1,1 5 0,0 6-5,6 1-11,6 1-13,0 3-19,1 3-12,6-1-26,7 1-49,-1-1-69,1-3-90,6-4-88,-7-2-48,7-9-13,-12 0 32</inkml:trace>
  <inkml:trace contextRef="#ctx0" brushRef="#br0" timeOffset="19223.2533">11545 4813 149,'8'-4'273,"-2"2"12,0 2 5,1-4-122,-1 4-79,8 0-42,-8 0-21,6 0-9,-4 4-4,4-2-2,-12 6 0,7-1 2,0 8 0,-14 3-2,0 5-1,1 2-2,-8 4-3,-4-3-3,-2 3-3,1 0-2,5-3 0,-6 0-1,1-4 0,13-7-6,-8-1-4,8 1-2,6-4-4,0-4-2,0 1 2,6 0 5,8-6 7,-8-2 3,13 4 4,-5-1 2,12-3 0,-7 5 2,1-2-2,6 5 0,0-4-1,-7 3 0,7 3 1,-6 2-1,0-2 2,-7 9-1,-1-2-5,-4 9-9,-8 1-9,0-2-6,-8 8-14,2 0-14,-6-1-17,-2 5-20,1 1-42,-7-6-56,2-3-22,-2-3-1,0-4 13</inkml:trace>
  <inkml:trace contextRef="#ctx0" brushRef="#br0" timeOffset="19428.1867">11891 4722 88,'13'-19'300,"-7"4"26,2 5 15,-2 3-86,-6-1-88,6 4-69,1 4-47,-1 4-26,1 0-25,6 0-34,7-1-49,-8 1-71,8 0-92,-1 0-50,1-4-15,-6 0 14</inkml:trace>
  <inkml:trace contextRef="#ctx0" brushRef="#br0" timeOffset="19607.9507">12100 4850 99,'-7'11'367,"0"-4"65,1 1 43,0-4-39,0 0-112,6-2-88,0-4-79,6-6-65,6-7-43,2 0-22,5-3-14,1-1-44,0 2-87,5 2-114,-5 4-138,0 0-73,-1 4-39,1-1 16,-8 4 72</inkml:trace>
  <inkml:trace contextRef="#ctx0" brushRef="#br0" timeOffset="24008.6674">12830 4616 68,'-7'-3'191,"-6"-1"7,-7-1-40,7 5-66,-6 5-33,0-5-13,-1 4-8,0-1 0,7 0 4,-7-3 8,1 4 2,6-4-1,0 0 4,0 0-3,-6 0-5,11-4-10,-4 4-8,-1 0-2,6-3-5,1 3-2,-7 3-6,7 1-3,-8 3-2,8 8-1,-8 7-4,2 7-4,-1 9-1,-1 1 0,2 5 1,-2 0 0,8 4 0,0-8 1,-1 0 2,7-3-1,7-8 0,-1-4-1,0-2-1,1-5 2,6-6-1,0-6 3,7-6 1,-1-6 0,0-6-1,8-6-6,-8-7-5,8-4-8,-8-5-7,1 1-6,-1-4-3,0 5 2,-5-1 5,-1 3 5,0 4 8,-7 5 6,1 6 5,-7 4 3,0 4 2,0 7 1,-7 3 2,7 8 5,-6 8 3,-1-1 4,7 7 5,-6 5 2,6-5-1,0 8-2,0-3-5,6-1-4,1 0-5,6-2-1,7-2-3,-1-4-21,0 1-44,8-6-61,-1-2-94,-1-3-52,1-4-27,0-7 6</inkml:trace>
  <inkml:trace contextRef="#ctx0" brushRef="#br0" timeOffset="24322.3186">13155 4971 96,'7'-4'220,"0"-3"12,-1 4-30,0 3-70,0 0-48,8 0-23,-1 7-9,0 0-2,0 8-3,0-1-6,0 1-8,-7 7-5,1 0-8,-7-1-3,0 6-2,-7 2 0,1 0 0,-14 1 2,8-5 3,-8 4 3,1-7 16,-1 0 19,7 1 14,-7-10 10,14-1-1,0-1-6,-2-4-18,8-3-20,0-1-19,8-3-12,4-3-5,8-1 1,-1 1-2,1-4 2,6-1-19,7-4-34,-7 5-50,6 1-59,1-6-68,-7 1-81,7 4-24,-7-8 13,-1 4 36</inkml:trace>
  <inkml:trace contextRef="#ctx0" brushRef="#br0" timeOffset="24531.831">13566 4898 162,'-6'-4'319,"-2"1"29,2-2 13,6 5-113,0 0-82,0 0-66,0 0-44,6 0-26,2-2-13,4 2-4,8 0-1,6-4-2,0 0-5,7 4-39,0-4-52,-8 4-66,8 0-90,-8 0-66,-5 0-31,0 0 17,-13 0 40</inkml:trace>
  <inkml:trace contextRef="#ctx0" brushRef="#br0" timeOffset="24691.8314">13657 4773 138,'-6'7'217,"-1"1"17,0 7-55,7-1-55,0 1-35,-6 8-24,6-2-16,6 4-15,-6 4-13,7 5-19,0 2-48,-1 1-71,0 0-70,8-1-40,-1 1-19,-1-8 0</inkml:trace>
  <inkml:trace contextRef="#ctx0" brushRef="#br0" timeOffset="25291.3241">14328 4799 112,'6'-26'291,"1"1"36,-7 2 39,-7 1-92,1 5-42,-6 2-21,-2 1-21,1 2-16,-7 1-29,8 7-20,-8 8-23,-6 4-32,7 7-25,-7 2-17,6 9-10,0 4-3,1 6-3,-1 1-3,7 3-1,6-3 2,1-1-1,6-3-3,0 0 0,6-3-3,8-5-1,-2-7-1,2 1-1,5-8 4,1-8 3,0-3 0,6-3 1,-1-8-9,1-4-15,-6-7-20,6 0-19,-7-4-14,1-3-6,-7 3 2,0-3 13,0 0 15,-6 8 17,0-2 15,-7 4 13,0 5 13,0 3 7,-7 7 8,7 4 13,-7 8 16,1 7 7,-1 2 7,7 5 13,-6 4 8,6 3 1,6 4-6,1 0-10,6-3-10,0 2-15,7-2-10,5-9-14,7-2-8,8-4-25,-1-8-41,0-7-53,1-7-62,-1-4-61,-7-4-59,1-3-34,-1-1-5,-6 2 11,-6-2 31,-7-3 37,0 4 33,-6 3 27,-1-3 30,-6 4 33,-6 2 31,6 1 33,-7 4 39,0 0 41,1 2 29,-1 3 18,1 2 16,-1 2 8,1 3 8,-1 2 5,7 4 6,-6 0 12,6 3 4,0 5 14,0 3 16,0 3 9,0 1-3,0 7-13,0 3-17,0 5-27,0 2-37,0 2-41,0-5-52,0 0-55,0-3-65,0-3-71,0-9-94,6-4-64,-6-6-8,7-3 23,-7-12 48</inkml:trace>
  <inkml:trace contextRef="#ctx0" brushRef="#br0" timeOffset="25510.851">15038 4678 90,'0'-11'363,"7"1"51,-7 2 26,0 1-45,0 3-123,7 0-88,-7 4-79,12-4-48,-5 4-25,12 0-10,1 0-8,-1-3-4,7 3-30,1 0-59,5 0-77,-6 3-94,7 1-105,-7 0-56,-6 0-3,-1 3 39,1-4 67</inkml:trace>
  <inkml:trace contextRef="#ctx0" brushRef="#br0" timeOffset="25678.7758">15110 4924 157,'-13'14'315,"-6"1"26,5-8 15,8 4-118,0-7-68,6-1-65,6 1-45,7-8-26,0 4-13,7-7-8,5 3-24,1 1-48,1-4-75,-1 3-114,0 0-61,0 0-33,0 1 1,-7-1 38</inkml:trace>
  <inkml:trace contextRef="#ctx0" brushRef="#br0" timeOffset="26532.8448">15749 4567 78,'0'0'201,"0"0"22,0 5-52,0-5-32,0 0-27,0 0-21,0 0-20,0 0-16,6-5-14,0 5-7,1 0 0,6-2 4,0 2 5,1 2 4,4 3 1,-4 2 3,5 4 2,1 0-3,0 7-4,-8 1-5,2 2-6,-8 6-8,1 2-11,-7-1-4,0 6-5,-7-2-2,-6 2-3,0-5 3,-7 0-3,-6 0 1,7-2 1,-1-6 3,1 1 27,-1-7 20,7-1 14,6-2 7,-5-4 2,12-2-2,-6-2-27,12 3-18,-6-3-8,12-4 5,8 4-5,0-4 2,5 0 3,8 0-3,0-4-9,0 4-45,6-4-62,0 4-86,-1-3-110,2 3-91,-1-4-45,0 0 11,-7-2 48</inkml:trace>
  <inkml:trace contextRef="#ctx0" brushRef="#br0" timeOffset="26710.9743">16556 4777 274,'8'-4'378,"-2"-3"31,0 7 16,-6-3-133,6-1-96,2 0-77,4 0-53,-5 1-31,6 3-20,0-5-39,-7 5-56,14 5-78,-7-2-75,0 5-99,0 3-48,0 3 1,-6 1 38,-1-1 63</inkml:trace>
  <inkml:trace contextRef="#ctx0" brushRef="#br0" timeOffset="26857.9672">16746 4993 166,'0'11'366,"-7"-8"60,0 5 43,7-1-69,-6-3-92,0-1-70,-1 5-70,0-1-56,1 8-53,-7 0-79,0 6-92,0 5-104,-7 7-142,-6 4-85,1 0-36,-1 3 24,-7-4 64</inkml:trace>
  <inkml:trace contextRef="#ctx0" brushRef="#br0" timeOffset="28194.134">17971 4407 63,'0'-4'203,"0"1"20,-7-5-50,1 4-30,-1 1-14,0-4-16,1 3-19,-6-3-17,-2 3-9,1-3-13,0 3-17,-6 0-10,5 4-5,-6-3-3,1 6-6,-7 1-3,6 3-2,-6 8-1,1 3 0,-1 7-1,-1 4 4,1 8 2,6 4 1,1 0-2,0 7 1,6-2-2,-1-2-1,8 1-2,0-9 0,6-3 0,6-4 1,7-3 4,0-7-4,0-9 2,7-2-2,6-8 1,0-8-3,7-2-5,-7-13-7,6-2-13,1-5-17,-7-6-17,7-1-12,-7 0-9,-1-3-3,-5 4 9,0-5 11,-1 8 17,-6 1 13,-6 6 13,-1 0 14,0 8 6,-6 7 6,0 0 1,0 7 3,-6 8 3,0 3 1,-1 8 4,1 7 5,-1 4 5,0 3 0,7 8-1,0-1-5,0 5-2,7 3-7,0-5-8,6 6-7,7-2-29,6-6-53,-1-1-61,1-2-88,7-9-46,-1-6-23,1-8 14</inkml:trace>
  <inkml:trace contextRef="#ctx0" brushRef="#br0" timeOffset="28409.1252">18479 4616 76,'-6'0'260,"-8"0"25,2 3 19,-8 5-91,7 3-56,-7 3-33,8 5-28,4-2-15,-4 6-4,12-4-7,0 2-9,0 1-9,6-3-4,8-4-7,5-1-12,0-3-10,8-4-3,-1 0-14,6-7-33,1 0-49,6-3-62,-7-1-59,1-3-73,-7-1-56,6 1-4,-12-1 28,-1 2 48</inkml:trace>
  <inkml:trace contextRef="#ctx0" brushRef="#br0" timeOffset="28554.9709">18700 4659 144,'-12'-7'240,"-8"4"22,7 6-47,0 2-47,-7 5-25,7 5-18,-7 6-18,8 6-15,5 6-16,-6-1-13,13 5-21,-7 3-19,14 1-46,0-5-69,-1 1-78,13-5-90,-5-1-48,5-6-21,7-11 21</inkml:trace>
  <inkml:trace contextRef="#ctx0" brushRef="#br0" timeOffset="28746.9151">19059 4483 313,'6'-10'397,"-6"3"28,0-1 13,7 4-148,-1-4-93,1 8-89,6-3-53,0 0-45,13-1-59,-7 0-72,14 4-93,-7-3-110,0 3-61,7 3-14,-13-3 29,-8 4 55</inkml:trace>
  <inkml:trace contextRef="#ctx0" brushRef="#br0" timeOffset="28911.6706">19169 4642 278,'-6'10'401,"-7"-5"54,0 1 29,6-2-135,1-4-87,6 0-71,0 0-80,6-4-53,1 0-45,6-3-61,0 0-82,7 0-96,0 3-133,5 0-74,-5 4-22,0-3 28,-8-1 60</inkml:trace>
  <inkml:trace contextRef="#ctx0" brushRef="#br0" timeOffset="34637.0355">19847 4557 115,'0'-15'206,"0"4"22,0-3-61,0 3-24,-6-3-8,-1-1-6,7 4 1,-7-4 3,1 0 6,-6 0-1,4 4 3,2-3 7,-7-1 0,6 5-7,-6-5-15,1 7-15,-2-3-21,2 4-25,-2 2-21,-5 3-18,6 4-14,-6 3-10,-8 7-7,8 5 2,-8 2 1,8 6 0,0 4 2,-8 5 2,7 2 0,8 0-2,-1 1-1,0 4-2,0-5 3,13-2 0,0-5-1,0-4 0,6-6 0,7-1 0,1-7 1,4 0 0,2-11 0,7 0 1,5-11-3,-6 0-9,7-7-14,-1-7-18,1-2-16,-7-2-15,0 3-6,0-3-1,-7-1 9,-5 4 15,-2 1 15,2 4 14,-8 2 12,1 5 10,-7-1 7,0 5 7,0 1 2,0 6 3,0-2-1,0 5 1,-7 5 1,7 2-5,0 8 3,0 0-1,0 3-1,0 0-3,7 0-1,-1 5-3,0-6 0,2 2-4,-2-4 1,7 3-7,0-3-38,0-1-51,7 1-74,-8 0-74,2-5-94,-2 2-45,2-2 11,-8-1 39</inkml:trace>
  <inkml:trace contextRef="#ctx0" brushRef="#br0" timeOffset="34998.0004">20147 4649 128,'7'0'199,"-1"3"10,0 2-63,1-3-54,-7 2-28,7 0-11,-7 3-1,6 1-2,-6-4-3,0 3 0,-6 3-3,-1 2-6,0-2-7,-5 5-6,-2 4-9,1-5-3,-7 1 0,2 0-4,4-1-2,1-3-2,0-3-5,6-1 0,1 0-3,6-2 0,0-3 1,6 2-1,1-4 1,6 0 2,0 0-1,1 4 1,4-1-2,-4 1 1,5 4 1,1-2 0,0 2 1,-1 3-2,-6 0 2,6 3 1,-5 1 3,-8 0 4,0 0 5,-6 3 8,0 1 5,-6 3 1,-7-1 0,0 2-5,-6 2-3,-1-3-4,0 0-12,1 1-23,-1-6-46,0-5-66,2-5-88,4-4-50,8-11-17,-1-6 4</inkml:trace>
  <inkml:trace contextRef="#ctx0" brushRef="#br0" timeOffset="35213.0214">20395 4521 147,'6'-4'298,"-6"0"21,0 0 13,0 1-118,6 3-77,-6 0-56,8 0-34,-2 0-23,7 0-11,6 0-5,8 0 0,-1 0-3,6 0-9,1 0-32,-1 0-35,1 0-48,-1 0-65,7 0-76,-13-4-33,1 4 11,-1-3 20</inkml:trace>
  <inkml:trace contextRef="#ctx0" brushRef="#br0" timeOffset="35386.9868">20687 4371 57,'-12'-4'216,"-1"0"17,-1 0-25,2 4-64,-2 8-36,2-1-23,-1 7-13,6 8-7,0 0-6,-5 9-4,5 1-10,0 4-11,1 8-16,6 0-58,0 0-80,0 4-91,6-8-47,1 1-27,0-9-5</inkml:trace>
  <inkml:trace contextRef="#ctx0" brushRef="#br0" timeOffset="35804.1079">21202 4454 224,'-19'-8'275,"6"5"23,-13 3-38,6 0-63,-6 8-32,-6 4-9,6-2 6,-7 5 17,7 6 10,0 1 1,-1 4-11,2 3-21,5 1-31,8-1-33,-2 0-33,14-3-21,0-1-16,6-7-8,8 2-3,5-10-3,1-3-14,6-7-33,7-3-41,-7-11-47,6-1-41,1-8-34,-7 1-17,0-3 12,-7-1 29,1 1 37,0 2 39,-14 1 34,7 5 33,-7 2 40,-6 3 39,7 2 26,-7 3 19,-7 3 22,7 4 21,-6 4 6,-1 3-2,1 3-3,0 9-1,-1-4-11,7 6-22,0-1-23,7 1-26,-1 2-14,0-6-17,7 5-39,7-3-58,0-4-71,-8 3-82,8-7-93,-1 3-110,1-7-32,-6 1 21,-2-1 53,1-3 73</inkml:trace>
  <inkml:trace contextRef="#ctx0" brushRef="#br0" timeOffset="36117.3062">21522 4642 28,'12'-8'233,"-4"4"31,4 4 36,1 0-56,1 0-34,-2 4-4,2 4 32,-8-5 15,7 4-5,0 4-20,-6-3-23,-1 7-31,0-1-51,1 4-39,-7 4-32,0 4-14,-7 0-15,-5 3-8,-1 0-4,-1 1-8,-5-1 1,0-4-3,-1 1-1,1-4 3,5 0-1,2-8-2,5 2-5,0-6-2,1-3-4,6 1-3,6-4-2,-6-1 7,14-3 3,-8 0 6,14 0 1,-8-3-8,1-1-15,1 4-26,5-8-32,-6 6-50,7-6-65,-1-4-67,1 5-70,0-8-85,-8 5-28,8-5 16,-7 0 48,7-3 69</inkml:trace>
  <inkml:trace contextRef="#ctx0" brushRef="#br0" timeOffset="36295.1268">21933 4473 112,'12'-10'282,"-5"-2"20,-1 4 20,1 5-87,0-5-65,-1 8-45,7-3-23,0-1-16,0 4-16,7 0-22,0-4-16,-2 4-32,9 0-50,5-4-64,-6 4-96,1 0-88,-1-3-44,0 3-5,-13 0 28</inkml:trace>
  <inkml:trace contextRef="#ctx0" brushRef="#br0" timeOffset="36461.1789">22095 4630 163,'0'4'284,"0"0"16,7-4 7,-1 0-129,1-4-74,0 0-48,5-3-23,2 0-14,-2 0-16,1-1-41,7 5-49,-14-5-65,8 4-78,-8 0-43,-6 4-11,-6 0 24</inkml:trace>
  <inkml:trace contextRef="#ctx0" brushRef="#br0" timeOffset="37297.1901">15743 5359 140,'-8'0'219,"2"-3"18,0 3-68,-1-4-31,1 4-17,6-3-17,-7 3-15,7 0-16,-7 0-15,7 0-17,0-4-15,7 4-13,6-4-7,0 0-4,7 1 1,-1-2-1,7 3-7,0 2-16,7 0-35,-1 0-50,-6 2-62,1 3-68,-1-2-32,-6 1 1,-8-4 22</inkml:trace>
  <inkml:trace contextRef="#ctx0" brushRef="#br0" timeOffset="38045.6158">9670 5015 122,'-14'-8'143,"-6"5"-50,8-4-29,-8-1-13,7 1-6,-7 0-3,8-1 0,-2 1-2,1 0 3,1-1 0,-2 1-4,2 3 3,5-2 2,0 2-5,1 0-3,-1 0-2,7 1-3,-6 3-11,6 0-11,0-4-4,6 4-3,7-4-4,1 0-11,4 1-31,9-1-44,-1 1-73,6-2-40,-5 3-17,5-6-2</inkml:trace>
  <inkml:trace contextRef="#ctx0" brushRef="#br0" timeOffset="39237.0407">23288 4175 83,'-7'-2'190,"-5"-3"11,4-1-52,2 2-56,0 0-29,-1 4-15,7-4-12,0 4-6,-7 0-3,7 0 4,7 0 5,-7 0 4,7 0 5,-7 4 2,12-4-6,-4 4-4,4 4-8,-5-6-4,6 5-5,-7 5-5,1-1 1,-1 7-3,-6 4 2,0 4-3,0 6-1,-13 5-1,0 4-5,0-1-2,1 4-2,-15-3-1,7-2-1,1 2-2,0-4 1,-1-1 3,7-6-2,-7-9 0,14 1-1,0-7 2,-2 0-2,8-7-2,0-1 1,8 0 0,4-7 0,1 3 0,0-3 1,6 4-1,1 0 0,6 0 2,-6 3 0,7 1 0,-8 2-1,7 1 2,-6 0 0,-1 5-2,-6 1 1,-7 2 2,-6 6 1,0 1-3,-6 3-7,0 7-16,-14 1-21,6-1-23,-5 5-32,0-4-37,0 0-71,5-4-26,1-7-1,6-6 11</inkml:trace>
  <inkml:trace contextRef="#ctx0" brushRef="#br0" timeOffset="39430.1718">24252 4777 269,'20'0'334,"-1"-4"21,-5 4 6,-8-3-154,6 3-84,-4 0-59,4-4-41,-5 4-59,6-3-65,0 3-73,-1-4-91,2 4-49,-1-4-14,0 4 24</inkml:trace>
  <inkml:trace contextRef="#ctx0" brushRef="#br0" timeOffset="39585.4338">25093 4795 101,'13'0'249,"-1"0"12,2 0 6,-8 0-119,8-3-68,-2-1-52,1 0-42,1 0-41,4-3-40,2 0-53,0 4-56,-1-5-18,7 1 5</inkml:trace>
  <inkml:trace contextRef="#ctx0" brushRef="#br0" timeOffset="39790.0381">25855 4770 30,'19'0'141,"1"0"-30,0 0-27,-1-4-11,1 4-11,0-3-7,-1-5-6,0 4-7,8 1-11,-1-2-11,-1 5-7,1-3-3,7 3-3,-1-4-1,-5 4-4,5-2 1,1 2 0,0 0-3,0-4-3,5 4-8,-5-5-21,6 2-35,-7-1-61,1-3-31,-7 3-16</inkml:trace>
  <inkml:trace contextRef="#ctx0" brushRef="#br0" timeOffset="39962.0207">27236 4722 195,'26'3'236,"1"2"20,-8-1-68,0-4-41,-5 2-26,5-4-21,-6 2-20,6-4-17,1-4-20,0 4-16,-1-3-29,7-1-41,0 1-46,7-1-63,-1 6-78,1-2-41,0 0-8,6 4 22</inkml:trace>
  <inkml:trace contextRef="#ctx0" brushRef="#br0" timeOffset="40076.8291">28247 4740 171,'39'8'238,"-13"-5"25,0 1-70,-1 0-43,-5 0-35,-7-4-29,0 3-31,-6-3-48,-1 4-85,1-4-101,-7 3-56,0 1-29,-7-4-14</inkml:trace>
  <inkml:trace contextRef="#ctx0" brushRef="#br0" timeOffset="48672.2177">2991 3854 35,'-7'-15'125,"7"0"-52,-13 1-30,7-1-14,-2 0-12,2 1-4,0 3-5,-1 3-1,1-2-1,-1 3-7,1 2 5,-1-2 1,7 3-2,-6 0 1,0 1 1,6-1 0,-8 1-2,8 3-3,0 0 0,0 0 0,0 0-1,8 3 1,-8 1-3,6-1 2,0 1 1,1 4 1,6 0 0,0-1-1,-1 3 1,2-2-1,6 3 0,-1-1 0,7 2 1,0-5 1,0 4-1,7 0 1,-1-4 0,7 0 0,0-3-2,7 0 0,-1 0 1,1-4-1,7 0-1,-8-4 1,1 4 2,-1-8-1,1 5 0,-1-1 2,1-3-2,-7 0 2,0 3-1,1 0 2,-1-3-1,-1 7 1,-5-4 1,-1 4-3,1 4-2,-1-4-2,-5 4 2,5 3-1,-6-3 0,1 3 2,5 0-1,-6-3 1,7-1 0,-7 5 0,6-8 1,1 4-3,6-8 0,1 4 1,-8-8 0,13 1 0,-5 0 0,5-4 2,1-4 2,6 0 0,-6-2-1,5 1 0,8 3 1,-7-7-2,7 6-2,0 3 0,-7 0 0,7 4 0,-8 0-1,2 2 1,-7 5 0,-1 0 1,1 5 1,-1-2-2,-6 4 1,1 1 2,-1-1 2,-1 0-2,-5 1-1,7 2 0,-8-2 1,7 4 0,-7-5-3,1-1 0,-1 2 0,7-4 0,1 0 0,-7-1 1,12 1 3,-5 0 3,5-4 2,-7 0 2,15 0 1,-7-4-1,5 0-4,2-3 0,6-1 0,-7 0 0,7-1 0,-1 1-1,0-4 2,1 2 0,-1 2-3,1-3 0,-6 4-1,-1-4-1,7 8 0,-14-5-4,7 5 1,1-1-1,-8 4 1,7 0 3,-7 0 0,1-4 4,0 4 1,0 0 2,-1 0 4,7-3 0,-6 3 3,-1-4 0,8 0-2,-8 0-1,7-4-4,-7 6-2,8-2-5,-7 1-2,5-1 2,-5 0 0,7 0 1,-8 0 3,7 4 1,-7-4 1,2 4 0,5 0 1,-1 4-3,-4-4-5,5 4 3,-1-4 1,2 4-2,-1-4 1,0 0-1,0 4 2,0-4 0,-7 0 0,14-4 0,-6 0 3,-1-4 4,-1 6 3,2-10-1,6 5 0,-7-4-1,-1 0-4,8-1-2,-6 2-2,5-1-1,-5 0-1,-1 0 1,-1 0-2,2-1-1,-1 6 0,-7-1-1,8-1 4,-8 4-2,7-3 1,-6 3-1,6 2 2,-6-6 1,-1 4-4,7-1-3,-5 2 1,-2-4 1,1 7-3,-1-4-1,1 4 0,-7-3 4,0 3-1,-1 3 0,2-3 2,-1 4 2,0 3-2,-7-4-1,8 6-1,-7-1 3,5-2 0,-5-3-2,0 9 4,-1-4 1,-6-1 1,7 0-1,-1 4 1,1-4-1,-1 0-2,-6 4 0,7 0 0,-1 0 0,1 0-2,0 0 1,6 4-1,-6-3 0,-1 1-1,7-1-1,-6 1 0,6-1 0,-6 3-2,6-5 1,-7 2 1,7-1 1,-6 0 0,6 0 1,0-4 1,0 0 0,1-3-1,-1 0-1,6-1 0,-5-3 0,5 0 1,-7-3-2,9 3 0,-9-4 2,8 0 0,-7 0-1,-6-3 1,6 4 0,-13-1 0,6-3-2,-12 3 0,6 4 0,-7-4 0,-5 1 0,-1-1 0,0 4 0,-7 0 1,1-4-1,-1 4 1,1 0 1,0 0 2,-7 0 8,0 0 7,6 0 8,-6 0 8,0 0 10,6 0 6,-6 0 5,0 0 6,0 0 4,0 0 8,0-3 4,0 3-1,7 0-5,-7 0-9,0 0-10,0-4-16,0 4-12,7 0-10,-7 0-4,0-3-5,0 3-5,6 0-1,-6-5-1,6 5-20,1 0-38,6 0-50,0 5-56,1-2-62,4 1-82,2 3-25,0 4 14,-1-7 36</inkml:trace>
  <inkml:trace contextRef="#ctx0" brushRef="#br0" timeOffset="49838.4154">12009 3733 38,'-7'0'182,"-6"-3"6,7-5-36,-8 4-68,1 0-33,7 0-14,-7-3-4,0 4 2,-1-1 4,2 4 3,5-4 5,-6 1 3,0-1-6,7 4-7,-1 0-5,0 0-10,1 0-8,0 0-9,6 0-1,0 0-1,-7 0-1,14 0-2,-7 0 4,12 0-2,-5-4-2,13 1-1,6-1 1,6-3-1,7 0-3,7-8 5,-1 4-1,8-5-1,-1 3 0,0-3 2,6 2 3,-5-1-3,-1 1 2,0 2 1,0 2-2,-6 3-1,-1-1-2,-5 4 1,-1 1-1,-7 3-1,1 0 0,-13 3 0,-1-3 1,0 4-2,-6 0 6,-6-4 3,0 4 3,-1-1 2,0 1 2,-6 0 0,7-4-2,0 3-3,-1 0-3,0 5 0,7-4-1,1 0 3,6-1 2,-2 1 3,2-1 2,7-3 0,-1 4 1,6-4-1,-7 0-2,9 0-1,5 0-1,-7-4-2,7 1-1,1-1-2,5 1 0,-6-1-1,1 0-2,-2 1 0,1-2 0,0 2-1,-5 0-1,-2-1-1,1 0 1,-7 1 0,-1-1-1,-5 4 0,0-4 2,-8 4 0,8 0-1,-13-4 1,5 4-1,-4 0 0,-2 0 0,0 0 1,-6 0-1,6 0-1,-6 0 2,0 0 0,7 0-4,-7 0-17,0 0-22,7 0-21,-7 4-31,6 0-37,-6 0-57,0-1-35,7 1-7,-7 0 8</inkml:trace>
  <inkml:trace contextRef="#ctx0" brushRef="#br0" timeOffset="57456.67">5571 12884 101,'-13'-4'138,"0"-3"-61,6 3-32,-6-3-16,7 4-8,-1-5-3,0 4-3,1-3-1,6 3 0,-6-2 0,6 2 2,-7-4-2,7 1 2,0 0-1,0 3-1,0-4-1,7 0-6,-7 6 0,6-2-4,0-3-1,8 3-2,-2 0 2,2 0 2,5 0 0,1 1-1,0-1 0,5 4 2,8-2-2,-7-3-1,6 5 2,8 0-1,-1 0 1,0 5-1,7-3 1,-1 5 1,7 1-2,-6 4 1,6 2 3,0 1 0,0-1-1,0 4 3,0 1 2,1-1 1,-1 0 1,0 0 0,0-2 2,0-5 1,7-5 2,-8-2 2,8-4 0,0-7 1,-7 0 0,7-4-3,-7-5 0,7-1-4,-7-2 1,6 1-1,-5 0-1,-1 0-1,0 3-2,0-1-1,0 3-2,0 1-3,0 1-2,1 4 1,-8 0 1,7-4-2,-6 3 4,-1 2 7,1-3 3,-7 6 4,6-4 3,-5 0 3,5 3 1,-5 0-1,5 0 1,1 1-1,-1 3 0,8 0 2,-2 3 1,8 1 5,0 4 1,-1-1 2,1 3 3,6 5-4,0 0-2,-6 1-9,7 1-6,-1 2-4,0-5-4,-6 1 1,6-8-4,-7 1-1,7-4 0,-6-4-3,6 0-1,-6-9-2,6 3-1,-7-2 1,-5-3 0,6-1 0,-8 3 1,1-7-2,1 5 2,-1-3 0,0 3 2,0-3-2,0 2 1,0 1-1,0 0-2,1 0-5,5 1 1,-5-2-1,-2 4-1,2 1 0,-1 5 2,-7-2 0,8 4-1,-8 4 3,-6 3-1,0 0 0,0 0 3,1 4 2,-8 0 0,1 0 0,-1 4 0,-5-4 2,5 3-3,7-3-1,-7 0 0,7 0 1,1 0-1,5-3 1,1-4 0,6-1 0,0-3 0,1 0-1,-1 0 1,-1-3-2,8-1 0,-7-4 1,7 0 0,-6 1 0,-2 0-1,1 0-1,1-4-1,-8 3-2,7-2-7,-13 2-27,7-3-45,-7 4-60,7-1-90,-7 1-48,0 4-20,-7 3 15</inkml:trace>
  <inkml:trace contextRef="#ctx0" brushRef="#br0" timeOffset="59416.1543">13872 12712 24,'-13'-3'204,"0"-1"13,-7-1 7,7 5-110,7-3-45,-8 3-25,8 0-17,6 0-13,0 3-6,0-3-5,0 9 0,6-6-4,8 4 1,-1 0 0,7 1 0,-1-1 0,14 4-1,-8 0 1,15 4 0,5 3 1,1 1 2,13 2 2,0 5-1,6 3 2,6 1-2,1 3-3,0 0-1,5 4 0,8-1-1,-6 1 1,6-1 1,-8-3 1,8-3 1,0-4-1,0-5-1,-7-6-1,7-5-1,-8-2 1,-5-8-2,6-8 2,-6 1 2,-7-3 0,0-2 3,0 2 0,0-6 4,-6 6-2,0 3 4,0-1 1,-7 1 1,7 0-1,-1 3-3,-6 4 0,7-4-2,-7 4-3,7-4 2,6 1 0,-7-1 1,7 4-2,0-8-1,8 6-1,4-3-3,2-2 0,0 4-3,-2 3 1,8 0-1,0 3 3,-1 4 4,1 4 3,0 0 6,0 3 5,0 6 4,-8-3 3,8 6 1,-14-1 1,8 0-4,0 0-1,-8 0-1,7-3-5,-6-5-3,13 1-1,-7-5-2,6-3-4,8-3-2,-1 0-2,6-8 2,8 0-1,-7 2 1,12-6-1,-5-3 2,-2 0-2,2 4-3,-1-4-2,1 0-2,-14-1 1,0 5-3,-13 3 3,1 1 1,-8-2 2,-12 5-1,-1 0 0,-12 0-1,0 0 2,0 0-1,-1 0 1,1 0 3,-1 0 3,1-6 2,-1 2 1,8-7 3,-1 1-1,6-2 2,8 1 0,-1-3-1,6 3-4,0 0 0,2 0-3,4 3-3,2 4-2,-8 1 0,2 3-2,-2 0 0,-6 3 1,0 1 2,-6 4-1,-7-1 2,-7 0 11,-5 1 17,-1-1 28,-7 4 23,1-4 25,-7 1 19,7-1 15,-7 1 7,6-6-5,7 2-4,1-8-14,5 2-10,7-6-22,7-7-19,0 1-23,6-5-22,0-3-10,6 0-9,8 1-3,-8-6-5,8 10-1,-2-6-1,-4 5-4,-2-1-2,1 4-4,-7 1 1,0 3-1,-6 4 6,-8 0 7,2 3 8,-7 1 17,-1 3 38,-5 0 32,-1 0 21,-1 3 8,-5 1 1,-1-1-12,8 4-48,-7 1-60,12-1-76,1 0-89,-1-2-94,1-3-87,6 2-76,-6 0-64,6-4-34,-7-4 31,-6 4 59,1-6 74</inkml:trace>
  <inkml:trace contextRef="#ctx0" brushRef="#br0" timeOffset="59578.3919">24500 13104 23,'13'4'387,"-7"-4"32,-6 0-21,0 0-83,-6 3-286,-1 8-241,-6 4-123,-7 3-58,1 1 10</inkml:trace>
  <inkml:trace contextRef="#ctx0" brushRef="#br0" timeOffset="64575.2073">18779 6495 100,'-14'4'267,"2"-4"29,-2 0 10,2 4-74,-2-4-21,8 0-13,-1 3-9,1-3-10,0 0-15,6 0-26,-8 0-38,8 0-35,8 0-28,-2 0-17,0-3-8,7 3 0,1 0-1,5 0-2,0 0 0,1 3 0,6 1-3,-7 3-21,8 0-44,-8 4-57,8 3-64,-8 2-71,1-2-74,-8 4-64,2-3-3,-2 0 33,-5-1 51</inkml:trace>
  <inkml:trace contextRef="#ctx0" brushRef="#br0" timeOffset="64768.4466">18909 6733 148,'-14'7'300,"2"1"31,-8-2 22,1 6-115,5-4-65,-5 3-52,6 3-40,0-3-30,7 4-22,-1-1-13,0 5-10,7-4-39,7-5-53,0 5-64,6-4-75,-7 0-73,14-4-37,-8-3 13,-4-4 39</inkml:trace>
  <inkml:trace contextRef="#ctx0" brushRef="#br0" timeOffset="65099.5338">19144 6700 219,'6'0'320,"-6"0"16,-6 4 10,-1 3-133,0 0-83,1 4-54,0 0-28,-1 1-14,0-5-9,1 4-5,-1-4-8,7 1-6,-6-5-13,6 0-17,0-3-22,-7 4-16,14-4-6,-7 0-2,0 0 6,6 0 14,1 0 21,-1 0 13,1 0 6,0 0 4,-1 4 2,7-4 3,-6 4 3,5-1 13,1 1 13,1 3 12,6-3 6,-2 3 7,2 1 0,7-1-8,-1 0-10,-1-3-11,7 3-6,2-3-7,-1-4-4,-1 0-8,7-7-22,-7-1-28,7-3-39,-6-7-44,0 0-51,0-8-75,-8 1-25,-5-5 5,0-3 26</inkml:trace>
  <inkml:trace contextRef="#ctx0" brushRef="#br0" timeOffset="65247.0718">19789 6422 242,'-7'-4'279,"-6"8"33,6 7-49,-5 3-40,-2 5-19,2 6-6,5 1-5,-6 0-10,6 3-17,1 1-25,6-5-32,0 4-47,0-3-79,6-4-88,1-1-98,6-6-109,-6-1-98,-1-6-40,0 0 23,1-8 54</inkml:trace>
  <inkml:trace contextRef="#ctx0" brushRef="#br0" timeOffset="65411.0633">19574 6575 374,'-7'-10'525,"-6"-1"90,7 3 55,-1 1-120,1 3-106,6-3-114,6 3-117,1 0-80,5-3-48,14 0-24,7 0-29,7-1-99,5 1-153,1 4-184,-1-4-167,1-1-92,-1 4-30,-6-4 62,1 5 128</inkml:trace>
  <inkml:trace contextRef="#ctx0" brushRef="#br0" timeOffset="69022.0142">21092 6324 133,'-14'-5'213,"2"-2"28,-1 2-59,0-1-21,0 2 1,6-3 14,-6 4 14,7-2 11,-1 1 12,0 1 9,1-1-6,6 4-26,-6-3-30,6 3-40,0 0-38,0 3-32,0-3-20,6 4-11,0 3-2,8 1 2,5 3 1,1 0-3,6 1-1,6-2-2,1 1-3,13-3-4,-7-6-19,6 3-41,1-5-69,-7-5-84,7 5-90,-7-2-101,-7 2-73,1-4-6,-13 8 41,-8-4 68</inkml:trace>
  <inkml:trace contextRef="#ctx0" brushRef="#br0" timeOffset="69208.4292">21236 6433 162,'-20'7'305,"6"-2"30,-5 1 20,6 5-108,6 1-37,-5 5-27,5 5-3,7 4-1,-7 0 0,14 6-12,-7 2-28,7 5-27,-7 2-39,12 2-40,-5 6-69,0-6-71,5 1-73,1 1-66,-6-5-67,6-4-59,-7-2-33,2-5 17,-8-3 39,0-9 53</inkml:trace>
  <inkml:trace contextRef="#ctx0" brushRef="#br0" timeOffset="69373.0613">21151 6887 6,'6'-22'232,"0"-4"25,1 8 21,6-4-62,0 8-42,7-1-18,0-1-15,-2 2-11,9 3-14,5 4-22,1-4-22,-1 8-33,8-5-70,5 4-98,-6 1-127,7-5-70,-1 5-37,-5-4-11,-1-1 42</inkml:trace>
  <inkml:trace contextRef="#ctx0" brushRef="#br0" timeOffset="69554.0296">21998 6293 175,'-14'-3'531,"8"-5"93,-7 4 62,0 1 34,6 3-209,-5-4-151,5 4-138,7 0-97,0 0-67,7 0-73,-1-3-97,7 3-120,7 0-138,-1 3-137,0 1-109,1 3-21,-1 1 47,-11-1 95,4 3 123</inkml:trace>
  <inkml:trace contextRef="#ctx0" brushRef="#br0" timeOffset="69739.959">21978 6602 258,'-6'14'470,"-1"1"54,0-8 29,1 4-74,6 0-132,-7-4-111,7 5-69,7-6-28,-7 5-15,6 4-7,1-1-10,6 1-25,0 4-71,0-1-106,-7 0-113,8 1-114,-1-1-126,-7-4-112,0 1-21,2-3 49,-8-10 82,0-2 99</inkml:trace>
  <inkml:trace contextRef="#ctx0" brushRef="#br0" timeOffset="70158.8658">22414 6234 253,'14'-2'388,"-8"2"31,0 0 26,1 7-97,0 3-95,-1 5-78,-6 8-43,7 2-27,-7 8-21,0 0-23,0 3-22,0 4-22,-7 1-34,7 3-35,-6-4-39,6 1-31,-7-1-24,7-7-17,-7-4 9,7-3 15,0-8 25,0-3 22,0-8 19,0-4 20,7-3 13,0-3 14,-1-4 11,1 0 8,6-5 5,-7 2 1,7 3 2,-7-5 11,8 4 9,-8 5 11,1-4 15,6 3 14,-7 4 11,7 0 8,1 7 10,-8 0 12,0 5 19,1 3 5,0 3 5,-14 3 0,0 2-4,-5 2-11,-8 1-21,-6 4-9,-1 2-11,-5-2-12,-1-5-11,1 1-10,-1-9-9,7-2-28,7-7-61,-1-4-74,8-11-83,4-7-83,8-2-84,8-5-89,-2-2 0,7-2 38,0-1 64,0 4 71</inkml:trace>
  <inkml:trace contextRef="#ctx0" brushRef="#br0" timeOffset="73126.0155">23340 6172 59,'0'-3'193,"-6"0"17,-2-2-49,2 5-41,-7 0-19,7 5-9,-7-2 0,0 0 3,-1 5 4,2-2 2,-2 3 2,1 1 2,-6 2 3,6-1 3,-1 3 1,-5 5 8,6 2 7,0 4 7,1 9-8,4 3-9,-4-1-12,12 4-20,0 1-22,12-1-21,2-3-18,-1-5-28,13 2-48,6-8-72,1-5-92,7-6-96,-2-7-107,1-1-43,0-7 11,1 0 54,-1-4 78</inkml:trace>
  <inkml:trace contextRef="#ctx0" brushRef="#br0" timeOffset="75207.4627">23913 6180 91,'-6'0'280,"-7"0"30,13 0 20,-7 0-100,1-4-59,6 4-51,0 0-35,0 0-24,6 0-10,1 0-8,-1 0-2,7 0-4,0 0-5,7 4-9,-1 0-11,1 3-49,6 0-76,-6 0-95,-1 5-89,1-5-47,-8 3-20,2 2 29</inkml:trace>
  <inkml:trace contextRef="#ctx0" brushRef="#br0" timeOffset="75394.0253">24050 6445 210,'-7'9'316,"1"-1"20,0 0 11,-1 3-136,-6 3-79,7 1-59,-8 3-32,8-3-19,-7 7-9,6-4-5,1 1-4,-1 3-12,7-5-45,0 6-66,0-5-91,7-4-70,-1 1-35,-6-4-11,7-8 31</inkml:trace>
  <inkml:trace contextRef="#ctx0" brushRef="#br0" timeOffset="75730.074">24382 6414 154,'6'0'274,"2"4"13,-8 6 7,0-1-126,-8 5-61,2-3-24,-6 1-4,5 2-3,0-3-1,-6-4-4,7 4-13,0-4-19,-2-3-22,2 0-14,6-1-10,0-3-12,0-3-10,6-1-6,-6-4-1,8 1 1,4-3 2,-5 2 9,-1 1 7,8 3 6,-8 1 5,0 3 6,8 0 2,-2 3 5,2 1 8,-8-1 10,13 5 3,-5-1 5,5 0 0,1 0 0,-1 1-4,8-4-6,-2-1-3,8-3-7,0-3-2,-1-1-6,7-4-20,0-2-37,-6-1-49,6-4-52,-6-3-69,-7-3-69,-1-6-21,1 1 12,-6 1 37</inkml:trace>
  <inkml:trace contextRef="#ctx0" brushRef="#br0" timeOffset="75881.9878">25073 6132 39,'-6'-4'248,"-1"8"35,-6 4 32,7 6-66,-8 4-37,8 5-15,-1 6-16,-5 4-15,4 0-20,8 3-24,-6 1-24,6-4-31,0-1-24,0 2-44,6-8-75,2-4-92,-2-4-119,7-7-89,-7-1-44,-6-5 1,7-10 47</inkml:trace>
  <inkml:trace contextRef="#ctx0" brushRef="#br0" timeOffset="76077.0519">24832 6253 13,'0'-4'373,"-6"4"58,6 0 27,0 0 14,0 0-161,6 0-80,0 0-54,8-3-17,5 3 0,7-4 2,6 1-1,8-4-24,5 3-39,1-4-80,6 5-117,0 3-129,7 0-126,-7 3-135,7 5-75,-7-2 0,-6 2 69,5-1 102</inkml:trace>
  <inkml:trace contextRef="#ctx0" brushRef="#br0" timeOffset="76838.0959">26123 6147 238,'0'-4'361,"-8"4"36,8-3 33,0 3-100,-6 0-50,0 3-33,-1 1-13,0 3-14,-6 5-16,1 2-32,-8 4-41,7 4-36,-7 4-39,1 3-20,0 0-16,-1 1-6,7-9-6,-7 2-3,14-5-8,-8-3-10,8-4-7,6-8-16,-6 0-23,6-6-18,0-4-7,6-8-1,0 1 2,1-8 13,0 0 22,6 1 19,-7 1 9,7-2 9,0 4 6,1 0 3,-2 4 0,1 2 7,0 1 22,7 5 22,-7-2 31,7 8 27,-1 0 28,1 3 25,0 4-6,-1 1-6,0 3-17,8-1-25,-8 2-28,7 3-28,-6-1-16,6-2-48,-7 5-89,1-2-112,0 0-132,-2 0-147,2-1-122,-7 1-37,1-4 42,-2-8 89,2-3 123</inkml:trace>
  <inkml:trace contextRef="#ctx0" brushRef="#br0" timeOffset="77039.3222">27047 5886 428,'33'-7'556,"6"4"124,-7 3 112,8 3-52,-1 4-122,0 5-100,0 3-104,0-1-106,-6 5-102,-1 6-73,-6 4-45,-6 7-37,-1 5-40,-12 7-58,0 3-77,-14 7-140,-6 5-209,-7 0-221,-6-1-125,-7 0-35,-5-7 26,-1-7 112,6-8 195</inkml:trace>
  <inkml:trace contextRef="#ctx0" brushRef="#br0" timeOffset="77214.2899">27803 6660 379,'33'-4'660,"-7"1"69,0-1 27,-7 0-4,-5 0-321,-8 4-274,0-3-186,1 3-149,0 0-124,-7 0-94,0 0-72,-7 0-77,0 0-13,1 3 45,-7 1 79,-6 4 91</inkml:trace>
  <inkml:trace contextRef="#ctx0" brushRef="#br0" timeOffset="79130.9798">19091 7737 57,'0'-8'235,"0"1"18,-6 3 15,6 1-91,-7-4-41,1 2-19,-1 5-15,1-3-7,0 0-6,-8 3-15,8 0-18,-7 3-15,-7 0-7,7 5-8,0 3-4,-7 0 2,1 1 6,6 1 9,-6 3 3,5-2 1,-5 1 0,12 0-4,-6-5-10,7 1-9,0 0-5,6-3-7,0 4-2,6-10-1,0 5 0,7-3 1,0 0-2,6 0 1,1 0 0,0 0-1,-1-1-2,7 3-2,-6 2 0,0 4 0,-7-1 1,7-1-1,-8 5 1,-5 3 2,-1-3-1,-6 8 1,0-6 1,-6 4-1,-7-1 0,7-3-1,-8-1 4,8-2-3,-7-3 1,6-4 0,1-2 0,-1-2-1,1-3-3,6-3 0,-7-2-3,7 2 1,0-1-1,7-3 0,-7 3-2,6 1 0,1 3 0,-1 0-1,7 0 0,0 7 1,1 4 2,-2 3 0,1 5 4,-6 3 1,-1-1-1,1 6 0,-1-1-18,-6 3-55,0 0-81,-6-4-104,-1 1-83,1 0-42,-1-4-6,-6-8 42</inkml:trace>
  <inkml:trace contextRef="#ctx0" brushRef="#br0" timeOffset="79758.5186">20440 7908 98,'-13'-6'273,"7"-5"35,-8 3 23,8 1-92,-7 3-68,6 2-41,1-3-33,6 5-32,-6 0-22,6 5-15,6 1-14,0 5-5,8 1-4,-2 2-10,8 1-41,0 2-64,-1-2-87,1 0-83,0 0-45,-1-5-15,-6-2 25</inkml:trace>
  <inkml:trace contextRef="#ctx0" brushRef="#br0" timeOffset="79942.4517">20499 8089 63,'-7'11'279,"-5"-4"30,-2 4 19,1-4-71,0 4-83,7 1-50,-1-2-34,7 5-27,0-1-16,0 1-13,7 4-9,-1-5-11,7 1-27,6 4-58,1-9-84,0 5-106,6-3-54,0-6-27,-7-6 4,1 0 46</inkml:trace>
  <inkml:trace contextRef="#ctx0" brushRef="#br0" timeOffset="80193.077">21086 7774 4,'6'-19'344,"0"4"51,-6 1 30,-6 6 19,0 8-148,6 0-72,-8 11-39,2 0-5,0 12 11,-1 2 20,1 8 12,6 7-3,0 7-19,0 5-34,6 8-27,1 1-30,5 9-31,2 0-28,-1 3-18,0-3-21,0-1-38,0-7-44,0-3-58,0-7-66,-6-6-79,-7-5-89,0-4-81,-7-4-86,0-8-22,-5-2 24,-8-9 62,0-3 84</inkml:trace>
  <inkml:trace contextRef="#ctx0" brushRef="#br0" timeOffset="80373.8732">20786 8148 196,'19'-45'343,"-6"6"23,0 8 12,1 2-95,4 11-126,-4 0-67,5 3-41,1 5-20,0 2-12,-1 4-7,7 1-6,0 3-31,7 0-44,-1 7-59,1 1-74,6-2-89,0 5-44,0 1 2,7 2 27</inkml:trace>
  <inkml:trace contextRef="#ctx0" brushRef="#br0" timeOffset="80780.7479">22298 7872 37,'6'4'424,"0"-4"63,-6 3 38,0 5 25,-6-4-145,0 7-134,-2 0-102,2 0-58,0 8-33,0-2-26,-2 2-16,-4 2-11,5 6-10,1-5-8,-1-1-6,0 2-9,7-9-31,0 1-31,0-8-35,7-7-40,0-4-34,-1-7-8,1-8 17,-1 2 25,8-5 30,-8-1 43,0 5 31,8 0 23,-8 0 25,0 3 26,-6 4 28,7 1 24,-7 2 27,6 1 30,1 3 23,0 4 21,-1-4 12,0 8 1,8 0 1,-2 3-16,8 1-26,-7 2-31,7 1-33,-1 4-26,1-4-30,-1 3-36,0-3-71,1 1-101,0-2-124,-1 2-129,1-5-145,-7-5-60,0-2 17,0 0 70,0-2 109</inkml:trace>
  <inkml:trace contextRef="#ctx0" brushRef="#br0" timeOffset="80963.8762">22793 7847 28,'0'-4'469,"6"4"115,-6-4 72,6 4 43,-6 0-115,0-3-142,8 3-124,4-8-95,1 4-65,0-2-39,6-2-28,7-3-35,1 0-66,-1 4-103,6 0-143,-5-1-145,-8 5-145,0 6-122,-5 1-30,-8 4 47,-6-1 113,0 3 132</inkml:trace>
  <inkml:trace contextRef="#ctx0" brushRef="#br0" timeOffset="81124.5671">22904 7997 263,'-14'11'402,"2"1"80,4-5 75,-4-1-70,5 2-60,1-4-55,6-4-40,0 0-56,6-4-57,7-4-49,7 2-39,0-6-34,5 1-55,7-3-72,1-1-112,0 0-134,6 0-124,-6 5-118,-1-1-110,-6-5-22,1 7 55,-1-3 102,-7 1 109</inkml:trace>
  <inkml:trace contextRef="#ctx0" brushRef="#br0" timeOffset="81872.6708">23522 7689 230,'-6'-3'404,"-8"-1"75,8 0 89,-6 4-21,4-4-39,2 4-34,0 0-32,-1-3-51,1 3-75,6 0-83,-7 0-77,7 0-65,0 0-42,0-4-23,0 4-14,7 0-3,-1-3-3,7-1-4,1 1 1,-2-1-6,8 0-18,-7-3-35,7 3-45,-8 1-67,8-1-96,-7 1-110,0-1-101,0 0-81,-7 4-82,1 0-7,0 4 56,-1 3 94,-6-3 107</inkml:trace>
  <inkml:trace contextRef="#ctx0" brushRef="#br0" timeOffset="83908.3065">25438 7389 78,'-6'-15'215,"-1"1"21,0-1-20,1 1-58,-1-2-16,1 3-2,-1 1 5,1 1 5,-1-1-3,1 6-11,6-2-23,0 1-19,0 3-26,0 0-16,6 4-7,1 0 2,6 4 5,0 4 8,7-1 4,-1 8-4,0-1-7,1 8-13,-7 4-11,7 3-8,-8 4-5,-5 0-7,6 4-1,-6-4 3,-7 0-1,0-4-7,0 0-16,0 1-20,-7-5-31,7 1-30,-6-4-24,-1-7-15,0-1 4,7-3 4,-6-4 13,6-2 16,-6-5 19,6-8 14,0-3 9,0-4 17,6-3 14,-6-4 8,6-4 5,1 1 4,0-5 3,-1 1 3,1-4 1,-1 0 6,8-1 3,-2 2 5,2 3 3,-2 0 2,1-2-1,7 6-2,-6 4-2,4-1-6,-4 7-6,5 8-12,-5-1-30,-2 8-52,8 8-75,-7-1-77,0 3-40,-6 9-13,5-3 18</inkml:trace>
  <inkml:trace contextRef="#ctx0" brushRef="#br0" timeOffset="84277.7181">25965 7613 92,'0'3'328,"-6"5"32,6-4 16,-6-4-50,6 3-123,6-6-54,-6-1-30,14-4-12,-2 0 0,1-6-4,0 2-8,7-2-24,-1-1-22,7-2-21,-6 2-35,-1-3-36,-5 3-40,-1 0-35,0 3-34,-7 3-33,-6 1-2,0 0 19,-6 4 29,-1 4 31,-6 4 35,1 1 40,4 1 37,-11 8 33,6 3 32,0 0 31,0 2 33,0 3 24,7 3 13,-1-4 1,0 5-5,7-3-13,0-1-24,7-4-26,6 0-19,0-4-19,0-2-19,13-5-14,-7-3-37,14-4-61,-7-8-71,7-2-70,6-5-69,-6 0-60,6-3-34,-1-4-20,-5 0 24,-1-4 47,-5 1 53</inkml:trace>
  <inkml:trace contextRef="#ctx0" brushRef="#br0" timeOffset="84449.6324">26636 7297 98,'0'-11'300,"0"4"37,-6 3 36,6 4-71,-6 0-37,6 4-27,-7 3-21,7 9-13,-6-3-20,6 6-28,0 4-31,0 2-40,0 4-30,6 1-52,-6-5-84,7 4-93,-7-3-105,6-1-118,-6-6-81,6-2-18,-6-5 47,0-4 71</inkml:trace>
  <inkml:trace contextRef="#ctx0" brushRef="#br0" timeOffset="85259.3806">26533 7432 137,'-7'-7'382,"1"0"63,-1 0 39,0 3-57,1 0-109,6 1-66,0-1-60,0 4-23,6-3-9,8-4-3,5 3-8,7-4-17,0 1-29,7-3-38,6 2-31,-7-1-33,8 3-21,5-1-51,-5 3-64,-1-4-75,-1 1-66,-5 3-43,-7 2-36,0 2 6,-7 0 33,1 0 52,-6 0 58,-2 0 51,-12 2 47,7 2 42,-7-1 45,0 6 35,-7-2 27,1 0 30,0-1 26,-2 6 24,2-1 11,0 0 6,0 4 5,-2-1-3,8 1-4,-6-1-11,6 6-17,0-6-12,0 4-21,0-7-18,0 4-18,6-4-12,2-4-6,-2-3-5,6 0-3,-4-4-2,4-8-4,1 1-12,1-4-18,-2-4-20,2-2-12,-2 0-10,2 0-3,-1 2 6,-1 1 13,-4-1 18,-2 4 12,0 4 8,0-1 6,2 1 7,-8 3 15,6 4 18,-6 0 20,6 4 10,1 3 8,-1 1 2,1-1-9,0 4-14,-1-4-15,6 1-8,2-1-5,-1 0-4,0-7-1,0 3-2,7-6-3,-1-1-1,-6 1-1,7-8-3,-1 3-7,1-2-18,-7-5-28,0 0-44,0 1-42,0-1-38,-6 1-32,5-4-10,-5-2 13,0 5 30,-1-2 39,0 3 38,-6 2 41,7 1 32,-7 0 33,6 8 33,-6-1 44,0 8 49,7-1 41,-7 5 41,0-1 34,7 7 25,-7 5 3,0-4-10,6 6-12,-6-3-18,0 1-28,0 3-34,6-4-36,-6 1-33,0-5-34,8 1-29,-8-4-24,0-1-7,0-1-4,0-3-9,6-6-28,-6 0-48,0-3-48,0-9-50,0 2-47,-6-9-26,6 2-11,0-6 29,-8 0 35,8 3 39,0-3 40,0 5 30,8 4 33,-8-1 30,0 3 33,6 2 32,0-1 31,0 7 31,1-3 23,6 0 8,-6 3-9,5-1-14,8 5-23,0-2-28,-1 2-20,7 0-23,-6-5-56,6 5-84,1-2-102,-2 2-107,-5-4-108,6 4-99,-6 0-10,-1-4 44,-6 4 80,6-4 95</inkml:trace>
  <inkml:trace contextRef="#ctx0" brushRef="#br0" timeOffset="88214.9855">23626 7960 33,'-6'0'166,"0"0"12,-8 0-57,8 0-33,-1 0-15,-5 0-6,4 4-1,2-4 4,0 0 7,0 0 4,6 0-2,-7 0-3,7 0-11,-7 0-10,7 0-18,0 0-11,0 0-10,0 0-6,0 0-1,0 0 1,7-4 2,0 4 3,-1 0 4,0-3 4,8-1 2,-2-4-3,1 2-4,7-2-5,0 1-3,-1-1-4,7 0-11,0 2-29,0-1-45,1-1-67,-1-3-88,0 0-48,-1 0-16,-5-4 13</inkml:trace>
  <inkml:trace contextRef="#ctx0" brushRef="#br0" timeOffset="88460.021">24213 7367 162,'0'-10'306,"-7"-7"33,1 8 19,-7 1-118,7 5-77,-2 6-47,2 5-38,0 10-26,0 4-8,-2 7-3,2 12 1,6 6-2,0 8-8,0 7-12,0 7-22,6 2-64,8-2-86,-2 4-105,2-3-74,5-5-36,-5-2-8,6-8 44</inkml:trace>
  <inkml:trace contextRef="#ctx0" brushRef="#br0" timeOffset="89891.7186">28103 7103 130,'7'-3'208,"-1"-5"9,0 4-74,-6 1-48,7 3-27,-7-4-17,7 4-2,-7 4 12,0-1 11,0 5 9,-7-1 1,7 5-1,-7 2-8,1 1-14,0 2-12,-1-1-7,-6-3-5,6 3-7,1-5-4,0 0-6,-2-3-4,2-6-4,6 6-2,-6-4-2,6-4-1,0-4-5,0 0-4,0 0-3,6-6-5,0 2 0,2-2-1,-2-5 1,0 3 0,1 2 3,0-2 1,-1 5 1,7-1 2,-7 6 2,8-2 5,-8 4 9,8 0 16,-2 6 17,1 2 17,7 3 21,-8 5 13,8-2 6,0 1-5,-7-1-13,7 4-15,-1-3-17,0 0-14,1-1-12,-1-3-25,1-4-55,6-3-75,1-4-82,-1-6-109,-1-6-73,1-3-24,7-3 32,-7-3 58</inkml:trace>
  <inkml:trace contextRef="#ctx0" brushRef="#br0" timeOffset="90089.8974">29002 6810 251,'7'4'339,"-1"3"48,-6 8 56,7-1-106,-7 9-76,0-1-44,6 7-32,-6 7-45,0 0-54,-6 1-50,6 4-67,-7 2-74,1 1-85,6 8-101,-7-4-111,0 2-50,7 2 14,0-8 45,0 1 68</inkml:trace>
  <inkml:trace contextRef="#ctx0" brushRef="#br0" timeOffset="90614.8201">29667 7190 211,'0'-2'313,"0"-3"16,-7 3 13,7-2-137,0-4-79,0 4-51,7-7-34,0 3-16,5-2-12,1-1-20,1 3-34,5 1-48,7 4-55,-6 3-91,6 0-56,-7 3-17,1 2 15,-7 1 37</inkml:trace>
  <inkml:trace contextRef="#ctx0" brushRef="#br0" timeOffset="90779.7249">29889 7382 224,'-8'11'349,"2"-4"21,0 4 13,-7 0-120,0-1-102,6 5-73,-13-1-51,8 9-61,-8 0-70,1 2-84,-1 0-102,-6 5-54,0-1-20,0 0 24,-1 0 50</inkml:trace>
  <inkml:trace contextRef="#ctx0" brushRef="#br0" timeOffset="91492.8634">20845 9203 187,'-8'0'312,"2"3"40,0-3 26,-1 4-126,1-4-67,6 0-47,-7 3-44,7-3-38,7 0-26,-7 0-16,6 5-7,1-5-4,5 0-15,8 0-38,-6 0-57,5 0-69,1 0-84,6 2-69,-14-2-24,8 4 17,-7 0 48</inkml:trace>
  <inkml:trace contextRef="#ctx0" brushRef="#br0" timeOffset="91658.245">20910 9393 163,'-14'11'301,"1"-1"30,1 2 15,-2-1-115,2-5-64,4 6-54,2 2-37,0 2-26,6 2-19,0 0-13,0 5-12,6-3-45,8 3-82,-2 0-112,8-2-70,-1-6-36,1-5-14,0-10 28</inkml:trace>
  <inkml:trace contextRef="#ctx0" brushRef="#br0" timeOffset="91962.3255">21561 8961 71,'0'-19'400,"0"5"74,-13 3 47,-1 0 22,2 8-186,-1 3-100,0 3-85,-7 8-67,1 4-37,-1 6-15,1 4 3,5 9 5,-5 3 2,6 3 0,0 7-4,6 5-7,1 7-12,12-1-14,8 7-6,-2 2-6,14 2 1,7 6 0,-1 0 1,8 2-3,-7 1-3,6-5-3,-7-7-2,1-5-4,-14-5-2,8-8-2,-15-4-10,-5-5-27,-1-5-64,-6-1-91,-6-8-98,-7 1-95,-1-4-95,-5-7-49,0-4 17,-8-8 70,-5-3 85</inkml:trace>
  <inkml:trace contextRef="#ctx0" brushRef="#br0" timeOffset="92162.5719">21398 9506 280,'13'-40'322,"-6"7"17,-1 4-13,7 7-136,-7 0-71,2 3-49,4 5-23,-6 3-14,8-3-4,5 2-6,1 5-3,6-4-11,0 3-42,7 1-72,-1 4-92,1-2-85,6 3-45,-7-2-18,-6 0 25</inkml:trace>
  <inkml:trace contextRef="#ctx0" brushRef="#br0" timeOffset="92791.9577">22923 8872 231,'0'0'260,"0"0"13,0 0-63,0 0-83,-7 8-47,1 0-34,0 7-18,-2 2-12,-4 5-6,-2 4-3,8-1-4,-7 1 0,0 0-3,6-8 1,1 4-1,0-8 0,0-2 2,-2-1-1,8-7 1,0-2-4,8-4-4,-8-2-5,6-7-7,6-3-5,-5-1-3,6-4 0,0-3 2,1 0 4,-2 4 4,2-1 8,-2 1 6,8 3 4,-7 5 7,-1-1 10,2 3 12,5 5 15,-5 3 23,5 3 21,0 9 17,1-2 17,-1 5 3,1-1-7,0 5-17,-1-4-22,7 4-23,-6-5-23,6 1-34,0-1-58,1-3-71,-2-4-81,1-3-106,0-4-57,0-7-10,1-5 31,-8-5 57</inkml:trace>
  <inkml:trace contextRef="#ctx0" brushRef="#br0" timeOffset="92960.0796">23652 8788 284,'0'-3'385,"0"0"29,0 3 16,0-4-140,0 4-91,0-5-83,7 5-54,0 0-26,-1-3-14,7 0-11,7-1-7,0-3-33,-1 2-53,1 2-74,-2-1-83,2 4-98,0 4-49,-7-1 1,-7 2 38,1 2 62</inkml:trace>
  <inkml:trace contextRef="#ctx0" brushRef="#br0" timeOffset="93105.0844">23790 8855 40,'-20'10'425,"7"1"76,0-3 44,0-1 24,-1 0-158,8 1-127,0-5-116,-1 1-76,7 0-41,0-4-23,7 0-13,5 0-32,2-8-82,5 2-98,1-3-112,6 3-135,0-2-74,0-3-11,0-1 58,-6 2 87</inkml:trace>
  <inkml:trace contextRef="#ctx0" brushRef="#br0" timeOffset="93451.2654">24108 8657 181,'0'0'392,"0"0"45,-6 0 25,6 0-65,6-5-115,-6 2-68,14-4-60,-1 0-30,-1-1-16,2 1-10,6-4-19,5 3-23,-5 5-18,6-1-18,-6 0-25,5 4-50,-5 4-57,0 0-61,-7 7-55,-7 0-47,1 4-24,0-1 12,-7 4 36,-7 5 49,0-6 53,-6 2 60,1-1 69,-2 1 75,2 0 87,-8-5 85,7 1 78,-1-5 63,2 1 34,6 0 9,-8-3-30,8-4-56,6 2-65,-7-2-66,7-4-62,0 4-50,7-4-40,-1-4-30,8-4-49,-2 2-83,8-2-118,-1 1-128,-5-1-117,4 1-128,2 0-40,0-4 35,-1 0 96,-5 1 112</inkml:trace>
  <inkml:trace contextRef="#ctx0" brushRef="#br0" timeOffset="93779.2722">24546 8456 261,'6'-8'341,"7"4"30,-7-4 41,7 5-119,0 3-80,7 0-35,0 0-18,-1 3-21,1 1-29,0 4-21,-1 2-17,0 2-18,-12 6-16,5 0-10,-12 4-7,0 4-6,0-1-3,-6 2-2,0-2-3,-7-4 0,6 5 2,-6-7 9,7 3 8,0-5 6,-2 3 13,2-6 12,6-2 16,0-2 1,6 1 2,2-3-1,-2-1-12,13-4-11,1 1-18,0-8-18,12 1-20,-6-8-15,13 0-51,-6-3-91,12-5-107,-5 0-108,5 1-119,-6-4-60,0 4 13,0-4 69,-6 7 95</inkml:trace>
  <inkml:trace contextRef="#ctx0" brushRef="#br0" timeOffset="94399.8883">26585 8308 84,'6'-14'266,"1"3"28,-1 0 23,-6 3-98,0 1-54,7 3-36,-7 1-14,0 6 4,0 5 5,6 6 6,-6 1 1,0 10-7,7-3-18,-7 8-33,6-4-24,-6 0-21,0-1-10,6-4-11,-6-5-4,0-2-3,8-3-2,-8-3-4,0-1-2,0-3-6,0-8-1,6-3-1,0-5-1,-6-2 3,7-9 2,0-2 5,-1 4 4,-6-5 3,7 0 1,-7 1 8,6-2 3,0 6 1,1-1 1,0 0-3,-1 0-1,0 4-24,8 3-51,-1 5-60,0-2-66,6 4-68,-5 1-81,5 7-47,0 0 11,-6 7 40,1-2 53</inkml:trace>
  <inkml:trace contextRef="#ctx0" brushRef="#br0" timeOffset="94757.6805">27067 8463 282,'0'10'356,"7"-2"40,-7-1 5,6-3-107,-6-4-79,0-4-64,6-7-42,8-3-38,-8-5-25,7-3-18,7 0-11,-8-4-3,2 1-7,-2-1-1,-4 1-10,4 2-9,-5 1-14,-7 4-15,0-1-10,0 5-2,-13 3 5,7 5 4,-2-2 14,-4 8 18,-2 2 13,2 4 15,-1 4 21,-1 5 32,2 3 27,4 0 22,2 5 23,0 2 17,6 1 0,0-4-14,0 3-18,6-2-20,0-2-22,2-3-25,11 1-18,-6-9-11,6 2-9,7-5-7,1-3-25,-1-8-43,6 0-59,1-6-65,-1-5-61,1 0-54,-1-3-35,-5-1-23,5-3-17,-6 0-15,0-3 18,1 4 34,-7-2 41</inkml:trace>
  <inkml:trace contextRef="#ctx0" brushRef="#br0" timeOffset="94928.0614">27718 8020 256,'0'-5'311,"0"2"32,7 6-2,-7 4-66,0 4-52,0 5-22,-7 1-7,7 6-14,-6 2-31,6 1-31,0 4-30,0 2-37,-6-2-70,6-5-87,0 1-90,0-3-99,0-6-116,-7-3-53,7-6 12,-7-4 55,1-8 73</inkml:trace>
  <inkml:trace contextRef="#ctx0" brushRef="#br0" timeOffset="95732.0901">27556 8158 155,'6'0'301,"-6"-4"27,6 1 34,1 0-79,6-2-53,0 2-36,7-5-14,6 1-9,0-4-21,13 0-31,-6 1-30,5-5-22,2 1-17,-1 2-16,6 1-28,-5-1-44,-8 5-46,1-3-44,-1 2-39,-5 1-34,-8 3-13,1-3 14,-8 7 30,2-4 34,-8 4 33,-6 4 30,0-4 29,0 7 25,-6 0 28,-1 1 23,0 4 21,1-3 19,0 7 19,-1-3 15,-6 3 11,6 3 3,1-1 0,6-4-5,-6 4-12,6 1-17,0-4-20,0-1-19,6 1-16,-6 0-11,6-4-10,-6-4-2,7 0-1,0-3-3,-1-1-3,7-6-19,-7-1-21,1 1-30,0-8-24,5 0-25,-4 0-13,4-4 3,-5 5 9,-1-2 24,7-3 20,-6 8 21,-1-1 16,0 1 17,2 3 19,-2 1 21,-6 6 20,6 1 20,1 0 30,0 7 24,-1 0 17,0 0 4,1 3-2,6-2-9,-6 3-21,5-5-22,8 1-23,-7-3-17,7-5-15,0 1-7,5-8-7,-5 1-2,6-8-9,-6 0-20,5-4-29,-5 0-31,0-3-33,-1-1-29,-6 1-20,6 0-4,-11-5 11,4 9 17,-6-3 26,-6-2 25,0 7 24,0-1 28,0 1 28,0 4 27,0 1 23,-6 4 20,0-1 22,6 8 25,-6-1 17,6 4 8,-8 5 3,8-2 1,0 5-11,0 4-17,0-5-21,0 5-19,0-5-16,0 5-19,0-5-12,0 1-6,0-4-8,0 0-4,0 1 0,0-10 2,0 6 0,0-8-3,-6 4-5,0-4-4,-7-4-6,6 0-3,-6 0 0,7-4 2,-1-1 1,0-3 4,1 2 2,6-2 2,0-2 1,0 3 0,6-5 3,-6 6 0,7-1-1,0 1 3,-1-2 3,7 5 1,0 3 0,0-4 4,7 4 0,6 2 0,-7-3-3,7 3-5,7-3-6,-1 2-28,1-5-66,0 1-74,0 3-68,-1-3-73,-6 0-92,0 0-26,0-1 40,-6 1 57</inkml:trace>
  <inkml:trace contextRef="#ctx0" brushRef="#br0" timeOffset="96046.0067">29048 7972 268,'-6'10'320,"-2"-2"51,-4 6-14,5 2-42,-6-3-26,0 6-14,1-1-13,-2 1-20,1-1-27,0 0-30,0 0-30,0 1-33,0-4-33,7-1-30,-1-3-27,0-3-26,1-4-37,6-4-38,0-4-26,0-4-23,6-3-11,1-3-4,0-1 20,-1-4 27,7 5 21,-6-1 17,5 4 15,-5 1 13,6-2 19,-6 5 26,5-1 36,2 6 41,-2 2 39,2 0 31,5 0 16,1 6 12,0 2-3,5-1-18,1 3-31,0-2-22,1 3-23,5 0-36,-6 0-50,7-4-82,-7 1-101,0-1-121,0-3-114,0-1-98,0-3-85,-6 0-37,0-3 48,-1-1 87,0-3 95</inkml:trace>
  <inkml:trace contextRef="#ctx0" brushRef="#br0" timeOffset="96307.9862">29830 7752 196,'0'3'423,"0"-3"55,0 3 63,0 2-13,0 6-65,0 3-82,-7 8-60,7 0-41,-7 7-55,7-3-69,-6 7-62,0-4-42,6 1-35,0-1-47,6-4-78,-6 6-108,6-6-118,1 0-113,6-3-117,-6 0-59,-1-3 20,8-9 79,-8 2 103</inkml:trace>
  <inkml:trace contextRef="#ctx0" brushRef="#br0" timeOffset="96542.0718">30273 7964 117,'13'-4'289,"0"1"16,-7-1 10,8 4-94,-2-4-99,2 0-58,5 2-31,7-2-16,-6 0-35,6 0-58,-1 4-67,1-3-83,-6 3-45,0 0-25,-7 3 13</inkml:trace>
  <inkml:trace contextRef="#ctx0" brushRef="#br0" timeOffset="96710.3062">30481 8148 20,'-12'17'338,"-2"-3"39,1 6 22,0-5-7,0 3-135,1 0-104,-2 4-66,1-4-52,0 7-63,-6-3-72,-1 1-77,-6 2-107,6 1-67,-5-4-21,-8 1 21,7-6 48</inkml:trace>
  <inkml:trace contextRef="#ctx0" brushRef="#br0" timeOffset="96914.8588">30670 8818 267,'7'-4'456,"6"1"-3,-13-1-54,0 0-119,-6 0-301,-1 1-233,0-1-129,-6 0-31,1 1 36,-2 3 63</inkml:trace>
  <inkml:trace contextRef="#ctx0" brushRef="#br0" timeOffset="98475.7745">22805 10355 179,'-12'9'241,"-2"-6"28,1 2-46,1-3-29,-2-2 2,8 4-2,0-4-7,-2 4-14,2-4-19,6 0-34,0 4-31,0-4-16,0 0-13,6 3-9,8 1-4,-2-4 0,2 4-5,5-4-8,7-4-6,0 0-4,1-3-6,5-3-4,7-2-11,-7-6-34,1-5-41,-7 1-40,0-3-32,1-4-24,-8 0-8,-12-1 24,5 5 35,-12-2 38,-6 2 31,0 4 28,-14 2 26,7 0 21,-7 9 22,-6 3 19,0 7 17,1 0 14,-1 9 8,-1 7 5,7 6-3,-6 7-4,7 4-7,-1 3-10,8 2-5,-2 1-3,8 2-5,6 0-7,0-2-5,6 2-7,8-5-11,5-2-7,7-5-13,6-7-25,8-7-61,-1-5-77,13-10-85,-6-7-92,6-8-103,-1-10-59,2-4 13,-7-9 51,-1-8 70</inkml:trace>
  <inkml:trace contextRef="#ctx0" brushRef="#br0" timeOffset="98664.0857">23646 9756 176,'-6'-19'318,"-1"5"29,0 6 29,-5 4-99,-2 12-33,1-1-14,1 11 3,-2 5 10,2 2 15,5 8 3,0 3-11,7 5-36,0 3-37,7 7-36,0-3-42,5 3-49,2-3-92,11-4-103,1-4-115,0-7-113,7 0-104,7-11-109,-8 0-2,7-11 54,-6-5 87,-1-6 99</inkml:trace>
  <inkml:trace contextRef="#ctx0" brushRef="#br0" timeOffset="99186.0375">24135 10125 114,'-7'-7'282,"-6"0"26,0 3 23,-7 0-100,1 8-55,-7 4-33,0-1-6,0 7 6,0-3 0,-1 3 6,8 1-7,0-3-15,6 3-27,-1-4-29,14-4-21,0 4-23,7-4-11,6 0-5,0-2-6,13 1-2,0-2-3,0 0 0,1-1 0,-1 5-2,-1-2 1,1 2 0,0-1 2,-6 5-2,-7-2 0,1 1 2,-8 4 1,-6 0 0,0 3-2,-6 1 4,-8-5 0,-5 5 0,5-5 3,-4 1 13,-2-4 39,6 0 38,1-4 25,1-7 16,12 0 4,0-7-7,6-4-37,7-3-39,7-5-26,6 0-16,0-2-4,7-2-6,-1 2 0,7-2 0,-7 2 2,7-1 1,1-4-7,-1 4-7,0-3-22,0-1-36,-6-1-35,-1 6-25,-5-4-21,-8 3-10,0 0 6,-6-1 22,-13 1 26,0 0 22,-6 0 18,-7 5 17,-7-2 15,0 4 23,-5 5 33,-1 2 37,0 5 38,0 6 33,-1 1 26,1 6 8,7 5-7,-1 4-19,8 2-24,4 1-33,2 5-15,12-2-20,2-3-15,4 3-15,8-3-20,5-3-65,9-8-106,-2 0-118,14-4-119,-8-7-130,8 0-79,0-4 16,6 1 72,-13-2 103</inkml:trace>
  <inkml:trace contextRef="#ctx0" brushRef="#br0" timeOffset="99324.4658">25275 10198 268,'19'8'482,"-5"0"64,-1-1 37,-7 0-73,1 0-132,-7-3-140,0 3-114,0-2-118,6-5-129,-6 2-124,0 2-119,0 4-120,0-5-51,0 1 22,0 4 74,0-6 98</inkml:trace>
  <inkml:trace contextRef="#ctx0" brushRef="#br0" timeOffset="101212.0085">25953 9639 36,'-7'-12'254,"1"-3"35,-1 1 33,1 3-66,-1 5-60,1-2-37,6-1-33,-7 6-26,7 3-9,7 0 4,-1 0 16,1 8 14,6-1 17,0 4 11,7 4-11,-1 2-24,0 6-27,8-1-25,-8 4-19,0-1-27,1 4-8,-1-4-4,-5 2-3,-1-2 1,-7-2-1,1-2 5,-1-2-2,-6-9 1,0 6-1,0-5-1,-6-5 0,-1-2-2,1 1-4,6-5-3,-13-5 2,7 1-2,-2-2-2,2-5 0,0-5 0,6-5 2,0-1 0,0-8-5,12 1-12,2-7-23,-1-5-26,6-3-44,-6 4-59,13-1-68,-6 5-62,-1 3-54,1 11-53,0 4-4,-8 6 35,2 5 60</inkml:trace>
  <inkml:trace contextRef="#ctx0" brushRef="#br0" timeOffset="101576.7999">26403 9861 3,'0'15'383,"-7"-7"81,7 2 62,-7-6 39,1 4-143,6-4-98,0-4-92,0 0-60,6-8-50,1 0-31,6-5-19,-1-7-11,8 3-14,-7-6-36,7-2-42,0 3-44,-8-4-34,2 4-26,-1 4-21,-7 0 7,0-1 22,1 1 34,-7 0 29,0 7 28,-7-3 23,1 6 16,0 0 19,6 8 22,-13 0 25,6 8 24,0 2 27,-5 5 24,5 7 18,0 0 8,-5 7 8,12 2-2,-7 1-11,7 1-14,0-4-18,7 4-28,-1-7-28,7 0-24,6-5-29,1-2-54,-1-4-100,7-12-123,7-3-136,-1-7-133,2-8-128,-2-7-31,7-8 48,-6-6 101,-1-1 124</inkml:trace>
  <inkml:trace contextRef="#ctx0" brushRef="#br0" timeOffset="101761.1184">27080 9290 357,'0'-14'459,"0"6"60,-6 1 51,-1 7-102,0 3-62,1 1-56,-1 7-42,-5 3-26,12 1-32,-14 11-38,8 0-48,0 7-47,-2 3-44,2 1-47,6 0-62,-6 4-86,6-4-112,0-6-130,6 3-118,-6-5-94,0 0-75,0-7 12,-6-8 73,6-2 108,-7-8 109</inkml:trace>
  <inkml:trace contextRef="#ctx0" brushRef="#br0" timeOffset="102527.8385">26944 9598 256,'-8'-11'388,"8"0"55,-6 4 24,6-1-110,0 5-63,0-1-39,6 0-30,2 1-19,-2 0-5,13-2-3,-6-2-16,14 3-44,-1-3-41,-1 0-51,7-1-76,2 1-81,-1-3-77,5 2-76,-5 1-73,-1-1-47,1-3-8,-7-1 20,0 6 41,0-5 55,-7-1 61,1 5 58,-7 0 54,7 0 44,-14 7 35,8-4 32,-8 4 27,-6 4 28,6 0 29,-6 6 25,0 1 17,0 8 22,0-1 17,0 4 18,0 0 10,0 4 10,0-1 8,0-2-13,0 2-24,7-6-31,-7 3-35,7-8-31,-1 1-30,7-4-23,-7-5-10,8-6-16,-2-3-28,8-4-37,-7-4-40,7-4-27,-8-7-19,8 5-4,0-10 19,-7 5 31,0 0 35,0 1 28,0 2 16,0 5 13,-7-2 15,1 9 26,0 0 30,-1 7 35,7 5 35,-13 1 24,6 2 7,2 7 0,-2-5-5,0 5-19,7-1-24,-6-3-21,6 4-15,-7-8-20,8 1-21,4-4-21,-4-1-29,5-6-45,1-6-45,0-1-56,-1-5-58,1-3-51,-1-4-29,0 0-2,1 0 12,-7 0 30,0 0 42,0 4 47,1 0 47,-2 3 38,-5 0 33,0 4 33,-1 1 26,-6 2 21,7 4 20,-7 0 20,0 1 23,6 6 18,-6 1 16,0 8 11,0-2 10,0 5 7,0 4 0,0 2-10,-6 1-13,6 0-15,0 0-18,0 0-25,0-3-22,0-1-19,0-4-15,0 2-10,0-6-8,6-3-17,-6-4-24,0 2-31,0-10-32,0-1-19,0-5-13,0-4 1,6-3 18,-6-5 25,0 1 30,0 1 23,7 2 27,-7-3 32,7 8 30,-1-1 33,0 1 32,2 3 33,4-1 17,1 5 3,7 0-9,0 4-23,-1-2-26,7 2-32,-6 3-51,6 0-68,0 0-75,-1 3-77,1-3-80,1 0-82,-7 0-74,6 0-36,-7-3 20,1-1 47,-8 0 63</inkml:trace>
  <inkml:trace contextRef="#ctx0" brushRef="#br0" timeOffset="102809.0413">28696 9247 70,'0'0'296,"-7"2"44,1 3 41,0 2-36,-8 4-50,2 3-28,-2 2-28,-5 1-29,5 3-31,-4 1-43,4 1-36,-5 0-40,5-3-26,8-5-27,0-3-47,-1 1-46,0-10-53,7-2-44,0-2-27,7-10-1,0 1 27,-1-3 40,0-2 45,1-2 50,6 4 45,0 3 45,-7 0 50,8 3 60,-2 2 56,2 6 38,-1 0 21,7 2-5,-2 6-31,-4-1-49,6 7-56,-7 1-82,6 0-113,0-1-112,-5 1-110,-1-1-116,6 3-120,-12-11-28,5 5 40,-4-7 72,-2-4 88</inkml:trace>
  <inkml:trace contextRef="#ctx0" brushRef="#br0" timeOffset="105555.0134">29537 9257 16,'0'7'246,"-7"-3"38,1 4 38,-1-5-63,0 1-20,7-1-18,-6-3-18,6 4-15,0-1 0,6-3 7,-6 0 9,14 0-2,-1 0-7,6-3-7,0-1-31,1 1-37,13 3-41,-7-4-27,0 4-24,7 0-44,-7 0-57,6 4-72,-13-4-85,7 3-78,-6-3-67,-7 4-34,1-4-10,-8 3-14,-6-3 36,0 0 54,-6 0 59</inkml:trace>
  <inkml:trace contextRef="#ctx0" brushRef="#br0" timeOffset="105728.9124">29693 9316 154,'-13'0'208,"-7"0"-13,8 0-41,-2 3-21,1-3-17,7 8-4,-7-1 2,13 4 11,-7 4 17,7 7 11,0 0 3,0 3-11,0 8-18,7 1-28,-7 2-32,6 5-26,-6-2-16,7 5-23,-1-3-42,1-5-47,-1 0-60,0-5-65,2-6-79,-8-3-66,6-4-7,-6-7 24,0-6 46</inkml:trace>
  <inkml:trace contextRef="#ctx0" brushRef="#br0" timeOffset="105922.0004">29667 9653 124,'0'-4'344,"0"-3"53,7 4 46,-7-5-56,6 4-59,0 1-52,7-4-53,1 2-43,5-5-38,0 2-39,8-3-58,-1 1-77,0-5-91,7 4-92,-7-1-99,-1-2-111,1 3-57,-6 0 10,0 1 51,-7-2 72</inkml:trace>
  <inkml:trace contextRef="#ctx0" brushRef="#br0" timeOffset="106071.9163">30104 9312 111,'6'-4'286,"-6"1"26,0-5 14,0 4-103,6 1-77,1-1-52,0-3-39,-1 4-29,7-1-32,0 0-43,6-3-50,-5 7-68,5-4-83,-6 1-39,0 3-4,-7 0 23</inkml:trace>
  <inkml:trace contextRef="#ctx0" brushRef="#br0" timeOffset="106278.6474">30227 9452 114,'-6'10'318,"6"-3"32,-7-2 18,7 2-85,0-3-66,0 2-54,0-1-31,0 2-5,0 4-4,0-4-9,7 4-15,-7 4-15,6-1-28,-6 1-41,7-1-64,-7 2-76,0-5-82,6 3-90,-6-3-98,0-4-38,6-7 21,-6 0 54</inkml:trace>
  <inkml:trace contextRef="#ctx0" brushRef="#br0" timeOffset="106725.7963">30410 9199 105,'6'0'279,"0"0"33,1 0 30,0 7-78,-1-3-60,1 6-30,-1 2-14,8-1-14,-8 3-15,0 5-15,0-2-18,2 6-17,-8 0-19,6-2-17,-6 4-13,6 1-14,-6 0-8,0-3-4,0-2-2,-6-3-2,6-3-3,0-4-5,-6-1-19,6-6-19,-8-4-11,2 0-13,0-4-8,0-3 0,-2 0 15,2 0 17,0-1 12,6-2 11,-7 3 8,7-5 5,7 1 3,-7 5 0,6-2 2,8-1-1,-8 3 2,6-2 0,2 5 1,-1 0 1,0-2 0,0 5 1,7 0 0,-8 5-1,2-2-2,-1 4 1,-7 0 4,0 1 7,2-1 10,-2 4 11,-6 0 11,-6 1 10,-2 2 3,-4 1-2,-8-1-7,7 1-9,-7-1-7,1-2-10,-7 2-7,12-7-20,-4 5-42,4-8-76,8-2-81,-1-4-82,1-2-91,6-4-36,6-3 15,1-3 58</inkml:trace>
  <inkml:trace contextRef="#ctx0" brushRef="#br0" timeOffset="106974.3517">30892 9122 35,'0'0'243,"0"0"32,0 6 33,-7 2-63,-6 7-44,7 3-10,-8 8 12,8-1 24,-7 9 30,0-2 19,7 6 3,-1-2-20,1 1-38,6-5-46,6 1-66,1-4-53,12-2-46,-6-10-60,7 2-75,6-9-92,0-1-90,-7-6-80,7 2-63,1-5-49,-7 0 14,-1-5 58,0 2 74</inkml:trace>
  <inkml:trace contextRef="#ctx0" brushRef="#br0" timeOffset="107979.9597">31381 9188 64,'0'-4'171,"0"1"-8,0-2-48,0 3-29,6-3-13,-6 1-8,0 1 1,0 3 5,0-4 1,0 1 2,0-1-2,0 0-3,0 4 0,0-3-3,0 3 2,0-4 0,0 4 0,0 0-2,0 0-5,0 0-6,0-4-8,0 4-7,0 0-8,0 0-6,0 0-9,0 0-4,0 0-3,0 0-3,0 0-2,0 0-2,0 0 0,0 0 2,0 4 5,0 0 7,0-1 13,0 8 18,0 0 25,0 4 22,0 7 18,-6 4 16,-1-1 12,7 8 8,-7 1-5,1-2-14,0 5-15,6-4-21,-7-4-26,7 1-22,-7-9-16,7 1-13,-6-6-5,6-2-3,0-3 1,0-4-4,0-2-15,0-5-25,6-5-23,-6-2-27,0-4-22,7 0-26,-7-4-12,7 1 0,-7-5 1,0 5 3,0-5 8,6 1 15,-6-1 15,0 4 23,6-2 21,-6 2 18,0 1 14,7-1 12,-7 1 7,7-1 3,-1-1 2,0 1 1,1 1 2,0 3 8,6-3 10,-7 3 18,0 3 23,8 1 34,-2 7 37,-4 0 41,4 4 31,1 7 28,1 0 18,-2 7-8,2 0-22,-2 4-39,-5 5-34,6 2-46,-6 3-38,-1-3-23,0 2-16,1-6-11,0 4-16,5-8-25,-12-2-50,7 0-77,0-5-85,-1-7-88,1 5-82,-7-8-75,6-4-59,-6 0 18,7-8 54,-1-4 74,-6-2 82</inkml:trace>
  <inkml:trace contextRef="#ctx0" brushRef="#br0" timeOffset="108180.1486">31758 9327 159,'0'-3'333,"0"3"50,0-5 43,0 5-79,0-3-57,7-1-42,0 0-45,-1 1-41,0 0-36,7-2-36,1 1-32,6 4-26,-2-3-35,2-1-59,-1 1-70,7 3-71,-6 0-68,0-4-59,-1 4-39,1 0-27,0-3 23,-7-1 47,-1 0 56</inkml:trace>
  <inkml:trace contextRef="#ctx0" brushRef="#br0" timeOffset="108369.1869">32156 9118 123,'0'0'309,"-7"-4"36,7 1 29,-6 3-76,0 3-39,6 1-11,-8 0 7,8 2 13,-6 10 7,6-5-12,-6 8-35,6-5-48,-6 8-49,6 0-46,0 0-41,0 0-45,0 4-64,0-1-88,6 1-93,-6-4-94,0 0-65,0-5-47,6-2-27,-6-1 17,0-5 54,0-1 67,6-8 64</inkml:trace>
  <inkml:trace contextRef="#ctx0" brushRef="#br0" timeOffset="108611.7027">32397 8942 205,'20'0'361,"0"0"62,-1 4 84,7 3-36,-6 4-41,-1 3-18,0 5-22,1 8-37,-7-2-64,0 0-66,0 8-59,-7 0-55,-6 3-36,0 1-23,-12 7-20,-8 1-17,0 2-22,-12 4-29,-1-3-46,-6-5-80,0 5-106,-7-6-119,1-4-110,-1-4-94,-6-2-45,0-2 28,0-5 84,-1-2 106</inkml:trace>
  <inkml:trace contextRef="#ctx0" brushRef="#br0" timeOffset="109281.113">29127 10650 77,'0'-5'270,"-8"5"28,8-2 21,0 2-94,-6 0-49,12 0-34,-6-4-4,8 4 10,-2-4 18,6-3 28,8 3 23,-1-8 3,7 6-22,1-6-26,5 1-40,1 0-74,6 4-93,-6 3-96,-8 4-90,9 0-84,-9 7-64,-5-3-34,0 4-31,-8-1 22,2-3 54,-8-1 59</inkml:trace>
  <inkml:trace contextRef="#ctx0" brushRef="#br0" timeOffset="109468.0076">29433 10393 226,'-8'-7'261,"-4"-1"17,12 4-74,-7 4-32,0 4-20,1 7-7,0 3 20,6 9 25,-7 2 13,1 9-4,6 3-21,-7-1-27,7 3-45,0 3-48,0-2-73,7-1-89,-1-1-90,1-5-90,-1-4-117,7-8-54,0-6 11,1-7 52,-2-8 71</inkml:trace>
  <inkml:trace contextRef="#ctx0" brushRef="#br0" timeOffset="109692.1092">29790 10345 60,'14'-10'431,"-14"1"79,6 2 43,0 4 33,1-1-133,0 1-95,6-1-88,0 4-60,6-4-34,7 4-27,7-4-47,-7 1-42,13-4-47,-7 2-80,8 3-115,-7-2-112,-1 4-107,-6 0-97,-7 4-92,-5-4 6,-1 2 71,-7 3 92,-6-5 96</inkml:trace>
  <inkml:trace contextRef="#ctx0" brushRef="#br0" timeOffset="109878.0034">29940 10330 112,'-12'15'260,"-2"0"37,1 3 18,7 5-58,0 6-22,-2 7-7,8 1-10,-6 7-21,6 3-32,0 2-32,0 5-37,0 1-39,0 3-44,0-3-60,0-3-61,6-5-68,2 1-72,-8-11-69,6-5-70,0-6-6,-6-4 27,0-7 48</inkml:trace>
  <inkml:trace contextRef="#ctx0" brushRef="#br0" timeOffset="110071.6166">29934 10825 64,'0'-15'283,"6"-2"57,1 2 56,0-3-45,-1 2-23,7 2-19,0-1-26,0 1-41,7-5-47,0 5-52,5-1-44,7 1-48,-5-1-76,5 3-90,1 6-91,-7-3-87,6 6-94,-5 3-89,-8-3-7,1 3 49,-1 0 67,-5-4 74</inkml:trace>
  <inkml:trace contextRef="#ctx0" brushRef="#br0" timeOffset="110229.54">30514 10386 28,'6'-4'328,"-6"0"40,7 0 28,0-3-13,-1 0-120,8 0-82,4-1-61,-4 1-42,5-1-47,7 4-58,-6 2-65,-1-3-61,1 2-65,0 3-75,-8 3-51,2 2-3,-8-3 30,1 2 40</inkml:trace>
  <inkml:trace contextRef="#ctx0" brushRef="#br0" timeOffset="110414.5777">30677 10462 134,'-7'12'316,"-6"-5"35,7 5 31,0-2-74,-2 1-53,2 4-39,0-1-28,0 4-20,-2 1-22,8-2-28,-6 6-40,6-4-28,0 2-29,0-2-68,0-1-87,0-3-85,6-4-85,2-1-109,-2-6-48,0-4 23,0-4 62,2-6 74</inkml:trace>
  <inkml:trace contextRef="#ctx0" brushRef="#br0" timeOffset="110844.3372">30963 10192 182,'13'-16'336,"-6"6"52,6 3 53,-7-1-72,2 1-48,4 7-32,-5 0-27,-1 3-26,7 5-38,-6 6-40,-1 9-35,-6-1-35,0 10-25,0 2-25,-6 2-18,-1 1-12,1 3-8,-1-3-17,1-1-34,-1-3-41,7-3-41,-6-1-42,6-7-30,-6-5-10,6-2 11,-8-3 14,8-5 24,-6-3 33,6-4 24,0-4 21,-6-3 21,6 0 25,0-1 19,0-4 16,6 2 11,-6 3 10,6-5 7,2 2 12,4 3 17,-5-5 10,6 5 9,6-1 2,-5 2 3,5 2-7,0-3-12,1 7-13,-1 0-14,1 0-9,-7 0-8,0 3-4,-6 5-3,-1-2-3,-6 2 2,0 3-1,-6 0 3,-7 3 5,-1 1 10,-5-1 9,0 1 7,-1 1 5,-6-5-2,7 0-4,-1-1-11,0-6-30,1 4-57,5-8-69,8 0-73,0-4-85,12 0-93,0-7-30,2 1 24,4-5 49</inkml:trace>
  <inkml:trace contextRef="#ctx0" brushRef="#br0" timeOffset="111095.0848">31608 10280 218,'0'-4'269,"-6"4"21,0 4-33,-1-2-66,-6 6-40,0 7-14,-7-1 4,8 5 11,-8 3 8,7 0 9,0 4 2,0-1-4,-1 1-18,8 3-27,0-3-31,6-4-28,0 3-22,0-6-19,12-2-24,-4 3-45,4-9-63,8 0-66,-1-7-64,7-2-66,1-2-43,-1-2-28,6-6-5,-6 1 28,7-4 47,-7 0 53</inkml:trace>
  <inkml:trace contextRef="#ctx0" brushRef="#br0" timeOffset="111436.0673">31967 10335 93,'0'-5'311,"0"5"38,-6 0 37,-1 5-38,0 2-40,1 4-24,-7 3 0,-1 1-4,2 4-11,-8 2-29,7 4-49,-7-2-42,2 0-49,4-2-31,1 1-22,0-7-19,6-1-11,1-3-10,0-4-18,-1-3-29,7-4-38,0-4-32,0-7-24,7 0-17,-1-3 2,0-1 21,1 1 28,-1-1 30,1 0 25,6 3 18,-7 2 19,2 3 22,-2-1 38,0 4 41,0 1 46,1 3 44,0 0 41,-1 7 29,1 1-2,5-1-20,-4 3-36,4 7-36,2-3-42,-2 1-47,-5 2-45,6 2-55,0-5-68,-7 1-95,8 0-127,-8-8-120,0 4-92,1-3-58,0-5-47,-1-3 30,1-3 94,-1-5 103,0 0 100</inkml:trace>
  <inkml:trace contextRef="#ctx0" brushRef="#br0" timeOffset="111607.9716">32084 10456 196,'7'-5'383,"-7"5"43,6-4 53,-6 4-23,7 0-58,0 0-55,5 0-40,-6 0-26,8 0-43,-1-3-73,0-1-71,6 1-52,1-1-49,0-3-73,-1-1-91,1 1-84,6-1-65,0 2-52,-7-2-43,1 5 2,0-1 14,-8 0 15,8 0 42,-13 2 47,5-3 52</inkml:trace>
  <inkml:trace contextRef="#ctx0" brushRef="#br0" timeOffset="111895.9299">32443 10239 62,'6'-4'288,"-6"1"29,0-1 26,0 4-42,0 0-53,7-4-23,-1 4-2,7-3 11,0 3 17,1 3-3,-2-3-12,8 4-21,-1 0-25,1 3-24,6 0-37,-6 4-30,-7 0-33,7 1-35,-8 5-32,-6-2-27,1 3-24,-7 1-18,-7-4-4,1 3 6,0-3 12,-8-1 18,2 1 30,-1-4 34,6-1 31,-6 2 25,7-1 21,-1-5 16,0 6 12,1-5 0,6 1-6,0-1-11,0 1-13,0-2-17,6-1-42,1-2-69,6 1-106,0-1-127,-6-3-128,6 0-111,-1-3-85,2-4-64,-2 0 24,8-5 81,-7 1 103,1 0 97</inkml:trace>
  <inkml:trace contextRef="#ctx0" brushRef="#br0" timeOffset="112097.0909">32925 10001 183,'13'-7'345,"-7"7"36,0 0 40,2 3-63,4 1-72,2 4-31,-8 2 14,7 2 9,7-3-13,-8 11-23,8-2-28,0 0-50,-1 8-54,1 3-48,-7 1-42,0 3-66,-7 4-90,-6 2-107,-6 6-105,-14 2-79,-6 1-45,-6 3 7,-14 0 43,-12 0 47,-1 1 52,-13-5 57,0-2 47</inkml:trace>
  <inkml:trace contextRef="#ctx0" brushRef="#br0" timeOffset="114391.096">27830 11793 432,'-7'4'555,"0"-1"80,-6-3 56,0 0-92,0 3-102,1 1-102,-2 0-96,1-1-60,7 1-45,-8 4-43,8-5-47,0 4-35,-1 0-26,7 1-18,0-1-14,7 4-4,-1 0-3,0 0-4,1 4 0,6 0-7,-6 3-4,5 4-3,-4 0-6,-2 0-1,0 3-4,-6 5 4,0-1-10,0 0 5,0-4 12,-6 2 4,6-6 6,-6-2 2,6-4 18,-8-1-4,8-3-10,0-3-10,0-2-13,0-1-5,0-2-4,8 1-1,-2-4-4,0 0 3,0 0 1,8 0 0,-8 0-2,7 4 1,1-1 5,-2 1 5,-6 3 3,8-3-2,-8 8-3,7-5-2,-13 3 1,7 2 2,-7-3 7,-7 7 6,1-1 4,-1-1 3,-5 1 3,-2 3 5,2 0-7,-2 1-19,-5-1-54,-1 7-98,8-2-123,-8 2-126,0 1-134,1-1-86,-1-3 3,7 1 68,0-9 103,0-3 115</inkml:trace>
  <inkml:trace contextRef="#ctx0" brushRef="#br0" timeOffset="114569.9927">28201 12573 406,'6'-4'711,"0"0"87,-12 1 45,6 0 14,-13-2-306,7 5-292,-1-4-254,-6 4-224,7 0-193,0 0-153,-8 0-126,8 0-32,-1 0 49,-6-3 117,7 3 137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</inkml:channelProperties>
      </inkml:inkSource>
      <inkml:timestamp xml:id="ts0" timeString="2021-09-09T02:35:58.4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5799 7074 143,'-7'-15'152,"1"-4"-60,-1 4-28,-6 5-11,7-1-7,-8 1 4,8 2 3,0 1 4,-1 3-3,0 0-4,1 0-3,-1 4-12,7-3-7,0 3-9,0 0-7,0 0-6,7 3-2,-1-3-2,8 4 0,-2 4 0,14-5 0,-6 9-2,13-6 0,-1 2-1,7 3-2,7 1-1,-7-6-2,7 2 4,-1 3-3,1-5 0,0 2 0,0-4-2,-1 0 0,1-1 2,-1-3 2,1 0 1,6 0 1,-6 0 1,-1 0 0,1-3 0,-1 3-1,7 3 1,-7-3 0,8 4 0,-7 3 1,5 1-1,2-1 0,-7 1 0,5-2 0,2 2 1,5-5 5,-5 1 1,12 0 3,-6-4-2,6 0-1,0 0 0,6 0-5,8-4-3,-8 4-2,7-4 0,1 1 0,-1-1 2,7 4 2,-7-4 0,0 0 0,0 2 1,6 2-1,-5 0-2,0 2-1,-2-2 1,-4 8 0,4-4 1,-5 3 1,0-3 2,-1 2 1,1 2-1,0 3 1,-7-3-2,6-4-1,1 2-1,-7 1-2,7 2 0,-7-6 0,1 5 1,5-5 1,0 1 0,2-1 4,-2 1-1,8 0 1,-2-1-1,8 2-3,0-3-1,0 2-2,-1 0-1,7 0 1,-6-1 2,6 5 1,1-2 0,-8 6 2,8-5 0,-1 4-1,-6 0-1,0 1-2,-8-5 0,8 4 2,-7-9 3,0 3-2,1-1 2,5-8 0,1-1 0,0 3-3,0-9-1,6-1 1,0-1 3,7-7 0,-7 3-1,6-6 2,1 5-2,0 0-2,0 2-1,-7 9-3,0 1-1,-6 6 2,-7 0 3,1 6 0,-2 6 0,-11 3 2,6-1 2,-14 4 1,7 5 0,-6-2 1,6-3 2,-6 5 2,-1-1-1,7-4 1,-6 1-3,-6-2 0,5-2-2,7-1 1,-6-2 0,0-1 0,6-5 1,-7 6-2,14-4-2,-7-5 0,7 5-1,-1-5-3,8 1 0,-8 4 1,8-5 2,-1-3-1,0 4 1,0-4 0,7 0 0,0 0 0,0-4 0,-2-3 1,9 3 0,-7-7 9,6 4 9,-6-4 11,6-4 6,0 1 9,0-2 4,7 2-5,-7-1-10,0 1-10,7 3-7,-7 0-7,0 0-4,2 2-1,-2 7-2,-1 2-1,1 0 0,0 2-3,2 7-1,-2-1-2,0-2 2,-7 2 2,7 3 2,0 0-2,-6-4-1,7 4 1,-1-4-3,0 0-2,0 0-1,0-3 1,1-4 1,-7 5 1,6-10 1,-6 5 3,6-4-1,-6 1-1,6 3 0,-7-4-1,1 1 0,0 3-2,-8 0 3,8 0 1,0 0 0,0 0 0,0 0 2,6 0-1,1 0-3,-1 0-1,6-4 0,-6 1 3,7-9 3,0 5 3,0-3 5,0-5 3,5 4 6,-5-4 3,-7 4 0,0 0 8,1 3 9,-1 4 14,-6 1 7,-7 3 9,7 0 11,-13 7 3,6 1-3,0 3-5,-7 0-5,8 4-6,-8-1-12,1 1-7,6 3-3,-6 0-9,6 1-8,0-2-8,0 6-7,7-4-5,-6-1-5,6-3-3,-2-5-4,-4 1 1,6 0 3,0-7 0,-7 0 0,6-4 0,-6 0 2,7-4 1,0 0-2,6-3-2,-6-1-3,6-2 3,0-1 1,1 0-3,5 0 3,-6 0 0,7 4 3,0-1-4,0 5-2,0 0 0,-1 3 0,1 3 2,0 0-1,0 1 3,-1 0 0,1-1-2,6 1 1,-6 0-2,0-4 2,-7 0 3,0 0 0,0 0 0,-6-4-2,-6 4 3,-2-4-4,-5 1 0,-6 3-1,-1 0 1,-7-4 0,-6 4-1,0 0-2,1 0-3,-1 4 3,-7-4-3,8 3 1,-8-3-2,1 4-33,-1-4-46,-5 4-43,-2 3-40,1-3-44,0-1-47,-5 4-25,-2-3-37,-7 4 0,2-5 17,-1 1 32</inkml:trace>
  <inkml:trace contextRef="#ctx0" brushRef="#br0" timeOffset="159.9796">26885 7624 225,'6'11'363,"0"-8"40,-6-3 24,0-3-85,0-1-137,0 4-81,0-3-42,0 3-54,0 3-65,7 4-81,-7 8-87,0-1-112,-7 8-60,1 0-19,0 0 25,-8 0 57</inkml:trace>
  <inkml:trace contextRef="#ctx0" brushRef="#br0" timeOffset="11042.089">7265 11001 6,'-13'0'141,"7"0"-19,-2 4-40,2-4-20,6 0-17,-6 3-13,-1 1-4,1-4 0,6 0-1,-7 3-1,7-3 2,0 0-2,0 0-6,0 0-7,-7 4-4,7-4-3,0 0-4,0 0 4,7 0 4,-7 0 7,0 4 6,7-4 5,-7 0 6,6 0 4,7-4 1,-7 4-3,14-4-3,-6 1-3,5-4-4,7 3-7,0 0-6,0-3-5,1 3-4,5 4-4,1 4-3,-1 3-28,7 1-56,0 2-77,0 5-40,0-1-21,0 2-10</inkml:trace>
  <inkml:trace contextRef="#ctx0" brushRef="#br0" timeOffset="11635.8737">9030 11096 21,'0'0'118,"0"4"-27,-6-4-22,6 4-14,0-1-3,0-3-2,0 3-1,0-3-2,0 0-5,0 5-2,0-5 5,0 3 3,6-3 3,-6 4 9,7-4 5,6 4 3,1-4-8,5 0-7,0 0-10,8 0-10,-1-4-10,6 4-9,7-4-14,0 4-50,7-3-84,-1 6-67,1 1-35,-1-4-18,-5 4-1</inkml:trace>
  <inkml:trace contextRef="#ctx0" brushRef="#br0" timeOffset="12418.5909">11377 10862 132,'-7'3'155,"0"1"-54,7 0-35,-6 0-12,-1-1-5,7 2 0,-6-3 2,6-2 1,-7 0-2,7 4-4,-6-4-3,6 3 2,-7-3 0,7 0 5,0 0 0,0 0-5,0 5-6,-6-5-6,6 0-9,0 0-7,0 0-4,0 0-3,0 0 2,0 0 2,0 0 2,0 0 6,0 0 4,0 0 0,6 0 0,-6 0-1,0 0 2,0 0 7,0 0 9,7 0 5,-1 0 13,1 0 5,-1 0 3,1 0-5,6 0-4,0 0-1,0 0-11,6 0-4,1 0-11,7-5-7,-2 5-8,7-3-11,8-1-6,-1 4-37,0-2-89,1-3-120,5 2-84,-7 3-42,-4 0-21,-2 3 21</inkml:trace>
  <inkml:trace contextRef="#ctx0" brushRef="#br0" timeOffset="14139.7312">8985 12767 91,'-6'0'173,"-1"0"-3,7-4-64,-7 4-27,1 0-15,6 0-10,0 0-13,0 0-10,0-4-9,0 4-8,0 0-5,0 0-5,6-4-1,1 4 1,-7-3 2,7 3 9,-1-4 5,0 2 5,8 2 3,-8-5 1,1 2 5,5 3-7,-5-4 2,6 0 2,-7 4 1,8-4 1,-1 1-5,0 3-2,6-4-8,-5 4-3,12-4-4,-7 4-4,13 0-4,1 0-2,-1 0-23,8 4-77,-1 3-89,0 1-46,1-4-25,-8-1-12</inkml:trace>
  <inkml:trace contextRef="#ctx0" brushRef="#br0" timeOffset="14860.1207">11377 12719 189,'-7'0'222,"0"0"9,-6 4-72,7-4-44,-1 0-18,1 0-4,-1 0-2,1 0 0,6 0-13,-6 0-14,6 0-18,0 0-17,0 0-13,0 0-6,0 0 3,6 3 7,0-3 10,1 0 15,-1 0 19,7 4 11,0-4 2,1 4 0,-2 0 0,8-1-8,6 2-14,1-3-11,-2 2-9,15-1-8,-8 1-12,7-4-14,7 4-35,-7-4-70,0 0-94,-1 0-119,-4-4-61,-2 4-29,1-4 14,-14 1 58</inkml:trace>
  <inkml:trace contextRef="#ctx0" brushRef="#br0" timeOffset="15986.1545">13755 12573 34,'-7'0'138,"7"0"-31,-6 0-29,-1 0-13,7 0-4,-7 0-3,7 0 4,-6 0 0,6 0-3,0 0-2,0 0-5,-6 0-4,6 0-7,0 0-6,0 0-5,0 0-7,0 0-3,0 0-5,0 0-4,0 0-3,0 0-3,0 0 0,0 0 0,0 3 4,6-3 4,-6 0 3,0 0 3,6 4 2,-6-4 1,7 0 2,-7 0 3,7 4 5,-1-4 1,1 0 1,6 0-3,0 0-2,-1 0-5,2 0-7,5 0-4,7-4-4,0 4-2,7 0-5,-1 4-46,8 0-118,5 4-73,-6 1-38,1-1-20,-8 4-10</inkml:trace>
  <inkml:trace contextRef="#ctx0" brushRef="#br0" timeOffset="17098.1072">11585 14474 15,'-7'0'13,"1"4"-3,6-4 2,-7 4 8,1-4 8,6 0 11,-6 3 8,6-3 9,-8 0 5,8 0 0,-6 0-4,6 0-4,0 0-1,-6 0-4,6 0-4,0 0-3,-6-3-1,6 3 1,0 0-2,0 0 0,0-4-2,0 4-3,-8 0 0,8-4-2,0 0-1,0 0-3,8 1-1,-8-1-2,0 2-3,6-6 4,0 0 0,8 1-2,-2-1 1,8-3-1,-1 0-4,7-3-7,1 7-4,5-4-4,1 6-27,5 2-64,9 3-92,-9 3-49,2 9-28,-1-1-11</inkml:trace>
  <inkml:trace contextRef="#ctx0" brushRef="#br0" timeOffset="17796.1494">13989 14243 148,'-6'3'207,"-1"-3"14,1 0-73,-1 0-38,7 0-17,-6 0-4,0 0 2,6 0-1,-8 0-5,8 0-9,0 0-12,0 0-16,0 0-15,0 0-13,0 0-6,0 5-6,0-5-1,0 0 0,8 3 2,-2-3 5,7 4 3,0-4 7,0 4-2,7-4 0,-1 3-2,7-3-2,6 0-5,8 0-5,-1-3-1,6-1-2,1-3-4,13-1-25,-7 5-68,6-5-85,8 5-87,-7-1-47,-8 0-22,2 8 11</inkml:trace>
  <inkml:trace contextRef="#ctx0" brushRef="#br0" timeOffset="18439.0937">16114 14265 102,'0'0'205,"0"0"10,0 0-58,0 0-47,0 0-30,6 0-14,-6 0-3,0 0 3,0 0 4,0 0-1,0 0-6,0 0-9,0 0-11,0 0-13,0 0-7,6 0-4,-6 0-2,7 0-1,0 0 6,6 0 4,-7 4 1,7-4 0,0 0-1,7 0 9,-7 0-2,6 0 0,8 0 0,-8 0-1,7 0-3,-6-4-9,6 4-4,6-3-9,1 3-6,-1-4-9,7 4-46,1 0-82,-1 0-116,6 4-58,1-1-31,-7 4-8,0 1 34</inkml:trace>
  <inkml:trace contextRef="#ctx0" brushRef="#br0" timeOffset="20178.3472">13957 15943 60,'-6'0'148,"-8"4"-27,8-4-37,-1 0-18,-6 0-6,7 4-5,-1-4-1,-6 3-2,6-3-8,1 0-4,0 0-7,6 0-8,-7 0-5,7 3-7,-7-3-2,7 0-6,0 0 0,0 0-4,0 0-1,0 0 2,7 0 4,0 0 5,-1 0 4,7-3 5,0 3 6,6-7 0,7 3-5,1-3-1,5-1-4,8 0-3,-1 2-5,0-2-3,7 5-8,-1 3-37,7 0-94,-7 8-58,1-5-31,7 3-15,-14 2 1</inkml:trace>
  <inkml:trace contextRef="#ctx0" brushRef="#br0" timeOffset="20956.4451">16440 16097 3,'-14'-4'184,"-6"4"20,8-3-29,-1 0-45,-7 3-14,8-5 0,-2 5-8,1 0 0,6-4 11,-6 4 9,7 0 1,0 0-7,6 0-10,-7 0-18,7 0-20,0 0-16,0 0-6,7 0-5,-1 0 3,13 0 6,1 0 3,0-3-7,6 3-14,7-3-9,-1-1-10,7 0-10,0 1-8,7-2-5,-1 2-3,1 3-22,6-4-56,0 0-74,0 4-87,1-4-102,-2 8-54,2-4-9,-1 4 43,-7 0 65</inkml:trace>
  <inkml:trace contextRef="#ctx0" brushRef="#br0" timeOffset="21707.5966">18635 16162 55,'-6'0'180,"-1"-2"16,7 2-47,-7-5-44,7 5-21,-6 0-8,6-3-4,-6 3-8,6 0-3,0 0-3,0 0-3,0 0-1,0-4-1,0 4-1,0 0-5,0 0-5,0 0-7,0 0-8,0 0-5,0 0-3,0 0 5,6 0 14,0 0 23,8 0 16,-1 0 21,0 0 18,12 0 4,-5 0-10,13 0-20,-1 0-16,14-3-22,0 3-24,6-4-18,0-4-58,7 5-117,-1 3-149,-6 0-77,1 3-38,-8 5-18,-13 3 40</inkml:trace>
  <inkml:trace contextRef="#ctx0" brushRef="#br0" timeOffset="27121.9532">21496 12463 28,'-7'0'49,"7"0"-27,0 7-33,0-2-39</inkml:trace>
  <inkml:trace contextRef="#ctx0" brushRef="#br0" timeOffset="38788.0905">21516 13078 70,'0'-11'154,"-7"-1"-28,7 3-35,-7-3-22,1 2-13,-1 2-8,-6 1-5,6-1-8,-5 1-6,6 0-1,-8 3-2,1 1 4,7-1 4,-8 0 5,2 4 8,5 0 2,-6 0-2,0 4-7,0 0-7,0 6-8,0 1-11,0 4-6,-7-1-3,7 5-1,0 4 0,0-2-2,1 1-1,-2 3-1,1-3 0,6 4 0,1-4 0,-1 4-1,7-4 1,-6 3 0,12-6 0,-6 3 0,13-3 0,1-5 0,-2 1 0,14-5 0,1-5 0,-1-3-1,6-2-1,1-7 0,-1 0-1,7-4 2,-6-3-1,0-2 2,-8 2-2,2-1-2,-1 1-1,-6 3-2,-1-1 0,-6 5-1,-6 0 1,-1 4 1,0 3 2,1-4 3,-7 8 1,0-1 0,0 1 1,-7 4 0,7 2 0,-6 1 0,6-1-1,0 5 1,0-3-1,6 3 0,1-4 0,6-1-1,1-2 1,5-1-1,7-3 1,0-1 1,0-3 0,0 0 1,7-3-1,-1-1 1,1 1-2,-7-1-2,7-4 2,-7 5-3,0-4 0,-1 3 0,-5 1-5,0-1-6,-7-1-2,0 5-2,-6-3 0,-1 0 0,0-1 5,-6 0 6,-6 0 4,6 0 2,-6 1 2,-1-1 1,0 4 6,1-3 5,-1 3 3,1 3 5,-1 1 5,0 3 8,1 8 2,6 0 3,-6 7-1,6 7-3,0 4-1,0 3-8,0 6-8,0-3-5,6 9-4,-6-4-4,6 4-7,-6-5-3,7 2-21,0-9-39,-1-7-52,1-3-83,-1-8-44,1-10-22,0-8 7</inkml:trace>
  <inkml:trace contextRef="#ctx0" brushRef="#br0" timeOffset="39048.1525">22148 13151 98,'0'-14'189,"6"7"7,0-5-70,1 9-38,-1-1-28,8 4-10,-2 4-4,8-1-2,0 9 0,-1-5-11,1 7-6,0 5-10,-1-1-5,1 1-5,-8-1-4,2 4 0,-8-3 0,0-2 0,-6 2-3,-6-1 0,0 1 1,-8-5-2,-5 5 0,6-9-3,-14 5-18,9-4-34,-2-3-53,0-1-64,7-7-35,-7-5-16,14 3 9</inkml:trace>
  <inkml:trace contextRef="#ctx0" brushRef="#br0" timeOffset="39250.1146">22708 13060 206,'12'-5'230,"-4"5"9,-2 0-83,0 0-57,8 0-38,-2 0-23,1 0-15,7 0-8,0 0-6,6-2-5,-7 2-5,13 0-14,-5 0-43,-1 2-74,-6 3-56,-1 2-30,1 4-15,-14 0 4</inkml:trace>
  <inkml:trace contextRef="#ctx0" brushRef="#br0" timeOffset="39426.178">22896 13268 224,'-6'-2'308,"0"-3"47,0 2-17,-2-4-76,8 3-55,0 0-44,0 0-48,8-3-45,4 0-32,2 0-18,5 2-14,1 2-30,6 3-65,-1 0-93,8 0-115,-7 3-60,0 2-28,6-1 6,-5 3 56</inkml:trace>
  <inkml:trace contextRef="#ctx0" brushRef="#br0" timeOffset="40497.203">23790 12968 2,'0'-17'178,"0"-2"28,0 4-26,-8 1-15,8 2-7,0 5-10,-6 3-5,6 0 7,0 8 10,-6 4 4,6 3 1,0 7-4,-6 7-12,6 1-31,0 11-41,-7 4-34,7 2-25,0 1-52,7 4-85,-7 0-104,0-1-119,6-3-59,6-4-28,-4 1 20,-2-9 69</inkml:trace>
  <inkml:trace contextRef="#ctx0" brushRef="#br0" timeOffset="40716.1634">24356 13287 179,'7'-15'211,"-7"1"6,7 3-84,-7 3-58,0 5-35,6-1-19,0 8-9,-6-1-23,6 9-45,2-5-79,-2 3-40,7 5-22,-6-3-12</inkml:trace>
  <inkml:trace contextRef="#ctx0" brushRef="#br0" timeOffset="40947.6795">24480 13544 70,'-13'0'275,"7"-5"29,-8 3 23,8-2-85,0 4-53,-1-4-52,1 4-38,-1 0-27,7 0-20,-7 4-19,1 0-13,6 6-8,-6 5-7,6 3-18,0 4-65,-8 5-103,8 2-94,0-4-49,8-4-26,-2 2 3</inkml:trace>
  <inkml:trace contextRef="#ctx0" brushRef="#br0" timeOffset="41950.5023">25523 13140 184,'12'-25'251,"2"-1"35,-1 4-62,-13 1-35,6 5-17,-6 2-8,0 3-23,0 0-21,-6 4-15,6 0-17,-7 3-19,1 0-22,-1 0-11,0 8-12,1 0-10,-6 3-4,4 7-5,-4 1 0,5 3-4,-6 7-1,0 2 0,7-1 0,-8-1 0,14 1 0,-6-4 0,6 0-1,0-3 1,0-5 1,6-3-1,-6-4 0,14-3 1,-8-1-1,7-10 1,7 0-1,0-8-1,-8-4 0,8-1 1,-1-7 1,-5 6-1,-2-6 0,2 6 3,-8-1 3,0 7 8,1 1 14,-1 2 17,-6 2 13,7 5 15,-7 5 21,0 0 14,0 11 7,0 5-4,-7 10-6,14-1-11,-7 4-20,13 0-25,1 0-17,4-3-11,2 0-8,7-4-6,5-8-1,1-3-4,5 1-2,1-10 0,-6-2-1,6 0 0,-6-2-4,-1-6 1,-5 1-2,-1-5-5,-1 5 0,-5-7-2,-6 3-5,-2 0-2,1 4-9,0-1-20,-6 1-31,-1 3-35,-6-2-35,6 6-30,-6 0-18,8 0 1,-8 0 8,0 0 16,6 3 28,-6 0 20,0 1 15,6 0 9,-6-4 10,7 0 10,-7-4 8,7 0 13,-7 1 12,0-5 14,6 1 15,-6 0 11,0-1 8,0 1 9,0 3 15,0-4 8,-6 6 5,6-3 2,0 2 0,-7-1 4,0 1-3,1 3-1,0 0 0,-2 0 5,-4 3 7,5 1-4,1-1-4,-7 4-1,0 1 9,-1 3 14,2-1 21,-2 7 22,1-3 23,1 4 30,-2 0 26,2 5 10,-2-2-10,1-3-18,7 5-22,-1-5-30,7 0-32,7-3-30,-1-1-13,1-3-6,13-3-10,-1-8-4,0 0-5,8-4-5,-1-7-12,0 1-8,-1-5 1,2-4-3,-8 5-7,8-5 3,-15 1 7,2-4 1,-2 3 3,2 5 0,-8-4 4,1 2 4,-7 6 1,0 3 5,0-1 3,0 4 0,0 8 6,-7 1 5,1 5 7,-1 9 11,0 2 12,-5 8 12,5 4-1,0 5 0,1 6-5,0-1-9,6 8-15,0-3-10,0 6-5,6-2-2,7 3-13,0-7-17,0-1-19,7-3-44,-8-4-68,14-7-95,-6 1-84,0-9-77,-1 1-61,7-8-69,1-2 11,-8-7 59,7-1 76,-6-4 78</inkml:trace>
  <inkml:trace contextRef="#ctx0" brushRef="#br0" timeOffset="42176.3729">26891 13210 76,'-13'-11'267,"6"0"29,-5-1 17,5 6-96,0 2-70,7 0-47,0 4-38,0 0-28,7 0-17,6 4-7,7 4-3,-1-1-6,7 0-2,0 4-24,0 0-57,7 1-99,-13 2-71,5-3-36,-5 3-18,-14-3 12</inkml:trace>
  <inkml:trace contextRef="#ctx0" brushRef="#br0" timeOffset="42335.1786">26924 13379 201,'-13'0'311,"-1"0"19,8-4 10,0 4-136,6 0-79,6-3-55,7-1-33,0 0-17,6 0-13,7-3-7,1 4-14,5-4-49,1-2-74,-1 3-98,1-2-51,7 4-28,-8-3 0,1 0 39</inkml:trace>
  <inkml:trace contextRef="#ctx0" brushRef="#br0" timeOffset="42525.0182">27607 12932 343,'0'-7'413,"0"3"35,-6 4 26,6 4-136,0 7-88,-6 4-83,-1 6-53,1 8-29,-1 4-28,0 5-23,1 5-20,0 1-34,6 4-82,0-1-121,6 4-145,0 1-77,1-5-36,0-3 1,-1-7 67</inkml:trace>
  <inkml:trace contextRef="#ctx0" brushRef="#br0" timeOffset="42731.7905">28083 13232 77,'14'-10'439,"-1"1"62,-7-1 33,0 3 18,8-1-176,-8 1-138,14 2-110,-1 3-61,1 2-35,0 2-23,-1 3-35,0 2-77,1 4-103,-1 0-132,-5 8-106,-8-5-53,0 4-5,1 1 57,-7-4 94</inkml:trace>
  <inkml:trace contextRef="#ctx0" brushRef="#br0" timeOffset="42890.9511">28324 13430 231,'-6'7'353,"-7"-3"28,0 3 12,-7 4-127,7 4-96,-13 2-69,6 2-52,-5 8-29,-1 2-42,0-4-63,0 5-85,6-1-110,1-4-58,5-3-28,8-3 13,-1-5 46</inkml:trace>
  <inkml:trace contextRef="#ctx0" brushRef="#br0" timeOffset="44279.6258">29771 12942 149,'0'-14'184,"7"-5"-26,-7 6-47,0-3-24,-7 2-17,1-1-13,-1 0-11,-6 5-2,0 2 4,0-3 13,-7 4 7,1-1 14,-1 8 18,0-3 9,1 6 8,-7 5 6,6 3 13,-6-1 11,1 9 13,5 3 3,0 4-5,1 3-15,-1 0-19,8 5-30,-2-5-33,8 0-23,6 0-13,6-3-8,8-4-6,-2-4-2,8-4-2,-1-6-4,7-8-4,7 0-8,-1-10-15,1-2-35,-1-6-40,8-4-41,-14 1-39,7-2-30,-14 0-8,7-2 24,-12 4 36,-2 2 39,-6 0 41,1 5 32,-7 3 20,-7 3 15,7 4 8,-12 4 13,6 4 22,-8 8 25,8 3 35,-7 3 33,6 8 22,-6-1 9,7 4-8,6 0-13,0 5-28,6-5-30,7 0-22,0 0-16,14-6-14,-2-1-8,8-8-6,6-3-5,0-4-5,0-2-8,-7-3-3,8-4-16,-1-3-32,-13-2-38,7 0-36,-7-4-35,-7 0-24,1-4-8,-7 1 19,0 2 32,-1-2 37,-4 6 39,-2-3 32,-6 5 24,0 1 16,0 2 21,0 3 25,0 8 28,-6-2 29,6 9 24,-8 3 14,8 1-1,-6 7-14,6-1-22,-6 4-31,6 0-27,0 2-16,0-2-14,6-4-10,-6 4-5,6-7-5,-6-4-3,8 1-2,-8-8-1,6-4-20,-6-2-25,0-10-16,0-7-8,6-2-4,-6-4 0,7-4 19,-7-3 26,6 0 16,1-2 14,-7 1 7,6 4 13,1 5 9,-1-2 13,1 1 9,6 3 11,0 4 6,0 1-7,6-2-8,1 9-11,6 3-17,7 6-92,-1 6-165,1 2-86,7 5-48,-2-1-22,1 3-5</inkml:trace>
  <inkml:trace contextRef="#ctx0" brushRef="#br0" timeOffset="45436.2017">18492 12928 133,'-13'-7'236,"0"-5"32,6 6-42,-5-1-21,4 2-29,2 2-32,6-1-28,0 4-30,0 0-34,6-4-22,2 8-14,4-4-3,8 4-5,6-1-2,0 5-5,0 2-7,6 2-40,1 3-64,-7 0-86,0-1-76,-6 4-38,-1-4-18,-5 1 31</inkml:trace>
  <inkml:trace contextRef="#ctx0" brushRef="#br0" timeOffset="45597.1217">18570 13155 211,'-20'7'272,"1"-3"32,0 4-47,-1-1-53,1 0-36,-1 4-40,0 3-33,1 2-28,-1 6-25,8-5-22,-2 6-19,8-2-34,-1-2-60,7 0-96,0-5-86,7 1-43,5-7-16,2-8 17</inkml:trace>
  <inkml:trace contextRef="#ctx0" brushRef="#br0" timeOffset="46074.9982">18818 13196 42,'0'3'241,"0"-3"23,0 4 22,-14 0-86,8-1-43,-13 5-31,5-1-22,-5-3-12,6 3-15,-7 0-11,7-3-17,1 0-12,-2-1-9,2 1-13,5-4-9,7 0-6,0 0-2,7-4-1,-1 1-3,6-5 3,2 4 1,-1 1 0,0 3 1,0-4 0,0 8 0,0-4 0,7 3 0,-7 1 1,6 0 2,-6 3-3,7-3 1,-1 4 1,1-6 1,0 2 0,-1 0-1,7-4 1,-6 0-2,6 0 1,0-8 0,7 1-2,-8-3-1,1-5-2,7 1-9,-7-5-27,0-3-32,0 0-35,0 0-34,-7-4-24,1 1-11,-6-1 14,-8 0 23,7-3 34,-13 4 32,6 2 36,-12-2 32,6 6 37,-7 5 36,1-1 31,0 7 39,-8 5 28,8 3 31,-8 7 17,2 4 23,-1 7 16,-1 5-2,8 2-20,-6 8-27,4 3-34,2 10-47,6-7-43,0 1-34,6 2-32,8-10-48,-8-3-73,14-3-88,-7-9-113,-1-2-130,2-7-60,-8-8-1,0-4 45,-6-3 75</inkml:trace>
  <inkml:trace contextRef="#ctx0" brushRef="#br0" timeOffset="46248.0746">19039 13041 236,'-13'-15'416,"7"5"61,-1-1 43,7 3-50,0 1-62,7 0-58,-1 4-67,13-5-47,8 1-37,5-1-63,8 2-45,5 1-36,1 5-48,-1 0-90,14 8-111,-7-1-102,7 8-104,0 3-137,-8 0-66,8 4 29,0-1 77,-13 6 84</inkml:trace>
  <inkml:trace contextRef="#ctx0" brushRef="#br0" timeOffset="46404.1165">20199 13305 354,'20'4'452,"-14"-1"85,0-3 57,1 0-122,0 0-85,-7 0-78,0 0-88,0 0-81,0-3-54,0 3-40,0 0-53,0 0-89,6 0-93,-6 3-107,0 1-127,0 8-118,6-1-35,-6 0 40,8 3 71,-8-3 94</inkml:trace>
  <inkml:trace contextRef="#ctx0" brushRef="#br0" timeOffset="48883.4972">18433 8828 39,'-6'-3'149,"6"3"-36,-7-4-27,7 1-13,-6 3-6,6-4-12,0 1-16,-7 3-10,7-4-6,0 0-4,7 0-6,-7 1-4,6 3-2,-6-4-3,7 0-2,-7 4-3,6 0 1,0-3 1,2 3-1,-2 3 0,-6-3 0,6 0 1,1 0-3,0 4-1,-1-4 1,0 4 2,7-1-7,-6 1-21,0 0-40,5 3-57,2-3-32,-8-1-18</inkml:trace>
  <inkml:trace contextRef="#ctx0" brushRef="#br0" timeOffset="51135.8222">17300 8814 4,'-7'-15'164,"7"1"23,-7-1-48,1 4-21,6 0-12,0 4-14,-7 2-20,7 3-20,7-2-20,-7 4-15,6 4-6,8-2-4,-2 6-5,2 4 0,5 5-3,7 6-17,-6 2-50,6 9-81,0 5-42,-7 2-23,1 0-11</inkml:trace>
  <inkml:trace contextRef="#ctx0" brushRef="#br0" timeOffset="51369.2284">17436 9085 147,'-25'4'210,"-2"-1"18,8 4-80,-1 1-41,1 3-22,-1-1-19,7 9-24,-7 3-15,8 0-10,-2 5-7,8 2-5,0 0-3,-1 0-2,7 0-7,0-3-18,7-1-36,5 1-70,-6-8-57,14 1-30,-7-7-11,1-10 8</inkml:trace>
  <inkml:trace contextRef="#ctx0" brushRef="#br0" timeOffset="51870.4519">17651 9078 147,'0'-8'228,"0"1"13,-6 4-73,6 3-47,-7 3-30,1 1-35,0 3-23,-2 1-12,-4-1-9,5 1-5,7-2-3,-6 2 0,6-1-2,0-3-1,0 0 0,6-4 0,7 0-1,1 0-2,-2-4 0,1-4-1,7 1 0,0-1 2,-8-2-1,8 3 1,-7-5 0,0 5 0,0 4 0,1-1 0,-8 4 0,0 0 0,0 7 1,1 0 0,0 1 1,-1 3 0,1 3 5,-1 1-2,0 0 0,2-1 1,10 1-2,-4-3 2,5-2-3,1-3 1,0-3 1,6-4 1,7 0-1,-7-7-2,6 0-2,1-5-4,-7 1-17,6-7-24,-6 0-27,0-1-28,0-2-26,0-1-23,-6 0 3,-1-1 18,-5-2 23,-2 3 36,2 0 38,-8 4 42,0 3 30,-6 5 24,0 1 20,-6 3 9,6 6 9,-6 3 3,-8 9-3,8 2-7,-7 4-9,6 8-10,-6 3-17,0 0-18,7 5-13,-1-5-10,1 3-10,6-2-5,6 0-5,-6-5-21,7-6-39,-1-2-67,1-3-68,-1-6-35,1-8-18,-7 0 9</inkml:trace>
  <inkml:trace contextRef="#ctx0" brushRef="#br0" timeOffset="52035.4328">18173 8964 89,'-7'-11'212,"7"0"16,-7 4-65,1 4-38,6-1-39,0 4-31,6 4-25,8-1-11,5 4-9,1 4-3,6 0-1,6 1-2,7 5-40,0-2-93,7 3-54,7 1-30,-2-1-16,1-3-8</inkml:trace>
  <inkml:trace contextRef="#ctx0" brushRef="#br0" timeOffset="52661.1856">19632 8957 42,'0'-15'222,"-6"1"37,6-1-16,-7 5-21,1 1-13,6 3-16,-7-2-36,7 4-29,0 0-32,0 1-31,0 3-25,0-4-17,7 4-10,-1 4-7,7-4-5,6 3-9,-5 5-34,5 0-57,1-2-75,0 3-101,-1-3-54,-6 2-22,0-1 18,-7-3 47</inkml:trace>
  <inkml:trace contextRef="#ctx0" brushRef="#br0" timeOffset="52892.1583">19600 9085 171,'-14'7'244,"8"0"19,-7 1-63,0 3-42,0-3-37,7 6-24,-8-3-18,8 3-14,-8 5-14,8 0-11,-6 6-11,5 1-15,0 3-16,1 0-33,-1 4-54,7-8-86,0 2-73,7-6-37,-1-2-12,1-4 17</inkml:trace>
  <inkml:trace contextRef="#ctx0" brushRef="#br0" timeOffset="53856.9879">20147 8957 49,'-7'0'184,"1"7"19,-1 0-41,-5 0-32,-2 8-17,8 0-6,-7 3-9,0 5-19,0-2-15,6 6-9,0-2-18,1 0-15,6 4-9,-6 1-6,6-1-7,6 0-4,-6-3-10,6-4-24,1 0-30,0-7-34,-7 0-43,6-9-62,-6 2-29,7-4 3,-7-4 19</inkml:trace>
  <inkml:trace contextRef="#ctx0" brushRef="#br0" timeOffset="54060.8735">19945 9078 128,'0'-8'204,"0"5"13,6-1-52,-6 1-31,7-4-16,6 3-6,0 0-7,0 0-11,14 1-17,-9 3-19,9 0-21,5 0-15,-6 3-15,7 5-41,-1 3-70,-5-1-102,-1 5-55,0-3-29,-7-2-9,7 1 27</inkml:trace>
  <inkml:trace contextRef="#ctx0" brushRef="#br0" timeOffset="55147.9778">20733 8917 14,'-12'-11'210,"4"-1"28,-4 2-25,6 2-18,-8 1-8,8-1-12,-1 4-24,1 2-24,6-2-17,0 0-21,6 4-21,1-4-16,5 4-12,2-3-5,12 3-7,0 0-6,-1 0-6,9 0-9,-1 3-4,-1 1-9,1 4-22,-7-2-54,0 5-67,-7-3-84,-6 3-79,0 1-36,-7-2 0,-12-3 40</inkml:trace>
  <inkml:trace contextRef="#ctx0" brushRef="#br0" timeOffset="55356.0494">20792 8913 112,'-14'4'201,"8"-1"18,-6 5-39,5 3-15,0 3 5,1 1 12,6 3 10,-7 4 4,7 0-7,-6 4-21,6 7-30,0 0-32,0 3-27,-6 5-26,6-5-21,0 5-13,-8-5-10,8-3-8,0 0-10,8-4-32,-8-7-45,0 4-61,6-7-60,-6-2-59,6-2-63,1-3-33,-7-2 10,0-6 42,6-1 52</inkml:trace>
  <inkml:trace contextRef="#ctx0" brushRef="#br0" timeOffset="55513.1512">20786 9345 158,'6'-21'208,"-6"5"-28,6 1-13,1 5-12,0 3-8,-1-1-14,7 1-18,1 0-20,-2 2-17,8-1-13,-1 2-24,1 0-18,6 4-13,0 0-26,0 0-58,0 4-83,-6 0-86,-1 0-43,0-2-22,-5-4 7</inkml:trace>
  <inkml:trace contextRef="#ctx0" brushRef="#br0" timeOffset="55680.0561">21254 9053 45,'0'-8'280,"7"-3"46,-7 3 36,0 1-70,0 0-56,7 3-53,-7-3-51,6 3-42,1 0-37,5 1-22,2-1-15,6 4-10,-1 0-34,1 4-74,-1 3-115,0 1-95,1-1-48,-7 0-24,-7 0 15</inkml:trace>
  <inkml:trace contextRef="#ctx0" brushRef="#br0" timeOffset="55872.1928">21352 9176 217,'-13'12'253,"1"-1"23,-2 3-54,2 5-66,4-2-46,-4 2-28,5-1-17,7 1-23,-6 0-18,12-2-12,1 2-9,-1-4-30,8-1-56,5-3-93,0-7-68,1-4-32,-1-7-16,7-5 14</inkml:trace>
  <inkml:trace contextRef="#ctx0" brushRef="#br0" timeOffset="56291.8522">21717 8814 186,'0'-11'348,"-6"4"47,6-1 13,-7 5-84,7 3-70,-6 3-62,6 5-44,-6 7-36,6 2-24,-8 6-14,8 2-11,0 5-20,0 3-19,8 4-14,-8-1-15,6 1-28,-6-1-28,6-3-28,1-4-25,-7 0-19,0-6-4,0-2 9,0-6 18,-7-1 20,1-2 23,6-9 21,-6 1 14,-2-4 11,-4-4 8,12 1 7,-7-4 4,0 0 1,1-1 1,6 1 0,0-5 1,6 5 0,-6 0 0,14 0 0,-8-1 0,8 1 2,-2-1-3,8 6 3,-1-3 1,1 1 2,0 4 2,5 0 3,-5 4 3,0 1 2,-7-3 7,0 6 5,0 3 4,-13-3 0,0 2 3,-7 1-1,-6 4-5,-6-5-5,-1 5-6,0-3-4,-5-2-4,5-3-3,0 2-10,7-3-27,0-6-60,13 0-84,0-6-104,7-3-56,6-5-23,7-4 10,6 0 50</inkml:trace>
  <inkml:trace contextRef="#ctx0" brushRef="#br0" timeOffset="56478.15">22284 8939 35,'0'3'259,"-12"4"46,-2 1 41,-5 11-45,-1-2-25,-6 14-4,0 1 5,-1 4-19,2 8-23,12 1-37,0 2-48,6 1-64,14-5-113,12 2-143,1-9-192,12-3-109,7-4-59,1-10-15,-1-4 54,0-12 105</inkml:trace>
  <inkml:trace contextRef="#ctx0" brushRef="#br0" timeOffset="57397.4643">23085 8920 88,'-6'-7'211,"-7"3"18,7-2-54,-1 6-34,0-5-31,7 1-29,-6 4-22,6-3-18,0 6-14,6-3-13,1 9-7,0-3-4,6 5-6,6 1-13,0 2-40,1 4-53,-7-4-76,7 1-39,-8 0-19,2 1 2</inkml:trace>
  <inkml:trace contextRef="#ctx0" brushRef="#br0" timeOffset="57592.3523">23184 9097 121,'-14'-5'231,"1"5"29,0 0-58,-6 0-33,5 7-36,2 1-29,-2 3-27,2 4-26,-1 3-16,-1 7-10,2 5-5,5-1-8,7 4-6,0 1-5,0-5-14,7 0-41,5-4-62,-5 1-94,6-8-48,6-4-25,-5-2-1</inkml:trace>
  <inkml:trace contextRef="#ctx0" brushRef="#br0" timeOffset="57909.1694">23464 9165 108,'6'-3'232,"0"-1"18,-6 1-42,0 3-49,-6 3-39,0-3-35,6 4-19,-13 3-16,6-2-14,0 2-10,1 0-9,6-4-6,-6 5-7,6-4-5,0 3-3,6-4-2,-6-3 1,6 5-2,8-10 2,-8 5-1,7-3 2,-7-1 1,8 1 1,-8-1-1,0 0 1,1 4 2,0 0 2,-1 0-1,1 0 1,-1 0 2,8 4-1,-8 0-2,6-1-1,2 4 1,5-2 0,1 1-1,0 2-1,6-5 0,-1 5 0,9-2-12,-2 2-18,1-4-32,-7-1-41,6-3-55,1-7-64,-1-1-23,-5-6 2,5-3 22</inkml:trace>
  <inkml:trace contextRef="#ctx0" brushRef="#br0" timeOffset="58079.5835">24161 8932 97,'0'-19'225,"-6"0"12,6 9-9,-8-2-4,2 5-3,0 3-15,-1 8-15,-6 3-14,6 5-19,1 7-20,0 2-24,0 8-23,6 0-27,0 1-24,0 3-19,6-4-10,-6-4-26,12 2-51,-5-6-70,0 1-83,-1-7-117,1 0-67,-7-4-17,0-8 27,0 2 60</inkml:trace>
  <inkml:trace contextRef="#ctx0" brushRef="#br0" timeOffset="58228.2001">24024 9056 156,'-7'-18'258,"1"-1"35,6 5-56,0 2-36,0 1-41,6 5-38,1-6-38,6 9-34,6-5-22,1 8-12,12 0-8,1 0-28,7 8-68,5 2-122,-6 5-62,7-4-33,-7 4-15,7-8 11</inkml:trace>
  <inkml:trace contextRef="#ctx0" brushRef="#br0" timeOffset="58591.1838">25542 9576 140,'20'0'188,"-8"-3"2,2 3-92,-8 0-46,0 0-34,-6 3-59,0 2-72,0 1-38,-6 5-20,0 1-10</inkml:trace>
  <inkml:trace contextRef="#ctx0" brushRef="#br0" timeOffset="60191.4511">25217 8917 200,'-8'-4'252,"2"0"2,0 1-36,0 0-8,-1 3-10,0-5 2,1 5 2,-1 0 2,1-4-6,0 8-12,-2-4-25,2 8-35,0 3-25,-8 0-22,2 7-13,-1 4-9,-1 3-10,2 1-8,-2 4-15,2-5-9,5 4-12,0-4-18,1-2-32,-1 0-35,7-6-35,0-5-33,7-2-30,-7-3-16,6-7 2,1 0 20,6-7 27,0-3 26,0-9 29,0 0 31,7-2 26,-8-1 17,8-3 6,-6-2 6,5 2 5,-6 4 0,0-2 2,-1 8 0,2 0 2,-8 5 11,8 6 27,-1 0 33,-1 8 39,-5 3 36,12 7 25,-5 1 8,5 4-16,-6 3-29,6 0-35,8 4-34,-8-1-27,8 1-31,-1 3-72,-1-7-80,1 4-88,-6-4-122,6-5-90,1-5-35,-1-5 35,-7-7 61</inkml:trace>
  <inkml:trace contextRef="#ctx0" brushRef="#br0" timeOffset="60398.5435">26089 8770 183,'14'3'319,"-2"9"42,8-5 50,-7 8-95,7 3-66,0 0-32,-1 0-28,0 9-32,1-2-45,-7 4-29,-7 0-24,1 8-40,-14 4-77,-5 2-94,-21 9-104,-7 3-129,-11 3-69,-21 1-20,-6 3 45,-7-3 72</inkml:trace>
  <inkml:trace contextRef="#ctx0" brushRef="#br0" timeOffset="61768.0854">17235 10532 125,'-20'-8'186,"0"-2"18,1-1-75,-1 1-31,-6 2-14,7-3-6,-1 7-3,0-4-12,1 5-13,-1 0-13,8 3-9,-2 0-7,1 3-5,7 0-6,-1 5-3,1 3-2,6 1-3,0 2-1,0 3-1,6-2 1,7 4-1,-6 3 1,5-5 0,2 6 1,-8 2-2,8-2 0,-2 2 0,1 0-1,-6-2-1,6 3-2,-7-8 0,1 4-3,0-4-1,-7-4-1,6 1-3,-6 0-1,-6-4 0,-1 0 2,0-3 1,-5-1 1,-8-3 3,1 0 2,-1-4 1,-6 0 1,0 0 0,-1 0 2,-5-4 1,13 0 2,-7 0 7,6 1 4,0-2 3,7 2 1,7-1 0,0 4-2,-2-2-6,16-3-4,-2 5-5,7 0 1,0 0-1,6 5 0,7-3-1,-6 5 0,6 1 1,-7 7-1,8-1 0,-8 5-1,8-1 0,-15 8 1,8-1 0,-7 5 2,0 2-2,-6 5-9,-1 0-21,0 2-27,1-2-51,0 0-80,-7-4-41,6-4-13,-6 1 9</inkml:trace>
  <inkml:trace contextRef="#ctx0" brushRef="#br0" timeOffset="61895.4451">17443 11492 94,'-7'8'123,"7"-1"-70,0 0-78,0-3-51,0-4-26</inkml:trace>
  <inkml:trace contextRef="#ctx0" brushRef="#br0" timeOffset="68133.7971">20577 14401 11,'-20'-8'130,"-6"5"-37,-6-1-20,5 8-9,2-4-6,-7 7-5,-2 4-4,2-4-6,5 4 1,2 4-2,-1-5-1,0 5 0,6-3 1,1 5 2,-1-1-2,0 6 0,8 3 0,-2 4-2,1 8-5,7 7-7,0 4-5,-2 2-6,8 10-6,0 1-3,8 6-2,-2-5-3,7 1-9,-7-1-14,8-3-33,-2-5-64,2-6-68,-2-8-33,-5-7-13,0-8 3</inkml:trace>
  <inkml:trace contextRef="#ctx0" brushRef="#br0" timeOffset="68352.3117">19997 14793 206,'-13'-33'229,"6"0"24,-5 4-80,-2 3-44,8 8-25,6 0-19,-6 6-20,6 4-21,6 6-18,7 4-9,0 2-4,7 8-3,5 1 0,8 3-3,0 6-6,12-4-17,-6 4-45,7-4-75,7 5-79,-2-5-42,2-3-17,-7 0 3</inkml:trace>
  <inkml:trace contextRef="#ctx0" brushRef="#br0" timeOffset="68692.6113">20590 14766 25,'-19'5'183,"-1"-1"16,0 3-42,1 0-44,-1 1-30,8 3-22,-2 3-14,8-3-12,6 4-9,0 3-4,6-3-3,0-5-2,8 6-3,6-5-2,-1-1-2,7-2-3,0-5-1,0-3-3,1-6 1,-9-2-3,9-7 0,-7 1 1,-8-1-1,-6 0 1,2-3-1,-16 3 0,-4 0-1,-2 5 1,-11-1 1,-7 7 0,-1 0 3,0 8 2,-6 0 1,6 3 0,1 1 1,6-2-2,7 5-1,5 1-1,1-2-3,13 1-1,13 0-2,1-3 0,11-2-6,7-2-22,2-4-33,5 0-46,-1-4-70,9-2-36,-9-2-16,7 1 13</inkml:trace>
  <inkml:trace contextRef="#ctx0" brushRef="#br0" timeOffset="68989.1194">20987 14786 97,'0'7'198,"-6"0"12,0 5-59,-1-2-37,1 9-28,-8-5-21,8 4-15,0 0-13,6 1-11,-8-1-8,8-3-6,0 0-4,0-4-2,0-1-3,8-2 0,-8-1-3,6-7 1,0-3-1,1-1 0,-7-7-2,7-3 0,-1-5 2,-6-3-1,0 3 1,0-2 0,0 2 0,0 1 1,0 3 0,0 1 1,0 3-1,0 0 1,0 4 3,7 3 2,-1-3 0,7 7 3,0-4 1,0 4 1,7 0-1,6 4-1,0-4-3,6 7-2,1-3-3,-1 3-3,7-3-17,7 3-32,-7-3-47,0 0-64,1-1-51,-1 0-24,-7-3 1</inkml:trace>
  <inkml:trace contextRef="#ctx0" brushRef="#br0" timeOffset="69207.1428">21842 14661 96,'-14'-7'207,"8"3"14,-8-1-48,2 5-29,-1 5-19,-1 2-15,2 4-9,-2 8-5,8-1-10,-7 7-5,6 2-12,7 2-13,0 0-18,0 4-18,13-8-12,6 4-17,8-6-34,-1-1-60,6-4-99,1-4-68,7-2-33,-8-9-9,7 1 23</inkml:trace>
  <inkml:trace contextRef="#ctx0" brushRef="#br0" timeOffset="69394.8354">22584 14504 95,'6'-19'325,"-6"0"61,7 4 42,-7 5-75,0-1-77,0 3-63,7 6-70,-7-3-62,6 5-39,7 0-21,0 7-11,0-3-34,7 4-62,-8 3-82,8 3-136,-1 1-79,-5-1-38,-2 2 4,-12-2 48</inkml:trace>
  <inkml:trace contextRef="#ctx0" brushRef="#br0" timeOffset="69741.8111">22473 14691 102,'-13'0'275,"-7"0"27,8 2 15,-2-2-109,2 5-61,5-5-52,1 0-36,6 3-25,0-3-16,6 4-7,1-1-4,5 5 0,8-4 0,0 3-2,-1 0-2,7 0 0,0 1-1,-6 3-2,6 0 0,-13-4-1,7 4 2,-8-3-2,1 3-1,-6-4 0,-7 0 0,0 4 0,0-3 0,-7 2 2,-6-3 1,7 5 1,-14-5 1,8 3 0,-2 2 4,1-4 25,7-2 29,-7-1 21,6 2 14,1-7 8,6 3 0,0-6-23,0-1-29,6 1-19,7-8-15,0 0-7,0-1-8,7 1-10,0 0-39,-8 0-53,8 8-78,-1-1-113,-5 8-76,-2-1-31,2 1 14,-8 3 41</inkml:trace>
  <inkml:trace contextRef="#ctx0" brushRef="#br0" timeOffset="72648.7824">23085 14775 98,'-12'0'168,"-1"-4"-35,-1 4-24,8 0-20,-7 0-14,6 0-13,1 0-10,0 0-11,-1 0-5,0 0-3,7 0-2,-6 0-5,6 0-6,0 0-6,0 0-5,-7 0-4,7 0-1,7 0-1,-7 0 0,0 4 1,6-4-1,8 3 1,-8-3 0,14 4-1,-8-4-3,8 0 0,6 0-3,-7 0-1,8 0-28,-1 4-54,-6-4-72,-1 3-41,0 1-19,-6 3-10</inkml:trace>
  <inkml:trace contextRef="#ctx0" brushRef="#br0" timeOffset="72844.8962">23131 15012 176,'-20'0'263,"8"-4"28,-2 4-69,2-3-37,-1 0-36,6 3-42,7-4-43,0 0-26,0 1-16,7 3-10,6-4-6,-1 0-3,8 0-4,0 1-12,-1 3-37,7-4-55,-6 4-105,6 4-55,0-1-27,1 1-7,-8 0 28</inkml:trace>
  <inkml:trace contextRef="#ctx0" brushRef="#br0" timeOffset="75889.987">23679 14572 92,'-7'-2'112,"7"-2"-36,-6 4-15,-1-4-5,7 0-8,-7 4-3,1-3 6,6-1 6,-6 4 3,6-4-1,-7 4 2,7 0-1,0 0-11,0-4-10,0 4-10,-7 0-9,7 0-8,0 0-5,0 0 0,0 0-4,0 0-1,7 4-1,-7-4 0,7 0 4,-1 4 2,0 0 1,1-1 3,6 5 1,0-2 0,0 2-3,0-1-2,1 5-1,-8-2-2,7 5-1,0 0-1,-6 0 0,-1 7 0,-6 0-1,0 0-2,-6-1 0,6 4 0,-14 2 0,8-5 1,-7 0-1,-1-1 1,2-2 0,5 0 0,-6-8 0,7 0 0,-1-1 0,1-5-1,6 1 1,-7-2 0,7-4-1,7 0 1,-1 0-2,1 0 2,-1 0-1,7 0 1,0 4 0,7-1 0,-1 9 2,1-2-2,0 5 1,-1 3-1,1 4 2,-8 5 0,2 2-2,-2 0 0,-5 0-1,-7 7-8,-7 0-23,1 5-41,-7 3-75,0-4-48,0 5-28,-7-5-7</inkml:trace>
  <inkml:trace contextRef="#ctx0" brushRef="#br0" timeOffset="76102.0332">24252 15305 74,'0'-14'259,"6"2"20,-12 2 14,6 6-105,-6 1-63,6 3-48,-6 0-38,-2 7-44,2 0-63,6 1-90,0-1-70,0 0-34,6-3-15,2-1 14</inkml:trace>
  <inkml:trace contextRef="#ctx0" brushRef="#br0" timeOffset="81826.8544">21378 13979 199,'0'-7'214,"-6"-4"8,0 0-85,6 0-57,-7 8-31,0-4-17,7 3-9,0 0-7,0 0-6,0 4-3,7 0 1,0-3 3,-1 3 2,14-5 3,-8 2 2,15-1-2,-1-2-2,6-2-2,7 0-3,7 1-2,-1 0-1,14 4-9,-7-2-19,7 10-55,6 5-87,-6 5-47,-7 3-24,-7 5-4</inkml:trace>
  <inkml:trace contextRef="#ctx0" brushRef="#br0" timeOffset="83417.4508">5662 6752 35,'-7'-15'28,"-6"3"-7,0-2-2,7-1-3,-7 1 3,7 2 1,-8 2 3,1-1 1,7 3-1,-7 1-3,6 0-5,1 4-3,-1-1-4,0 4-4,1-4-1,0 4-2,6 0-1,0-4 0,0 4-1,0 4-1,6-4 1,0 0 1,1 0 2,6 0 5,0 0 5,7 0 9,0 0 5,5-4 4,1 4 2,7-3-3,-1-2 0,14-2-3,-1 0-2,1 0-3,13-1 1,0-2-1,6-1-4,0 0-6,6 0 2,1 3-3,6 1-2,1 0-2,-1 3-1,0 1 1,7 3-5,-14 0-1,2 0 0,-2 0-1,-6 0-1,-6 0-3,-1 0-20,1-4-45,-7-4-53,-7-2-28,8-5-14</inkml:trace>
  <inkml:trace contextRef="#ctx0" brushRef="#br0" timeOffset="84525.6371">25797 13939 141,'-7'-7'197,"0"0"8,1-1-85,6 5-46,-7-2-22,7 2-15,0 3-13,-6-4-6,6 4 2,0-2-1,0 2 0,0 0 1,6 0 3,1-4 2,6 4-3,0 0-2,13 4-4,0-4-1,13 2-4,7 5-4,-1-2-5,1 2 0,6 1-15,7-1-55,-7 0-89,0-4-46,-7 5-25,-12-4-12</inkml:trace>
  <inkml:trace contextRef="#ctx0" brushRef="#br0" timeOffset="85651.7462">9317 6718 14,'-12'-7'78,"-2"-4"-16,8-4-6,-8 5 2,8-5 1,0-4-1,-1 5-1,1-1-2,-1 0 1,1-3 1,-1 4 3,1 3 2,0 0-5,6 3-6,0 1-7,0-1-15,6 5-9,7-1-8,6 1-5,8-1-1,5 4-1,13-3 3,8-1-1,-1 0 0,13-3 3,13 0 3,0 0-1,7-1-2,13 1 1,-1-1-2,8-3-6,5-1-4,1 2 2,7 0 1,-1-2-1,7 1-1,6 0-3,0 4-19,-6 0-31,7 7-43,-1 0-72,-7 7-36,1 0-19,-13 8 12</inkml:trace>
  <inkml:trace contextRef="#ctx0" brushRef="#br0" timeOffset="85884.1966">12921 6715 14,'-14'22'320,"2"-14"25,-8-5-1,0-3-39,7-3-223,1 6-126,5 1-83,-6 6-77,13 2-66,-6 5 6,-8 6 22,8-5 25</inkml:trace>
  <inkml:trace contextRef="#ctx0" brushRef="#br0" timeOffset="100289.2391">24305 14896 130,'-8'-5'183,"8"5"-36,-6-4-32,6 1-18,0 3-14,0 0-11,0 0-6,0 0-3,0 0-4,0 0-4,0 0-8,0 0-7,0 0-7,0 3-6,6-3-7,-6 0-5,0 4-1,8-4-2,-8 5-3,6-2-1,6 0-5,2 2 1,-1-2-5,0 0-20,0 5-48,-1-4-81,8 4-63,-6-5-36,-1 0-18,-1 1 9</inkml:trace>
  <inkml:trace contextRef="#ctx0" brushRef="#br0" timeOffset="100496.4122">24376 15097 55,'-13'0'243,"0"-4"27,0 4 22,-1-3-100,2 3-54,-2 0-31,8 3-32,-7 1-28,0 3-18,0 4-13,1 3-7,-2 5-5,1 3-6,0 0-11,0 4-33,7-1-40,-8 1-59,14 0-80,-6-5-41,6-3-13,0-6 18</inkml:trace>
  <inkml:trace contextRef="#ctx0" brushRef="#br0" timeOffset="100707.6282">24911 14624 186,'12'-17'239,"-6"1"19,1 5-74,0 3-53,-7 2-28,6 6-28,-6 0-29,7 6-20,-7 2-13,6 3-14,1 0-37,0 3-67,-1 2-84,0-3-45,0 3-22,-6-5-7</inkml:trace>
  <inkml:trace contextRef="#ctx0" brushRef="#br0" timeOffset="101042.2109">24780 14862 93,'-13'0'277,"7"-7"32,-8 3 20,1 1-92,7 3-81,6-4-48,0 4-39,6 0-29,1 4-15,5-1-9,8 1-6,0 3-2,-1 4 1,7 7-5,-6 1-3,6 4-2,-7 2-4,1 4-4,-7 0 1,-6 1 1,6 3-2,-7-4 3,-6-4 3,0 0 1,0-2 2,0-4 1,0-6 2,0 3 1,0-5 6,0-4 10,0-4 5,0 1 3,0-4 0,7-4 0,0-3-4,5-3-8,-6-5-7,8 1-6,5-6-2,1 2-3,-7 0-9,6-1-24,8 5-46,-8 3-63,0 0-96,8 1-63,-7 2-29,6-4 7,-7 6 37</inkml:trace>
  <inkml:trace contextRef="#ctx0" brushRef="#br0" timeOffset="101298.8026">25692 14833 213,'0'-7'237,"-7"3"17,-5 4-83,-8 4-47,0 3-44,-5 4-19,-1 3-9,-1 1-4,-5 3 4,6-2 12,-7 2 11,13-4 3,-6 1-3,13-4-9,0 0-10,0-4-17,13-3-12,0 3-9,13-3-8,0-4-1,7 4-1,6-4-4,0 3 0,6 0-2,8 1-3,-7 0-3,5 7-5,-5-4-14,-1 5-34,1 2-38,-1 1-43,-5-4-54,-1 3-81,0 1-28,-6-1 6,-7-2 25</inkml:trace>
  <inkml:trace contextRef="#ctx0" brushRef="#br0" timeOffset="101866.5044">26089 14841 188,'-6'0'372,"-1"-4"69,1 4 58,0-4-81,-1 4-45,0 0-55,7-4-77,0 4-63,0 0-55,0-3-47,7-1-34,6 4-17,0-4-15,7 1-47,0 3-93,-1 0-109,7 3-134,-6 5-120,-1-1-60,-6 8 9,0-5 71,-7 9 98</inkml:trace>
  <inkml:trace contextRef="#ctx0" brushRef="#br0" timeOffset="102047.47">26155 15086 13,'-20'0'414,"0"0"105,8-7 71,-8 3 49,1 0-116,5 1-114,2-2-107,5 2-97,0-3-67,14-2-46,0 0-39,5-3-23,14 0-16,1 0-30,5 4-70,7-4-99,1 0-102,5 4-106,7 3-126,-7 1-76,8-1 13,-8 4 68,1-4 86,-1 0 99</inkml:trace>
  <inkml:trace contextRef="#ctx0" brushRef="#br0" timeOffset="102393.8114">26917 14877 57,'-6'0'312,"-8"-4"46,2 4 27,-8 8-35,7-2-90,-7 3-50,-6 5-46,6 4-22,1 4-11,0-3-14,0 6-14,-1-3-16,0 0-12,7 0-20,0-3-19,6-1-18,7-3-15,0-8-9,0 0-15,7-4-36,0-6-40,6-1-32,-7-6-27,7-5-14,0 1 1,1-6 33,-2 3 36,-5-2 37,6 0 29,0 2 18,-7 2 10,8 1 6,-8 2 5,0 1 18,8 0 30,-2 8 32,1-4 48,1 2 40,5 5 27,0 5 1,8-2-18,-7 9-26,5-2-43,-5 5-40,6 3-29,0 4-27,0-4-67,-1 4-91,2 0-106,-1 1-131,0-2-108,0-3-49,1 1 24,-9-5 69,2-6 93</inkml:trace>
  <inkml:trace contextRef="#ctx0" brushRef="#br0" timeOffset="102546.7307">27627 15002 108,'14'-11'287,"-14"-1"19,6 5 10,0 0-93,-6 7-91,7 0-60,-1 0-37,1 7-33,0 0-50,-1 5-59,7 2-86,0-3-63,-7 7-29,8-3-4,-8 4 32</inkml:trace>
  <inkml:trace contextRef="#ctx0" brushRef="#br0" timeOffset="102730.2433">27777 15250 50,'-12'8'392,"-8"-1"55,7 4 28,-7 0 16,0 7-176,1 4-118,-1 5-85,1 2-59,6 0-59,-7 4-77,7 0-86,0-4-101,6 1-110,1-5-54,0-3 0,6-3 44,0-5 71</inkml:trace>
  <inkml:trace contextRef="#ctx0" brushRef="#br0" timeOffset="103411.6278">28324 14555 207,'-6'-8'362,"6"2"49,-6 1 23,6 5-123,0-3-71,0 3-70,6 3-72,0-3-46,1 5-26,6 1-15,6-2-15,1 3-49,0 1-77,-1 3-108,1 3-104,0 2-54,-8 1-23,1 4 31,-6-2 65</inkml:trace>
  <inkml:trace contextRef="#ctx0" brushRef="#br0" timeOffset="103829.6963">28429 14950 88,'-13'8'421,"0"-4"73,6-4 46,-6 0 24,7 0-191,0 0-113,-2 0-95,16 3-69,-8-3-46,6 7-24,6 0-11,-5 5-7,6 5-6,0-2 1,1 8 3,-2-1-2,2 3 0,-2 1 0,1 3 2,1-2-7,-2-7-3,-5-2 0,6 2 1,-7-6 0,8-3-4,-8 0-5,1-7-7,-1-1-17,0-3-32,2-3-48,-2-5-39,0-7-34,0 1-27,8-4-6,-1-5 19,0 3 40,0-3 38,-1 0 31,2 9 22,-1-4 13,0 7 10,0 0 2,-7-1 5,8 6 9,-8 3 11,7-5 12,0 4 4,-6 4 9,6-4 21,0 4 28,-1 0 27,2-4 28,5 4 22,-6 0 28,7 0 6,-7 0-6,7 0-16,-1-3-19,1 3-20,0-4-30,5 4-28,1-4-18,0 4-16,0 0-38,1 0-70,-7 4-81,-2 3-104,2-3-101,-7 7-50,-7-3 2,2-2 51,-8 2 73</inkml:trace>
  <inkml:trace contextRef="#ctx0" brushRef="#br0" timeOffset="104007.9831">29133 14928 63,'-14'-10'290,"-5"-1"52,6 3 41,0 0-71,0 4-67,6 4-50,-5 4-54,4 7-50,8 5-37,-6 5-22,0 9-18,6 3-13,6 3-26,0 1-55,2 3-75,-2 0-103,7-3-80,6-4-40,-6-4-1,1-4 40</inkml:trace>
  <inkml:trace contextRef="#ctx0" brushRef="#br0" timeOffset="104198.1836">29374 15075 51,'13'-12'350,"-7"3"42,7-3 33,0 1 2,7 3-132,-1-3-90,7 4-61,0 0-37,7 0-32,-1 3-26,-5 0-25,5 4-19,-6 0-39,0 4-63,1 0-74,-15-1-84,2 1-113,-2 0-56,-12-1 0,0-3 41,0 0 65</inkml:trace>
  <inkml:trace contextRef="#ctx0" brushRef="#br0" timeOffset="104347.5355">29595 14870 210,'-6'3'337,"0"1"30,6 6 28,-8 5-105,8 11-90,0 0-69,0 11-37,0-1-38,8 5-64,-8-1-79,6-4-79,7 1-109,-7-7-75,7-8-30,0-8 17,1-3 48</inkml:trace>
  <inkml:trace contextRef="#ctx0" brushRef="#br0" timeOffset="104559.4415">30227 14628 164,'39'-8'508,"0"2"103,1 1 98,-1 5 79,-1 11-171,1 1-127,1 6-110,-1 4-95,0 7-91,-7 4-74,-6-1-49,-6 6-32,-7 2-28,-13 7-33,-13 1-57,1 7-86,-14 5-138,-7-2-159,1 5-194,-8-2-91,1-6-9,6-4 50,1-10 119,6-12 152</inkml:trace>
  <inkml:trace contextRef="#ctx0" brushRef="#br0" timeOffset="104697.4834">31178 15383 293,'20'-12'435,"-7"4"27,1 2-15,-8-1-131,-6 3-255,0 4-174,-6 4-140,-2 3-112,-4-3-29,-1 4 27,-1 2 48</inkml:trace>
  <inkml:trace contextRef="#ctx0" brushRef="#br0" timeOffset="109260.6555">22010 15837 84,'-12'-11'151,"-2"4"-49,-5-1-25,-1 1-8,8 0-13,-8 0-6,0 3-6,1 0-5,-1 0 0,8 4-4,-8 0 1,6-3 1,-5 3 1,6 3-2,0-3 0,-1 4 2,2 0 3,-1 3 4,0 0 1,0 4 6,7 0-5,-8 8 1,1-5 1,0 8-7,7-4-3,-1 5-2,1-1-4,-1-1-3,0 1-9,7-3-6,0-1-3,7-4-3,0-3-1,-1-3-1,7 0 1,7-5 0,-8-3 0,8-8-3,6 1 0,-7-1-3,8-6-1,-7-1 0,-1 1-3,0-1 0,-5 1-1,-1-1-1,0 4-1,0 0-1,-7 4 2,0 0 0,2 3 2,-8 4-2,6 0 1,-6 4 3,0-2-1,0 14 2,6-1 6,-6 3 0,7 4 7,6-1 4,0 5 4,0 0 1,6-3 0,7 2-2,1-7-2,5 0-5,1-4-2,5-2-3,2-9-2,-1 1-2,6-4-4,-5 0-5,-1-4-14,0-7-24,0 5-32,-6-2-32,-7-3-31,-1 0-17,-5 4-3,0 0 14,-7-5 26,0 9 30,-6-5 31,-7 5 23,0 3 15,-7 0 16,7 0 10,-7 3 20,1 5 15,-7-5 19,6 9 16,1-5 14,-1 3 11,7 5 5,-6-1-1,6 1-6,0 4-8,6-1-13,-6 5-15,7-6-17,-1 2-14,1-1-15,-1 1-7,7-5-3,-6-3-4,0 0-3,-1-3-1,-6-1-1,6-3-5,-6-4-6,0 0-6,0-4-4,0-3-3,-6-1 1,0-7 2,-1 1 5,0-1 8,1-4 3,-1 5 4,7-4 2,-6 7 3,6-4-1,0 8 0,0 0 0,0 4-1,6-2 2,7 5-2,-6 0 2,12 0-2,1 8 2,-1-5-11,7 5-32,0-2-51,1 3-76,5-2-80,-6 0-43,1 0-12,-1 1 17</inkml:trace>
  <inkml:trace contextRef="#ctx0" brushRef="#br0" timeOffset="109444.5985">23216 16082 113,'6'-10'372,"-6"-1"78,0 3 51,0 0-48,0 1-102,0 3-79,7 1-89,-1-1-75,1 1-51,6 3-26,7-4-17,-1 4-20,1 4-59,0-1-80,6 1-91,-7 3-123,1 0-93,-1 4-37,-6 5 29,-7-6 64</inkml:trace>
  <inkml:trace contextRef="#ctx0" brushRef="#br0" timeOffset="109627.1456">23288 16244 312,'-13'0'449,"-1"-4"89,2 4 65,-2-3-114,8 3-74,-1 0-87,1 0-98,6 0-86,0-4-61,6 4-41,1 0-21,6-5-14,14 2-27,-8-4-71,7 3-109,6-2-113,-6-3-144,7 6-105,-1-2-33,-5 2 39,-7 0 89,5 3 105</inkml:trace>
  <inkml:trace contextRef="#ctx0" brushRef="#br0" timeOffset="110747.5651">24305 15841 157,'-8'-4'178,"2"0"-44,0 4-20,-1-3-14,1-1-12,-1 0-5,0 4-6,1-3-7,0-1-8,0 0-8,-2 4-5,2-3-5,-7 3-9,0 0-6,0 0-5,7 3 0,-14 5 1,6-1 0,2 4-1,-8 0 1,7 7 1,1 0 0,-2 1-1,1-2 0,0 6-4,6 0-5,7-2-6,-6-3-2,6 1-3,6-2-3,1-2 0,6 1 0,-6-6-1,5 1 3,8-7-1,0 0 0,-1-8-1,1 0-2,0-2 0,5-3-3,-5-1-3,0-2-1,-1-3-1,1 5-2,-8-1 0,2 0-1,-8 0 4,0 4 0,-6-1 0,8 5 4,-8-1-1,-8 0 3,8 4 0,-6 0 3,0 0 5,6 8 3,-6-1 6,6 1 8,-8 6 8,8 1 5,8-1 4,-8 4 0,6 4-3,6-3-4,2 0-8,5-2-6,1-2-4,6-3-5,0-6-2,7-2-3,-1-4-1,7-4-2,0 0-3,1-3-2,-8 0-7,7-4-13,-6 4-18,-1 0-23,-6 0-19,-6 3-14,-1-4-6,1 5 9,-14-1 14,8 0 19,-14 1 20,0 0 16,-7-2 10,0 5 6,1-4 4,0 1 4,-8 3 4,1 0 6,7 0 9,-7 3 11,6-3 10,1 9 12,0-3 14,-2 5 12,8 8 10,-6-1 4,6 7 1,0 5-3,6-1 0,-6 8-8,8 3-9,-2-3-11,0 7-10,8 0-7,-8-1-16,7-2-13,-7 2-17,8-6-33,-2-4-44,-5-3-59,0-4-66,-1-4-103,0-5-59,-6-2-9,0-7 23,0-1 45</inkml:trace>
  <inkml:trace contextRef="#ctx0" brushRef="#br0" timeOffset="110987.8799">24747 16281 71,'6'-19'244,"2"4"17,-2 1 18,0 3-101,1 3-56,6 5-35,0 3-18,7 0-13,-8 3-15,8 5-8,0 3-11,-1 0-6,7 3-6,-13 4-4,7 1-2,-7-2-3,-6 2 0,-1 4 0,0-5-1,-6 0-3,-6 0-10,0 1-24,-8-5-51,1 1-83,7-4-70,-8 1-36,2-10-11,6-2 15</inkml:trace>
  <inkml:trace contextRef="#ctx0" brushRef="#br0" timeOffset="111198.8083">25334 16148 105,'13'-3'322,"-7"-1"35,0 0 21,-6 4-76,8 0-65,4 0-60,-5 0-40,6 0-28,0 0-14,7 0-14,6 0-23,-7 0-22,13 0-16,1 4-26,-1 0-46,-6-1-70,7 4-82,-7 0-125,0 1-67,-6-1-24,-7-7 21,-7 4 56</inkml:trace>
  <inkml:trace contextRef="#ctx0" brushRef="#br0" timeOffset="111365.7831">25582 15895 51,'-8'-7'316,"2"3"39,0 1 21,-1 6-53,1 8-94,6 0-73,-7 8-64,7 7-35,-7 3-20,7 3-17,0 5-14,7 1-27,-7-2-44,13 3-64,-6-2-96,5-3-86,2-1-43,6-8-3,5 1 28</inkml:trace>
  <inkml:trace contextRef="#ctx0" brushRef="#br0" timeOffset="111810.0464">26383 16166 22,'13'-18'240,"-6"0"32,-7 7 28,0-4-74,0 4-45,0 5-32,-7-3-29,0 3-27,-6 2-20,7 0-16,-8 4-8,2 0-2,-8 0 3,7 0 3,0 4 1,0 0-3,0 2-5,6 3-8,-5 1-9,5 1 2,0 4 5,1-1 8,-1 1 12,7 3 12,0 0 8,0 2-4,0-3-7,7-2-10,-1-1-13,1-2-10,6-5-15,0 1-2,0-8-5,7-8-4,-1 1-2,1-8-2,-1-3 2,1-1-5,-7-4-2,6 2 1,-13 3-3,8-1 0,-8 2 2,1 2 2,-7 4 0,0-1 2,0 2 1,-7 6 8,7 1 6,-6-2 13,0 10 24,-2-2 33,8 5 21,-6 7 15,6-1 5,0 4-7,0 4-22,6-1-30,8 5-22,-1 0-18,7-3-16,6 2-18,6-6-48,1-2-86,-1-5-101,7-2-102,1-1-108,-1-7-99,0-2-14,-1-2 50,-4 2 84,-2-5 91</inkml:trace>
  <inkml:trace contextRef="#ctx0" brushRef="#br0" timeOffset="112203.151">27126 16331 45,'0'-7'292,"-7"0"57,7 0 39,-7-1-32,1-3-56,0 3-41,-2 1-18,2 0-24,-6 4-20,-2-1-30,1 4-21,-7 0-9,8 4-30,-8 3-14,1 3 8,-1 2 17,0 3 7,1-1-2,6 5-4,0-4-11,0 2-29,6-2-32,7 3-22,0-3-12,0-5-5,7 2-4,6-5-1,0 1-2,0-8-1,6-4-9,7-3-9,-6-4-13,7 0-7,-9-4-8,2 5 3,0-5 7,-7 3 6,-1 2 10,-4 3 7,4-2 6,-5 6 1,-7 3 3,0 0 1,0 0 4,0 8 7,0-1 14,-7 7 21,1 1 21,0 7 19,6-1 16,-8 6 3,8-1-6,0 3-16,0 4-20,8 0-18,-2-1-17,7 1-20,0-4-33,6 1-62,1-4-84,0-8-119,6 0-122,-7-6-112,1-5-119,0-3-21,-1-4 43,1-8 94,-1 0 110</inkml:trace>
  <inkml:trace contextRef="#ctx0" brushRef="#br0" timeOffset="112368.8345">27673 16218 328,'19'-22'560,"1"3"57,0 4 34,-7 5-16,-1 3-233,2 3-168,-2 4-114,2 4-89,-1 3-107,0 1-112,0 2-104,-1-3-100,-4 4-131,4 0-41,-5-2 32,-1-3 73,1-2 83</inkml:trace>
  <inkml:trace contextRef="#ctx0" brushRef="#br0" timeOffset="112568.136">27830 16525 352,'-7'8'626,"0"-4"101,1-1 57,-1 1-13,1-4-218,-1 4-208,7 0-169,-7 3-148,7-4-133,-6 8-119,6 0-119,-6 4-92,0-1-67,6 5-49,-8-1-20,2 1 39,6-5 81,-6 5 80</inkml:trace>
  <inkml:trace contextRef="#ctx0" brushRef="#br0" timeOffset="125542.2905">22480 16837 43,'0'-11'76,"-7"0"-23,1 0-14,6 1-8,-7-2-11,7 4-8,0-3-5,0 1-2,0-1-3,0 0 1,0 3-3,0 1 0,0-4 1,0 8 11,0-5 14,0 1 7,0 3 5,-6 1 5,6 3 1,-7-5-13,0 5-11,1 0-8,-7 5-6,0-2-2,0 4-1,-7-3 3,8 4 8,-8-5 11,0 4 8,1 0 8,-1 1 14,-6-1 7,7 1 4,-1 3 1,0-1 6,1 6 0,6-5-2,-6 7-3,5 0-9,8 0-7,0 1-10,-1-1-13,0 0-8,14 0-8,-7-3-5,13 4-2,-7-9-2,14 2 0,-7-5 1,13 0-3,-6-7 0,-1 0 0,7-7-2,0 0-2,-6-1-1,-1 1-2,1-4-1,0 0-1,-8 4-1,-5-1 2,6 2 2,-13-2 1,7 0 2,-14 1 0,7-1 1,0 5 1,-6-4 1,-1 2 3,0 2 4,1 3 6,0 0 4,-2 0 3,8 0 1,-6 3-2,6 2-3,6-1-5,-6 6-6,8-3-4,-2 5 0,7-4-3,7 1 1,-1 3 0,0-1 0,8 0 1,-1 0-1,0 0 0,6-1-1,1 2 0,-1-1 2,1 0-2,-1-4-5,1 0-8,-1 0-14,1-7-20,-7 0-23,0 0-29,1-3-20,-1-3-23,-6 1-15,-1 2-14,-6-1-13,6 0-6,-5 0 4,-8 4 17</inkml:trace>
  <inkml:trace contextRef="#ctx0" brushRef="#br0" timeOffset="132829.2579">23092 16823 31,'0'-8'174,"-7"1"10,7 3-60,-6 4-30,6 0-24,-6 0-19,6 0-8,0 4-6,0 3-5,0 1-3,0 2-1,6 1 5,0 4 2,1 0 6,0 3 7,-1 1-2,-6-1 1,6 4-7,2 3-7,-8-2-8,6 2-9,0 0-3,-6 5-6,7-5-4,-7 1-3,6 0-6,-6-4-17,7-5-24,-1 3-30,-6-11-40,7-1-54,-7 1-49,6-6-11,-6-6 7</inkml:trace>
  <inkml:trace contextRef="#ctx0" brushRef="#br0" timeOffset="133106.104">23131 16779 40,'0'-26'166,"0"0"-19,0 4-26,7 4-11,-7 4-11,6-1-12,7 3-3,-6 5-6,-1 4-1,8 3-6,-2 3-10,2 4-6,-2 5-14,8-1-9,-7 0-9,1 3-8,-8-3-6,7 3-2,-7-2-3,-6 2-2,0 1-1,0-1 1,-6 2-1,-1-2 1,-5 5-1,-2-5-1,1 4 1,-7-4-1,-6 1-1,6-4-1,1 1-3,0-4-4,0 1-23,-1-4-32,6-2-44,8 1-59,-7 0-56,7-4-28,6 0 6,0 0 23</inkml:trace>
  <inkml:trace contextRef="#ctx0" brushRef="#br0" timeOffset="133376.216">23652 16800 119,'7'-4'171,"0"2"-34,-1-2-17,-6 0-7,7 4-1,5-4-1,-5 4-7,0 0-16,5 0-19,2 0-17,-1 4-19,7-4-13,-2 0-9,2 0-8,7 0-23,-8 0-39,7 0-71,0 4-74,-6 2-37,0-2-19,-8 7 10</inkml:trace>
  <inkml:trace contextRef="#ctx0" brushRef="#br0" timeOffset="133574.1031">23782 17016 177,'-18'0'332,"11"-3"52,-6-1 32,6 0-116,1 4-67,0 0-56,6 0-57,6-3-48,0 3-32,7-3-15,7 3-11,0-5-4,-1 1-4,7 4-9,6 0-39,1 4-51,-1 1-56,1-2-64,0 4-98,0 0-64,-1 5 2,1-2 29,-7 5 47</inkml:trace>
  <inkml:trace contextRef="#ctx0" brushRef="#br0" timeOffset="134414.0396">24741 17111 154,'20'-14'223,"-8"-1"23,8-2-56,-7 1-40,0 3-19,0-3-3,0-2-4,-6 3 4,-1 4 2,0-4-6,-6 1-16,0 3-13,-6-1-13,0 3-22,-1-3-18,-6 4-10,0 1-6,-7 0-6,8 7-6,-8-3-2,0 6-3,1 0-2,-1 5-2,-6-1 0,6 5 9,-5 1 12,5-1 24,0 3 22,1-1 19,6 1 14,-6 4 3,11-5-4,-4 9-15,5-6-21,1 2-17,6-1-13,6 0-11,1-3-8,-1-1-9,8-2 0,5-2-4,0-6-7,8-4-16,-8 0-25,7-7-30,0-4-41,7 0-28,-14-8-13,8 5 5,-1-5 18,-7 4 29,-6 1 36,0 3 29,0 0 19,-6 4 11,-7 3 8,6 4 8,-6 0 18,0 8 20,0 0 32,0 5 34,0 3 31,0 5 24,6-3 10,1 8-9,6-4-22,0 4-31,1-5-29,4 4-30,2-5-25,13-3-21,-7-1-30,7-6-42,-1-2-58,7-1-63,1-7-49,-1 0-38,-1-3-18,1-1 7,-6-4 33,0 5 38,0-4 31,-1 0 31,-6 3 33,-7-4 25,1 5 22,-7-1 22,0 0 19,0 1 13,-7 0 10,2-6 18,-8 6 22,0-2 19,0 3 18,0-5 17,0 3 10,-8 0-1,2-4-14,0 4-11,-1-3-15,0 0-15,1 4-15,-7-1-9,7 0-4,-1 0-2,0 4-1,-5 0 1,5 0 5,0 4 10,-6 4 16,7 2 18,-1 1 18,1 5 16,-1-2 7,7 1-2,0 2-17,0 2-18,7-4-18,-1 4-18,1-9-15,6 2-6,7-5-7,-8-5-2,2-2-2,5 0 2,1-6-2,-8-2 1,8-3 0,-7 0 0,0-3 2,0-1-2,1 1 0,-8-1 1,0 5 7,0-2 15,2 1 19,-2 4 27,-6 3 25,0-4 17,6 4 5,-6 4-5,0 0-13,0 4-19,0 4-14,0 3-4,0 3 4,0 5 7,0 3 6,7 4 6,-1-1-5,1 8-7,6-3-13,1 3-18,4-1-67,9 2-123,5-5-141,1-3-138,5-1-153,2-4-78,5-2 8,1-4 89,6-5 123</inkml:trace>
  <inkml:trace contextRef="#ctx0" brushRef="#br0" timeOffset="134593.8499">26650 17449 308,'13'-19'689,"-13"5"112,0-1 67,0 1 33,0 3-220,-7 3-272,7 5-194,0 3-144,0 0-131,7 7-150,0 0-160,-1 1-128,7-1-109,0 4-107,0 0-10,1-4 77,-2-3 124,-5 4 115</inkml:trace>
  <inkml:trace contextRef="#ctx0" brushRef="#br0" timeOffset="135721.6298">22616 18020 25,'0'0'72,"0"0"-30,7-3-19,-1 3-11,-6 0-7,7 0 0,0-4 2,-7 0 4,6 1 1,-6-1 7,6 0 7,-6-3 3,0 0 5,8 0 4,-8-5 3,-8 1-2,8 5-3,0-6-6,-6 5-4,0-5-3,-1 6 0,0-6-3,-6 5 4,7-4 9,-7 3 6,0 1 2,0 0 4,-7 4 9,7-5 2,-6 4-6,5 4-3,-5 0-5,6 0-7,-6 4-7,5 0-7,2 0-3,-2 3-5,-5 0-2,6 0-2,0 4-1,7 0-1,-8 1 0,8-2 2,0 5 0,-1-1-2,0 1 0,1 4 0,6-1-2,0 0-3,0 0 0,0-2-1,6 1 1,1-2-1,0-3-1,5-2 1,2 1 0,-2-7 2,8 0-2,-1-4 1,1 0 1,0-8-2,-7 1-2,6-5-2,0-2 0,1-3-3,0-3 1,-7 3 0,0-2 3,0 0 0,0 5 0,-6-1 1,-1 4 0,0 5 0,1-2 0,-7 4-1,6 1 2,-6 3 0,0 3-2,0-3 2,0 7 0,0 0 1,7 1 2,-7 3 0,0 0 3,7 0 2,-1 0 1,0 4 1,8-5 5,-2 5 3,2-3 0,11-2 1,-5-3-1,13 5-1,-1-5-5,1-3-5,-1 0-5,8-4-14,-1 2-24,0-2-35,0 0-55,0 0-84,-6 0-41,-1 0-12,-6 5 10</inkml:trace>
  <inkml:trace contextRef="#ctx0" brushRef="#br0" timeOffset="136481.2802">23405 17987 139,'0'-7'223,"0"0"15,-6-1-70,6 5-27,0-5-26,-7 4-21,0 2-17,1-3-11,-7 2-6,7 3-17,-8-4-14,8 4-7,-8 0-3,2 0-4,-1 0-2,0 4-1,-6-1 3,5 2 1,1 1-1,0 2 0,0 3-1,7-4 0,-8 4-2,8 0-3,0 0-4,-2-1-1,8-1-1,0 1 1,0-3-2,0-2-1,8 2 2,-2-7 1,0 3 0,8-6-3,-2-1 1,1 1 1,1-5-1,-2-3 0,2-1-2,-1 6 0,-7-5 1,7-1-1,0 5-1,-7 0 1,2 0 0,-2-1-1,0 5-3,1-1 0,-7 0 0,7 4 0,-7-4 0,0 4 2,0 0 2,0 0-1,0 4 0,0 4 1,0-1 1,0 8 5,-7-1 12,7 8 22,0 4 29,7 3 25,-7 8 27,6 4 18,0 2 0,7 5-13,1-1-28,-2 4-23,8-3-46,6 0-61,1-8-60,-2-7-56,8-3-69,-8-9-101,8-2-72,-7-5-8,0-3 20,1-3 39</inkml:trace>
  <inkml:trace contextRef="#ctx0" brushRef="#br0" timeOffset="136792.9075">24070 17844 288,'-7'-7'440,"-6"3"60,6 0 43,1 4-107,0 0-106,-1 0-94,0 0-89,7 4-60,0 0-41,0 0-19,7 3-14,6-3-5,6 0-7,1-1-30,0 1-68,6-1-82,-1 1-84,1-1-104,1 5-100,-1-4-27,-6 3 35,-8 0 65,8 0 76</inkml:trace>
  <inkml:trace contextRef="#ctx0" brushRef="#br0" timeOffset="136984.7957">24043 18090 399,'-12'0'532,"-2"0"77,2 0 40,5 0-115,0-4-130,7 4-124,0 0-117,0 0-73,7 0-43,6 0-22,7 0-12,5-3-13,1-1-21,7-4-53,-1 6-83,8-3-90,5 2-91,-5 6-81,5 2-105,8 1-20,-8 2 47,1-1 68,-1 1 80</inkml:trace>
  <inkml:trace contextRef="#ctx0" brushRef="#br0" timeOffset="137653.602">25118 18017 264,'0'-19'313,"0"-2"42,0-2-13,0 5-50,-6-1-33,0 1-23,-1 4 7,1-1-6,-8 4-14,8 0-17,-7 4-7,0 3-19,0 0-41,0 4-29,0 8-33,-7-1-26,8 4-22,-2 3-11,-5 5-4,5 3-5,2-3 2,-8 2-2,14-2 1,-7 2-4,6-2-4,0-5 3,7 1-3,0-3 0,7-2-3,0-5-1,-1-3-3,7-2-5,1-2-6,-2-10-1,1 4-4,7-6 0,-7-1 2,0 4 4,-1 0 0,2 0-1,-1 4-1,0 4-2,-6-1 3,-1 8-4,0-1 9,1 4 5,6 8 15,-7 0 12,1 3 7,6 4 11,-6 0 1,5 4 1,-5-4-3,12 4-9,-5-6-9,12-1-4,-7-4-8,7-3-1,7-9-12,-1 1-21,-5-8-27,5-7-38,-6-1-36,0-2-34,1-1-19,-1-2 4,-1-2 20,-5 0 28,0 2 34,-1 2 31,1 1 21,-8-1 14,2 3 7,-8 2 5,8-2 5,-8 5 3,0 0 1,1 3 0,-1 0 5,1 4 8,-7 4 20,7 0 19,-1 7 18,0-5 17,2 9 8,-2 1 2,0 1-13,0 2-12,1-1-15,0 4-18,-1 1-8,1-3-9,-7 6-8,6-6-6,0 1-3,-6-6-12,8-1-14,-8-3-13,0-3-9,0-5-9,0-3-6,-8-7 10,2 0 11,0-8 11,-1 1 16,7 2 17,-6-5 23,-1 2 25,7 3 21,0 2 16,0-2 7,0 5 7,7 0 3,-1-1-7,1 4-9,13-3-11,-2 4-9,2-1-14,7 1-23,5 3-56,-6-4-106,7 4-111,-1 0-111,1 4-120,-1-4-96,7 0-15,-6 0 68,-7 0 91,0-4 103</inkml:trace>
  <inkml:trace contextRef="#ctx0" brushRef="#br0" timeOffset="137800.5169">26429 18071 121,'6'0'282,"0"-2"14,1-3 7,6 5-107,-6-3-89,5 6-85,-5-3-78,6 5-109,-7 1-69,8 2-36,-8-1-13,1 3 20</inkml:trace>
  <inkml:trace contextRef="#ctx0" brushRef="#br0" timeOffset="137989.9579">26591 18369 66,'0'14'547,"-12"-3"114,4 0 61,2 4 33,-7-1-127,6 1-213,-5 4-228,-1 3-219,-1-1-186,2 4-153,-2-2-140,2-1-125,-8 0-23,7-5 68,-1-2 110,2 1 108</inkml:trace>
  <inkml:trace contextRef="#ctx0" brushRef="#br0" timeOffset="138412.2358">26644 17412 205,'0'0'394,"0"-4"72,0 1 53,0 3-76,0 0-69,0 0-74,0 0-73,0 0-62,0 0-47,6 3-39,0 1-30,1 0-25,6 0-67,0-1-111,0 1-119,-6 4-144,5-2-106,-4 2-47,4-5 25,-5 1 85,-7 0 105</inkml:trace>
  <inkml:trace contextRef="#ctx0" brushRef="#br0" timeOffset="138841.648">26748 17665 303,'0'-4'474,"0"1"64,0 3 33,0 0-105,-7 3-110,1 5-118,0 6-104,-8 5-101,-6 2-115,1 5-113,-1 4-114,-6-1-142,0 0-74,-7 0-2,7-3 60,1-7 85</inkml:trace>
  <inkml:trace contextRef="#ctx0" brushRef="#br0" timeOffset="139898.2282">27765 18064 56,'6'-7'361,"-6"-4"87,0 3 69,0-3-14,-6 1-96,6-1-79,-8 3-68,8-3-64,-6 4-52,6 0-22,0-1-9,-6 5-14,6-1-19,0 0-19,0 0-14,0 4-8,0 0-6,6 0 0,-6 4 4,6 0 4,-6 7-4,8 0-7,-2 0-4,-6 4-12,6 2-15,-6 6-15,0 0-10,0-6-5,0 5-7,-6-3-2,6 2 6,0-6 6,0 4 7,0-2-2,0-1 0,0-2-5,6 1-3,-6-1 4,6 1-4,-6-4 8,7 4 7,0-1 9,-1-3 3,1 5 0,-1-7 4,1 7 0,0-5-1,-1 3-2,-6 1-2,6 3-2,0-3-1,2 3 0,-8 4-2,6-3 1,-6 3 3,6-5 4,-6 2 2,0-1-4,0 0 2,0-3 2,0-3 0,0 2-2,-6-3-45,6 1-96,-6-2-125,-2 1-137,2 0-120,0 4-60,6-5 10,-6 5 82,-1-3 114</inkml:trace>
  <inkml:trace contextRef="#ctx0" brushRef="#br0" timeOffset="140067.0218">28051 18702 78,'6'-11'496,"-6"3"92,0 1 50,0 0 25,0 3-185,-6 4-300,6 0-280,-7 4-276,1 3-150,-1-3-76,7 3-4,-6-3 93</inkml:trace>
  <inkml:trace contextRef="#ctx0" brushRef="#br0" timeOffset="146062.527">22610 15569 99,'-6'-11'160,"6"-3"-44,-7 3-29,7 4-17,-7 0-12,7 3-11,0 0-13,0 0-14,-6 1-7,6 3-5,6 0-3,-6 0 1,0 0 0,7 0 1,-7 0 0,7 3 2,-1 1-1,0 0-1,1 0-2,-1-2 0,8 3 0,-8-2-1,8 1 5,-2 0 6,8-4 8,-7 3 9,13-6 10,0 3 10,0-4 4,13 4-1,0-4-4,7 4-4,-1 0-11,8 0-9,-1 0-9,7 0-6,-8 4-5,8 0-3,-7 3-2,1-3-1,5 3-1,-13 4-2,2-3-15,-2-2-18,-7 2-30,2-5-24,-7 5-37,-1-4-72,1-4-26,-7 0-2,0-4 16</inkml:trace>
  <inkml:trace contextRef="#ctx0" brushRef="#br0" timeOffset="146314.8173">24056 15786 12,'0'-4'145,"0"0"2,0 1-67,0 3-37,0 0-23,0-5-10,0 5-4,0 0-2,0-3-2,0 3-2,0 0-9,0 0-34,0 0-51,0 0-26,0 0-17</inkml:trace>
  <inkml:trace contextRef="#ctx0" brushRef="#br0" timeOffset="153616.0863">21124 2520 35,'-13'4'56,"-12"-1"-10,5 5-12,0 3-8,-6 3-1,7 2-2,-7-2-1,6 4-2,1 1-1,-7-5-1,12 5-4,-5-5-1,5 4-1,8-6-2,0 2 0,0-7-6,-2 5-2,8-6 0,0 1 1,0 1-3,8 0 1,-2-5 3,0 1-2,8-4 1,-2 0-1,1 0 4,7 0-1,0-4-1,6-3 2,-1 0 1,1-5-3,7 2-1,-7-5 1,7-3-2,-7-1-4,6 1 1,-12 0-1,6 3 0,-7 4-1,-5 0 2,-2 4 1,-5-1 0,0 5 3,-7 3 5,0 0 0,0 7 6,0 1 5,0-1 4,-7 8 3,7-1 0,0 5 0,0 2-2,0-2-4,7 2-8,-1-2-3,7-1 0,1 1 0,5-5-2,0-3 2,8-3 1,-1-1-1,0-3-2,-1-4-4,1-4 0,1 0-1,-1-3 0,0-1-3,0 1-3,-7 0-1,1 0-2,0-4-2,-7 3 0,-7 5 1,0-4 1,8 2 2,-14 5 3,6 0 1,-6 0-1,0 5 1,0 2 1,0 0 2,0 8-2,-6-1 3,6 5 4,0-2-2,0 6 1,0-5-2,6 4-1,-6-3 0,6-1 0,2-4-1,-8-3-2,6 4 2,-6-7-1,0 2-1,0-6-4,0-1 0,0 1-2,0-4-5,0-4-3,0 1-6,0-4 1,0 0 2,0-8 2,6 3 1,1-2 7,-1-1 5,-6 1 2,13-1 1,-6 4 2,-1 0 5,0 5 2,2-2 0,-2 4 3,0 0-1,8 0-1,-8 4-1,7 0-3,0 4-3,0 0-2,7 0-5,-1-1-19,1 2-58,0-3-49,-1 2-25,0-4-14</inkml:trace>
  <inkml:trace contextRef="#ctx0" brushRef="#br0" timeOffset="153754.797">22382 2773 58,'7'0'138,"-1"4"-38,1-1-44,-1 5-44,0-5-74,8 4-37,-8-3-20</inkml:trace>
  <inkml:trace contextRef="#ctx0" brushRef="#br0" timeOffset="153929.7265">22408 3007 135,'0'5'156,"6"-5"-55,8 0-40,-8 0-29,7 0-17,7-5-6,-7 5-20,6 0-67,1 5-40,-7-2-18,0 1-11</inkml:trace>
  <inkml:trace contextRef="#ctx0" brushRef="#br0" timeOffset="155047.6058">24526 16607 80,'-13'-5'188,"6"2"14,-6-1-63,7 0-29,-1 1-18,0-1-7,1 4-1,6-3-1,0 3-5,0-4-4,0 4-9,0 0-10,0-4-11,0 4-14,0 0-7,6 0-6,1 0-3,0-4-2,-1 4 0,7 0 0,7 0 0,0 0-3,5 0-2,8 0-7,6-3-20,0-1-25,7 1-34,-1-2-44,8 3-65,-1-2-62,-7 0-19,8 4 8,-8 0 24</inkml:trace>
  <inkml:trace contextRef="#ctx0" brushRef="#br0" timeOffset="155297.0909">26363 16636 355,'20'0'417,"0"0"50,-8 3 32,2 2-143,-2 1-102,-5 2-76,6 3-53,-6 0-49,5-1-28,-5-2-19,0-1-16,5 0-28,-5-3-66,6-1-86,0 1-90,0-4-104,0-4-83,-7 1-23,2-4 34,4-4 71</inkml:trace>
  <inkml:trace contextRef="#ctx0" brushRef="#br0" timeOffset="156512.1692">24200 3267 162,'6'-4'191,"1"1"-14,-7 3-79,0 3-59,-7 6-67,-6 1-80,7 5-45,-8-3-21,2 2-9</inkml:trace>
  <inkml:trace contextRef="#ctx0" brushRef="#br0" timeOffset="157800.0345">22819 17430 14,'-6'0'177,"-2"-3"9,8 3-54,0-4-35,-6 4-21,6 0-27,0-3-15,0 3-10,0 0-7,0 0-6,0 0-5,0 0-4,0-4-1,0 4 0,0 0 1,6 0-2,-6 0 0,0 0 0,8 0 1,-8 4 0,6-4-3,-6 3-1,6 1-9,0-1-18,-6 2-34,7-3-53,0 2-42,-1 4-23,-6-5-2</inkml:trace>
  <inkml:trace contextRef="#ctx0" brushRef="#br0" timeOffset="158231.5021">22819 17420 112,'0'0'175,"0"-4"-34,-6 4-38,12 0-32,-6 0-21,6 0-8,0 0-5,1 0-3,0 0 6,-1-4 5,7 4-1,1-4-5,4 1-4,2-1-2,0-3-9,5 0-7,8-1-3,-7 1-4,7 3-4,6-2-5,-6 1-3,6 1-13,-7 1-22,14 3-26,-7 3-42,0 1-60,1 1-38,-1 1-9,-1 5 9</inkml:trace>
  <inkml:trace contextRef="#ctx0" brushRef="#br0" timeOffset="158745.3061">25008 17581 128,'-6'-4'226,"6"0"25,0 1-51,0-1-32,0 4-21,0-4-23,0 4-20,-8 0-20,8-4-22,0 4-16,0 0-17,0 0-8,0 0-8,8 0-4,-8 4-2,0-4 0,6 4 0,0 0 3,1-1 2,6 1-1,0 4 1,0-6-1,0 6-1,7-1-4,-1-3-1,7 0 0,-6 0-2,6-4-1,-1 3 0,2-6 0,-1 3 0,0 0-3,0-4-3,0 4-7,1 0-17,-2 0-23,1 4-27,0-1-32,0 1-40,1 4-54,-7-1-52,5 4-13,-5-4 7,-8 4 24</inkml:trace>
  <inkml:trace contextRef="#ctx0" brushRef="#br0" timeOffset="164046.0885">25002 17427 30,'6'3'60,"0"2"-27,7-5-14,-6 2-7,12 2-5,-5 0-1,5 0-5,1-1-1,-1-3 0,8 4-2,-8 0 0,7 0 0,0-2-7,0 3-31,0-2-27</inkml:trace>
  <inkml:trace contextRef="#ctx0" brushRef="#br0" timeOffset="165944.0733">21078 3560 133,'-6'-7'116,"6"0"-35,-6 0-13,-1-1-14,1 5-7,-1-5-6,-6 1-8,7-1-2,-1 5-2,-6-4-3,7 3 1,-8 1-1,2-1-1,-1 0-1,-1 0-7,2 4 0,-2 4-4,2 0-3,5 0-2,-6 3-4,0 3-1,7 5 2,-2-1-2,2 5 0,0-1-1,0 0 4,12 5-2,-6-5-2,6 1-4,8-1 0,-8-4 2,7 5-3,7-9 3,-8 5 0,8-3 3,0-2 1,-7-2-3,13-4 1,-7-1-2,1-3 0,6-3 0,-6-5-1,5-4-3,1 3-2,0-11 0,0 6 0,1-4 1,-7 0 1,-2 3 2,-4 0 1,-1 3 1,-1 3 0,-4 1-1,-2 0 0,-6 8 0,0 0 0,0 8 1,-6 0 1,-2 7 1,8 2 0,-6 2 0,6 6 1,0-3-3,0 4 1,14-4-1,-8-1 0,7-2 0,6-4 0,1-4 2,6-4 0,0-4 0,0-3 2,0-3-1,0-4 0,7-1-2,-13 1 0,12 0-1,-13-4-2,7 3 0,-6 2-2,-7-2-3,0 1-3,0 3-1,1 0-1,-8 0 0,0 0 2,-6 4 3,7 0 1,-7 0 2,0 0 2,-7 4 1,7 4 1,-6-1 1,6 5 3,-6 2 1,6 4 2,-8 0-1,8 8 0,0-1 0,0 5 0,0 3-1,8-4-3,-8 4-1,0 0 1,6 0 0,-6-4-4,6-3 2,-6-1 0,0 2-1,7-5-13,-7-4-27,0-4-48,0 1-55,0-7-30,-7-5-15</inkml:trace>
  <inkml:trace contextRef="#ctx0" brushRef="#br0" timeOffset="166150.1308">21730 3824 11,'0'-7'147,"7"0"-7,-1 3-42,0 0-32,8 4-13,-8 0-11,8 0-6,5 4-9,-6 0-7,6 3-6,-5 0-5,5 4-3,1 0-4,-8 1 0,8-2-2,-6 5 3,-2-1-11,-5 1-23,-1 4-45,1-5-52,0 1-26,-7-4-17</inkml:trace>
  <inkml:trace contextRef="#ctx0" brushRef="#br0" timeOffset="166366.4787">22264 3850 89,'8'-4'158,"-2"4"-38,6-3-30,-4 3-24,-2 0-19,7 0-14,-7 0-12,8 0-8,-2 0-5,-6 3-3,8 5-8,-8-4-41,8 6-62,-14 2-37,6-1-19,-6 3-9</inkml:trace>
  <inkml:trace contextRef="#ctx0" brushRef="#br0" timeOffset="166562.4874">22337 4045 12,'0'0'191,"0"0"12,0 0-32,-7 0-57,7 2-41,7-2-28,-7 0-20,12 0-12,-6 0-6,8 0-2,-1 0-2,0 0-4,6 5-25,-5-2-53,5-3-65,1 4-34,-7-4-18,6-4-7</inkml:trace>
  <inkml:trace contextRef="#ctx0" brushRef="#br0" timeOffset="167185.4847">23575 4121 106,'6'0'200,"0"-4"14,1 1-69,-1 3-39,8-4-30,-8 0-21,7 1-18,0-5-13,0 8-9,0-3-8,-6 3-9,5 3-30,-5 2-67,0-2-66,-1 4-34,-6 0-18,0 1-4</inkml:trace>
  <inkml:trace contextRef="#ctx0" brushRef="#br0" timeOffset="167357.2484">23614 4296 125,'-7'4'217,"-6"4"10,0 3-56,-7 3-57,8 1-46,-8 8-27,0 2-29,1 4-44,-1 0-76,7 0-62,0 1-35,0-1-18,7-6 3</inkml:trace>
  <inkml:trace contextRef="#ctx0" brushRef="#br0" timeOffset="169952.1458">21196 4884 52,'-7'0'144,"1"-4"-40,0 0-22,6 0-22,-7 0-9,0 1-11,1-1-6,6 0-10,-6-3-8,6 0 0,0 3-4,0-3-5,0-1-1,0 1 4,0-1 5,-7 6 4,7-2 0,-7 4 2,1 4-3,-7 2-5,0 5-6,0 8-6,-1-1 0,-5 5-1,6 6 1,-6-4 1,-1 4 0,7 1 0,0-1 0,0-4-1,7 2 1,-1-6-2,7-6 0,0-1 0,7-3 0,6-7 2,-1-4 0,8-4-1,0-2 0,-1-10-1,7 2 1,-6-4-1,6-1 0,-7-3 0,1 4 2,0-4-1,-8 4 0,1-1-1,1 5 0,-2-1 1,-4 5 1,-2-2-2,0 9 0,-6-1 0,0 0 1,0 8 2,0 7 1,-6-1 4,6 9 4,0-1 2,0 4 0,0 4-1,12 0 0,-5-4-4,13 3-2,0-3-2,6 1-3,6-6-3,1-2-10,6-1-14,-1-6-24,2 0-38,-1-8-48,6 0-40,1-4-13,-7 0 3</inkml:trace>
  <inkml:trace contextRef="#ctx0" brushRef="#br0" timeOffset="170343.1155">21933 5095 112,'-14'-3'161,"2"-1"-48,-2 1-26,-5 3-23,6-5-7,-6 3-4,-1 2-2,0-4-1,1 0 0,-1 4 1,6-4 8,2 4 2,-8 0-2,14 0-6,-7 0-4,-1 0-5,2 4-14,5 4-10,-6 2-5,7 1-3,-1 4-3,1-1 0,-1 1-3,0 4-1,7-5-3,0-3-1,0 1 1,7-2 0,0-3-1,6-3 2,-7 0-1,7-8-2,6 0 0,-5-6 0,5-1 0,1 0 0,-8-3-1,8-2 3,-6 5-1,-1 1-1,-7-2 0,0 8 0,1 4 0,-7 0 0,0 8 2,0 6 1,-7 9 2,1 10 3,-7 3 2,7 7-1,-8 10-1,8-2 2,0 4-5,-2-4-2,16 0-1,-2-7 2,7-3-2,0-9-2,6-6-1,7-4-17,7-11-34,-7-3-46,7-6-70,-1-4-62,-6-6-30,7-3-2,-7-7 23</inkml:trace>
  <inkml:trace contextRef="#ctx0" brushRef="#br0" timeOffset="170529.1498">22278 5179 94,'-6'0'200,"6"0"12,-8 0-71,8 0-45,0 0-31,8 0-26,4 5-19,8-2-11,-1 1-4,7 0-10,7 2-33,-1 2-74,-6 3-50,1 0-29,-8 3-14</inkml:trace>
  <inkml:trace contextRef="#ctx0" brushRef="#br0" timeOffset="170704.473">22402 5425 76,'0'0'217,"-7"-4"14,7-3-37,0 4-70,0-4-40,7 3-31,5-4-24,-5 1-15,6 0-6,7-1-2,-1 1-3,1 0-3,0 0-21,-8-1-45,8 1-83,-1 0-47,-5-4-24,-2-1-10</inkml:trace>
  <inkml:trace contextRef="#ctx0" brushRef="#br0" timeOffset="171167.4996">21339 3205 91,'-12'-7'115,"5"3"-21,0-2-12,1 1-11,0 2-6,-2-1-5,8-1-7,-6 5-7,0 0-10,6 0-7,0 0-8,0 0-8,6 5-5,8-5-3,-2 4-3,8 4 1,6-5 0,0 4-3,13-3-3,6 3-1,2-3-3,11-4-11,14 4-22,-1-2-24,8 3-44,5-5-43,8 3-20,-7 1-3</inkml:trace>
  <inkml:trace contextRef="#ctx0" brushRef="#br0" timeOffset="172585.512">24147 5532 120,'0'-4'164,"8"1"-38,-8-1-50,6 4-32,-6 0-31,0 0-42,0 0-67,-6 0-36,6 0-20</inkml:trace>
  <inkml:trace contextRef="#ctx0" brushRef="#br0" timeOffset="172886.6764">24311 5902 175,'0'7'259,"-6"-7"22,6 4-44,-8 0-70,2-1-44,0 1-39,-7 6-31,-1 5-20,-4 3-17,-9 8-7,1 7-6,0 11-8,-13 4-32,-1 3-59,-5 8-100,-1 3-55,-5 1-27,5-5-12,-7 1 25</inkml:trace>
  <inkml:trace contextRef="#ctx0" brushRef="#br0" timeOffset="191519.3402">23822 3355 45,'-6'-10'57,"-8"3"-19,8-1-11,-8 1-4,2 3-4,6 0 0,-1-2-4,0 1-4,1 2-4,-1-1-5,7 4 1,-6-5-1,6 5-2,6 0 2,1 0 1,-7 5-3,13-5 0,-6 4-1,-1-1-19,6 2-17,-4-5-24,4 3-25</inkml:trace>
  <inkml:trace contextRef="#ctx0" brushRef="#br0" timeOffset="194405.8262">21717 3828 20,'0'0'26,"0"0"-2,0 0-3,0 0-2,0 3-5,0-3-2,0 4-1,0 0-2,7 0-2,-7-1 2,6 1-2,-6 0-1,7 0-2,-1-2 0,-6 2-1,6 0-1,2-4-1,-2 4 0,0-4-1,1 3 0,0-3 2,-1 5-1,1-2 4,-1-3-1,-6 4 2,6 4 1,1-6 0,0 6 0,-1-4-1,0 3 0,2 1-1,-8-1-1,6 0 0,0 0-1,1-3 2,-1 3-3,1-3 0,-1 3-4,1-3 2,-7-1 0,6 2-1,0-3 1,-6 2-1,8 0 2,-2 0-1,-6-1-1,0-3 1,0 4-1,6 0 1,-6-4-2,0 4 1,0-2 2,-6-2 1,6 6 1,-6-4-2,6 2 6,-8 4 0,2-5 0,-7 1 1,0 4 1,0-1 0,1 0 1,-2 0 2,-6 1-2,8-5 0,-8 8-1,1-7 3,-1 7-4,0-8-1,1 5 0,-1-1 5,0 1 0,8 0-2,-1-2 2,-1-3-2,8 1 0,0 0-6,-1 0-1,7 0-1,0 0 0,0-4 0,0 0 0,0 0 0,7 0 1,-1 0 1,0 0-4,1 0 1,0-4 1,-1 4-3,-6-4-1,7 4 0,-1-4-1,-6 4-6,6 0-8,-6 0-7,0-4-13,0 4-23,0 0-40,0 0-19,0 0-5</inkml:trace>
  <inkml:trace contextRef="#ctx0" brushRef="#br0" timeOffset="196970.3276">20922 6246 145,'-6'-12'154,"-7"2"-61,6-1-33,7 3-19,-6 1-9,6-5-5,0 6-7,0-2-4,6 2 4,8-3 2,-8 2 5,14 0 1,-8 0 2,8-1 3,-1 1-6,7 4 2,1-2 1,5 3 4,7-2 7,1 4 4,11 0 4,8 4 3,7-4-1,-1 2-2,12 3-6,8-2-4,0 1-4,13-4-3,-1 0 1,8 0 7,-1 0 4,7 0 4,-1 0 2,-5 0-2,6 0-8,-1 3-9,-5 5-10,-7-1-13,-1 7-4,-6 1-8,-6 4-21,-13-1-24,0 1-27,-7-1-32,-6 4-37,-14 0-51,1-5-51,-7 2-14,-7-4 9,-6-1 22</inkml:trace>
  <inkml:trace contextRef="#ctx0" brushRef="#br0" timeOffset="197175.3578">23711 6488 154,'6'-7'191,"-6"0"6,0-1-91,0 1-48,-6 2-35,6 2-36,0-1-45,6 2-68,-6-6-36,0 4-19,0-4-2</inkml:trace>
  <inkml:trace contextRef="#ctx0" brushRef="#br0" timeOffset="199517.4634">24982 16830 155,'-6'-4'176,"6"1"-43,-7-1-20,0 4-15,1-4-19,6 4-16,-7 0-13,7 0-14,0 0-10,-6 4-10,6-4-7,0 4-7,6 3-10,1-4-15,-1 4-17,1 1-21,6-1-27,-1-3-39,2 3-41,5-4-13,1-3 4</inkml:trace>
  <inkml:trace contextRef="#ctx0" brushRef="#br0" timeOffset="199793.4269">27269 16588 154,'7'0'213,"-7"-4"10,0 4-78,6-3-52,-6 3-57,0 0-73,0 0-90,0 0-50,7 3-28,-7-3-12</inkml:trace>
  <inkml:trace contextRef="#ctx0" brushRef="#br0" timeOffset="208366.4549">21040 4319 28,'-13'4'133,"6"-2"-39,0-2-15,1 0-7,0 0-9,6-2-8,-7 2-9,7 0-8,0 0-9,0 0-5,7 0-2,-1 0 1,7 0-1,0-4 3,7 1-1,-1-2 0,1 2-4,-1-1-1,1-4-4,0 8-2,6-3-6,-1-1-3,1 1-1,7 3 0,-1 3-1,2 1-2,-2-1-1,1 5-4,-1 4-16,1-3-36,-1 8-68,-5-3-44,-1-3-23,-1 0-9</inkml:trace>
  <inkml:trace contextRef="#ctx0" brushRef="#br0" timeOffset="213279.5155">24082 17885 104,'-6'51'140,"-7"0"-62,6 0-29,1-3-21,-7 0-7,0 0-5,0-1 2,-7-3-2,7 0 5,-6 0 3,0 0 1,-1-4 5,0-3-1,1-4 4,5-4 0,-5 0-4,6-11-8,0-3-11,7-3-23,-1-12-44,7-4-67,-7-4-36,7-3-16,7 5-5</inkml:trace>
  <inkml:trace contextRef="#ctx0" brushRef="#br0" timeOffset="217621.8101">23790 5499 154,'6'0'228,"-6"3"9,0-3-64,0 4-64,0 0-38,6-4-35,1 3-36,0 0-47,-1 6-75,1-6-60,5 1-31,-5 3-14</inkml:trace>
  <inkml:trace contextRef="#ctx0" brushRef="#br0" timeOffset="217797.7092">23790 5758 160,'-20'12'228,"0"-1"11,-5 0-61,-2 7-68,-5 4-43,-1 11-68,-6 7-107,-6 11-68,-2 4-36,2 8-19,6-1-6</inkml:trace>
  <inkml:trace contextRef="#ctx0" brushRef="#br0" timeOffset="218030.3415">23985 6543 134,'-20'6'289,"-5"-1"13,-2-1 8,-5 3-100,6 7-105,0 2-69,-1 1-50,7 2-44,2-1-38,4 0-51,1 4-76,7-3-28,6-2 2,0 6 18</inkml:trace>
  <inkml:trace contextRef="#ctx0" brushRef="#br0" timeOffset="226170.2841">21952 16433 63,'0'0'191,"-7"-2"19,1-2-45,0 0-47,-1 0-18,-6 4-5,13-3-6,-6 3-4,-2 0 0,2 0-7,6 0-12,-6 0-11,6 0-12,0 0-13,0 3-12,0-3-9,0 4-4,6-4-7,-6 4 1,6-4 0,-6 4 1,8-2-1,-2 3 1,7-2 3,0 1-1,0 0-2,0 3 1,0-3 0,7-1 1,-1 1 1,1-4-3,6 0 1,6 0-1,1-4 0,-1 1 0,7-1-1,7 0-3,-1 4-11,2 0-25,-2 4-41,1 3-61,-1 4-85,7 4-43,-13 4-13,7 2 14</inkml:trace>
  <inkml:trace contextRef="#ctx0" brushRef="#br0" timeOffset="226819.673">24493 16595 181,'-6'0'232,"-1"0"12,-6 4-73,13-4-55,-6 3-39,6-3-30,-7 0-18,7 0-12,7 0-6,-1-3-5,0 3-3,8-4-5,-1-3-17,6 3-26,0-3-35,8 3-47,-1 0-63,0 1-32,6-1 1,1 4 15</inkml:trace>
  <inkml:trace contextRef="#ctx0" brushRef="#br0" timeOffset="227183.4118">26539 16646 49,'0'0'300,"-6"0"45,-1-2 32,1 2-50,6-5-102,-7 5-62,7 0-53,0-3-45,7-1-31,-1 4-17,7-3-8,7-5-4,0 4-2,-1 0-2,13 1-1,-6 0-3,7-2-15,7 5-26,-2 0-36,1 0-37,0 5-36,1 1-41,-1 2-33,-7 0-36,1-1-13,-1 3 11,1-2 22</inkml:trace>
  <inkml:trace contextRef="#ctx0" brushRef="#br0" timeOffset="233020.0175">23405 2355 25,'0'-7'137,"-6"-4"-33,-8 0-21,8-1-11,-1 5-7,-5-3-5,5 6-10,-6 0-9,7 0-4,-2 1-4,-4-1-5,5 4-3,7-2-2,-6 2-6,-1 2-3,7-2-3,0 4-5,0-1-3,-6 1-2,6 8-3,0-1 2,0 3 0,-7 4 1,1 4-1,0 4 1,-8 0 4,8 3-2,-8 5 0,1-2-2,1-3 1,-2 5-1,8-5-1,0 0 0,-2-3-1,2-1 2,6 0 0,0-2 1,6-1-1,-6-4 1,8 0-2,4-3 1,-5 0 2,6-5-1,0 1-1,0-3-1,-6-1 4,5-2-5,-4-3 0,-8 2 3,6-1-2,-12 5 1,6-4-1,-14 3 2,1 3-1,-7 6-2,-6-5-1,6 3-5,-5 1-16,-1-4-23,0-3-36,0-1-62,6-7-34,7-5-13,0-5 8</inkml:trace>
  <inkml:trace contextRef="#ctx0" brushRef="#br0" timeOffset="233199.7034">23320 2370 112,'0'-7'142,"6"4"-59,2-2-35,-2 5-22,7 0-13,6 0-5,8 5-1,-1-2-2,13 0-2,-7 1-3,14 3-13,-1 1-20,1 3-43,0-1-35,0 5-16</inkml:trace>
  <inkml:trace contextRef="#ctx0" brushRef="#br0" timeOffset="233357.6183">24135 2641 146,'6'0'176,"-6"0"-39,6 0-41,-6 4-25,0-4-21,0 0-17,0 3-18,0 1-16,0 0-15,-6 0-30,6 3-40,-6 0-49,-1 0-25,1 1-11</inkml:trace>
  <inkml:trace contextRef="#ctx0" brushRef="#br0" timeOffset="237649.1025">22981 3513 133,'-20'-8'180,"8"-2"-44,-1 3-19,0-1-20,0 1-11,-1 0-10,2 0-7,6-1-5,-2 4-7,2-4-7,0 8-7,6-3-11,0-1-10,0 2-9,12-6-5,-4 4-5,4-1-1,2 2-2,5 3 0,-6 0-1,6 0 0,1 0 1,-1 8 1,1-1 1,0 0-3,-8 8 2,8 0 0,-7 3 1,-7 0 0,1 4 1,0 0-1,-14 4-1,-6-1-3,0 6 1,-7-3-2,-6-2-1,7-1 1,-13 2-1,6-10 3,-1 2-3,1-5 0,6-3 1,1-3 1,-1-1 2,8-3 0,6-1 0,-2-3 0,8 0 0,0-3 0,8-1-1,-2 0 0,6 1 0,8-1 0,-7 0 0,7 4-1,0 0 2,5 0-1,-5 8-1,0-1 2,-8 8-2,8-1 2,-7 9-2,-7 2 1,-6 1 1,0 7-1,-6-1 1,-7 2-2,-7 3-10,0 3-20,2 0-36,-2 1-73,1-5-57,-1 0-32,0-3-5,7-8 12</inkml:trace>
  <inkml:trace contextRef="#ctx0" brushRef="#br0" timeOffset="237790.0533">23366 4330 13,'-6'3'17</inkml:trace>
  <inkml:trace contextRef="#ctx0" brushRef="#br0" timeOffset="242495.8066">23125 4821 55,'-14'-4'177,"-5"4"1,0 0-57,-1 0-32,-6 4-22,7 3-19,-8 1-12,1 2-2,7 5-2,-7 0-1,6 7-2,-6 0-1,13 0 1,-7 7-3,14-3-6,-6 3-2,12-4-2,0 4-3,0-2-2,12-1-2,1-5-2,7 4-1,6-5-1,0 1-1,7-3-1,-7 4-2,6-3 1,1-1-2,-7-3 1,-1 2-1,-5 3 0,-6-6 1,-8 4 0,0 1 0,-12 2 0,0 1 0,-14 1 0,0 2-1,-6 0 0,-7-2 1,1-1 0,-1-4 0,-6 1 0,7-5 0,6-3-7,-7-3-26,13-5-30,1-3-44,6 0-60,0-7-43,7-4-15,6-5 13</inkml:trace>
  <inkml:trace contextRef="#ctx0" brushRef="#br0" timeOffset="242668.3336">23027 5066 36,'13'-25'174,"0"6"11,0-3-62,-6 8-39,-1 3-24,7 0-18,-6 4-18,5-1-10,2 4-8,5 1-3,7 3-1,0 3-6,7 5-16,-1 3-38,1 0-67,7 3-34,-2 1-18,-5-1-6</inkml:trace>
  <inkml:trace contextRef="#ctx0" brushRef="#br0" timeOffset="242809.175">24017 5095 126,'0'-3'156,"0"3"-55,0 3-34,-6 5-32,0-1-48,-8 8-67,8-1-39,-7 9-21</inkml:trace>
  <inkml:trace contextRef="#ctx0" brushRef="#br0" timeOffset="242984.8594">24005 5473 33,'-7'14'164,"-6"1"8,0-1-65,0 5-42,-6 0-23,-1 6-15,0 1-14,1 3-41,-1 4-65,-6 4-40,7-5-23,-1 5-12</inkml:trace>
  <inkml:trace contextRef="#ctx0" brushRef="#br0" timeOffset="244371.5836">22597 7236 5,'19'-12'109,"1"5"-55,7 0-41,-9-1-38,2 1-40,7 0-22</inkml:trace>
  <inkml:trace contextRef="#ctx0" brushRef="#br0" timeOffset="246512.4152">26741 15398 140,'0'-4'105,"-6"4"-21,0 0-8,6 0-10,-8 0-11,2 0-3,0 0 0,6 0-4,-7 0-2,0 0 0,7-4 1,-6 4-5,6 0-5,-6 0-5,6 0-8,0 0-8,0 0-6,0 0-6,0 0-3,0 0 1,6 0 0,-6 0-2,6 4 1,1-4-1,0 4 0,5-2 1,-4 3 4,4-2 3,1 1 5,0 0 6,6 3 7,1 0 4,0 0 0,-1 1-1,7 0-2,7-2-6,-1 2-7,1-5-6,7 2-9,5-5-15,1 0-23,5 0-23,8 0-29,-7-5-33,1 5-64,-1 0-27,0 0 1,-13 5 11</inkml:trace>
  <inkml:trace contextRef="#ctx0" brushRef="#br0" timeOffset="261698.4302">15182 11185 115,'-144'-78'169,"14"-2"2,0 3-99,13-4-38,-1 5-18,14-2-5,-1 8-11,2 5-20,-2 7-30,7 6-55,-6 12-33,-7 3-18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</inkml:channelProperties>
      </inkml:inkSource>
      <inkml:timestamp xml:id="ts0" timeString="2021-09-09T02:40:41.0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4411 5583 2,'-19'-19'6,"-1"1"-11</inkml:trace>
  <inkml:trace contextRef="#ctx0" brushRef="#br0" timeOffset="2279.8521">3505 5857 10,'-13'-3'25,"-7"-1"-12,8 0-6,-8 0-5,7 4-1,-1 0 0,2 0 1,-1 0 6,0 4 3,0 0 4,7 0 6,-2-4 4,2 3 2,0 1-6,-1-4-2,7 4-3,0-4-6,0 0-5,0 4-1,0-4-2,7 3 1,-7-3 0,6 4 0,0-4 1,8 0 2,-8 0 0,7 3 1,7-6-2,0 3 2,-1-4 0,7 1-1,0-5 0,7 1 0,-1-1 0,1 2-2,-1-6 1,8 5-3,-1-1 0,-1 1 1,1 0-1,7 0 0,-7 3-1,7-3 1,-7 7 0,7-4-3,-7 0 0,6 4 1,-5 0 1,5-3-1,-6 3-1,7 0 3,-1-3 1,1-1-1,-7-1-2,7 5 1,-7-3 0,7 0-1,-1-1 0,-6 0 0,1 1 3,5-2 0,-6 2 1,0 3-1,7-4 0,-8 1-1,2 3-1,-1-5 0,0 5 1,7-2-1,-7 2 1,7 0-1,-7-4 3,6 4-1,-5 0-2,5-4 1,1 4 2,-1 0-1,1-4 1,5 1 5,2-1 1,-1 0 0,1-3 0,5 0-1,-6 0-3,6-1-3,1 4 1,-6 1-1,5-1 1,-6 0 1,0 4 1,-6 0-1,6 0-1,-6 4-1,-1 0 0,1-1 1,-1 5 0,1-4 2,-1-1-1,8 1 1,-7-1 1,5 1 0,2-4-1,-1 0-3,7 0 2,0-4 0,-1 1-3,1-4-1,-1-1 0,0 1 2,8-4-1,-8 4 2,1-1-2,0 1 1,-7 0 1,0 3-3,0 0-2,0 4 1,1 0 1,-8 0-1,1 0 0,-1 4-1,-5-4 1,5 4 1,-5-4-1,-8 3 0,7-3 1,0 0 1,0 0-2,0-3 2,0 3 0,0-4 2,1 0-1,-1 4 0,-1-4 1,1 4-3,-5 0 0,5 0-1,-7-3 2,1 3-1,5 3-1,-5-3 0,-1 0-1,1 4 1,0-4-2,0 4 0,-1 0 2,7-1 0,-6 1 0,-1 3 2,7-4-1,1 2 0,-1-5 0,-1 4 2,9-1 2,-9-3 0,8 3 2,0-3 3,-8 0 1,8 0-2,0 0-2,0 0-2,-1 0-1,1 0-2,-1 0 0,1 0-1,-1 4-1,1 0 0,-1-4 1,2 3-1,-2 1-1,1 4 2,-1-5 2,1 1 1,-1 3-3,8-4 1,-7 5 3,5-4 0,1 3-2,1-3 2,-2 0 2,8-4 3,-7 2-2,7 3 1,-6-5-1,-2 0-1,1 3-2,7-3 1,-7 4 0,1-1-2,-2 2-1,8-2-2,-7 8 1,1-3-2,-2 2-3,2 1 2,5 1 1,-5-2 1,-2-3-1,2 5 1,-1-5 0,0 1 0,0-2-1,0-2 1,1 0 3,-2-4-1,-5 0 2,7 3 0,-8-3 0,7 0 0,1 4-3,-8 0-1,7-4 0,0 4 0,-6-1 0,6 4-1,0-3 0,0 4 0,0-1 0,1-3-1,-2 3 3,1 1-1,7-5 5,-6 4-2,5-3 0,7-1 0,-6 1-2,0 4-1,6-5-3,-7 1 1,7-1 0,-6 2-1,0-3 0,0 2 2,-1 4 0,1-5 1,6 1 0,-6-4 1,-1 4-1,7 0-1,0-4 0,0 3 0,0-3-1,8 4 1,-8-4-2,6 0 1,-6 0 1,7 0 1,0 0 2,-1 0-1,1 0 3,0 0 0,-1 0-3,1 0-2,0 3 0,-7-3 0,7 4-1,-7-1 0,0-3-2,0 4 3,0 0 1,0-4 2,0 0 1,1 0 1,-1-4 2,6 4-3,-6-4 1,0 1-2,8-1 1,-8-3-1,0 4 1,0-1 1,0 0 1,1 0 0,-1 1 0,-6 3-1,-1-4 0,7 4-3,-6 4-1,6-4-1,-6 0-1,-1 0-1,1 0 2,-1 0-1,-6 0-3,7 0 2,0 0 2,-1-4 2,1 0-1,6 0 1,-6 4 2,0-7-2,6 4-2,0-1 0,7-3-1,-7-1 0,0 1-2,6 0 1,-6 0 4,1-1 1,-1 1 0,7 0 1,-7 2-2,0 2 3,-7-1-5,7 1 0,1 3-2,-8 3-1,1-3 2,7 4 0,-7-1 0,-2 2-2,2-5 2,0 0 4,-1 0-1,1 0 0,0-5 2,-1 2-2,-5-4-1,12 0-2,-6-1 0,-7 1 2,6-1-1,0 2 1,-5-2-1,-1 1-1,-7-1 0,8 4-1,-7 4 1,-1-3 0,7 3 2,-6 3 2,0-3-2,5 4 1,-5 0 0,7 0-2,-2-4 0,8 0 0,-7 0 2,7 0-1,0-4-1,-1 0 3,1-3-2,0 3 1,6-3-2,-7 0 0,1-1 1,0 5-2,0-5 1,-1 5-1,0 0-1,1 3 1,-1 0 1,1 3-1,-6-3-1,5 7 2,1-3-1,-7 3-4,7-3 6,-1 3 4,0-3 0,7-1-2,-6 1 2,7-4 3,-1 0-6,0-4 1,7 1-1,-7-1-1,7-3 2,-7 3 1,0-3 8,0-1 5,0 5 9,0-4 6,1 2 0,-7 2-1,6 0-2,0-1-9,0 0-6,-7 4-7,1-3 1,0 3 1,0 0 0,-8 0 4,-5 0 6,7 0 6,-8 0 7,-7 0 7,9 0 8,-9 0 9,-5-5 10,-1 5 11,1 0 6,-7-3 4,0 3 10,0-4 10,1 1 4,-1-2-3,0 3-1,-1-2-6,9-4-14,-9 5-21,9-1-19,4-4-15,-5 5-13,6-1-6,7 1-9,-7-4-2,6 3-6,7-4-29,-6 1-41,6 0-43,0 0-46,-6-1-53,6 1-51,-6 3-42,-8-3-40,1-1-6,-6 0 27,0-1 41</inkml:trace>
  <inkml:trace contextRef="#ctx0" brushRef="#br0" timeOffset="4917.978">3772 5646 7,'-6'-9'37,"-1"-1"-11,1 3-3,6-5-3,-7 4-2,0 2-2,7-2-2,-6 1-7,6 3-3,-6 0-2,6 4-1,6 0-1,-6 0 0,6 4-12,1 0-39,0 0-23</inkml:trace>
  <inkml:trace contextRef="#ctx0" brushRef="#br0" timeOffset="6063.0278">7473 5719 48,'-6'-8'141,"6"1"-43,-6-1-18,-1-3-6,-6 1-7,6 2-7,1-3-9,-1 1-12,0 1-7,1 3-9,0-2-5,0 1-7,6-1-4,0 0-2,6 2-3,0-2-3,7 5-6,7-5-17,0 2-30,-2 1-43,9 5-48,-1 0-24,0 5-9</inkml:trace>
  <inkml:trace contextRef="#ctx0" brushRef="#br0" timeOffset="22218.5931">10327 5971 26,'-6'-10'117,"6"2"-51,-6 1-26,6-1-15,0 1-8,-7 3-4,7-3-4,0 0-4,0 3-2,7-3-2,-7-1-1,6-3 0,0 4 0,8-4 1,-8 0-1,0-1 0,7 2 1,-6 3 1,0-1 0,-1 4-1,7 1 0,-6-1 2,-1 4 1,7 0 2,-6 0-1,-1 4 0,7-1 1,0 1 0,0 0-1,1 3-2,5-3-1,-6 0 1,6 2 0,1-2 0,0 0 0,-1-4 1,7 0-1,0 4 1,-6-4-1,5 0 1,-5 0-1,6 0 2,1 3 2,-1 1 0,-7 0 3,13 3-1,-6 0 0,1 0 1,5 5-2,1-5-1,-1 5 0,1-5-1,6 0-2,-6 0 0,6-3 0,-7 0 2,7-4-2,-6 0 3,6-4 0,0 0 0,0-3 1,1-4 1,-1 4-2,-1-4-1,1 0-1,1-1 0,-1 2-1,7 2-4,-7-3 0,0 3 0,-1 2 1,2 2-1,-1 0 0,-6 1 0,5-1 0,-5 4 0,0 0 0,0 0-1,-8 4 1,1-1 1,0-3 0,1 4 0,-1 4 0,0-6 1,7 6-3,-7-4 2,6-1 1,1 1 0,-1 0 0,1 0 2,-1-1 2,1-3-4,-1 0 1,7 4-1,-5-4 2,-2 0-1,7 0-1,0 0 2,0 0-2,0 0 0,0 3-1,0-3 1,1 0-2,-1 0 0,-1 0 1,1 0 0,1-3 2,-1-4 0,0-1 1,1-3 3,-2 1-1,1-5 0,1 3 0,-1-2 0,0 3-1,-7 0-3,1 1-1,-1 1-1,1 6 0,-1 0-1,-6-1-1,7 8 1,-7-1-1,-6 5 3,0-1 2,-1 4 3,1 4 2,-8-5-1,8 5 1,-7 0-1,0-1 0,6 1 0,-5-4 0,5-4 4,-6 1 2,14-1 2,-9-3 1,9-4-1,5 0 2,1 0-3,-1-4-2,8 0 0,-8 1-1,7-2-1,7 5-3,-7-3-1,0 3-3,1 0 0,-1 0-1,6 0-1,-5 3-1,5-3 1,-7 5 0,9-2 0,-9-3 1,9 4 0,-9-4 1,7 0-3,2 0 3,-2 0-3,-6 0 1,7-4 1,0 4-1,-1-3 3,-5-2-1,5 2 1,-6-1-3,-7 1-1,8 3 1,-8-4-2,1 1-1,-1 3 1,1-4 2,-1 0 0,1 4-1,-7-4 0,0 1 2,0 3 0,1 0-3,-2 0 1,-5 0 0,0 0 1,6 3-1,-1 1 0,-5-4 0,13 4 0,-7-4-1,6-4 0,1 0 2,-1 1 1,1-5 0,-1 4 1,1-2 3,-7-2 1,6 1 0,-5-1-2,-1 1-1,0 0 0,0 0-2,-7 3-2,1 0-2,6 1 0,-6 3 1,-1 0-1,7 0 2,1 0-1,-1 0 1,6-4 3,1 4-1,-1-4 1,7 1-1,-6-4 0,6-1 0,0-3-1,0 0-1,-7-3 0,8-1 1,-7 3 2,-7-2 4,-1-1 7,1 1 8,-6 7 12,0-4 6,-7 3 1,-7 5 1,8-5-6,-8 4-7,0 4-12,7 0-7,-6 0-4,6 4-3,0 0-2,0 3 1,7 1-1,-7-2 0,6 3 0,-6-3 0,7 2-1,-7-5 0,0 5 1,-7-4-1,1-1 1,-1 1 1,0-4 2,2 3 7,-8-3 5,6 4 6,-6-4 1,0 0 2,0 0-4,6 3-4,-6-3-7,0 0-4,0-3-3,-6 3-2,6 0-1,0-4 1,-6 4 0,-2-3-1,2 3 1,0-4 0,-1 4 0,1-3-1,-7-1 0,0 0 0,-1 0 0,-5 1 0,6-1-2,-6-3 2,5 4 1,-5-6 0,0 6 1,5-4-2,-5 3 0,-1-3 0,1 3 0,6 0 0,-6 1 0,-1-2 1,-6 5 0,-1 0-1,1 8 0,-6-4-2,-1 7 0,-12 3-6,-1 1-5,-6 4-2,0-1-4,-7 0 2,1-4 0,-1 1 5,0-7 6,1 0 4,5-5 5,2-3-1,-2 0 2,7-3-1,1-1-3,-1 0 0,1 1-1,-1-2 0,1 2-1,-8-1 0,1 4 1,-7-3 0,1 3 0,-14 3-1,7-3 2,-13 4 0,6 4 0,-5-5 0,-2 5 0,0-2 0,2-1-2,-2-1 1,2-1 0,4-6-1,8-1 0,-6-4 3,12 1 1,-6-5-1,6-3 1,-6 5 0,7-1 0,-7-4-3,-1 8-2,-6 0 1,1 3-3,-8 4 1,-5 0 3,-8 8 1,-5 2 1,-1 5-1,1 0 0,-8 3 2,-5 1-4,5-1-3,1 0 1,6 0 1,6-7 3,8-3 0,6-1 0,13-7 3,0 0-3,12-4 2,1-3-2,7-1 1,6-2 0,-1-1-1,1-4 1,7 1-1,-1-1-1,7 0-1,0 1-1,0-1 1,0 0-2,0 4 3,0-4 0,6 4 0,-6 5 1,7-6 0,-7 5 0,6 3 0,0-3-2,1 3 2,-1 0-1,0 1 2,8 3-2,-1 0 1,0-5 2,6 5-2,1 0 1,0 0-2,-2 0-1,2 5-1,6-5-1,0 3 1,-6 5-1,6 3 1,0-1 2,6 9 0,-6 0-2,6 2 0,2 4 3,4 2 1,1 2 0,7-3 0,-8-1 3,15 1-1,-7-4-2,6-4-1,0 1 2,0-8 0,-7-4 0,1 0 1,-7 1-1,-6-5 0,-7-3-2,0-3-2,-14-1-5,-6-4-5,2-2-5,-15-5-6,-7 0-2,1-3 4,-6-4 2,-1 0 3,1 3 6,-7-2 5,-1 2 1,1 1-1,0 4 0,0-1 1,0 8 1,0-1 1,0 4 1,-1 4 1,1 0 1,7 8 0,-1-4-1,1 6 1,6-3-1,-1 1 0,1 3 0,13-3 2,0-1 2,7-4-4,-1 1-1,7 0 0,6-1 1,-6-3 0,7 4-1,6-4 1,0 4 1,0-4-1,6 4 0,1-4-2,-1 3 0,8-3 2,6 4 0,-8-1 0,14-3 1,1 0 2,5 0 0,1 0-1,12-3-2,1-1-1,6 1 0,6-1-2,1-4-1,7 5 1,-1-1-1,6 0 3,0 1 2,2 3 1,-2 3 1,8 1-1,-8 0 3,8 7-4,-8 0-1,0-1 0,8-2 0,-8 3 0,8-7 1,-8 0 2,8-8 1,6-4 3,-2-3-1,2-3 0,0-1-3,0-6-1,6 2-1,-6-3-4,-7 0 3,7 0 0,-8 3 1,-4 2 0,-2-2 0,8 4 1,-8 3-3,-6 3-3,7 1 1,0 0 0,-1 4 1,-5 2 0,5 2 1,-6 0 5,7 2 2,-6 2-1,5 4 0,-6 0-1,6-1 0,-5 3-3,6-2-1,-7 3 0,-7-4-1,7-4 1,-6 6-1,-6-9 3,-1 0-2,6 0 1,-12 0 0,6 0 0,0 0 1,-6-4-1,-1 4 2,1 4-3,6-4 1,-7 3-1,2 4 0,-2 0-1,-7 5-1,9-5 0,-9 3 0,8 2 1,-7 3 1,0-5 0,1 5-1,-8-4 1,1 4 1,6-4-1,-7 0 0,1 0 2,-1-1 3,1-6-1,-1 4-1,1-5 0,0 1 0,0 0-3,-8 0 0,8-2 0,-7 2 0,0 0-1,0 0-1,0-1 1,1 1 0,-1 0 0,0 0 1,-1 3 0,1-4 0,1 1 0,-1-1-1,0-3 1,0 0-1,0-3 1,0-1 0,0-3 2,0 0 0,-6-4 1,6 3 0,7-6-1,-7 3 0,6-4 0,-5 5 0,5-5-1,1 1-1,-1-1 2,1 4 0,-1-4-2,-6 0 0,7 0 0,-1 1 0,1-5 0,-1 2-1,1-6-3,-7 0-1,6-6 1,-5 4 1,-7-8 0,5-1 0,-5 5 1,0-7 2,-8 3-1,2 4 1,-2-3 1,-5 3-2,-1 2 0,-6-2 0,0 3 0,-6 1-1,-1 3-1,-12-4 3,6 4 0,-13 3 1,0-2-1,-1-2 0,1 6-2,1-5 2,-1 3-1,-1-3-1,8 4 2,0-5 1,5 6 0,1-5 0,6-4-1,1 4 1,0-4-1,-1-3-1,7 0 1,0 0-2,0 2 1,0-2 0,-6 4-1,6 3 2,-7-4 0,7 4 1,-7 4 0,1-1 1,-7 1-1,0 0-1,0 4 0,0-1 1,-6 1 0,-1-3-1,-6 3 1,-1-1 1,1 1-1,1-1 0,-1 1 0,-7-4 2,7 4 3,-6-3-1,-1 0 0,1 2-2,-2 1 1,2-5-2,-1 5-3,1-1 1,-1 0 1,-6 1-1,7-1-1,-7 1 1,-1 3 0,1-5-1,-7 2 0,1 3 1,-7 0 1,0 4 0,0-4 0,-1 4-1,-5-1 0,-1 5-2,-6-1 0,6 0 1,-6-3 0,7 3 0,-1-6 1,6 2 1,-5-4-1,6 3 4,6-3 1,-5 1 2,5-3 5,1 2 2,-2 1 7,9 0 1,-8 0 3,-6 1-2,6 6 1,-6-4-3,0 5-4,-6 3-5,5 0-5,-6 7-1,1-3-4,-1 3 1,-6 4 0,6 0 0,-6 0 2,0 3-3,0 5 1,-7-2-2,7 3 0,-6-3-1,-8 6-2,8-5 0,-2 4 0,2-7 2,6 3 2,0-7 0,0 1 1,0-5-1,6 0 2,7-4-4,-7-3 0,7 0 0,-1-3-3,2-2 2,-2 3-1,1-5 2,1-1-2,-2 0-1,-5 1 1,5 1 2,-12-6 0,6 4 2,-6 1-1,0 3 0,0-2 1,-7 1-3,1 5 0,-8 0-3,8 0 2,-1 5 0,0-5 2,1 3 1,6 0 1,0 1 1,0-4 2,-1 4-1,7-4-1,1 0-2,-8 0 1,1 0-2,0 0-1,7 0 1,-7 0-2,-7 0-1,14 3 2,-7 1 2,-1 0 1,8 0-1,-1-1 3,7 4-1,-1 0-3,8 5 0,-7-2 0,-1 9 0,1-4-1,7 7 1,0-4 0,-1 4-1,1-4-3,5 0 5,1 5-1,0-9 0,-1 5-1,8-4 1,-1 2 3,1-2-3,6-1 0,-7 1 1,7-1 1,0 6-2,0-3 0,7 6-1,-8-1 0,7 3-1,8 4 0,-8 5 1,7 2 0,1-2 0,4 2 0,2 1 0,0-1-1,-1 5 1,7-5 1,0 5 0,0-5 1,0 4-1,0 0 1,7 1 2,-1-4 0,0-1-3,2 0 0,-2 5 0,7-4 0,0-1-1,0 5 0,7-5 0,-1 5 1,1-2 0,-1-2 0,7 4 0,0-5 2,0 0-1,0 1 1,7 1-1,-7-6 2,6-3 1,1 2 0,6-6-1,-7 0 0,8-2-1,-1-6-1,0 2 0,-7-4-2,8-4 1,-1 0-1,-7-4 0,7 0 0,-6-3 0,-1-1 0,8 1 0,-8 0 0,1-4-6,6 4-16,-7-1-19,1 1-22,7-1-17,-8 4-22,1-3-15,-1 4-8,-6-5-9,7 5-8,-1-4-8,-5 3-21,5-4 1</inkml:trace>
  <inkml:trace contextRef="#ctx0" brushRef="#br0" timeOffset="22357.6893">11285 5993 35,'27'-15'107,"-2"0"-8,8-6-11,0-1-16,6-4-10,-1 1-13,-5-2-11,7 6-12,-8 3-9,-7 3-8,9 4-27,-15 11-64,1 7-44,-8 8-24,-12 11-11</inkml:trace>
  <inkml:trace contextRef="#ctx0" brushRef="#br0" timeOffset="29740.8151">10803 5711 126,'-20'-7'156,"1"-1"-56,-1 4-27,8-3-10,-8 4-7,6 3-8,8-4-9,-7 4-5,7-3-6,-7 3-8,6 0-4,7 0-5,-6 0-1,12 0-6,-6 0-3,13 0 1,0 0 0,6 0-1,15 0 0,-2 0 1,13 0 3,8 0 2,6-4 0,6 0 2,6 0 3,8 1 2,5 3 4,0-4 0,1-3-1,13 7-1,-7-3-2,8 3-4,4 3-5,-5 0-5,0 5-3,-6-5-14,-1 5-19,0-4-25,-7-1-28,1-3-29,0-3-50,-8-5-16,-4-3 6</inkml:trace>
  <inkml:trace contextRef="#ctx0" brushRef="#br0" timeOffset="33184.2116">12125 2916 88,'-19'-18'75,"-1"-1"-11,2 2-8,4-3-13,-6-1-12,7 2-7,1 1-4,-2-4 3,2-3 1,5 2 9,-6-2 5,0-4 9,6 3 11,1 4 14,-7 0 12,7 3 7,-2 2 2,2 5-5,0 5-13,-1-1-15,7 5-19,-6 3-18,6 3-11,-7 9-8,1 3 0,6 7-2,0 7 2,-7 3 7,14 12 9,-7 4 8,6 11 14,1 7 12,-1 11 7,1 7 0,5 11-7,-4 4-2,4 4-11,1 3-13,-6 0-8,6-4-7,0-10-8,0-8-36,7-11-49,-8-6-68,1-13-105,7-9-54,-6-12-24,-2-15 15,1-15 38</inkml:trace>
  <inkml:trace contextRef="#ctx0" brushRef="#br0" timeOffset="33441.8764">12581 2810 86,'8'-12'239,"-2"9"9,0 3 5,-6 3-115,0 16-59,0 3-30,-6 10-13,6 13-2,-6 14 3,6 3 3,0 14-6,-8 5-6,8 7-1,0 7-4,0 1-7,0-5-5,0-6-4,8-12-7,-8-7-19,6-11-27,-6-11-38,6-7-64,-12-5-72,6-9-34,-6-13-6,-14-3 14</inkml:trace>
  <inkml:trace contextRef="#ctx0" brushRef="#br0" timeOffset="33688.0746">12334 2605 83,'0'-34'236,"-6"9"10,-14 3 2,7 4-117,-13 10-65,0 5-34,-13 9-23,0 6-15,-13 10-7,-1 7-6,2 4-5,-8 11 0,0 0 4,-6 4 7,7 3 6,-1 0 6,7 1 4,5-5 1,9-6-2,5-1-10,13-11-29,8-4-66,12-10-59,12-7-31,2-16-17,12-7 1</inkml:trace>
  <inkml:trace contextRef="#ctx0" brushRef="#br0" timeOffset="33892.7768">12113 2403 8,'6'15'209,"0"-5"11,2 1 10,-2 8-82,7-1-41,6 4-20,1 7-4,6 0 0,13 5-5,0-2-8,0 6-13,13 2-11,1 3-13,12 2-9,-7 6-9,8 0-22,-1 0-38,0 4-57,0 1-85,-7-5-65,-5 0-34,-7-3-3,-14-8 27</inkml:trace>
  <inkml:trace contextRef="#ctx0" brushRef="#br0" timeOffset="68301.2397">12855 5542 86,'-13'-7'79,"7"4"-24,0-4-16,-1 3-5,0-1-5,-5 2-3,5 0 1,0-1 4,1-3 0,-7 4 1,6-2 4,1 1 2,-1-4-1,1 6-1,0-2 3,-2 1 1,2-1-4,6 0-2,-6 4-5,6-4-4,-7 4-5,7 0-8,0 0-2,0 0-3,0 0-2,7 4-3,-7-4-1,6 4 2,0 0-2,8-1-1,-1 1 0,0-2 1,6 6-1,1-4 0,6 4 1,-7-1 2,7 0 0,7 1-2,-7-1 1,6 0 1,1 0-1,-1 1-2,8-4 2,-7-4 2,6 3-1,-1-3-1,2-3 3,-1-1 0,0 0-1,1 0-2,-2-3-2,1 0 1,0 4-2,7-6 1,-7 3 0,-6 6 0,6-4 1,0 4 1,-6 0 0,-1 0-1,-6 0-1,1 4 0,-9-4 0,2 3-2,0-3-1,-7 3 3,-7-3 0,1 5 0,0-5 0,-7 4 2,-7-4 1,0 0-1,1 0-1,-7 3-1,0-3 1,-6 0-1,-1 0 0,0-3-2,-6 3 2,1 0-1,-8 0 0,7 0 1,-14 0 0,8 3 2,-7 1-2,0-1 0,-7 4 0,1 1-3,-1 3 3,0-1 1,-6 2 1,7-1 1,-7 0 1,-1 0-1,8 0-3,-1-4 0,-7 1-1,8-1 0,-1-4 0,1 1-1,-1 0 0,1-4 1,-1 0 0,7-4 0,0 4 0,-1-7 1,8 4 0,-1-1 0,1-4 1,-1 5 5,7-1 0,0 0 1,1 4 2,5-3-2,0 3 0,7 0-1,-7 0-2,14 0 0,-6 0-3,4 0 2,2 3-1,0-3-1,6 0 0,-7 0-1,7 0 0,0 0 0,7 0 0,-7 0 0,6 0 0,8-3-1,-2 3 1,1 0 2,7-4 0,6 4 1,0 0 1,7 0-2,-1 0-2,7 4 0,7-1-1,-1 1-2,1 3 1,13 1 2,-8 2 0,2 1 0,5-3-1,1 3 1,6-1 1,-6-2-1,6-1 2,0-3 1,1 0 1,-1-4 1,0-8-2,0 1-1,-6-1 0,-1-2-2,1-1-1,0 0-1,-8-3 1,-5 5-1,-1-1 1,2 3 0,-9-1 2,-5 4 1,-1 4 0,-5-3 1,-1 3-1,-6 3 1,-8-3-1,2 4-2,-1 4-1,-13-1-12,0 0-15,0 8-19,-7-4-22,-6 4-32,0-1-32,-7 1-42,1 0-9,-1-1 2</inkml:trace>
  <inkml:trace contextRef="#ctx0" brushRef="#br0" timeOffset="75590.9845">16576 1769 107,'-20'0'159,"8"-4"-50,-8 1-24,7-4-8,1 3-12,-2-3-10,1-4-9,0 3-9,0-3-7,7-3-4,-8-1-3,8-3-1,0 3-2,-2-3 1,2 3-2,0 0 1,-1 0 3,1 5-1,6 2 0,-7 1-1,-6 0 0,7 2-3,0 3-7,-8 2-3,1 0-4,0 2-2,0 3-4,-7-2 1,1 4-2,6 5 1,-7-2 1,1 5 1,-1 0 0,1 3 2,-1 1-1,0 3 1,8 0 0,-8-3-2,7 2 1,7 1 2,-8-4 0,8 0-2,0 1-1,6-1 3,0-3 0,6 2 0,0-5 0,8-1-2,-1-3 2,6-5 1,7-3-2,-6 0 0,12-7 1,-6-1-1,0-2-1,7-2-2,-7 1-1,0-4-4,-7 5-1,1-5-1,0 4 1,-1 3 3,-5 2 0,-8-2-1,6 5 1,-4-1 0,-8 4 0,6 0-2,0 4 0,-6 3 3,7 1 2,-1 2 1,1 1 0,0 0 2,-1 3 0,8-2 0,-2-1-2,8-5 3,-7 3-1,13-2-3,-6-4 1,5 1 0,1 0 0,7-4-11,-7 0-18,0 4-41,0-4-55,0 0-57,1-4-30,-8 4-6</inkml:trace>
  <inkml:trace contextRef="#ctx0" brushRef="#br0" timeOffset="75917.1132">16980 1769 84,'0'4'192,"0"0"11,-6-1-66,6 1-39,-7 4-27,1-2-20,0 5-15,-8 1-10,8 2-7,-8 4-5,1 5-6,7-1-2,-7-1-3,0 2 0,7-6-2,-2 6-2,2-8-3,6-5-6,6-3-3,2-2-10,4-5-10,2-8-2,-2-3 2,1-4 3,7 1 3,-6-5 7,-2 1 9,1 3 7,0-3 4,0 3 7,-7 5 6,2-5 10,-2 7 7,-6 1 1,6-1 3,-6 5-4,7-1-2,-7 4-6,7 4-7,-7-1-2,6 1-3,0 4-1,7 3-6,1 4 1,-2-5 0,2 5-3,-2-1-8,8-2-25,-7 3-32,7-5-61,-1-3-52,-6 1-27,7-4-8</inkml:trace>
  <inkml:trace contextRef="#ctx0" brushRef="#br0" timeOffset="76093.3812">17443 1901 178,'0'4'204,"0"4"-21,0-6-56,0 2-40,0-4-26,7 4-22,-7 0-15,6-4-11,6 3-4,2-3-2,-1 0-3,7 0-3,-1-3-14,0 3-38,1 0-70,0 0-52,-1 0-26,1 0-13</inkml:trace>
  <inkml:trace contextRef="#ctx0" brushRef="#br0" timeOffset="76282.5997">17944 1802 154,'0'4'220,"-6"-1"9,6 5-71,-6-1-52,0 7-42,6 5-24,-8 3-17,8 4-7,0-1-4,0 4-7,0 4-9,0 4-37,8-3-79,-2 2-57,-6-3-34,6-4-16,0-4 0</inkml:trace>
  <inkml:trace contextRef="#ctx0" brushRef="#br0" timeOffset="76765.1102">18238 1780 35,'-6'0'177,"-2"-3"5,8 3-37,-6-4-24,0 4-17,-1-4-12,7 0-12,-6 4-11,6-3-10,0 3-10,0-4-8,6 1-7,1-1-4,-7 1-2,12-5-1,-4 4-1,4 1-2,1-5-3,7 4-2,0 2-7,-1-3-5,0 1-2,8-3-2,5 4 0,-6-1-7,7 0-25,-1 0-37,-5 4-61,-1 0-83,-7 4-47,-6 4-17,0-5 11</inkml:trace>
  <inkml:trace contextRef="#ctx0" brushRef="#br0" timeOffset="76950.5641">18401 1898 116,'-7'0'235,"-5"0"28,4 3-44,2-3-49,0 0-39,6 0-33,0 0-33,6-3-25,0-1-19,8 0-7,-1 0-5,6-3-4,0 4-23,8 3-46,-8 0-81,8 0-76,-8 0-41,7 3-19,-6-3 11</inkml:trace>
  <inkml:trace contextRef="#ctx0" brushRef="#br0" timeOffset="77763.1033">19645 1451 53,'0'-12'180,"-6"2"21,6-2-54,-7 1-30,1 5-17,-1-2-15,-6 1-11,0 3-16,0 4-18,-7 0-7,1 4-7,-1 3-6,-6 7-3,0 1-4,1 7-1,-9 3-2,2 1 0,5 3-1,2-2 2,-1 2-2,6-7 0,0 0-2,8-3 0,5-5-3,7 1-4,0-5 1,7-3 0,5 1 4,2-4-4,6-4 2,5 0 1,1 0-2,0 0 0,7 0-3,-7 0 0,7 0 1,-7 7 1,0-4-2,0 6-1,-7-3 2,1 5 0,0 4 2,-7-1-1,-7 1 2,-6 3-2,-6 1-1,-7 2 0,-1 2 0,-5 2 0,-7 2 0,0-2 0,0-4 1,0 5-5,7-8-24,-1 1-51,6-7-78,8-10-60,6-2-32,6-7-12,2-3 15</inkml:trace>
  <inkml:trace contextRef="#ctx0" brushRef="#br0" timeOffset="78247.8563">20186 1678 75,'6'-19'191,"1"4"17,0 1-63,-7-1-29,-7 1-18,0-1-22,1 4-15,-7 0-13,0-1-9,0 2-10,-7 3-6,0-1 0,8 2-4,-14 1-1,6 5-2,1 0 2,-1 0 2,7 5-3,-7 1 2,1 2-3,0 3 2,5 3-4,1 1-4,1 4 1,-2-5-3,2 8-2,4-4-4,2 5 1,6-6-1,-6 2-1,6-1 0,6-3-1,0 0 0,2-5 1,4 2 1,8-9 1,-7 1-2,7-4 4,-1 0-4,0-4-1,8-3 0,-7-1 0,-2 1 1,-4 0-1,5-4 0,-5 4 0,-2-1 0,-6 2-1,2-3-3,-2 6 2,0 3 2,-6-4 0,0 8-1,0-1 0,0 6 3,0-3-2,0 9 1,0 0-1,0-1 2,7 5 0,-1-5-2,8 1 2,-2-4 1,8-1 0,0-2 0,5-4 0,1-1 0,7-3-1,-1-3-2,2-1-1,5-4-2,-7 1-8,1 0-22,-1 0-27,-6-1-31,1 1-49,-8-1-53,0 6-44,-5-2-4,-1 0 14</inkml:trace>
  <inkml:trace contextRef="#ctx0" brushRef="#br0" timeOffset="78600.7322">20701 1792 81,'6'2'206,"-12"2"15,6 0-52,-6 3-38,6 1-29,-14-1-24,8 7-17,-7 1-13,6-1-9,-6 5-9,1 0-8,-2-1-5,1 1-4,0-2-1,6-5-3,-5 2-3,12-2-2,-7-9-1,7 4 0,7-7 3,-1-4-4,7-2-2,-6-6-1,6-2-2,7-5-8,-8 1-2,1-1 0,0 2 2,0 2 0,-7-1 4,8 6 3,-8-1-2,0 3 2,2 1-1,-2 4 2,-6-1 2,6 4 5,1 4 2,-1-4 1,1 7 1,-7 0 2,7 1 0,-1 6-3,0-2-4,0 2-2,8 1-9,-1-1-25,-6 1-39,6-4-65,-1 0-64,2 0-35,-2-7-9,2 3 11</inkml:trace>
  <inkml:trace contextRef="#ctx0" brushRef="#br0" timeOffset="78796.0914">21118 1909 23,'0'0'243,"0"-4"29,0 4 20,0 0-88,0 0-52,0-4-40,0 4-36,6 0-24,-6 0-16,7-3-9,6 3-5,0-4-6,7 4-1,-1-4-2,1 4-6,6-4-4,-7 4-21,7 0-41,0 0-47,-6 0-60,-1 4-77,1-4-43,0-4-2,-1 4 29</inkml:trace>
  <inkml:trace contextRef="#ctx0" brushRef="#br0" timeOffset="78941.4708">21528 1788 186,'-6'0'239,"6"4"17,0-4-69,-6 6-51,6 2-38,-7 3-31,0 3-18,7 1-15,0 3-12,-6 4-8,6 5-13,6-2-38,-6 0-65,0 4-89,7 1-47,0-8-24,-1-1-7</inkml:trace>
  <inkml:trace contextRef="#ctx0" brushRef="#br0" timeOffset="79706.9728">22017 1777 155,'-19'-4'180,"-1"-4"-44,7 1-33,-7 0-17,8 4-3,-2-5 0,2 4-5,-2 1-2,8-1-5,6 0-10,-7 4-15,7-4-14,7 2-10,-1-3-5,8 5-1,-2-4 2,8 4 2,-1 0-1,7 4-2,0 1-4,1-3-5,-1 6-4,6-1-1,-5 1-4,5 3-21,1-4-35,-7 0-56,0 1-87,-1-5-46,-5 1-21,-6 0 6</inkml:trace>
  <inkml:trace contextRef="#ctx0" brushRef="#br0" timeOffset="79881.6195">22272 1531 145,'-14'4'205,"1"3"13,7 1-79,-14 9-45,7 5-28,0 8-19,-7 7-15,7 3-7,1 4-8,-2 0-4,8 0-12,0-1-23,6 1-50,0-3-81,12 0-43,-6-9-20,8-2-8</inkml:trace>
  <inkml:trace contextRef="#ctx0" brushRef="#br0" timeOffset="82770.1258">22969 1480 75,'6'0'176,"-6"4"7,0-1-71,6 1-40,-6 3-22,0 1-11,0 7-5,7-1-2,-7 8-2,0 0-4,0 3-1,0 1-5,0 3-8,-7 0-3,7-3-4,0 0 0,0-4 2,0 0-2,0-4 3,-6-3 5,6-1 7,0-7 9,0 5 6,0-9 3,-6 1 3,6 0-2,0-4-4,-8-4-12,8-3-8,0-1-4,-6-3-6,6-3-2,6-5-5,-6-2 1,0-5 1,8 0-1,-2-3-1,-6 0 0,6-1 1,7 5 1,-6-4 1,6 6 1,-7 1 2,8 5 1,-2-2 1,2 4-2,-1 1-3,-1 3 0,8 3 5,-6-3-3,5 7-3,0 1-8,0 3-21,8 3-36,-8 6-53,1-3-69,-1 2-43,1-2-15,0 6 8</inkml:trace>
  <inkml:trace contextRef="#ctx0" brushRef="#br0" timeOffset="83233.9243">23874 1468 151,'0'-6'190,"0"-5"-37,0 3-28,-7-4-13,7 6-11,-6-2-15,0 5-13,-8-1-14,8 4-8,-7 0-16,0 7-8,0 5-4,-1 2-2,-4 8 3,-2 4 0,1 6 6,5 5 7,-6 1 3,8 6 2,-1-5 1,-1-1-5,8-2-5,0-3-10,6-4-3,6-4-6,0-6-4,8-4 1,5-5-1,-6-6-1,14-4-1,-2-7-4,1-5-1,7-2-3,-7-5-4,6-6-3,-5 4-4,-8-6-7,8-2-2,-8 3-1,-6-3 1,0 4 1,0 3 5,-6 0 6,-1 4 4,0 3 2,-6 3 3,0 5 0,0 4 3,-6 6 2,6 1 1,-6 7 2,-1 3 0,0 1 2,1 8 0,6 2-1,0-4 0,6 6-3,1-2 0,6 1-1,0-4-3,13-1-1,0-2-3,0-4-17,7-5-34,-1 2-41,1-9-41,-1 1-50,1-4-61,-1-7-26,-6 3 11,7-7 28</inkml:trace>
  <inkml:trace contextRef="#ctx0" brushRef="#br0" timeOffset="83530.1055">24473 1733 174,'-6'3'198,"0"5"-32,-1-1-32,-6 0-15,7 4-9,-7 0-5,-1 3-11,2-2-4,-2 3-9,2-1-11,5 1-11,-6-1-17,0 1-10,7-4-11,-2 0-6,2-3-5,0-2-3,6-2 2,0 0-4,0-4-1,0-4-6,6-2-5,0-2-7,8-3-8,-8-4-4,7 0-5,-6 1 4,6-1 2,-1 4 6,-4 0 5,-2 4 4,7 3 6,-6 0 0,-1 4 6,1 0 5,-1 4 4,0 3 5,1 1 2,0 3 2,-1-1-2,0 2-5,8-1-1,-8-5-2,7 6-4,-6-5-6,6 1-30,-1-1-49,2-3-76,-1-4-79,0 0-40,0-4-16,0-3 16</inkml:trace>
  <inkml:trace contextRef="#ctx0" brushRef="#br0" timeOffset="83690.1076">24806 1813 167,'6'4'237,"1"0"25,0-1-43,-7-3-41,6 4-27,0-4-11,1 0-10,6 0-19,-7 0-21,8 0-25,5-4-23,-5 4-20,4-3-23,2 3-44,0 0-49,-1-4-56,-5 4-72,5 0-72,1 0-27,-8 0 17,2-4 33</inkml:trace>
  <inkml:trace contextRef="#ctx0" brushRef="#br0" timeOffset="83842.079">25249 1700 38,'7'-4'262,"-1"0"29,-6 4 21,0 4-64,0-4-55,0 7-45,-6 4-30,6 0-27,0 4-18,0 7-26,0 0-15,0 3-34,0 8-50,0 1-86,6 5-116,-6 5-61,-6 0-35,6 4 0,-7-4 35</inkml:trace>
  <inkml:trace contextRef="#ctx0" brushRef="#br0" timeOffset="85242.0975">18323 2857 31,'-14'0'147,"2"-3"-34,5-1-17,-6-4-6,6 1-4,1-3-12,-7 2-5,6-3-7,1 0-4,0 7-7,-8-3-9,8 3-2,-7 8-10,0 0-10,0 3-1,-1 4-4,-5 4-2,6 3-3,-6 5 1,-1 2 1,0-3-4,8 3-3,-8-3-1,7-3 2,7-2-3,-2-2 1,8-3-1,0-1 0,8-4-1,-2-4-1,7 1-1,0-4 0,6 0 0,1 4 1,0-4-1,5 4 2,-5-1 0,6 4-1,-6 4-1,-1 0 1,1 3 1,-7 1-2,0 4 2,0 3 0,-13 0-2,6 4 0,-6-4 0,0 3 1,-6-2-1,6-6-3,0 3-21,-7-6-30,7-3-41,-6 0-57,6-4-53,-7-4-24,7-3 7</inkml:trace>
  <inkml:trace contextRef="#ctx0" brushRef="#br0" timeOffset="85431.1158">18368 3157 33,'6'-6'137,"2"1"-34,-2-2-22,7 0-12,-7 0-4,7-1-1,0-3-5,7 3-7,0-6-9,5 7-9,1-3-8,7-2-8,7 5-7,-8 3-2,7 0-5,6 4-3,-5 0-5,-1 0-15,-7 0-27,7 0-45,-13 0-54,7-3-28,-7-1-11</inkml:trace>
  <inkml:trace contextRef="#ctx0" brushRef="#br0" timeOffset="85609.7357">18824 2854 126,'-13'0'194,"0"8"10,7-2-81,-7 5-44,-1 8-29,8 2-21,-7 6-8,13 2-12,-7 3-2,7 5-3,0 3-4,7-3-20,0-1-37,5 1-61,2-4-47,-1-7-22,6-4-11</inkml:trace>
  <inkml:trace contextRef="#ctx0" brushRef="#br0" timeOffset="85944.6089">19195 2862 194,'14'-8'204,"-14"4"-12,6 8-75,-6 4-48,0 1-27,-6 10-10,6 3-3,-6 4-1,6 3-2,-8 4 0,2 4-5,6-1-6,-6 4-4,6-2-4,0-1-5,0-6-2,0 3 2,0-9 1,0-6-2,0-1-2,6-7 0,-6 1 0,0-5 1,0-7-1,6-7 0,2-1 2,-8-10 2,6-2-1,-6 0-2,6-6 0,-6-3 0,6 3-1,1 0 0,6-4 1,-6 5 0,13-1 0,-8 1 2,8 3-2,6-3 2,-7 5 0,7 3 0,7 5-1,-7 1-3,0 7-5,7 4-26,-7 0-44,0 4-65,0 7-48,0-3-24,-6 3-8</inkml:trace>
  <inkml:trace contextRef="#ctx0" brushRef="#br0" timeOffset="86105.1468">19860 3025 120,'6'0'183,"2"0"-13,-2 0-61,0 0-38,8 0-24,-2 0-14,1 5-14,1-5-8,-2 0-7,8 3-26,0 1-72,-7 3-50,-1-3-27,2 3-15</inkml:trace>
  <inkml:trace contextRef="#ctx0" brushRef="#br0" timeOffset="86283.6397">19912 3242 175,'-12'4'249,"5"3"18,0-4-58,-5 1-59,12-4-38,-8 3-36,16-6-25,-2-1-14,0-3-12,14 0-6,-1-1-6,7-2-2,7 3-3,-1-1-21,1 8-50,0-4-75,-8 4-79,8 4-43,-7-4-23,0-4 6</inkml:trace>
  <inkml:trace contextRef="#ctx0" brushRef="#br0" timeOffset="86496.3106">20681 2677 33,'14'-10'260,"-8"-1"27,0 3 14,0 5-78,-6 6-73,0 5-40,-6 6-36,6 8-15,0 7-7,-6 12 1,6 3-9,0 7-3,6 8-8,0 10-10,2 1-10,11 7-21,1 4-58,6 3-99,0-4-97,7 2-49,-7-13-25,-1-8-1</inkml:trace>
  <inkml:trace contextRef="#ctx0" brushRef="#br0" timeOffset="86678.1286">21554 3670 13,'27'-3'324,"-8"-4"29,-6 2 16,-7 5 7,-6 0-172,0 8-98,-6-1-83,0 4-84,-8 4-107,8 3-102,-7 5-54,6-1-24,-6-5 16</inkml:trace>
  <inkml:trace contextRef="#ctx0" brushRef="#br0" timeOffset="93968.0632">16114 2481 23,'-14'-12'120,"8"5"-51,-7 0-26,7-1-14,-8 4-12,8 0-7,0 0-3,-2 4-5,2 0-1,6 0-3,-6 4 2,6-4 0,0 0-1,6 4 2,-6-4-1,0 4 1,6 0 0,2-4 0,-2 4-1,0-1-1,1-3-1,0 4 2,-7-2-2,6 3 4,7-2-1,-7-3 1,1 4 2,0 1 0,-1-5 1,7 3-3,-6-3 1,6 3 0,0-3 0,0 0 0,7 0 2,-8-3 0,14 3 1,-6-3 0,6 3 1,0 0 0,6-5-2,1 10-3,-1-5 1,8 3 1,5 0 2,-5 1-4,5 3 3,1-4-1,-1 6 1,8-2-3,-2 0 1,2 0-1,-1-3 1,0 3-1,7-3 1,-7 4 1,0-6-3,0-2-1,7 4 3,-8-8 3,8 4 1,-6-2 1,-1-6 2,-1 4 1,2-7-1,-7 4-3,-1-4-3,1 4-1,-7-4-2,0 3 0,-13 2 1,6 1-2,-12 1 1,-1 1 6,-5-2 13,-2 3 12,-4 2 5,-8 0 6,0-4 3,0 4-6,-8 0-10,2 0-11,-6-3-6,-2 3-4,-5 0-2,5-4-1,-4 0-1,-9 0-2,1 0-2,0 0 0,0 2-2,-13-3 0,6 3 1,-13-3 2,1 2 2,-1-5 1,-5 4 1,-2-3-1,-5 0-3,-1 0 2,-6-1 0,0 1 0,0 0 1,-1-1-1,7 1 1,-6 0-1,0 0 2,6-1 1,1 4 0,6-4-1,0 6 0,6 2-6,1-5 0,-2 5-1,9-2 1,-1 4 0,6-2-1,1 0 2,-1 5-1,7-5 0,0 2 1,0-2 0,0 0-1,6 0 0,1-2 0,-1 2-1,1-5 0,-1 3-2,6-2 3,2 4-1,-8-4 1,7 0 0,1 0-1,-2 0 1,1 1-1,0-1 1,7 4 1,-7-2 0,6 2 0,0 0 1,1 0 0,6 2-2,-6 2-1,6-1 0,-7 1-1,7 0-1,0 4 1,0-4 0,7 3 1,-7-5 2,0 3 2,6-2-3,-6 1 1,0-4-1,0 4-1,6-4 0,-6 4 1,7-1 0,0-3 0,-1 4 2,7-1 1,7 1-1,0-1-2,5 1 1,7 1-1,8-2 0,-1-3 3,7 0-3,6-8 0,6 4-2,1-3 2,0 0 1,6-4 0,0 4 1,7-5 1,-1 2 0,-6 2-3,8 1-2,-8 1-1,0 1 1,0-2-1,-7 2 2,1-1 1,-6 2 0,-2-3 1,1 4 1,-6-2 0,0 1 0,-8 1 0,2-1 2,-1 4-3,-6-3-1,-7 6 1,0-3-1,0 4 2,-1-1-3,-5 6 0,-7-6 1,0 4-1,0-3 0,1 2 1,-8-1-1,-6-1-1,6-1 1,-6-3 0,-6 0 0,0 5 0,-1-10 1,-6 5 0,6-3 1,-12 3 2,6-4-2,-7-4-1,1 5-2,-1-1 1,-6 0 1,0 4-1,-7-3 1,-5 3 2,5 0 3,-7 3-4,-5 1-2,-1 0 1,1 2-1,-8 3-2,-5-1-1,-1 1 1,0-1 1,-6 4-1,0-5-1,7 0 4,-7 0 4,0 1-1,6-5 3,0-3 0,0 0-1,7-3-2,7-1-3,-8 0 0,15-3-1,-1 0 1,6 0 0,0-5 1,8 4-1,5 1-1,7 5-2,0-6 0,6 4 2,7-1-2,7 2 0,-1 3 1,1-3 1,12 3-1,-5 3-1,5-3 1,0 8 1,1-4 2,6 6 0,0-3-1,0 5 1,0-2-1,7 2 0,-1-1-5,1 3 4,-1-3 1,8 4 1,-1-5-1,0 2 2,7 2 2,-1-2-4,7-4 0,-7 1-1,14-5 0,-7 0-2,7 0 0,0-4-2,0-4-1,-1-4-1,1 1 2,6 0-1,-6-4-1,-1 0-1,1 1 1,-7-2 0,-6 5-4,6-3 1,-13 1 3,0-1 2,-7 3 1,-6 3 2,1 0 1,-7-3 0,-8 7 1,1-5-2,-6 5 2,-7 0-1,0 0 1,0 0 0,-7 5 0,-6-2 1,1 1-2,-8 4 0,0-5 1,-6 4 0,0 0 0,-7-3 0,-6 1-1,0-2 3,-7-3 0,1 0-1,-1-3-1,-6-2-2,0-2 3,0 0-4,0-4-1,-6 0 0,5-1 4,1-2 0,-1 3-1,2 0 1,5-1 1,7 6-1,0 2 0,7 0-2,-2 1-5,9 3-16,5 0-13,7 3-19,6 1-23,1 0-28,12 2-31,1 3-14,0 1-2</inkml:trace>
  <inkml:trace contextRef="#ctx0" brushRef="#br0" timeOffset="114469.5248">18297 3912 24,'-7'-7'49,"-6"-1"-4,6-6-3,1-1-7,-1-3-1,1 3 0,-1-3 4,1 0 0,0 3 1,6 1 2,-8 3 2,2-1 2,0 2 1,6 6 1,-7-4-6,7 5 1,-6-1-8,6 0-9,0 0-8,-7 4-5,7 0-4,0 0-4,7 4-4,-7 0 1,0 0-1,6-1 0,1 2 0,-1-2 0,0-3 3,2 4 1,4-4 2,8-4 2,-7 4 0,7-3 4,6-5 0,-1 4 0,1-4 1,7 1-1,7 0 2,5-4-3,1 7-1,5-3-3,2 3-1,-1 4-1,7 0-3,-1 4 0,7 3-2,-6-3 4,0 3-1,6 1 2,-6-1-1,-1 0 1,7 1-1,-6 0-1,0-5-2,0 3-1,-1-2 2,-6 0-2,0 0 1,0 0 0,0 0-2,0-4 2,-6 3 0,6 1 2,-6-4 0,-1 0 0,1 4 2,-1-4-3,-5 4-1,-1-4 2,-7 2-2,7 2-1,-6 0 0,-7-4 1,6 0 1,-5 0-1,-1 0 0,0 0 1,0 0 0,0 0 0,1-4 1,-8 4-2,7-4 0,-6 4 0,6 0-1,-1 0-1,1 0 0,-6 4-2,6 0 3,1 0 0,-9-1 0,9 5 1,-1-1 0,0 0-1,0 1 0,-7-1 3,7 0 1,-6 1-2,7-5 2,-9 5 0,2-4 1,0-2-4,-7 2 3,7-4 1,-1 4 0,-6-4 1,6-4 1,-5 4 0,5-4 0,1 2-2,-1 2 1,-6-4-2,1 0 0,5 4-2,-6-4-2,0 4 0,0 0-1,0 0 0,-7 0-1,8 0 2,-8 0-2,0 0 2,-6 0 1,7 0-1,-7 0 0,6 0 2,-6 0 0,0 0-1,7 0 0,-7 0 0,0 4-8,-7-4-26,7 8-48,-6-2-82,6 10-43,-13-5-22,7 3-3</inkml:trace>
  <inkml:trace contextRef="#ctx0" brushRef="#br0" timeOffset="120998.0734">22695 2399 3,'-20'0'132,"-6"0"-16,6-7-38,1 4-19,6-6-8,0-1 0,0 3-5,-7-1-5,14-3-2,-7 4-1,6 0 1,1-4 7,0 4 6,-2 2 1,2-1-1,6 2-4,-6 0-5,6 4-9,0-4-12,0 4-8,0 4-2,6-4-3,0 4 1,8 0-1,-1 0-2,0-2 2,13 5 3,-7-2 1,14-2 0,-1 1 0,8-4 4,5 0-1,1 0-2,13 0 0,6 0 0,0 0-1,0 0-3,6 4-3,2 0 1,4 3 1,2 0-2,-1 8-1,0-1 1,1 8 0,-2-3 0,2 2 2,-8-2 0,8 4 2,-14-9-2,6 1 2,-6-1-1,-6-3 1,6-7-1,-13 3 1,7-7 0,-6 3 2,-8-6-1,1-1-4,-1 1-1,-13-1 0,8-4-2,-7 1-2,-7 0 0,-7 4 2,1-6-1,-8 6-2,2 0-2,-8-5 2,-6 5-1,0 0-3,-6 3 2,-8-5 0,2 1 0,-15 4-1,-11 4 0,-2 1-4,-12-2 4,-6 4 1,-15 3 0,-4 2-2,-8-1-1,-6 7 1,-7-4-5,-7 6 0,2-6 0,-1 4 5,-1-4 0,1 5 2,-1-8 3,8 4-2,5-8 1,8 4 0,6-7 0,6 3 0,13-3 3,0 2 1,8-6 2,11 4 1,7-4 10,1 0 9,13 4 5,-1-4 4,0 0-1,14-4 0,0 4-10,6-4-10,12 2-6,2-6-3,12 1-2,7-1 0,5 1 2,9 3-1,10 1 1,9 3-4,6 3-1,5 1 1,8 3 4,6 1 0,8 3 1,5-1 0,-1 5 3,2-3-3,5-1-4,-5-1 0,-1-2 2,1-1 2,-8-7 2,1 0 3,-1 0 2,-5-7 0,-7-1-3,-1 0 0,-12-2-4,0 3-4,-7-5 2,0 1-1,-6 5-1,-14-2-3,1 1 4,-1 3-1,-11 0-2,-9 0-2,1 1 1,-6 3 1,-7-4-2,-6 4 1,-7 0 2,-7 4-4,-6-4 1,-7 3 1,-6-3 1,-7 4 1,-12 0-2,-13 0 2,-1 3 0,-12-3-3,-8 0-3,-6-2 0,-6 2 1,6 0 2,-6 0 0,-1-4 1,9 3 2,-2 1-1,0 0-2,13 0-1,0 0 0,13-1-2,1 0 1,13 2 1,-2-3 1,9-2 1,5 5 1,7-5 1,0 0-1,0 0 1,7-5-2,-8 5-2,7-2 0,8 2 1,-8-5 2,7 5 0,0-3 2,0 0 1,7-1-3,0 4-2,-2-4-2,8 0-2,8 4 2,-2-4 0,6 4 2,8-3 1,7-1 0,-1 0 2,13 0-4,6 2-1,7-2 0,7 0 1,6-3 0,0 3-2,7 0 1,-1-3 2,1 3 1,6-3-1,-6 4 3,0-5-1,-1 1 0,-6-1 1,8 1-3,-8-1 0,-7 2 0,1 2 0,-7-3 0,0 3 0,-6 0 0,-1 4 0,-12-4 0,-1 4 2,-6 0 2,-6 0 2,-13 0-1,-1 0-1,-12 4 1,-14-4-1,-13 8-2,-6-5-4,-19 5-1,-7 3-1,-8-1-3,-11 1 6,-1 1-2,-6-2 3,6 1 1,-6-3 2,14 3-1,4-5-4,8-2-1,6 0-9,14-4-10,6-4-11,6 0-9,7 2-14,7-6-10,5 1-9,2 3-16,-2-4-29,8 5-22,6 3-24,0 0-41,0 0-46,6 3-3,8 1 20,-2 0 23</inkml:trace>
  <inkml:trace contextRef="#ctx0" brushRef="#br0" timeOffset="122558.995">19104 2351 112,'0'0'79,"-6"-3"-27,6-1-18,0 4-14,-7-3-9,7 3-4,0 0-3,0 0-10,7 3-9,-7 4-13,0 2-25,6 1-35,-6 0-18</inkml:trace>
  <inkml:trace contextRef="#ctx0" brushRef="#br0" timeOffset="123468.005">12516 5656 97,'-12'-7'91,"-8"-5"-21,1 2-13,5-5-12,-5 3-10,0-2-10,-1-1-4,1 8-4,-7 0-6,-1 7-11,1 4-10,-6 10-22,-7 5-27,6 3-35,-13 8-26,7 2-11</inkml:trace>
  <inkml:trace contextRef="#ctx0" brushRef="#br0" timeOffset="124343.735">10783 6088 105,'-32'-11'145,"-1"1"-59,1-5-23,6-1-14,-7 6-7,7-5-1,0 1-3,-1-1 2,8 0-3,-7 1 6,6-1 6,1 4 5,6 1 2,-6-2-4,12 5-6,-6 0-7,13 2-12,-6 2-10,12 3-8,0 0-4,8 0-1,-1 3-2,13 2-2,0 2-2,13 0 2,0 5 2,7-5 0,6 7 0,7-3 1,6 1 0,6 2-3,0-7-2,14 4 1,0-4-2,0-3 5,6-1 0,7 1-1,6-4 3,1-4-2,-2 1-1,2-1-2,-1 1-1,1-1 4,5 1 0,-5 3 3,5 0 2,-5 3 0,-1 1-1,0 6-5,0 2-3,-6-1 1,-1 0 1,-6 0 0,8 0 1,-8-4 1,0 0 3,-6-7-5,-1 5-1,-5-10 0,-1 2-1,-6-1 0,-7 1 0,0-1 3,-6-4 1,-1 5 1,-5-1 1,-2 1 0,-5-1-1,7 4-3,-8-5-3,1 3-2,5 2-3,-5-4-3,7-4 2,-8 5-2,7-5 2,-7 1 1,8-4 2,-7 0 0,5 0 2,-5 1 4,0-5 1,0 3 1,-1 2-2,-5-1 3,-2 3 1,1-3-2,-6 3 1,-1 1 0,1 0 2,-1 0-1,-6 3-1,1-3-1,-7 3 0,6-4-2,-7 6 1,7-2-1,-6 0 0,6 0 0,-1 1 0,9-5 1,-9 1-2,7 3 1,2-6 1,-2 2-1,7 1 0,-6-4-2,-1-1 2,1 2 0,-1-2 0,-6 5 2,1-1-1,-1 2 0,0-2 1,-7 5-2,1-1 0,0 0 1,-8 4 0,8 0 2,-1 0-2,1 4 3,-7 0-2,7-1-2,-1 1 0,-6 4-1,7-6 0,-1 6 1,1-4 3,-8-1 4,8 2 1,0-5 3,-1 3 2,1-3 0,0-3-1,6 3 0,-7-5 2,7-2 2,0 4 2,-6-4 2,13-1 0,-8 1-2,1-1-5,7 1-3,-1 0-4,-6 7-4,7-4-1,-7 8-5,0-4-9,1 10-23,-7-2-32,-8 7-49,2 3-75,-8 4-41,-6 4-16,-6-1 12</inkml:trace>
  <inkml:trace contextRef="#ctx0" brushRef="#br0" timeOffset="128351.6219">3049 1494 105,'-7'-3'86,"7"-4"-23,-6 0-8,6-2 0,-6 3 1,6-5-3,-7 3 1,7-4 5,-7 6 0,7-5 2,0 3-1,-6 2 2,6 1-1,-7-2-2,7 4 0,-6-1-5,6 0-6,-6 0-8,6 4-6,-7 0-7,7 4-8,-7-4-8,1 4-4,0 0-3,-8 3-2,8-4-2,-1 4 0,1-3 0,-7 4 0,6-5 0,-5 5 0,4-2 2,-4-1-1,-2 7 0,8-6-1,-7 5-1,0 1 0,0 2 0,-1 1 1,2 0 0,5-1 0,-6 3 3,7-2-1,-7 4-1,7-1-1,6 5 1,-8-6 1,8 6-2,0-2-2,0 5 1,8-4 1,-2 4 0,0-4 0,1 3 0,6-6 2,0 3 0,-1-5 1,2-1-3,6-5 0,-1-4 1,1-3 1,6-4 0,0-7-3,7-5 1,-1-7 0,1-6-1,-7 0-2,6-8 0,1 0-1,-7-4 0,0 1-2,-7 0 1,1 6-1,-7 1 5,0 3 1,-6 7 1,-1 4 3,0 5 0,-6 3 2,0 3-4,-6 4-1,6 7-1,-6 0 2,6 8-2,-7 0 2,7-1 0,0 5 2,0 0 0,0 2-1,7-3 0,-1 1-2,7-2 1,-6 2 1,12-4 0,-6-1 0,6-2 2,7-1 0,1-4 0,-1-3-1,6-4-3,1-4-7,6 1-16,-6-5-23,0-3-28,-8 1-32,8-6-35,-14 5-44,1-3-32,-1-1-3,-5 0 15</inkml:trace>
  <inkml:trace contextRef="#ctx0" brushRef="#br0" timeOffset="128644.9149">3694 1571 53,'-7'8'161,"-6"2"-25,1 2-15,-2-1-14,2 4-13,5 2-13,-6 2-12,0-1-14,0 4-15,0-4-13,7 1-9,-8-1-6,8-3-5,-1 0-3,1-5-5,-1-2 1,7-1-1,0-7-2,0 4 0,7-8-3,-1 0-4,1-7-4,5-3-6,2-5-3,-1-2 1,-7-2 1,7 5 8,0-4 5,-6 8 1,6-1 5,-7 5 2,1-2 2,0 9-2,-1-1 1,0 0 7,1 8 5,-1 0 7,-6 3 8,7 3 7,0 2 1,-1 5-2,0-2-3,2 0-6,-2 3-11,6-3-6,-5 0-2,6-4-6,0 4-7,7-8-25,0 1-34,-1-2-70,-6-2-55,12 0-28,-11-8-9</inkml:trace>
  <inkml:trace contextRef="#ctx0" brushRef="#br0" timeOffset="128845.2423">4150 1465 28,'0'0'218,"0"3"22,-7-3-33,7 5-41,0-5-52,0 0-39,7 0-31,0 0-20,-1 0-12,8-5-6,5 5-7,0-3-28,8 3-41,-1-3-72,-1 3-57,1 0-27,-6 0-14,0 0 17</inkml:trace>
  <inkml:trace contextRef="#ctx0" brushRef="#br0" timeOffset="129018.9677">4254 1608 29,'-6'7'203,"-8"1"20,8-1-45,0-3-39,6-4-35,0 3-35,0-6-27,6-1-18,8 1-11,5-5-8,0 4-5,1-3-19,7 3-51,-2 1-83,-5 3-44,6-3-22,-6-1-8</inkml:trace>
  <inkml:trace contextRef="#ctx0" brushRef="#br0" timeOffset="131228.5033">5219 1308 154,'0'-7'259,"0"2"37,-6-2-27,6 3-33,-8-2-46,8 1-39,-12-2-27,5 4-34,1-1-38,-8 0-21,2 0-11,6 1-8,-8 3-9,1 0-5,6 3 0,-6 5-2,1 3 0,-2 3 0,2 5 4,-2 4 0,1-3 0,0 3 0,7-1 2,-1-4 0,1 3-2,0-1 0,6-6-1,-8 1-2,16-1 1,-8-2 1,6-5-3,7 3 3,0-6 0,0 0 0,7-4-1,6 0 0,-1 0 1,1-4-2,7 0 2,-7 2-1,0 2 2,0 0-1,1 0 0,-9 2 1,-4 2-2,-1 0-1,0 7 0,-6-3-1,-7 6 3,0 1 0,-7 4 0,-6 2 2,0 2-1,-7 2 1,-6 4 0,7-4-1,-7 2 4,0-6-4,6 2 1,1-6-8,5-2-22,2-1-33,5-6-44,7-4-55,0-4-88,7-8-54,5 1-10,2-7 15,-2-5 35</inkml:trace>
  <inkml:trace contextRef="#ctx0" brushRef="#br0" timeOffset="131853.6213">5825 1333 160,'-6'-3'208,"-8"0"-24,1 3-35,0-5-28,0 5-26,-7-4-11,1 4-21,-1 0-9,8 0-10,-8 0-9,0 0-9,7 0-6,-6 0-5,6 4-4,-1-4-2,2 5-4,5-2 2,-6 0-2,7 5-1,-1-2 1,1 6 0,-1 6-1,0 0-1,7 4 0,0 4 0,0-1-3,0 1 0,0 1 1,7-2-1,0 0 2,-1-2 0,7-2 1,-6-2 2,6-9-3,-1 2 2,2-9 1,5-3 2,1-7 0,0-3 0,6-13-1,-7 2-1,7-10-5,0-1-3,-6-1-3,-1-4 0,1 3 2,-7 3 1,0 1 0,-7 4 1,1 4 2,-7 8-1,6 2-4,-12 1-1,6 7 0,-7 4-1,1 8-1,0-1 4,-1 7 2,0 6 2,1 2 1,0 7 2,-2 0 2,8 4-6,0 1 1,0 2 0,8 1 0,-2 2 0,7-1 0,0-6 6,6 1-2,1-4 1,6-6-1,7-5 1,-1-3 0,1-8-6,5-3-6,2-8-22,-1 0-37,-6-7-51,-1-3-75,1-5-49,-7 2-21,0-6 10</inkml:trace>
  <inkml:trace contextRef="#ctx0" brushRef="#br0" timeOffset="132172.4055">6333 1552 82,'-7'8'193,"-5"-1"-8,5 1-36,-6 3-28,0 4-28,-1-1-18,-5 5-13,6 3-9,-6-5-5,5 6-2,-5 0-4,6-6-4,0 2-6,0-1-5,6-3-6,-5-1-7,5-3-5,7-3-2,-7-1-2,7-7-3,7 0 2,0-7-2,5-8-1,2-3-2,5-8-4,-6 0-1,6-3-1,1 3-1,-7 1 1,0 6 0,0 1 2,1 3 0,-2 9-1,-5-3 3,6 6-2,-6 3 3,-1 0 1,7 8 2,-6-1-1,5 4 0,-5 4 1,6 0 0,-6 2 2,6 2 0,0-5 1,-1 1 0,2 3-1,5-7-2,-6 1-4,0-2-24,7-3-41,0-3-58,-8 0-74,1-4-38,1-4-20,-2-3 15</inkml:trace>
  <inkml:trace contextRef="#ctx0" brushRef="#br0" timeOffset="132340.309">6678 1667 169,'0'4'196,"0"-2"-25,7 3-56,-7-2-38,0 1-25,6-4-7,1 3-8,0 1-3,5-4 0,2 0-2,5 0-5,1 0-8,0 0-8,-2 0-7,9 0-22,-1 0-44,-6-4-79,-1 4-49,1 0-25,-1-7-12</inkml:trace>
  <inkml:trace contextRef="#ctx0" brushRef="#br0" timeOffset="132519.0778">7122 1491 77,'0'7'206,"-7"4"17,7 1-45,0 5-45,-7 2-35,7 7-23,-6-1-18,6 4-15,0 5-13,-6-2-12,6 5-5,6 0-12,-6-1-28,0 1-58,6-4-85,1-1-44,0-5-24,-1-6-6</inkml:trace>
  <inkml:trace contextRef="#ctx0" brushRef="#br0" timeOffset="133126.0935">7467 1465 178,'-13'-3'201,"6"-1"-20,-6 0-26,7 1-4,-1 0-5,0-2 5,1-2 16,6 2 4,-6 3-6,6-6-15,0 4-18,0-3-16,6-1-32,0-2-24,8 3-19,5-5-11,1 2-7,6-1-10,0 0-4,7 3-3,6 2-3,-1-3-5,2 1-5,5 2-17,1-2-44,-7 1-53,6-1-65,-11 1-67,-2 4-91,-6-4-35,-7 3 17,-5-4 36</inkml:trace>
  <inkml:trace contextRef="#ctx0" brushRef="#br0" timeOffset="133325.7306">7806 1076 175,'-13'-14'191,"-1"7"-41,2-4-22,-2 4-7,1 0-13,7 3-17,0 4-13,6-4-14,-7 8-17,7 2-13,0 6-7,0 6-2,7 5-4,-7 2-4,6 4-2,0 4-3,1 1-2,-1 2-5,8 1-1,-2-1-4,2-4-33,-1 6-46,0-9-88,0 0-59,7-7-32,-8-3-13,2-9 22</inkml:trace>
  <inkml:trace contextRef="#ctx0" brushRef="#br0" timeOffset="133703.1998">8243 1076 7,'6'4'218,"0"1"22,-6 1 23,0 5-72,0 4-39,0 3-25,0 5-6,-6 2-4,6 1-12,0 3-7,0 4-13,-6 0-10,6 4-17,0-5-12,6 5-11,-6-4-13,0 1-8,6-2-5,-6-3-1,7 0-3,-7-7-1,6-3-2,-6-4 0,0-4 2,7-3-1,-7-2 2,0-2 0,0 0 0,0-4-1,0-4-3,-7-4-2,7-2-1,0-5-2,0-3-2,0 0-1,0-8 0,7 0-3,-7-3-3,7-5 4,5 2 0,2 2-1,-2-3 3,2 7 6,-1 1 2,-1 7-4,2-1-1,5 8-7,-6 1-31,7 6-41,-7 4-60,7 4-60,-1-1-88,0 9-38,1-6 3,-1 2 27</inkml:trace>
  <inkml:trace contextRef="#ctx0" brushRef="#br0" timeOffset="134147.4025">9083 1252 93,'6'-3'213,"-6"-1"26,0 1-55,0-1-30,0 1-15,-6-6-21,-1 6-26,-5 3-18,-2-3-18,1-1-15,0 4-15,-6 0-7,-1 0-5,7 4-8,-6 2-1,-1 6-4,1 2 1,5 1 2,-5 3 3,-1 5 6,0 2 3,8 1 6,-2 3 5,2 0 6,-1 2 2,-1-2-2,8-4-5,0-4-2,-1-2-6,7-1-5,0-3-3,7-4 1,-7 1 6,12-6 0,-5-6-3,6 0-3,0-3 0,7-4-3,-1-8-6,7-4-2,-6-3-1,0 0-7,-1-3-12,1-1-15,-1 4-11,-6-4-8,0 4-1,-6 4 2,-1 4 12,1-2 12,-1 10 11,-6-2 6,6 8 3,-12 0 3,6 8 0,-6 7 4,-1-1 3,1 8 3,-1 0 1,7 3 1,-7 1 0,7 0-2,7-4-2,-7 3 2,13-6-1,-6-1 1,12-7 1,0 1 1,8-9-1,-1-3-13,0-3-32,6-9-42,-5 1-51,5-4-53,-6 1-66,1-5-32,-1 1 9,-1 0 29</inkml:trace>
  <inkml:trace contextRef="#ctx0" brushRef="#br0" timeOffset="134500.4442">9435 1498 104,'0'4'217,"-6"3"19,-2-3-44,2 4-41,0 2-28,-1 1-19,-6 4-13,6 3-9,-5 1-10,-2 2-14,8 6-12,-7-2-12,0-4-7,6 5-11,1-4-6,0-3-4,-1-1 0,0-3-3,7-9-1,0 6 1,-6-9 0,12-3-1,-6 0-1,7-7-2,0-3-2,-1-2-4,7-6-1,-7 0-1,1-1 2,6 1 0,-7 3 0,8 1 4,-8 3-1,0 0 3,1 3 2,0 2 3,-1 1 7,7 5 6,-7 0 6,8 5 4,-2 1-3,2 2 2,-1 3-4,0 0-5,6-1-5,-5 2-6,5-2-18,1 1-49,-8-3-63,8-1-93,-7 1-69,0-4-33,-6-4-3,5 0 37</inkml:trace>
  <inkml:trace contextRef="#ctx0" brushRef="#br0" timeOffset="134696.4014">9747 1659 51,'0'0'277,"0"4"42,-6-4 40,6 0-63,0 4-46,0-4-51,0 0-42,0 4-38,6-4-38,1 0-31,0 0-24,6 0-7,-1 0-9,8 0-13,0 0-30,-7 2-47,6-2-49,0 0-56,1 5-65,0-10-69,-7 5-27,7-6 17,-1 2 33</inkml:trace>
  <inkml:trace contextRef="#ctx0" brushRef="#br0" timeOffset="134866.5078">10118 1484 111,'0'0'246,"0"-4"25,0 4-20,0 4-53,0-1-34,-6 4-19,6 8-14,0 3-15,0 5-14,0 6-17,0 0-23,0 7-18,6 5-20,-6 3-40,8 4-79,-2-1-112,0 5-92,1-5-51,-1 4-22,1-3 16</inkml:trace>
  <inkml:trace contextRef="#ctx0" brushRef="#br0" timeOffset="136519.4976">10706 1414 98,'-8'-14'174,"2"-1"-35,-7 0-14,7 4-12,-1-1-4,1 2-6,-7 0 2,7 1 0,-2-1 0,2 3 2,-7 2-4,6-2-4,1 3-14,-1 0-14,1 2-12,0 2-15,6-5-12,-7 5-12,7 0-7,0-3-5,0 6-5,0-3-1,7 5-2,-1-3-1,7 2 0,7 4 1,-8 0-2,15-5 0,-8 3 2,14-1 1,-7-2 1,7 1-5,-1 1-7,1-5-25,-1 3-49,1-6-49,-1 3-70,-6-5-80,1 1-33,-1 1 2,-14-4 35</inkml:trace>
  <inkml:trace contextRef="#ctx0" brushRef="#br0" timeOffset="136696.154">10947 1040 149,'-14'7'217,"-5"1"13,6 3-78,0 8-40,-7 2-33,0 4-24,8 8-13,-8 4-10,7 4-6,0 2-7,0 5-5,7 0 0,6 0-8,0 0-9,12-2-18,2 6-46,-2-4-89,15-4-52,-1-4-26,0-3-10</inkml:trace>
  <inkml:trace contextRef="#ctx0" brushRef="#br0" timeOffset="137275.8373">11780 1327 172,'-6'-5'184,"0"1"-43,-2 1-44,2-2-29,-6-1-23,5 3-14,-6-2-5,6-2-5,-5-1-4,4 1-1,2-3 1,-6-2 0,4 5-3,2-3 2,0-2 4,-1 5 3,1 0 4,-8-1 1,8 1 3,0 2 1,-8 5-4,2 5-9,-2-2-6,1 6-4,1 1-4,-8 5-2,6-1 4,-5 5 1,6 2 4,-6 2 1,5-1 2,2 4 0,5-1-2,-6 4 0,6-3-2,7-4-3,0 4-2,0-8-1,13 1 2,1-5-2,-2-3 0,8 0 1,0-11 3,5 0-1,9-5 1,-9-1-2,7-5 0,2-1-1,-9-2-2,1-1-1,1 1-3,-7-1 0,-2 1-2,2-1-1,-6 4 0,-1 3 0,-7-3 2,0 5 0,-6 1 1,7 2-2,-7-1 0,0 4-1,-7 4 0,7-1 1,0 4 1,0 5 1,0 3 0,0-1 3,7 8-3,0 0 1,5 0-1,2 4 1,5-1 0,1-2 0,6 2 1,0-6 1,7-4-3,5-1-13,-5-7-26,6-7-27,1 0-39,-8-4-50,1-3-62,-1-3-22,-6-2 6,-7 1 20</inkml:trace>
  <inkml:trace contextRef="#ctx0" brushRef="#br0" timeOffset="137560.5195">12354 1535 24,'-6'0'179,"-1"3"22,0 1-44,1 6-25,-7 2-17,-1 3-11,2 7-7,-2-4-11,2 7-10,5 2-9,-6-6-12,0 6-13,7-6-14,-1-3-7,0 1-7,1-8-8,6-1 1,0-2 1,0-1 2,0-7-1,6-4-2,8-3 0,-8-7-4,7-1-6,-6-7-2,6 4-2,-7-5-1,8 5 1,-8-1 1,0 2 1,0 3 2,1 6 2,0-3-1,-1 7 1,1 0 1,-1 4 2,1 4 2,6 0 1,-7 3 1,8 5 0,-2-2-2,8 5-3,-1-1 1,1 1-5,0-1-14,5-3-33,-5 1-36,6-1-53,0-4-82,-7-7-39,8 0-9,-14 0 19</inkml:trace>
  <inkml:trace contextRef="#ctx0" brushRef="#br0" timeOffset="137713.1159">12771 1671 156,'0'0'216,"6"2"14,-6 3-69,7-5-54,-1 3-31,1-3-19,6 4-12,0-4-13,0 0-8,6 0-5,1-4-7,6 4-11,0-3-30,-7 3-48,7-5-68,-6 5-58,0-2-27,-1-6-11</inkml:trace>
  <inkml:trace contextRef="#ctx0" brushRef="#br0" timeOffset="138178.1214">13162 1451 182,'-7'0'230,"7"0"22,-6 0-69,-1 0-38,7 0-21,-6 0-10,6 0-6,0 0-10,0 0-11,-6-3-14,6 3-16,6-5-14,-6 5-18,0-4-12,0 1-9,6-2 0,1-1-3,-7 2-2,6 0-2,-6 1 3,7-5 0,0 8 1,-7-4-1,6 2 1,0-3 1,0 5-2,2 0-1,-2 0-2,0 0 1,1 0 1,0 0 3,6 7 1,-7-3-1,7 4 1,0 3 1,-7 0-2,8 1-2,-1 2 3,0-3 2,0 3 0,-1 1 1,-4-1 3,4 1 1,-5-4-1,-7 7-2,6 1 2,-12 0 0,-1 2 1,1 2-1,-8 2 2,-5 4-1,6-4 2,-6 5 7,-1-4 3,0-1 6,1-3 3,6 0 2,6-7 0,-5 0-7,12-5 0,0-2-5,6-1 1,0-3-1,8 0 0,5-8-4,1 4-3,-1-4-1,7 4-6,0-3-1,0 3-2,0 0-3,1 0-17,-1 0-44,-1 3-54,1 1-65,0 4-83,1-6-84,-1 2-29,-6 0 15,-1-4 42</inkml:trace>
  <inkml:trace contextRef="#ctx0" brushRef="#br0" timeOffset="138328.7954">13989 1871 63,'13'0'293,"-7"0"23,2 5 16,-8-5-66,0 0-101,0 3-70,0 1-44,0-4-24,0 3-15,0-3-25,-8 4-37,8-4-77,0 4-102,8 0-54,-8-1-28,6 1 0,-6-4 29</inkml:trace>
  <inkml:trace contextRef="#ctx0" brushRef="#br0" timeOffset="143273.5476">8243 1890 21,'-8'0'127,"-4"-4"-48,5 1-26,7 3-9,-7-4-4,1 1-1,6-2-1,-6 1 3,6 1 3,0 0 0,-7-1-2,7 0-3,0 1-6,0 3-3,0 0-4,0-4-6,0 4-7,0 0-2,0 0-2,7 4-4,-7-4-3,6 7 1,-6-3-1,6-1-1,1 0 0,0 6 2,-1-6-1,0 4 0,8-3 3,-8 0-4,1 0 2,6-1 0,-6 1 2,5-4-1,2 4 0,-2 0-1,-5-4 2,13 2-2,-8 2-2,2-4 2,5 4-1,1 3 2,-1-3-4,0 0 2,8 3 3,-1 0 0,0 0 0,0 5 0,7-5 1,5 3-3,1-1 2,1 1-3,-1-3 2,7 5 0,-1-4 4,8-6 2,-2 6 1,1-8-1,1 0 3,5 0-3,-5 0-2,6-4 0,-2 4-4,-4-4 2,5 4-3,-5 0-2,-1 4-2,-7 0 0,1 0 0,0-1-1,0 1 1,-7 4 2,-1-6 0,-5 6 2,6-4 2,-6-1 1,-8 1-2,2 0-1,-1-4 0,-6 4 0,-1-4-2,0 0-1,-6 0 0,1 0 0,-8 0 0,0 0 0,2 0 0,-2 3 3,0-3 1,-6 0 4,0 0 6,0 0 5,0 0 0,0 4 1,0-4 0,-6 0-4,0 3-6,-8-3-2,1 4-4,-7-1-4,-6 6 2,0-6-1,-6 4 3,-7 0-2,-7 1 2,-6-1 0,0 4-4,-13-3-1,-7 7-2,0-5 0,-5 5 0,-2-1 3,0 2 0,2-2 1,-8-3 1,13 3 0,-6-3 2,13 1-1,-6-1 0,5-4 0,8 0 2,5-7 3,1 4 2,0-8 0,6 4 1,0-7-1,8 0-3,-1 0-3,0-5-1,5-3 0,2 5-1,-1-5 0,1 1 3,6 2 5,7-2 7,-7 2 4,6 2 4,1-1 4,5 0 2,2 3-3,-2 2-5,8 1-5,-1-2-5,1 2-4,-1 2-3,0 3-3,7-3-3,0 3 0,0-4 0,0 4 0,0 0 0,0 0 0,7 0 0,-7 0 0,7 0-1,-1 0 1,1 0-3,-1-4 0,-6 4 1,7 0 0,6 0 2,-7 0-1,14 0 2,-7 0-2,7 0 1,6-3 1,0 0 0,6-2-1,1-2 1,6 3 1,7-3-1,-1 0-1,7 3-1,0-3 1,7 0 0,-1 2 0,1 3-1,6-2 0,-6 4 1,13 0-1,-7 0 2,6 4 1,2-2 1,-8 3 1,6-2-3,0 4 3,2-3-2,-8 0-2,-7 0 0,1-4 2,-7 3-1,0-3-1,-6 0-1,-7 0 2,0 0 1,-7 0-2,-6 0 0,1 0 1,-8 0 0,-6 4 0,-7-4-1,2 0-1,-2 0 3,-12 3 2,-8 1-1,1-1 2,-6 1 1,-14 4-1,1-1-2,-7 0-2,-14 5 0,1-2-2,-13 2-3,0-1 1,0 0 0,-7 3-1,-6-3 3,-1 3 1,2 1 1,-2-4 1,-6 4 2,8-4-3,-8 0-1,6-3-1,1 3 1,6-9-3,1 3-1,6-2 2,6-3 2,0 0 1,7-3 3,7 3 3,-1-5 2,7 5 3,6-2 5,7-3 1,0 5 0,7-2 0,5 2-1,2-4-3,-2 4-7,8 0-5,0-4 0,-1 4-1,7 0-1,0-4-1,0 4 1,7-4 0,5 0 0,8 1-2,0-1 0,6 2 0,-1 2 0,15-5 4,-1 2 0,6 3 0,8 0 0,5-4 0,7 4-1,0-5-2,8 5-2,4-3 0,2 0 3,6-1 4,-1 0 0,1-2 2,0 1-2,-7-2 2,6-4-5,-5 4-2,-8-4-2,1 4 1,-7-4-1,0 0 2,-6 3 0,-7-3 1,0 4 2,-6-1 1,-7 1 0,0 0-1,-6 4 2,-8-2-2,-5 1-2,0 1 2,-7 3 4,-7 0 14,1 0 12,0-4 7,-7 4 8,-7 0 3,-6 0 0,0 0-13,0 0-12,-14 0-8,2 4-7,-8-1-2,-6 1-6,0 1-2,-7 5 0,-13-3-2,1 5-3,-8 2-6,1 1-2,-6 0-12,-7-1-22,6 4-28,1-2-26,-1 1-35,7-2-33,0 3-28,0-2-39,12-7-33,1 3-2,7-1 22,-2-7 26</inkml:trace>
  <inkml:trace contextRef="#ctx0" brushRef="#br0" timeOffset="148002.1517">2078 3985 121,'-13'0'79,"0"-4"-18,0-3-10,0 4-10,0-4-6,0-1-3,-1-3-4,2 0-7,6 1-2,-8-2-1,1 1-4,1-3-2,-2 2-5,-6-3-1,8 5-3,-1-1 2,-7 0-1,0 4 0,1-4 2,-1 3 4,0 5 1,8-1 0,-8 4 2,1 0 1,-1 4 1,0 3-5,8-3 1,-1 7-1,-7-4-1,7 4 0,0 4-1,0-1 1,6 1-2,-6 3-2,7 1-1,0 3 0,-1 0-3,0 3-1,1 2 0,6-2 0,0 0 1,6 1 0,-6-4 0,7 1 3,6-2-2,-7-4 1,7-1 0,1-5 2,-2 0-1,8-3 0,0-2 1,-1-2-2,1-4 0,-1-4-1,7 1 0,-6-5 2,6-3-2,-7 4 2,1-4-1,0-3 0,-8 3 0,8-5-1,-7 2-1,-7-1 2,8 4-1,-8 0-2,0 1 0,2 2 0,-2 5-1,-6-1-2,6 0 1,-6 8 3,7 0 3,-1-1 0,1 12 4,0-4 0,5 7-1,2 0-1,5-3-3,-6 4 0,13-5 0,0 1 1,0-4 0,6-3 0,1-5 2,7-3-6,-2-3-18,1-9-31,-6 1-41,-1-7-50,2 0-38,-9-1-14,1-3 8</inkml:trace>
  <inkml:trace contextRef="#ctx0" brushRef="#br0" timeOffset="148301.5212">2509 4037 30,'-8'15'138,"-4"3"-40,-1 0-23,6 4-14,-6 0-8,0 4-4,0-4 0,0 0-1,0 0-5,6 0-3,-5-4-7,4-3-8,2-1-7,6-3-8,-6-4-2,6 1-3,6-4-2,0-8-1,2-4-2,4-3-1,1-3-9,1-5-5,-2-2-4,2-1-1,-2 0 1,8 0 2,-13 4 9,5-1 6,2 5 0,-8-1 3,7 4 4,-6 3 4,-1 5 3,1 3 7,-1-4 10,1 8 4,0-1 2,5 2 0,-6 1-4,2 2-5,4 3-6,-5-4-5,6 4-5,0 0-1,7 1-5,-8-5-13,8 3-31,-1-2-51,1-4-67,0-1-38,-7 1-17,6-8 1</inkml:trace>
  <inkml:trace contextRef="#ctx0" brushRef="#br0" timeOffset="148474.4249">2906 3996 122,'-6'-3'210,"6"-1"14,0 0-70,0 0-47,0 4-33,0 0-26,0-2-20,6 2-12,0-5-9,7 2-3,0-1-3,14 1 0,-1-5 1,-1 5 0,8-5-11,6 5-36,-6 3-74,6-4-57,-7 4-31,1 0-16</inkml:trace>
  <inkml:trace contextRef="#ctx0" brushRef="#br0" timeOffset="151314.137">3928 3692 31,'0'-11'175,"-6"4"10,6 0-61,-6 3-37,6 1-24,-7 3-18,1-5-17,6 5-9,-7 0-6,7 0-6,0 5-3,0-2-4,0 1 0,0 3 0,0 4 0,7 0 3,-1 3-1,7 1 3,-7 7 1,8-3-2,-8 3 2,8 3 0,-8 5 1,7-5-1,-7 4-4,1 1 1,-7-1-3,7 0 1,-7 2 0,-7-10 0,7 5 1,-7-8 0,7 1 0,-6-9 1,-1 1 2,1-3 0,0-5 1,-8-3 0,8-3 1,0-5 0,-2-3-2,2 1 0,6-5-4,-6-4 0,6 0 1,0 2 1,0 3 0,0-6 3,6 5 4,-6 1 3,14 0 2,-8 3 3,6-4 0,2 0-2,-1 4-2,7-3-1,-2 2-5,9 1-2,-1 1-2,0-1-1,0 3-3,0 1-10,1 0-22,-2 3-35,1 0-50,0 1-62,-6-1-29,6 4-10,-7 0 13</inkml:trace>
  <inkml:trace contextRef="#ctx0" brushRef="#br0" timeOffset="152317.2093">4848 3784 68,'0'0'158,"0"0"-31,0 0-24,-8 0-13,8 0-4,0 0 0,0 0-6,-6-4-5,6 4-7,0-4-9,0 4-16,0-2-11,-6-2-10,6 0-4,0-3-6,0 3-5,-7-4 0,7 0 0,0 6-1,-6-5-4,6-1 1,-7-4 0,1 5-2,-1 0 2,-5 0 1,4-1 3,-4 1 3,5 3 1,-6-3 2,0 4-1,0 3 1,0 0-2,7 0-2,-8 3-3,2 4 0,-2 4 0,1 0-2,7 7-2,-8 2 1,2 1 1,6 4-2,-1 1 1,0 3 0,1 0 0,-1 6 1,7-6-1,0 0 0,0-3-1,0-1 0,0 1 1,7-9-2,-1 2 2,1-4 1,0-4-2,-1 0 3,6-4 1,-4-3 0,4-8 0,1 0-2,7-7 2,-7-7-3,6 0 1,1-8-4,-1 1 0,-5-2 0,6-1-3,-8 2-2,1 0-2,0 0 0,-6 9 0,-1-2 1,0 4 2,-6 4 1,0 4 2,0 0-1,0 3-2,0 4 1,-6 4-1,6-1 1,-6 5 1,6 3 1,-7-1 3,7 5 0,0 3 0,0 1-2,7 3 1,-1-3 1,0 2 2,8-2-1,-1-2 1,7 2 1,6-3-1,0-2-2,0-7-4,7-3-8,-1-4-22,7-4-29,-7-3-39,7-5-56,-6 2-62,-1-2-29,2 1 5,-9-3 18</inkml:trace>
  <inkml:trace contextRef="#ctx0" brushRef="#br0" timeOffset="152639.9412">5323 3942 55,'-7'3'197,"1"8"19,-8-3-44,8 2-41,-6 1-36,-2 4-21,1 3-12,7 1-13,-8-1-9,2 1-6,-2-1-4,8 0-9,0-3-5,-1-1-6,1-3-4,6-3-5,-7 0 0,7-6-2,0 3 0,0-5-2,7-5 0,-7 3 0,6-10 0,1 1-2,5 0 1,-4-4 0,-2 1 1,0 3 0,0 0 2,2 4 1,-2-1-1,0 1-2,1 3 1,-1 1 2,1 3 3,0 0 1,5 3 3,-6 1 3,8 0-1,-1 3-1,0 0-2,6 4-2,-5-4 0,-2 4-3,8-3-2,-7 3-20,7-4-35,-8 0-51,8-3-75,-6-1-45,-1-3-20,6-3 5</inkml:trace>
  <inkml:trace contextRef="#ctx0" brushRef="#br0" timeOffset="152799.9669">5596 4052 9,'0'0'198,"8"3"12,-8-3-19,0 4-66,0 0-46,6-1-31,0 1-19,1 0-9,-1 3-7,7-3-2,0-1-2,1-3 1,5 4-3,0-4-4,1-4-21,-1 4-37,1-7-50,0 3-62,-1-3-32,-5-4-14,5-1 11</inkml:trace>
  <inkml:trace contextRef="#ctx0" brushRef="#br0" timeOffset="152944.2043">5929 3960 35,'0'4'185,"7"3"19,-7 3-43,0 5-43,0-1-27,6 6-19,-6 2-19,0 3-17,7 1-14,-1 3-8,0 5-10,2-5-31,-8 0-63,6 0-72,0 0-36,0-7-20,1-7-8</inkml:trace>
  <inkml:trace contextRef="#ctx0" brushRef="#br0" timeOffset="153214.2044">6196 3850 56,'0'-7'289,"0"3"48,-6 0 42,6 0-54,0 4-73,-7-3-51,7 3-52,0 0-45,0 0-41,7 0-32,-7-4-13,12 4-11,2-3-6,5-1-1,7 0 1,0 1-1,7-5-25,-1 1-44,1 3-51,-1 1-61,1-1-77,-7 4-85,0 0-22,-6 0 19,-7 7 39</inkml:trace>
  <inkml:trace contextRef="#ctx0" brushRef="#br0" timeOffset="153415.6953">6379 3981 226,'-7'8'298,"1"-4"33,-1 3-21,7-3-68,-7-4-55,7 4-42,0-4-31,0 0-31,7 0-28,0-4-21,6-4-12,0 1-12,6-3-43,1 2-57,-1 1-74,1-1-99,0 1-73,-1 3-35,0-3 15,-6 3 44</inkml:trace>
  <inkml:trace contextRef="#ctx0" brushRef="#br0" timeOffset="154429.616">5023 2389 124,'-6'-9'94,"-1"-1"-18,7 0-12,-6-2-11,6 1-10,-6-4-7,6 5-4,0-5-3,0 0-1,0 1 2,0-1-2,0 1 3,0 2 1,0 1 0,0 0-4,0 4-5,6 3-3,-6 1-5,6 3-7,-6 3-2,7 1-3,-1 3 2,7 4-3,0 3 1,1-2 0,-2 2 1,8 1-1,6-1 0,1-2 0,-2-4 0,7-1 1,2-5 0,5-2 0,-1-2 2,1-3-2,7-1 0,7-2-1,-8 0 1,7 1 2,7 0-3,-7 0 0,6-1 0,1 5 2,7 3-3,-8-4-2,8 4-1,-1 0 2,0 0 0,0 0 1,-7 0 1,7 0 3,-6 0 1,6-4 0,-6 4 0,-1-3-1,-5 3-2,-2 0-1,2 0-2,-1-3 2,1 3 1,-8 0-2,1-5 3,-7 5 1,-1-4-1,-5 4 0,7-3 0,-8 3-1,-6-4 0,0 4 0,6 0-1,-12 0-1,0 0-1,6 0-1,-13 4-8,7-1-15,-8 1-27,-5 1-48,6 1-67,-7 2-34,-6-2-15,0 6 6</inkml:trace>
  <inkml:trace contextRef="#ctx0" brushRef="#br0" timeOffset="155636.0304">7461 3520 67,'-20'8'145,"7"3"-44,-7 0-21,-6-1-4,7 1-3,-1 0 1,0 0 2,1-3 2,6 3 1,-6-5-6,5 2-12,2 0-4,-2-1-9,8-3-11,-7 3-11,6-4-5,0 2-4,7-5-8,0 3-4,0 1-4,0-1-1,0 1 0,7 3 0,6-3 1,-6 7-1,5-4 0,2 0 0,-1 5 0,0-1 1,6-1-1,-5 2 2,-2 3 1,2-1-3,-2-3 3,2 7-2,-8-3 0,1 3-1,-1 0-2,-6 1 2,0-5 2,0 9 0,0-5-1,-13 0 1,7 0 2,-1 1-1,-6-2-2,0 3 1,0-5 1,0-1 1,0 1-3,0-1 0,7-2-2,-1-2-3,-6-3-7,13 1-20,-6-4-23,6 4-38,0-8-52,6 0-61,7-5-25,-6 2 0,12-12 15</inkml:trace>
  <inkml:trace contextRef="#ctx0" brushRef="#br0" timeOffset="156196.6976">7903 3710 75,'7'0'213,"-7"-3"17,0-1-40,-7 4-55,7-3-35,-6-1-29,-1-3-20,1 3-15,0-3-9,-1 3-7,-6-3-7,7 3-2,-2-4-7,-4 5 1,5 0-3,-6-1-2,7 0 0,-7 4 0,7 0 0,-8 0-1,1 4-1,6 3 3,-6 1 0,1 2-1,-2 5-1,2 0 2,-2 3 0,1 1 0,0-1 0,0 1 2,1 2-1,4-3 2,2 4-1,0 1-2,6-6 1,0 3-2,0-3 1,6-2 0,0-4 0,8 0 0,-1-7-1,0-1 2,12-3 1,-5-7-1,6-4-1,1-3 0,-1-5 0,0 1-1,-1-5-3,-5 2 1,0 2 0,-7 1 1,0 0-1,0 4 2,-7 2 0,1 5 0,0-1 0,-7 0 0,0 6 1,0 2 1,0-4-1,-7 4 2,7 4-1,-7-2-1,7 6 1,0 4-1,-6-1 0,6 3-1,0 1-1,6-1 1,-6 1 0,7 3 1,6-4-1,-7-2 0,8 3 3,5-5-1,-5-2 0,4 3 0,2-7 0,0 0-1,-1-4-4,7 0-1,-6 0-22,5 0-28,-5-4-45,0 4-66,-1-4-50,-5 4-27,-2 0 6</inkml:trace>
  <inkml:trace contextRef="#ctx0" brushRef="#br0" timeOffset="157455.3989">8431 3843 181,'-6'-8'211,"6"4"-21,0-3-35,-7 4-23,7 3-17,0-4-19,0 0-16,-6 4-15,6 0-15,0 0-12,0 0-11,0 4-9,-7 0-4,7 3-7,0 4-3,-6 4-2,-1 6-1,0 1 0,1 5-1,-7-2 1,6 5-1,1-5 2,-7 1 0,7-1-1,-1-6-1,0-1 1,7-7-1,-6 0-1,6-4-3,0 1 1,0-8-2,0 0 3,0-8 0,6-3 0,-6-4-1,7-3 1,0 0 0,-1 0-1,1-1 2,-1 1-1,0 3 2,-6-3 0,7 7-2,0-4 1,-1 8 0,0-4 1,-6 4-2,7 3 0,0 4 2,-1 0 1,1 0 1,-1 4 0,7 0 3,-6 3 0,5 4 0,-4 0 0,4 3-2,1 0 1,0 1 0,7-1-2,-7 1-2,0 1-9,6-2-33,-6-3-48,7-3-82,-6-5-62,4 1-32,-4-4-10,-8-7 24</inkml:trace>
  <inkml:trace contextRef="#ctx0" brushRef="#br0" timeOffset="158089.0451">8776 3824 149,'0'0'255,"-6"0"32,6 0-26,-6 0-51,6 0-28,0 0-21,-7 0-18,7 0-16,0 0-21,0 0-20,0 0-19,0 0-16,0 0-17,0 0-15,0 0-8,0-3-4,0 3 0,0 0-4,7 0-1,-7 0 0,0-4-2,6 4 0,-6 0 0,6 0-2,-6 0 2,0-4 1,0 4 0,0 0 0,0 0 2,0 0 1,0 0 1,0 0-1,0 0 0,0 0 0,0 0 3,0-3 0,0 3-1,0 0-1,0 0 2,0 0-1,0 0 0,0 0 0,0 0 1,0 0-2,-6 0-1,6-4-1,0 4 0,0 0-4,0 0-1,0 0 1,0 0 0,0 0 1,0 0-1,0 0 0,0 0-1,0 0-1,0 4 1,0-4 2,0 0 0,0 0-1,0 0 2,0 0 1,0 0 1,0 0-2,0 0-1,0 0 0,0 0-2,0 0-3,0 0-7,0-4-12,0 4-22,0 0-24,0 0-18,0 0-12,0 0-4,0 0 6,6 4 19,-6-4 19,0 0 14,0 0 12,0 0 8,0 0 7,0 3 4,0-3 5,0 0 5,0 0 3,0 0 2,0 0 0,0 0 3,0 0-1,0 0-1,-6 0 0,6-3-1,0 3 0,0 0 0,0 0 0,0 0 0,0 0 1,0 0-1,0 0-1,-6 0-3,6 0-4,0 3-14,0 1-28,0 0-34,0-1-46,0 4-78,0 1-43,0-1-9,0-3 14</inkml:trace>
  <inkml:trace contextRef="#ctx0" brushRef="#br0" timeOffset="158627.5294">8823 4000 134,'-8'-4'200,"2"4"-9,6 0-36,-6 0-24,6-3-17,0 3-10,-7 0-10,7 0-14,0 0-16,0 0-15,0 0-12,0 0-14,0 0-11,0 0-3,7-4-5,-1 4 1,0-4-3,2 0 2,4 2 1,1-3-1,0 2-1,7-1-2,-1 1 1,1 3-2,-1-4-10,7 8-25,0-4-38,-6 3-61,6 1-83,-7-1-42,8 2-16,-8-5 12</inkml:trace>
  <inkml:trace contextRef="#ctx0" brushRef="#br0" timeOffset="158814.3996">9252 3806 35,'-6'-4'260,"6"-3"32,-7 3 22,7 4-78,-6-3-50,-1 3-52,7 3-37,-6 8-28,6 4-19,0 3-16,0 11-10,0 8-5,0 7-3,0 4-9,6 6-37,1 2-80,-1 3-123,7 0-65,-6-5-35,-1-4-15,0-4 25</inkml:trace>
  <inkml:trace contextRef="#ctx0" brushRef="#br0" timeOffset="160417.9307">9695 3895 52,'0'0'202,"0"-4"18,-6 0-49,6 0-36,0 1-24,0-2-20,0 2-14,0-1-4,0-4 0,6 2 1,1-2-6,0-7-4,11 5-6,-4-5-12,6 4-10,5 0-8,1 1-7,1 2-6,-1 1-4,0 7-4,6-4-5,-5 8-17,-1-1-31,-1 1-46,-5 4-67,0-2-88,-1 2-44,-6-1-10,-6-7 18</inkml:trace>
  <inkml:trace contextRef="#ctx0" brushRef="#br0" timeOffset="160602.8345">9936 3539 70,'-6'0'222,"-7"0"14,6 3-19,-6 8-78,7 4-44,0 6-31,-2 8-16,2 8-10,0 4-8,6 2-7,0 6-7,0-2-7,6 1-9,8 0-31,-8-5-52,13-1-89,-6-11-49,7-1-24,-1-7-10</inkml:trace>
  <inkml:trace contextRef="#ctx0" brushRef="#br0" timeOffset="184494.8879">5825 7308 23,'-26'-14'126,"-7"-1"-34,1 8-39,5 0-18,1 3-10,-6 4-8,6 0-5,-1 4-6,8 3-3,-7 0-2,6 0 1,1 4-2,-7 0-6,6 1-16,-6 2-21,7 1-43,-7-1-26,0 5-12</inkml:trace>
  <inkml:trace contextRef="#ctx0" brushRef="#br0" timeOffset="185923.6008">3583 7649 42,'-6'-7'66,"0"3"-20,-2-3-10,8 0-9,-6-1-5,6 0-4,0 5-6,6-8-5,-6 7-2,8-4-1,-2 2-2,7-2-2,0 1 0,6 3 0,1-3 0,0 3-1,12 1-1,1 3 0,-1-4 2,7 1 2,7 3 1,6-4-1,-6 0 0,13 0 1,-8 1-2,15-4-1,-7 0 0,-2-1-1,9-3 2,-7 1-1,6-2-1,0-2 2,0-2 2,0 2 0,0-5 0,0 5 0,1-1 1,-1 1-3,0-1-1,0 4-3,0 0 0,0-1 1,0 3-1,1 1 3,-7 4 0,6 0 4,-6 0 2,6 4-1,-7 0 0,7 4-3,0-4-1,-6 0-1,0 0-1,0 0 1,-1 0 1,-6 0 1,0-4 0,1 1 0,-1-1 2,-7 1 0,1-2 3,6-1 0,-6 2 4,-1-3-2,1 3-1,6-4-1,-7 6-3,8-3-3,-8 2-2,7-1 1,1 0 0,-2 4 0,-5-3 0,7 3 2,-8-4 1,1 4-2,-1 0 0,-6-3 1,7 3 4,-7 0 0,1 0 0,-8 0 0,7 0 1,0 0 0,0 3-2,-6 1 2,12-1 2,-6 1 8,7 3 6,-1-2 3,8-3 2,-7 2-1,5 4-3,1-5-6,7 1-8,-6 4-3,5-6-2,1 3 1,-8-5-1,8 3-1,0-3 1,-7 0 1,13-3-2,-6 3-3,0 0-1,-1-5 1,7 3-2,-6 2-1,6-4 1,-6 4-1,6 0 4,-6-4-2,6 4 4,0-4-1,0 1 0,7 3 0,-7-4-2,6-4-1,2 6 0,-8-3-1,0-2-1,6 0 1,-6 3 2,1-3 2,-7 0 2,6 3-3,-7-3 2,1 2-2,-1 5-3,1-2-2,-1 2 1,1 2 1,0 3 0,-1-3-1,1 7 0,-6-2-2,5 0 1,1 0 2,-8 1 1,8-5 1,-7 4 2,7-7 0,-6 4 0,-2-4-2,8-4 0,-7 4 0,7-2 0,-7-6-1,7 0 0,-8 1 0,8 0 0,-6 0-2,-1-2 0,7 2 3,-8 5 2,8-6-1,-1 0 2,1 4-2,0 4 0,0-3-3,6 3 0,0 0 0,7 3-1,-7 1 0,6-4 2,2 4 3,-2-4 2,-6 0 1,6-4 2,2-3 1,-8 1-1,6-6-1,1 1-2,-7-1 2,7-2-3,-1 3-3,-5 0 0,5 0 1,0 3 1,-6 2 3,8-2 3,-2 5 3,1-2 3,0 5 2,-1 0-2,1 0-3,6 0-5,-6 0-2,0 5-3,6-5 1,-6 0 0,-1 0 0,-6-5 2,7 2 1,-13-3-1,0-6-3,-8 1-1,1-1-3,-5-2-3,-9-1-3,1 5-5,-6-5-11,-7 0-17,0 4-20,-6 1-32,-1-1-46,-5-1-30,4 4-7</inkml:trace>
  <inkml:trace contextRef="#ctx0" brushRef="#br0" timeOffset="196911.7093">18473 14913 112,'0'-3'280,"0"0"32,0 3-1,0-5-73,0 5-60,0 0-53,0-3-41,6 3-30,0 0-19,1 0-22,6 3-47,0-3-71,0 5-108,0-2-74,0 0-38,0-3-13,0 0 26</inkml:trace>
  <inkml:trace contextRef="#ctx0" brushRef="#br0" timeOffset="210784.2872">2326 4517 91,'-7'-8'79,"-6"5"-15,7-1-8,-8-3-9,8 4-11,0-1-3,-1-1 0,0 5-3,1-3-3,6 0-1,-7 3 3,7-4-2,-6 4-6,6 0-3,0-4-4,0 4-3,-6 0-2,6 0-4,0 0-2,0 0-1,0 0-2,0 0 1,0 0-1,0 0 0,0 0 2,0 0-1,6 0 1,-6 0-1,0 0 1,6-3 0,1 3-2,-1-3 0,1 3 1,6-5-1,-7-2 0,14 2 0,-7 2 2,7-4-1,-8 3-1,8-3 1,0 3 1,6-3-1,-7 3 1,7-3 0,-6 0 0,7-1 0,5 1-1,-6 0 1,7 0-1,-8-1-1,8-3 0,0 5 2,-1-3-1,1 6-2,-1-4 0,1 3 0,-1 1 1,1-2-4,0 5 2,-7 0 0,6 0 3,1 0 0,-7 0 1,6 5 1,-5-5 0,-7 0 2,5 0-3,-5 3 1,6-3-1,-6 0-1,-1 0-1,1-3 0,-1 3 0,0 0-1,1 0 1,6-5 0,-7 5 0,8 0 0,5 0 0,-6 0 1,7-3-1,-1 3 0,-5 0 3,5 0-1,1 0-2,-7 0-1,6-4 2,1 4-1,-7-4-2,6 4-1,1-4 2,-1 4 3,1-3 0,-1 3 2,8-4 2,-1 4 1,0 0-2,7 0-4,-1 0-1,1 4-2,-1-1 1,1 1-2,7 4 0,-8-5 3,7 5 3,-6-2 2,0-1-2,-1-2 4,-5 6 0,5-6 0,-7 0 0,2-3 0,-1 4 3,0-4-3,1 0 0,-8 0-1,1 0-1,-1 0-2,1 0 0,-7 4-2,6-4-1,-5 0 0,5 3-2,-6-3 1,0 4-3,0 0 4,0-4 1,0 4 2,-6-1 3,-1-3 5,-5 0 5,-2 0 5,2 0 7,-2 0 6,-5-3 6,6 3-3,-6 0-3,-1-4-4,0 4-5,0-4-9,2 4-8,4-4-3,-5 4-3,0-3-2,6 3 0,-1-4 0,-4 4 0,4-4-1,-6 4 1,8 0 2,-1-3-1,-7 3-1,1 0 0,6 0 2,-7 0-1,-6 0-1,6-3 3,-6 3 1,0 0 1,0 0-3,0 0-2,-6 0-14,0 3-27,0-3-37,-8 3-66,8 1-55,-7 0-28,-1 3-2</inkml:trace>
  <inkml:trace contextRef="#ctx0" brushRef="#br0" timeOffset="214004.1693">7929 2063 29,'-6'-8'65,"-7"-3"-8,0 3-5,0-2 10,7 3 6,-8-1-4,8 0-2,0 2-11,-2 1-8,8 1-16,-6 1-14,6 0-4,0 3-5,0-4 0,6 4 1,2 0-2,4 4 4,2-4-2,-2 3 1,8 4-4,-1-2 2,7 1-2,1-2-2,5 3 2,7 1 2,7-4-1,5 4 2,2-6-1,6 2 2,6 0 1,7 0-1,-1-1-2,1 5-3,0-4 0,5 3 0,2-4 4,-1 1 0,-6-1 4,6 1 0,-6-4 3,-1-4-1,2 4-2,-8-3-1,-14-1-2,1 1-2,-5-2-1,-9 3-1,-5 2-1,-7-4 0,-7 0 3,1 4 3,-14-4 0,8 4 0,-14 0 4,0-3-1,-7 3-3,0 0-3,-5 0 0,-8 0-1,1 3-4,-7 1-14,-1 0-36,-5 7-69,-7-1-46,-1 5-21,-5-1-10</inkml:trace>
  <inkml:trace contextRef="#ctx0" brushRef="#br0" timeOffset="216289.2847">7493 4582 21,'-14'-3'160,"2"-4"11,-1 0-61,6-1-28,-6 1-14,0-1-2,6 2-10,-5-2-8,6 1-9,-2 3-6,2 0-6,0 4-7,-1-4-6,7 1-3,-6 3-2,6-4-1,0 4-4,0 0-2,0 0-1,0 0 0,0 0 0,6 0-1,1 0 0,-1 0 0,0 0 0,2-3 1,4 3 0,1 0 1,0-4-3,0 4 0,1 0-1,-2 0 2,8 0-1,-1 0 0,1 0 1,6 0 0,-6 0 1,5 0-1,9 0-1,-9 4 0,1-1 0,0-3 2,7 4-1,-7-1 0,0 5 0,0-4 1,1-1-1,-8 4 0,7-2 1,0 1-1,-6-2 1,6 3-1,-7-3 0,1 0 0,-1 0 0,1-2 0,0-2 0,6 5 2,-7-5 0,1-5-1,6 5-1,-7-2 0,7-6 0,0 4-2,0-3 0,1 3 1,-1 0 1,6-3-2,1 4 1,-1-1 1,1 1 0,6 3 0,-7-4 0,8 4 0,-1 0 0,-1 0 0,-5 0-2,7 0 1,-1 0 0,-1-4 1,-5 4 0,-1 0 0,8-4 1,-7 1 2,-1-1 0,-6 1-1,7-1-1,-8 1-1,1-1 0,-6-1 0,0 5 0,-7-3 0,7 3 2,-8 0-1,2 0-1,-2 0-2,-5 3 1,6-3-1,-6 5 1,-1-5 1,0 4 0,2-1 1,-2-3 1,0 4 0,1-4-2,-1 0 0,1 3 1,-1-3 0,1 0-1,-1 0 1,0 4 1,8-4-1,-8 0-2,8 0 0,-2 0 1,1 0 0,1 0-1,-2 0 0,8 0 1,0 0 1,-1 0-1,-5 0-1,4 0 1,2-4 2,-7 4-1,1 0-1,-2-3-2,2 3 3,-2 0-1,-5 0-1,6 0 0,-6 3 1,-1-3 0,0 4-1,-6-4-4,7 3-7,0 1-15,-7 0-22,0 0-29,6-4-46,-6 3-48,0 1-18,-6-1 1</inkml:trace>
  <inkml:trace contextRef="#ctx0" brushRef="#br0" timeOffset="219032.9558">11031 3722 26,'-7'0'136,"1"0"-35,-7 0-18,6 0-17,1 0-7,-7 0-1,6-4-3,-6 0-9,7 0-1,-8 1-2,8-1-5,0 1-5,-7-5-4,6 1-2,1 3-6,-1-3-2,1 3 1,6-3-1,-7 4 0,0-2 1,1 2 1,0 3-2,0-3-3,-2 3-2,-4-4-4,5 8-2,-13-4-2,8 6-2,-2 2 0,-5-1-1,-1 8 0,1 0-2,0 3 2,-1 1-1,0 6-2,7 1 1,-7-1-1,8 1 0,-2 3 0,1 0-2,7 1 2,0-4-2,6 0 2,0-9 0,0 5 0,12-7 2,1-3-2,1-5 1,12 0 1,-7-7 4,13-4 0,-5-6-2,5-2 0,-6-3 0,7 1-4,-7-5-5,0 1-4,0 0-10,-6 0-8,-1-1-12,1 2-6,-7 2-2,0-1 1,-6 2 9,-1 3 8,0 0 13,-6 4 6,-6-1 10,6 1 3,-6 3 4,-1 4 2,7 0 3,-7 0 4,1 4 2,-1 3 1,1 1 1,6 2 0,-6 2-1,6 3-4,6 2-2,-6 3-2,6 1-5,7-3 1,1 1 0,-2-1-2,8 0-1,6-7-1,-7 5-4,15-10-23,-9 2-36,7-5-49,-5 1-61,-1-4-31,0-4-13,-6 1 11</inkml:trace>
  <inkml:trace contextRef="#ctx0" brushRef="#br0" timeOffset="219370.7386">11312 3912 42,'-8'4'170,"2"4"9,-7-1-59,7 4-42,-7 3-27,6 1-12,-6 3-6,0 1-4,0 3-4,0 0-2,0 0-3,0-1-3,0-2-4,7-1-5,-2-4-4,8-2-4,0-4-1,0-1-1,8-5 0,-2-2-4,0-2-2,8-5-4,-1-1-1,-1-7-4,-5 1 1,12-1 1,-12 1 5,6-1 3,0-4 4,-6 8 3,-1-3 0,7 6 3,-7 0 1,-6 1 3,8 5 3,-2 2 0,0 0 3,1 2 3,-1 10-2,1-5 1,-1 3-2,7 6-2,-6-2-3,6 1-1,0-1-2,0 5-6,0-5-13,7 1-34,-8-1-63,2-2-51,5-5-27,-6-3-11</inkml:trace>
  <inkml:trace contextRef="#ctx0" brushRef="#br0" timeOffset="219534.6487">11695 3985 186,'0'-4'223,"0"4"3,0-2-77,0 2-53,8 0-38,-8 2-24,0-2-17,6 8-9,0-4-6,7 3-3,1-3-17,-2 2-36,8 2-59,0-8-57,-1 4-33,7-4-16,-6-4 7</inkml:trace>
  <inkml:trace contextRef="#ctx0" brushRef="#br0" timeOffset="219831.4768">12119 3891 115,'6'0'196,"-6"0"8,8 4-68,-8-2-46,6 2-28,0 4-11,1 3-7,0-4-4,5 4-3,-5 4-6,-1-4-6,8 4-7,-8-1-6,0 1-2,-6-5-3,7 5 3,-7 4-1,-7-5-1,7 5 0,-12 2-1,5-2-3,-6 2-1,6 1-3,-5-3 0,5-4 0,0-1 0,7-3 0,0 0 2,0-3 10,7-1 13,0-3 17,5-1 14,1-3 11,1-3 4,5-1-5,0-3-12,1 3-16,7-3-15,-2-1-21,1 5-38,0 0-62,0-2-97,1 5-67,-8 5-38,7-5-8,-6 0 20</inkml:trace>
  <inkml:trace contextRef="#ctx0" brushRef="#br0" timeOffset="219987.3873">13025 4246 208,'12'4'359,"2"-4"44,-8 0 20,-6-4-121,7 4-79,-7 0-72,0 0-74,0 4-68,-7-4-69,7 7-78,0-4-100,-6 8-99,6 4-43,0-5 0,6 2 32</inkml:trace>
  <inkml:trace contextRef="#ctx0" brushRef="#br0" timeOffset="225197.3505">2677 4652 1,'-6'-10'52,"0"2"-20,6 1-8,-7 3-4,7-3-1,-7 7-5,7-3-1,0 3-2,0 0-6,0 3-2,0 0-3,0 5 0,7-5-2,-7 5 0,0 3 1,7-3 0,-1-2 2,0 2-1,8-1 2,-8 1 2,7-6-2,0 6 2,6-4-3,1-4 0,0 3-1,-1-3 0,7 0 1,0-3 1,1-1 2,5 1 2,1-2 1,-1 3 0,1-6 0,6 4 0,0-3-1,0-1-1,7-2-1,-7-1-1,6 0 1,-5 0-1,5-4 0,-6 0-1,7 1 0,-7 3-1,0-4 1,0 0-1,0 5 1,-6-2 0,6 2 0,0 3 1,-6 3 0,6-1 0,-7 2 0,1 3 0,5 3-2,-4-3 0,-1 5 1,5-1-1,-5-1-1,6 1-2,-7-1 1,8-3 0,-1 0 0,0 0 0,7 0 1,-8-3 1,1-1-1,7 1 1,0-1-1,-7-1 0,6 2-1,2-4 3,-2 3 2,7-2-2,-7 1 1,8-2 0,-1 2 2,-1 2-3,8-4 0,0 3-1,0-3 2,-1 3 0,7-3 1,-6 3 0,0 1 0,-1-1 3,1-3 2,0 3-1,-7-3 0,7 3 0,-8-3 1,2 4-2,-1-5-2,1 1 0,-8 3 0,7 0 1,-7-2-3,1 1 0,-1 1-1,2 4 0,-9 0-1,8 0 1,-7 0-1,6 0-1,-5 0 0,5 4 0,1-4 3,0 5-2,0-5 2,-1 0 1,-6 0 1,7 0 0,-1-5-4,-5 1 3,5 4-2,-7-8-1,2 6 4,-7-2-2,-1-4 2,1 5 2,-1-1 3,1 0 1,-7 0-3,7 4 1,-7-3-1,6-1-2,1 4-1,-1 0 0,1-3 1,7 3-1,-8 0 1,7 0-2,-7 0-3,7 0 2,-6 0-2,7 0 0,-8 3-1,1-3 1,-7 0 0,6 0 0,-6 0-1,7 0 3,-8 4 1,1-4 2,1 3 1,-1-3 0,0 4 4,6 0-1,-5 0 0,5-1-2,-6-3-2,7 5-2,-1-2 0,1 1-3,-1-2 0,7 3-1,-6-2 1,0 6 2,0-6-1,-1 0 0,1 1 1,-1 0-1,1-1-1,-1 1-1,1 0 1,-1-4 2,1 4-2,-1-4 1,8 0-1,-7 3 0,-1-3 1,7 0-1,-7 0 2,1-3-1,6 3 1,-7 0-1,2-4 0,5 4-2,-7-4 1,1 4 2,-1-4-2,7 4 1,-7 0 2,1-3 0,7 3 0,-8 0-3,7 3 0,-6-3 0,5 0 0,2 4-1,-1 0 0,7-4 1,-1 4 1,1-1 0,-7-3-1,6 4 1,1-4-2,-1 3 0,2-3-2,-9 4 2,8-4 1,-7 0 0,0 3 2,1-3 0,-1 0 2,0 4-2,-7-4 0,7 0 2,-6 4-5,6-4 0,-6 4 0,5-4 0,-5 3-1,7-3 0,-1 4 2,-1-1 3,-5-3-1,7 4-1,-1-1-1,-7 1 1,7-4-1,0 0-3,-7 0 1,2 0 0,-2 0 2,7 0 2,-13 0 0,7 0 1,-1 0-1,-6 0 1,1 4-2,-1 0-2,-1-1-1,-5 1-2,0 3 2,-1-4 1,7 5 0,-6 1 1,-1-3 2,1 2 0,6-5-2,-6 0 0,5 2 1,1-5 0,0 0 2,-6-5-1,6 5 4,1-3-1,-2 0 0,1-5 0,0 5-2,-6 0-1,6-2-2,-7 1 1,1 4-2,6-3 0,-7 3 0,8 0 2,-8 3 3,8 1-5,-8 1 0,7-2 2,0 0 0,0 1 1,0 0-2,1-1 2,5-3-1,-6 0-1,-1 0-1,9 0 0,-9-3 0,1-5 2,1 5 2,5-5 0,-6-4 0,1 6-1,-8-2 1,7 1-1,0-1-1,0 1-1,-6 4-1,6-4 1,-7 3-1,1 4 2,0 0-1,-1 0-1,-6 0 1,0 0-2,1 4 0,-2-1-1,-6-3 0,8 4 1,-8-1 1,1-3 1,-1 4-4,0-4-20,2 3-39,-8 1-72,6-4-41,-6 4-20,6 0-9</inkml:trace>
  <inkml:trace contextRef="#ctx0" brushRef="#br0" timeOffset="225388.2442">12360 4590 74,'20'-4'209,"-14"-3"-43,7 3-77,-6 4-163,0 4-82,-7-4-41</inkml:trace>
  <inkml:trace contextRef="#ctx0" brushRef="#br0" timeOffset="239972.1083">18335 4139 27,'7'-7'49,"-7"-4"-8,0 4-4,6-4 2,-6 3 0,0-2 2,7 2 1,-7 1-1,7-4 1,-7 7-6,0-4-6,0 2-3,6 6 1,-6-4-2,0 0-4,0 4 4,0 0 2,0-3 0,-6 3-3,6 3-1,-7-3-2,0 4-4,1 0-5,-7 2-4,0 2-2,0 0-2,0 3-1,0-4-3,0 4-1,0 0 0,0-4 1,-1 4 3,2-3-3,-1 2 0,6 1 1,-6-3-1,7 2-1,-1-3-1,0 1 1,1 0 0,0-1 0,6-3 0,0 3-1,0-3 0,6-1 1,0 2 0,1-2-5,6-3 3,0 3 0,7-3-1,-8 0 1,8 4 1,0 0 1,-1-1 1,1 1-1,6 4 2,-7-1 1,-5 0-1,6 8-2,-8-5 0,1 5 0,0-3 1,-6 2-1,-1 1 0,0-4 3,-6 0 1,0 0 2,-6-1 1,0-2-1,-7 3 2,0-1 5,0-2-2,-1-1 4,2 4 7,-2-8 5,8 5-1,-1-4 0,7-4-1,0 0-5,13-4-7,1-4-5,-2-2-1,15-5-3,-1-3 0,6 0 1,1-4-1,6 4-3,-6-2 0,6 3 1,0-2-3,-7 5 0,7-1 1,-6 1 0,-7 3-1,6-3-2,-6-2 3,1 2-13,-8 3-7,0-3-3,1-2-2,-6 3-1,-8 1-2,7-3 12,-7 5 5,-6-2 4,7 1 4,-7 4 3,0 0 0,0-1 0,7 5 1,-7-2 2,0 3-2,0 2-1,0-4 2,0 4 3,0 0 0,0 0 2,-7 4 6,7 3 2,0 0 3,-7 4 2,7 4 2,-6 3 1,0 8 0,-1 3-2,1 0-1,-8 5-2,8 2-1,-8 0-3,8-4-3,-7 6-1,7-9-3,-1 0-3,1-7 0,-1-2-1,1-6-1,6 1 1,0-8 3,0-4 0,6-3-2,1-3-1,6-8 1,0-4-2,-1-7-3,8-4 1,0-3 1,-1 0 0,-5-1-1,5 1 0,-6 3 5,7 1 0,-7 3-3,-1 3-2,2 1 1,-1 3-1,0 5-3,0-1-2,7 3 2,-8 4 2,8 0-1,-1 4 2,1 0-18,6 4-31,-6 0-45,-1 4-83,7-4-44,-6 3-23,-7-5 6</inkml:trace>
  <inkml:trace contextRef="#ctx0" brushRef="#br0" timeOffset="240155.6323">19541 4202 49,'0'3'217,"0"1"8,0-4-18,7 4-77,-7-1-49,6 2-36,0-2-18,8 0-9,-2 5-7,2-1-4,-1 1-3,6-1-7,0 3-23,-5 2-38,-1-2-61,0 5-55,0-3-29,-7-3-12</inkml:trace>
  <inkml:trace contextRef="#ctx0" brushRef="#br0" timeOffset="240328.5469">19600 4446 126,'-14'5'228,"2"-2"29,5 1-52,0-4-27,1 5-27,0-5-28,-1 0-29,7 3-28,0-3-26,0 0-17,13 0-10,0 3-7,0-3-4,7 4-1,6 0-3,-1 2-28,2 3-49,-1-2-70,0 0-82,0 0-44,-7-3-20,7 0 13</inkml:trace>
  <inkml:trace contextRef="#ctx0" brushRef="#br0" timeOffset="240882.4471">20036 4483 77,'-6'-3'151,"0"3"-38,-2 0-41,2-3-24,6 3-16,-6 0-13,6 0-8,-7-4-4,7 4-3,7-4-4,-7 4 0,6-3 1,-6 3 1,6-3-5,-6 3 1,8-5 2,-8 5 0,6-4-2,-6 4 7,0 0 13,0-3 9,0 3 4,0 0 2,0 0 6,0 0-6,0 0-8,0 0-7,0 0-4,0 0-3,0 0-2,0 0-3,0 0-1,0 0-4,0 0 2,0 0-2,0 0-2,0 0 2,0 0-1,0 0 0,0 0 0,0 0 0,0 0 0,0 0 2,0 0 5,0 0 6,0 0 6,0 0 10,0 0 7,0 0 4,0 0 1,0 0-1,0 0-4,0 0-4,0 0-5,0 0-2,0 0-4,0 0 0,0 0 1,0 0 4,0 0-1,0 0-1,6-5 4,-6 5 3,0-3 8,6 0 3,1 3 9,6-8 6,0 5 3,7-1-2,0-4-9,-1 1-9,7 0-10,0 0-10,0 3-9,0-3-5,1 7-5,-2-4-12,1 4-27,0 0-44,-6 0-53,-1 0-73,1 4-79,0-4-30,-7-4 4,-7 1 32</inkml:trace>
  <inkml:trace contextRef="#ctx0" brushRef="#br0" timeOffset="241076.6486">20571 4066 194,'0'-3'233,"0"3"16,-7 0-73,7 3-29,-7 8-20,7 4-7,-6 3-1,0 9-3,-1 2-8,0 7-17,1 4-19,6 7-23,-7 9-17,7 2-35,0 8-81,7 3-136,-7 6-78,6-6-41,1-8-20,0-5 10</inkml:trace>
  <inkml:trace contextRef="#ctx0" brushRef="#br0" timeOffset="241256.5445">20871 4751 137,'6'-3'283,"0"-2"17,1 2 9,-7-1-114,0 4-82,0 4-60,-7-1-70,1 2-76,6 6-107,-6-4-56,-2 0-29,8 0-2</inkml:trace>
  <inkml:trace contextRef="#ctx0" brushRef="#br0" timeOffset="242081.2742">18479 4671 85,'-13'-4'162,"0"4"-35,7-4-24,-8 4-11,8-4-9,-1 4-4,1-2 0,-1 2 0,7-5-4,-6 5 0,6 0-6,0 0-8,0-3-8,0-1-4,6 1-7,1-1-6,6 0-6,-1 4-4,2-4-6,6 4-7,-8 0-4,15 4-3,-8 4-2,7-5-2,6 4 0,1 4 0,0-3-1,12 3 0,1-5 1,0 2-1,6 3 1,-1-3 1,15-5 5,-7 4 2,12-2 2,1-1 0,0 2 0,6 2 2,7-5-5,-7 5-2,6-1-3,1 4 1,0-4 0,0 1 0,0-5 1,-1 1 1,1-4 0,-7-4 0,6-3 0,-5-1 0,-1 1-3,-6 0-2,-1-4-2,-5 4 0,-8 2 1,-6 2-1,1-1 0,-8 8 0,-5-1-10,-8 9-30,-6-1-54,-1 3-82,-5 5-79,-6-5-39,-8 5-13,-6-1 18</inkml:trace>
  <inkml:trace contextRef="#ctx0" brushRef="#br0" timeOffset="242236.1857">21287 4993 111,'14'0'248,"-8"-4"10,-6 4 0,6-3-145,-6 3-104,7 3-117,-14 1-76,7 0-40,-6-1-16,0 1 10</inkml:trace>
  <inkml:trace contextRef="#ctx0" brushRef="#br0" timeOffset="246609.3265">1668 5375 100,'-20'-26'134,"-6"4"-64,0-1-34,6 2-19,1-2-5,0 5-2,-1 4 0,7-1 2,0 1 1,0 6 1,7 1-3,-8-1-5,8 4-3,-1 4-3,0 0 0,7 7-2,-6 9 2,-1 2 1,-5 7 0,5 8-1,0 8-1,-5 10 1,-2 4-2,1 6-1,0 10-1,-6 2 4,5 8-1,-5 7 1,6-1 0,-6 9 0,5 3 0,2 7-3,-8 1 4,7 2 2,0 12 0,0 0 0,-1 3-1,2 4 6,-1 5-4,6-2-1,-6 1-1,7 4 1,-1-5-1,0-2-2,1-1 1,0 5 1,6-6 3,0 2-1,6-1 1,0-4 0,1 4 0,6 0-2,0-3-1,1 4 0,-2-1-2,8 1 2,-1-6-1,7 5 1,0-3 2,1 0 3,5-4 0,-6 0 1,13 0 1,-6-5-1,-1 5-1,2-7-1,4 0 2,1-4-5,-6 0-5,6-8 4,0 1 1,0-4 1,0 3-1,1-3 1,-1-3 2,-1 3-5,1-1-1,1-2 3,-1 2 3,0 1 1,7 0 3,-1-3 1,1-1 2,-1-8-3,1 1-1,7-3 3,-2-4 4,1-5 1,1-2 2,-2-1 2,2-7 1,-7 0-4,-1-5-5,-6-1-4,0-1-2,-6-1-3,-1-3 0,1 1 0,-7-2 0,-7-4 3,1 3 3,0-6 2,-1 1 1,-6-4 0,0-4 0,-7-3-6,8-5 0,-8-1-4,1-2-1,0-8-2,5-3 0,-5 1-2,-1-2-5,1-5-5,-7 2-8,7-2-6,-1-2-5,-6-2-1,6 3 0,-6 4 1,0-5 6,0 9 7,0-5 4,0 8 1,-6-2 5,0 5 3,6-4 4,-7 5-1,-6 0-1,6-3 0,1-2-3,-7-4-8,6 3-28,-5-6-35,-2-7-49,1-7-22,-6-7-11</inkml:trace>
  <inkml:trace contextRef="#ctx0" brushRef="#br0" timeOffset="246900.3069">2430 13612 66,'-26'-6'182,"7"-5"14,-1 3-58,6 4-41,2 1-22,-1-1-16,6 4-16,0 4-13,14 3-13,0 15-9,6 8-1,13 10 0,0 11 2,13 8 2,0 6 2,7 10 2,6-3-5,0 6 0,6-6-3,1-2 1,0-7-1,6-5 1,-6-10 2,-7-4 0,0-15 2,-7-4-1,2-9 3,-9-6 4,-5-13 2,-7-13 3,0-13 1,-7-15 0,-5-17-5,5-13-6,-6-13-5,6-5-5,-5 5-24,6-2-38,5 11-40,-5 13-39,0 9-40,6 13-46,-7 7-4,1 11 21</inkml:trace>
  <inkml:trace contextRef="#ctx0" brushRef="#br0" timeOffset="247007.2427">3687 13496 154,'14'-22'176,"-8"0"-35,0 3-55,2 2-42,4 2-59,1 3-81,0 5-41,0 4-24,1 6-10</inkml:trace>
  <inkml:trace contextRef="#ctx0" brushRef="#br0" timeOffset="274569.4886">14126 15371 9,'-6'-8'200,"-7"2"0,7 6-11,-8 0-126,1 4-87,6 4-84,-5-2-50,5 5-21,7-3 1</inkml:trace>
  <inkml:trace contextRef="#ctx0" brushRef="#br0" timeOffset="299119.7381">13598 15371 81,'-6'0'178,"0"0"6,-1 0-74,0 4-43,-5 0-24,4 0-14,2 3-14,0 1-6,-1 2-4,7-2-3,-6 2 0,6-2-4,0 3-10,0-8-22,6 4-35,-6-7-60,7 0-29,-1 0-16</inkml:trace>
  <inkml:trace contextRef="#ctx0" brushRef="#br0" timeOffset="306385.0343">24213 14933 84,'-7'0'249,"1"0"13,6 0 6,-7 0-111,7 0-65,0 0-41,0 3-24,7-3-17,6 0-26,-6 0-34,5 0-37,8-3-55,-7-2-62,7-2-30,0-1 1,-8 2 20</inkml:trace>
  <inkml:trace contextRef="#ctx0" brushRef="#br0" timeOffset="312297.2934">3694 7795 126,'-20'-14'147,"1"-4"-54,6-5-39,0 5-19,0-4-10,0 4-4,6-4-4,-6 4-4,7 0-4,6-1-2,0 4-1,0-3-4,6-1 0,1 2 0,-1-2 0,1 1 0,-1 3 0,7-3 0,1 4-1,-2-2 3,8 5-2,-1 1-2,-5 2 2,12 1 0,-7 3 1,1 4-2,6 0 4,0 0 0,-7 4 5,7 3 1,0-3 0,1 3 1,-1-3-1,6 3 1,-5 5-4,5-6-2,7 2 0,0-2-1,7 3-1,-1-1-2,7-5 1,1 4 0,-1 0-1,0-3 0,6 0 0,1 3 1,-7-3 0,7 3 1,0 0 2,-1 1 1,1-1 1,0 3 0,-1 2-1,0-5 1,1 0 3,0 1 1,-1-5 0,1 1 1,6-4 1,0-4 2,1-7 1,6 0-1,6-4-2,0-2-2,0-2-1,6-3-5,-5 5-2,6-6-2,-8 4-1,-4 1 2,4 3 1,-4 5 0,-2-1-1,0 3 0,-5 5-2,-1 3-1,0 0-1,0 3 0,-6 5 1,6-1 0,-6 0 1,0 4 0,-7-3-1,7-1 3,-1 3 3,0-6 2,-6 4 5,7-5 0,-6-3 1,5 5-4,1-5 0,6-5-3,-6 5-2,6-3-2,-7-5-1,7 4 1,1-3-1,-8 4 0,7-4 2,0-1 2,-6 1-2,0 3-2,-1 1 3,-5-1-5,6 1 0,-7-1 0,-1 4 0,-5 0-1,0 0 1,0 4 2,-8-4 2,1 7 1,1-4 2,-1 4 2,0 1 0,-7 3 2,8-4 0,-1 0 1,0 4-1,-1-3 0,-5 3-3,7-4 0,5 1-2,-5-5-1,-2 5-2,1-5 1,0 5 0,1-4 0,-1-1-1,0 1 1,0-4 2,-6 0 2,6 0 5,-7 0 9,1-4 5,-7 1 1,6-1 2,1-4-3,-1 5-3,1-8-6,-7 3-6,7-4-1,-1 6-3,-6-2 2,1 5-3,-1 0 0,-7-2 1,7 5-2,-6 0-1,0 0-2,5 5-1,-5-2 0,0 5 0,-1-2 0,7 2 2,0 4 0,0-6 1,7 5 0,-1-3-1,7-1 2,-5 0 2,11-3 2,-7-4 3,9 3 2,-9-6 1,8 3 3,6-4 0,-6-3 1,5 0-1,2-1-2,-1 5-3,7-5-3,0 2-3,6-2-1,0 4-3,-7-4-2,7 5-2,0 0 0,-6-2 1,0 5-2,-7-3 1,7 3 0,-7 0 1,0 3 0,0-3 1,1 5-1,-8 1 1,1-3-1,-7 6 0,7-6 0,-1 5 0,-6-1 0,0 0-1,7-3 0,-8 4 1,2-5-1,-7 4 0,5-7 1,1 4-1,-6-4 3,-1 0-3,2 0 1,5-4 1,-7 1-1,1 3 1,-1-4 0,7 1 0,-7 3-1,8 0 1,-1 3-1,0 1-1,7-1 0,-1 4 1,1 1 0,6-4 1,0 3 1,0 0 0,7 0-1,-6 1 0,4-5-2,2-3 0,0 0 2,-1 0 1,1-3 2,6-5-4,-6 4 3,6-3-1,1 0-3,-7 0 0,-2-4 1,2 4 3,-7 3-1,1-3-1,-1 3 1,-7 0-1,-6 1-1,1-1 2,-1 4 0,-7 0 3,1 0 1,-1 0 0,-5 0 3,-8 0-3,0 4 0,-5-4 3,-1 0-1,0 0 2,0 3 0,-7-3 1,0 0-1,8 4-1,-8 0-3,1-4-2,0 7-3,5-3 1,-5-1-2,6 4 1,-6 1-1,5-1 3,2-3 1,-2 3 2,8 0 4,-7 1 5,1-5 12,4 5 12,2-5 12,-7 0 11,7-3 10,0 5 6,5-5 0,-5-5-6,6 5-15,7-3-10,-7 0-11,6-5-13,1 5-10,6-5-7,0 1 0,-6 0-1,6-4-1,0 3 1,0 1-4,0-3 3,-6-2 0,-1 5-3,1-3-2,-7-2 1,6 1-1,-12 3 1,6-3-2,-7 4 1,-5 0 2,-1 0-2,-1-1 0,2 4-1,-8 1 2,0-1-1,1 4 1,-7-3 1,7 3 0,-7 0 2,6-4 1,-6 4-1,0 0 0,7 0-2,-7 0-1,0 0 0,6 0 0,-6 0 0,0 4 1,7-4 0,-7 0 1,0 3-3,7-3-10,-7 0-23,0 0-43,6 4-47,-6-4-44,6 3-39,0 1-28,2-4-6,-2 0 17,7 0 20,-7 0 27,8-4 30,-2-3 30,2 4 29,-2-4 26,-5-1 27,6 4 20,-6 1 15,-1-1 10,0 0 9,-6 4 1,0 0 0,7 0-4,-7 0-4,0 4-4,0 3-6,7 1-14,-7-1-33,6 4-62,0 0-41,2 0-21,-8-4-8</inkml:trace>
  <inkml:trace contextRef="#ctx0" brushRef="#br0" timeOffset="317419.9464">4502 7836 41,'-7'-8'79,"-5"1"-24,5 0-17,0 0-10,1-5-4,0 5-6,-1 0-8,0-4-5,1 4-2,-1-4 0,1 4 3,6-1 4,-6 0 2,6 1 1,0 0 1,0 3-1,0 1-4,6-2-5,7 2-3,0 0-1,13-1 2,0 0-2,6 1 1,8-1 3,5 0 2,14 0-1,0-3-1,-1 0 1,14 0 0,0-1-5,-1 5 1,1-8-2,0 8 0,-1-9-1,-6 9 2,8-5 3,-2 0 0,0 5 2,-5 3-1,5 0 1,1 0 2,6 3 1,-6 2 2,6-2 1,0 0 3,1 5 6,5-4 3,8-4 4,-8 4 6,14-8 2,0 0 2,-1-4-4,8 2-1,-1-2-1,-7-4-7,1 2 0,0 3-2,0-1-2,-7 4-1,0 4-3,-6 0-1,-1 4-3,-5 7-2,-1-3 0,0 3 1,-6 4 2,0-4 4,-1 4 4,1-5 1,6 1 3,1 0-3,-2-4-5,8 4-4,-6-3-3,6-1-3,-8-3 0,8 2 0,0-1 0,-7 2-1,7-4 0,-7 1-1,6 0-2,-5-4-2,-8 3 0,8-3-1,-14 0-1,6-3 1,1 3 2,-7-4 0,-6 4 1,6 0-1,-6 0 2,6 0-3,-7 0 2,1 4-1,0 3 0,6 0-1,-6 2 1,-1 0-1,1 3-1,6 3 0,-6-5 2,6 2 0,-7-5 2,1 3 1,6-2 2,-6-4 0,0-1 1,-1-3 2,1 0 3,-7 0 2,0 0 5,0 0 2,1-3 1,-2-1 1,2-4-4,-1 5 0,0 0-3,0-5-3,0 1-4,7 3-2,0-3-1,-1 3-4,7-3-3,-6 0-1,6-1 1,0 0 0,0 2 0,0-1-1,1-1 3,-1 0 0,-6-3 0,6 4 1,0-4-1,0-3 3,-6 2-4,6-2 1,-7-1 0,1 1 1,0-4 1,-7 2 1,-7-2-1,1 4-3,-1-1 1,-6 1 0,1 2-2,-7 2-1,-1 3 1,-6 3 2,1 0 0,-9 4-3,9 4-2,-7 3 0,-8 0-3,8 0-1,0 5 0,-7 2-1,-1 1-18,8 2-34,0 3-47,-1 2-63,1-1-65,0 1-35,-1 0 1,-6-8 26</inkml:trace>
  <inkml:trace contextRef="#ctx0" brushRef="#br0" timeOffset="318742.479">15032 9675 83,'-65'10'123,"12"-1"-68,-5-3-28,6 5-14,0-3-8,6-1-5,-6 4-36,0-4-42,-7 9-23</inkml:trace>
  <inkml:trace contextRef="#ctx0" brushRef="#br0" timeOffset="320401.9885">4600 7700 117,'-13'-7'147,"0"-4"-58,-1 0-30,8 4-16,0-4-10,0 0-6,-2 4-8,8 0-7,0-5-7,0 4-3,8 2-2,-2-2 0,0 1 0,0-4-1,1 3 0,6 5 2,0-5 0,1 1-1,4 3 0,2-3 0,7 0 2,-1 3-1,6-3 1,7 0 0,7 3 1,-1 1 1,8-5-2,-1 4 1,13 4-2,0 0 0,0 0-1,0 4 0,6 0 3,2 0 1,-2 3-1,8 0 1,-8-4 3,8 5-2,-2-8-2,2 4-1,-1-4 0,0-4-1,-7 4-1,14-8 4,-6 5 2,-1-4-1,0 0 2,0-1-1,7 1 0,-7 7-4,-6-4-2,0 8 0,-1-1 1,-12 5 0,0 3 0,-1 3 0,-6 1 2,0-1 3,-6 5 1,6-1 1,-12 4-1,5 0 0,1 0 0,-7-4 0,-1 4 0,9-4 1,-2 1 5,1-7 1,-1-3 4,1-1-1,5 0 3,-5-4-5,1-1-2,-2-3-4,1-3-1,-7 3-2,6 0 0,-5 0 1,-2-4 0,1 4 0,0 0-1,1 0 1,-8 0-1,13 0-2,-5 0-1,5 0-1,1-4 1,0 4-1,6-4 3,0 1 2,-7-2 3,8 2 1,-2 0 2,2 0 0,5-1 2,-5-4 3,-1 4 1,6-3 2,1-4 3,-7 4 2,13-4-2,-6 0-4,6-1-4,-6-2-4,-1 3-5,7 0-4,-6 1-2,0-2-1,6 1 1,-7 3 1,1-2 3,6 2-1,-6 1 0,6 0-1,1-1-2,-1 1-2,0 3-1,0-3-1,0 4-1,-6-1 0,-1 0 1,1 0 2,-7 1-2,0 3 4,0-4 2,-6 4 0,0 0 0,0 0 0,-8 0 0,1 4-2,1-4-1,-1 0-1,-7 0 0,7 3 0,-6 1 1,-1 0 0,1 0 0,-1-1 2,-6 4-2,7-3 0,-1 3 0,2 1 1,-9-1 0,8 3 0,0-2 0,0-1 1,-1 4 0,7-3-1,-7 0 2,7-1 2,1 0 2,-1-3 2,6 3 2,-5-3-1,5 0-3,1 3 0,5-4-2,2-3 0,-1 4-4,1-4 2,5 3-1,-6-3 0,6-3 0,8-1 2,-8 1 2,7-4 0,-6-1 1,6 1 1,1-4-1,-7 4 0,6-4-3,-7 3-1,1-3 0,-7 4 1,0-1-1,-13 1 1,7 0 3,-7 3 1,-7 0 0,1 0 2,-7 1 2,0 3 1,-6-4-1,-1 4-3,1-3 0,-8 3-4,2-4-3,-1 4-3,-7 0-2,1 0-5,-7 4-23,0 6-47,-7 5-66,1 4-78,-13 7-41,-7 3-17,-7 0 11</inkml:trace>
  <inkml:trace contextRef="#ctx0" brushRef="#br0" timeOffset="321636.6302">10712 5909 58,'-26'4'160,"6"-4"7,-5 0-75,5-4-37,0 4-22,7-4-10,0 4-6,0 0-6,7-3-6,-2 3-3,2 0-2,0 0 1,6 0-1,0 0 1,-7 0 1,14 0-1,-7 3-1,0-3 0,6 0 0,0 0 0,2 0-1,4 4-1,8-4 2,-1 4 1,7-4-1,14 4 0,-1-4 2,6 3 0,14-3 2,-1 0-4,7 4-1,8-4 0,4 3-2,2 1-1,-1 3 2,7-3 2,-1 0 2,1 3 1,0-4 0,-1 2 1,7-3-2,1-4-1,-1-3 1,-6-2 5,6-4 2,0-3 0,0-5 1,1 5 1,5-8 1,-12 3-6,6 1-3,-6-1 1,-6 2-3,-8 2-1,0 7 1,-6 2-1,-6 6 0,0 0 1,-7 3 2,-6 4-2,-7 4 0,0 0-1,0 3 2,-13-2 0,7-1 0,-7 3 0,0-3-1,0-3-1,-6 2 1,-7-3 0,-1 1 2,2-4-1,-1 3 1,-6-3 1,5 0-3,-5 0 2,6 3-3,0-4 2,0 1 0,6 3 2,1 1-2,7-5 3,5 1 0,1-1-1,5-3-3,8 0-1,0 0 3,6-3 1,7-4 0,-1-1 0,1 1 2,6-4 0,0 0-5,-6 0-1,6-4 0,-6 4 0,-7 0 0,-1-4 3,-4 5 1,-9 2 3,1-3 0,-6 7 1,0 1 4,-8-1 2,8 4-1,-7 0 2,-6 0 0,6 4 0,-7 3-2,7-3 0,-6 3 1,6 5 0,-7-6 8,8 5 10,-1-3 3,6-1 2,1 4 2,-1-3-2,8-1-8,5-3-8,-6 3-7,7-3-4,-1-4-3,8 0-3,-7-4 0,5 0-1,-5-7-1,7 0 0,-2-3 1,-5-1 1,7 1-1,-2-1-3,-11 0 0,5 4-4,-6 0-8,-13 7-14,0 1-18,-12 6-22,-8 5-21,-6 6-25,-6 1-24,-8 6-26,-6 6-28,1-2-1,-7 5 10</inkml:trace>
  <inkml:trace contextRef="#ctx0" brushRef="#br0" timeOffset="323967.3167">19007 7924 3,'0'0'8,"6"0"0,-6 0 0,7 0 0,-7 0 3,0 4 3,6-4 0,-6 0 0,0 0-2,7 0-2,-7 0-4,0 3 0,0-3 4,0 0 6,0 0 11,0 0 11,0 0 8,0 0 5,0 0 2,0 0-5,0-3-9,0 3-8,0 0-8,0 0-7,0-4-7,0 4-4,-7-4 0,7 0-1,0 1-1,0 3-2,-6-5 1,6 3-1,0 2-3,0-4 2,0 4 0,-7-3 0,7 3 0,0-4 2,0 4-1,0 0-2,0 0-1,0 0-3,0 0-10,0 4-24,7-4-44,-7 3-37,6-3-19</inkml:trace>
  <inkml:trace contextRef="#ctx0" brushRef="#br0" timeOffset="325461.9118">19007 7803 82,'-13'-8'127,"6"5"-49,0-4-27,1 3-11,-7 1-6,13-1-5,-7 0-3,1 0-3,6 1-5,-6 3-2,6-5-1,0 5 2,-7-3-1,7 3-1,0 0-1,0-3-4,0 3-1,0 0-3,0 0-2,0 0-4,0 0 1,0-3 0,7 3 0,5 0-1,-5-4 2,6-1-2,7-2 0,-1 3 0,7-3 1,-6 0 1,12 0 2,-5-1 1,5 1 0,-6 0 1,7-1-2,-7 4-1,-1 1-2,9-1 0,-9 4-1,1-3 0,0 3-1,1 0 2,-1 0 1,6 3-1,-5-3 1,5 4-1,1-1 2,-1 1 0,1 0-1,-1 0 2,1-4-1,-1 0 1,1 0 1,-1-4-1,-6 4 2,7-4 0,-7 0 1,7 1 0,-7-4 1,6 3 1,-6 1 1,1-5-2,5 4-1,-6 1-1,1 3-4,-1-4 1,6 1-1,-6 3-1,0-4 0,0 4-1,6 0 3,-5 0-3,-1 0 0,0 0 2,0 4 0,-7-1 2,7 1-1,1 3 1,-8-3 0,8 3 2,-8-3 0,0 3-1,8 0 3,-8-3 1,0 3 1,1-3 1,7 3 2,-9-4 0,2 2 1,7-2 2,-1 1 0,-7-4 1,7 0-2,0 0 0,0-4-1,1 4-1,5-3-3,-6 3-3,-1-5-1,2 5-2,-7 0-2,6 0 1,0 0-2,-7 0 0,7 5 1,0-2-2,-6 1 0,6-4 0,0 3 0,0 1 2,0 0 1,0-1 0,0-3 3,1 0 1,-1 0 0,-7-3 1,7-1 0,-6 0 2,-1 1-3,-6-1 0,6 1-2,-5-2-1,5 2 0,-6 0-1,0-1-3,1 0 2,-2 1-1,2-1 0,-2 4-1,1-4-1,7 4 1,-7 0-2,0 0 1,0 0 1,7 0 0,-8 0 1,8 0-1,-6 0 5,5 0-4,0 0 2,0-4-1,1 1-1,0-1 1,-1 1 0,1-4 2,6-1 3,-6 1 0,5 0 1,-5 0 0,6-1-1,-6 1 0,-1 2-2,1-1-2,0 1-1,-1 2 0,1-1-1,-1 1-1,1-2 0,0 5 1,-8 0-1,2-3-1,-2 3 0,1 0 0,1 0 1,-8 0-1,7 0 2,-6 0 0,-1 3-1,0-3 2,1 0 1,0 0-1,-7 0 0,6 5 2,-6-5 5,0 0 7,0 0 5,7 0 11,-7 0 3,0 0 4,0 0-1,0 0-4,0 0-4,0 0-5,0 0-5,0 0-5,0 0-4,0 0-4,0 0-2,0 0-2,0 0-1,0 0 0,0 0-1,0 0 1,0 0 0,0 0 1,0 0 1,0 0 0,0 0 2,0 0 0,0 0 1,0 0-2,0 0 2,0 0 0,0 0 0,0 0 2,0 0 0,0 0 3,0 0-3,0 0 0,0 0-1,0 0-1,0 0-1,0 0 0,0 0-2,0 0-1,0 0 0,0 0-2,0 0 2,0 0-1,0 0 0,0-5-1,0 5 0,0 0 0,6 0-1,-6 0-1,0 0 0,0 0 1,0 0 0,0 0 1,0 0 0,0 0-1,0 0 1,0 0 0,0 0 0,0 0-1,0 0 0,0 0 1,0 0-1,0 0 0,0 0 2,0 0-1,0 0-1,0 0-1,0 0 2,0 0-1,0 0-1,0 0 0,0 0 1,0 0 1,0 0-1,0 0 0,0 0 0,0 0 0,0 0 1,0 0 0,0 0-2,0-3-1,0 3-1,0 0-3,0 0-5,0 0-6,0 0-24,-6 0-36,6 0-50,0 0-79,-7 0-65,-6 0-31,0-3 6,-13-1 27</inkml:trace>
  <inkml:trace contextRef="#ctx0" brushRef="#br0" timeOffset="326383.3834">19306 7649 51,'-12'-7'158,"-2"3"1,8-3-72,0 4-38,-2-1-21,2 0-14,6 0-5,0 4-4,0 0-1,6 0-2,8 0-1,-8-3 2,8 3-2,5 0 1,1 0-1,6 0 0,0-5 2,13 5 1,0-3 1,7 3-1,5 0 0,2-3 1,5 3-1,7 0 0,0 0 2,0-5 0,8 5 1,-2 0 0,1-3-1,0 3 1,-7 0-3,6 0 0,1 0-1,-7 0 0,-6-4 0,6 4 0,-6 0 3,6-3 1,-7 3 3,1-5 2,0 2 2,0 3-1,-7-3-1,6 3-2,0 0-3,-5 0-1,5 0-2,-5 3 0,-2 5 0,-5-5-2,7 4 1,-8 1 0,1 0-1,5-5 2,-4 5 0,5-1 3,-7-3 2,1-1 2,-1 1 2,1-1 1,0-3-1,0 0 1,-1 0 0,1 0-3,-1 0-4,1-3-1,-1 3-2,-6 0 0,1 0-3,-1 0 0,-1 0 0,2 0-1,-7 0 2,-1 3 2,1-3-2,-1 4 1,-6-4 0,1 4 4,-8-4-3,0 4-1,-6-1 3,1-3 5,-2 0 9,-5 4 11,0-4 11,-1 0 10,0 0 7,-6 0-1,7 0-4,-7 0-9,0 0-6,0 0-7,0 0-1,0 0-1,0 0-1,0 0 1,0 0 2,0 0-3,0 0-3,0-4-5,-7 4-3,7 0-6,0-3-5,-6-1 0,6 4-5,-6 0 1,6-4-1,0 4-1,-7-4 1,7 4-1,0-3 1,0 3-2,0 0-1,-7 0 1,7-4 0,0 1-1,0 3 0,-6-4-1,6 4 2,0-3-1,-6-1-2,-1 0-1,7 0-2,0 4-1,-7-3-3,1-2-6,6 2-7,0 3-10,-7-3-14,7-2-15,0 5-15,-6 0-15,6-3-16,0 3-13,0 0-10,0 0-8,0-4-8,0 4-2,0 0-10,0 0-4,0 0 10</inkml:trace>
  <inkml:trace contextRef="#ctx0" brushRef="#br0" timeOffset="328891.7019">23985 7653 41,'-7'0'133,"1"0"-48,6 0-28,-7 0-16,7 0-7,0 0-14,-6 0-7,6 4-6,0-4-4,0 0-3,0 3 0,0-3 1,0 0 1,0 4 7,0-4 7,0 0 6,0 3 6,0-3 3,6 4 0,1-1-3,-1 1-7,1 0-5,-1 0-4,8-1-4,-2 1 0,-5 0-1,6-1 0,0 0-2,0 2 0,0-2 0,1 1 1,-2-4 0,8 0 1,-7 3 3,-1-3 1,8 0 1,-6 0-1,5 0 1,1 0-2,0 0-1,-2 0-1,9-3-1,-1 3 0,0 0-5,0 0 1,7 0-2,-7 0 0,6 0 0,-6-4 2,7 4 0,-8-3 2,8 3 0,0 0 0,-7-5 1,6 2-4,-6 0 3,7-1 2,-7 0 1,7-3-1,-1 3-1,-6 0 2,7-3-1,-1 4-1,1-4-3,0 3 1,0 0-3,6-3 2,-7 3 0,7 1-2,-7-1 1,8 1-1,-7-1 0,-1 4-2,1 0-1,-1 0 0,1 0 0,-7 0 0,0 0 2,0 0 1,0 4 0,0-4 1,0 0-2,-6 0 2,6 0 0,-1 0 1,-5 0 0,6 0-2,-6 0 2,-1 0 0,7-4 1,-6 4-1,-1-4 0,1 0 1,0 4 0,-1-3-2,1 3-1,0-5 0,-8 5 1,8-3-1,-7 3-1,0 0 0,0 0 1,0 0 0,0 0 1,0 0 0,0 0 0,0 0 0,7 3 0,-7-3 0,0 0 0,0 0 0,7 0 0,-8-3 2,8 3 0,-1-3 1,-5-2 2,6 2 5,5-1 4,-5 1 0,0-2 1,-1 2-1,7 0-5,-6 3-4,-1-4-3,0 4-2,1 0 0,-1 0 0,1 0 0,0 0-1,-1 0 1,1 0 0,0 4-1,-1-4-1,1 0 2,-1 0-1,0 0-1,1 3 0,-1-3 1,-5 0 1,6 0-2,-1 0 1,-6 0 1,6 0 0,1 0 0,0 0-2,-1-3 1,7 3 1,0 0 0,-6-4-2,5 4 2,2 0 2,5 0 1,-6 0-3,0-4 1,7 4 1,-7 0 1,0 0 0,1 0-2,-1 0 3,-1 0-2,1 0 3,-6 0-2,0 0 0,-1 0-3,1 0 2,0 0-2,-1 0-2,-6 0 0,0 4 2,7 0 0,-8-4-1,2 3 1,-8 0 0,7-3 2,0 5 0,-6-5 0,5 3 3,-5-3 7,0 4 6,-1-4 3,7 0 1,-6 0 3,-1 3 2,7-3-3,-7 0-3,8 0 0,-8 0-2,7 0 3,0 0-2,-6 0-2,6-3-2,0 3-2,0 0-2,-6 0-4,5-4-1,1 4-1,-6 0-1,6 0-1,1 0-1,-8 0-3,6 0-2,-5 0 0,6 0-1,-6 0 0,5 0 0,-4 0 2,4 0-1,-5 0 2,6 0-2,-7 0 0,1 0 3,-1 4-2,1-4 0,0 0 0,-7 0 0,6 0 0,-6 0 0,6 0 0,-6 0 0,0 0 0,0 0 1,0 0 2,0 0-1,7 0 0,-7 0 1,0 0 1,0 0-1,0 0 0,0 0-2,0 0 1,0 0-1,0 0-2,0 0 0,0 0-1,0 0 0,0 0-2,0 0 1,0 0 1,0 0-3,0 0-1,0 0-2,0 0 1,0-4-3,0 4-4,0 0-4,0 0-11,0 0-20,0 0-24,0-3-27,0 3-24,0 0-17,0 0-4,0 3 4,0-3 12,-7 0 13,7 4 4,0-4-9,0 0-17,0 0 1</inkml:trace>
  <inkml:trace contextRef="#ctx0" brushRef="#br0" timeOffset="337483.8261">18739 6675 43,'0'-30'41,"0"1"-1,0 3 4,0 1 3,0-1-7,0 4-1,0 0-1,0 1 1,0-2-6,0 5 2,0-1 8,0 1 7,0 4 1,-6-1 3,6 1 4,0 2-1,0 1-7,0 5-11,-6 1-5,6 2-9,0-1-12,0 4-6,0 0-5,0 4-1,0 4 0,-7 2-2,7 5 1,-7 3-2,7 7 2,-6 5 3,-1 7 1,1 7 5,0 7 1,-8 4 3,8 6 0,0 9 1,-8 4 3,8 2 4,-1 5 5,1 7 4,-1-3-1,0 7-4,7-1-3,0-3-5,7 0-7,0-9-3,-1-4-2,1-10-1,-1-2 0,8-9 0,-8-6-1,0-7 0,0-9 0,2-2-1,-8-8 0,6-5-1,-6-1-3,0-5-14,0-3-21,-6-2-30,-2-6-46,-4-4-66,6 2-44,-8-10-10,1-7 9</inkml:trace>
  <inkml:trace contextRef="#ctx0" brushRef="#br0" timeOffset="340887.1705">18597 6568 137,'6'-29'173,"0"0"-16,7 0-71,0-5-40,0 5-18,7-4-10,0 3-5,5 5 1,-5-1 3,6 4 3,0 4 4,0 0 2,-7 4 6,8-1 1,5 3-3,-6 5-2,7-5-4,-1 10-3,8-6-3,-1 1-5,6-1-2,1 4 0,7-3-2,4 0-1,2 4-2,7-5-1,-1 1-4,0 0-1,0 2 0,6-1 0,2-2 1,-2 5 3,0-1-1,2 0 2,4 0 1,-4 4-2,4-2-2,-5 2-2,6 0 1,-6 0-1,0 0-1,-7 0 0,7 0 1,-7-5 2,0 5 0,0 0 1,-6 0 0,0 5 0,-1-3-1,-6 2-3,6 4-1,-5-1 0,5 3 1,-5 2 1,-2-1 0,-5 3 1,0 2 0,6 2 1,-13-4-1,7 1-1,-1 0 0,-5-1 2,5 1-1,1-4 2,-7-4-2,7 5 2,-1-6-2,1-2 0,-1 3 1,8-4 0,-1-3 0,-7 5 1,8-5-2,-2 4-1,1-4 0,1 3-1,6 2 2,-7-3 0,6 2 0,0 4 2,1-1 0,0 1 0,6 2-1,7-3-2,-1 1 2,2 3-2,-2-8 0,7 4 0,0-3 0,1 1 3,-1-5-1,6 0 1,-5-5-2,5 5 1,1-7-2,0 3-1,-8-3-1,8 0 1,-6-1 1,-1 1 0,6-1 2,-5 2 0,-1-2 2,0 5 2,-6-5-5,6 8 0,0-4-1,-6 2 0,0-3-1,0 2 1,-1 3 1,0-4 2,2-1 0,-2 2-1,-6-4 1,6 3-1,2 1-2,-8-5-2,0 4 1,0-3-1,-7 0 2,-5 4-2,-1-5 2,0 1 1,-6 3-1,-1 1 0,-5-4 0,-1 3 1,-7-4 0,1 5 0,-7-1 0,0-4 1,0 6-2,-7-6 0,1-3 0,0-1 1,5 1 1,-5 0-2,0-3 2,-1-1 0,7 1-2,-6-1 1,6 0-1,7 1 0,-7-1 0,6 3 0,-5 2-1,5-1-1,1 0 0,-7 4 1,6 3 0,-6-3 0,7 3 0,-8 0 0,9 1 0,-2-1 0,1 4 0,-1-4 2,1 4 0,6 0 1,-1-4 1,8 2 0,-7-3-2,7 2-1,-1-1 0,2 1-2,-2-1 1,-7 0 1,2 4-1,-1-4 1,0 4 0,-7 0 2,-5 4-1,-1-4-1,0 4 1,-6 0 0,-1-1 1,-6 4-2,0-2-1,1-3 0,-8 2 1,0 0 0,1-4-2,-7 4 2,6-4 2,-6 3-1,7-3 0,-7 0 0,6 0 3,1 0-1,-1-3-2,1 3-1,0 0-2,-1 0 1,7 0-2,-6 3-1,-1 1 3,7 0 1,0 0 1,0-1-1,1 4 2,-2 0-1,1 1-2,7-4 0,0 3 1,-1 1 2,0-1 0,8 0 0,-1-3 3,-7-1-3,7 1-2,0 0 1,-6-4-1,-1 0-1,1 0 0,-8 0 1,2 0 2,-1-4 2,-7 4 1,1 0 4,0 0 0,5-4 0,-5 1 0,0 3-2,-1-4-2,0 1-2,1-1-2,0-1 1,-7 5 1,6-2-2,-6 2-1,0 0 1,7-4-1,-7 4-1,0 0-1,0 0 1,0 0 1,0 0-2,0 0 1,0 0-1,0 0 0,6 4 1,-6-2 0,6 3 0,1 2 0,0 4-1,-1 4 0,-6 3 0,6 3 2,-6 6 2,0 5 4,0 5 4,-6 3 3,0 8 2,-8 4 5,2 7 3,-1-1-1,-7 4-2,14-3-2,-8-1-2,8-3-6,0-3-4,-1-5-1,7-3-2,0 0-1,0-7-1,0 3 1,0-4-2,-7-3-1,7 1 1,-6 2 0,-1 1 0,1-4 2,0 4 1,-2-1 2,-4 0-3,6-3 1,-1 4 2,0-3-2,1-2-2,-7-3-1,6 5-1,0-5 1,7-3-1,-6-1 0,0-4 0,6 2 1,-6 0 3,6-6-2,0-2-1,-8-1 1,8 1 1,0-4-2,0-3 2,0-1 0,0 0 0,0-3 1,-6-1-1,6 1 0,0-4 2,0 0 0,0-4 1,0 4 0,0-7 0,0 3-2,-6 1-2,6-4 0,0-1-1,-7 1 0,7 0 0,-6 3 0,-1-4 0,0 1 0,1 4-1,0-4 0,-8-1-1,8 4 0,-7 1 1,-7-4 1,8 0 0,-8 3 0,0-4 0,-6 0 2,1 5-1,-9 0 1,2-5-2,-7 8 2,0-4-2,-13 4-2,6-3 1,-6 6-3,0-3 2,-7 4-2,0-4 1,0 3 2,1 2 1,-7-2 1,0 0 1,-7 2 1,7-2-1,-13 1-1,-1 4-1,2-1-1,-8 0-3,0 0 4,1-3 2,-1 7-1,0-8-1,0 8 1,-6-3-1,6 3-1,1-5-2,5 2 1,1-1 1,6 1 1,1-1 0,6-3 0,6-4 3,-7 3-1,15-6 1,-8 3 0,7-4-1,-7 0-1,7 1-1,0-5 0,-6 5-2,5-4-1,-5 2 2,-1 2 0,7 3-1,-6 0-1,-8 0 3,8 3 3,-8 2-1,7-2 0,-6 1 0,0 3-1,-6-3-1,6-1 0,-7 1-1,7 0 0,0-4 0,0-4 1,-1 4 2,1-4 0,7 1 2,5 3 1,-5-4 1,12 4-2,-6 0-1,6 4-1,1-1-1,5 1-1,-5 0 1,6-1 0,-1 6-1,-5-3 0,-1 2-1,1-5 1,-1 9 0,-5-9 0,-2 4-1,1-3 2,-7-1 1,0-3-1,-6 4-1,0-4 1,0 0 2,-6 4-3,-8-4-2,1 0 0,0 4 1,-1-1 0,2 1 1,-2 3 0,2-4 0,-2 1 0,8 4 2,-8-1-2,8-3-2,-2 3 0,2 0 0,6-3 1,0 3-1,6-3-1,1-1 2,-1 1 0,0 0 2,7 4 2,-1-4-2,2-1 1,5 1-1,1-2 1,-1 3-1,1-2-1,-2 1 1,2 0-2,-1-4 1,1 4 0,-7-1 1,7 1-1,-8 0-1,1-4 0,-1 0 1,8 0-1,-7 0 2,7-4 1,-1 0 0,7 1 2,-7-5-1,13 4-1,-6-4-2,7 2 1,-1 3 2,7-5-2,6 4-1,-6-4 0,7 5 1,6-1 1,0 2-2,0 2 0,0-5 2,6 1 0,1 4-2,-1 0 0,1-3 0,-1 3 0,7 0-1,-6 0 1,6-4 1,-6 4-1,-2 0 0,8 0 0,-6-4 0,0 4-2,-7-3-1,6 3 0,-6-4-1,7 0 0,-14 4-3,7-3 0,-6 3-4,6-4 0,-7 4-1,0 4-1,-6-4 4,1 3-1,-1-3 4,-1 4 2,1 0-1,0-1 4,-7 1 0,1 0 2,-1-1 1,1-3 0,-1 0 1,1 4-2,-1-4 0,0-4-2,0 4 0,1 0 1,-1-3 0,7-1 0,1 0 0,5 1 1,0-1 0,1 0 0,-1 1 2,8-1-2,4 0 0,2 4-1,0-4 0,-1 4 1,0 0-2,7-3 1,-6 3-1,12 0-1,-6 0 0,7 0-1,6 3 0,7-3-1,-1 0 0,13 0 1,8 0 0,5 0 3,14 0 2,6-3 2,7 3 0,6-3-2,13-1 2,0 0-5,1-3-3,6-1 3,0 1 0,5-3 1,2-2 0,-7-2 0,6-1 1,0 4-1,-6-4-4,0 1 1,-1-1 2,2 4 1,-8 0 1,6 4 1,-5-4 3,5 7-1,-6 1-2,-6 3-2,0 0 0,-1 0-2,-5 3 1,-1 1 2,0 3 2,-7-3 0,8-4 1,-14 4-1,7-1 0,-7-3-2,0 0-1,-6 0-1,-7 0 0,0 4 0,0-4 0,-7 0 0,-5 3-1,-1 1 0,-7-1 0,7 1 1,-6 4 1,0 3 1,6-5 1,-7 6 0,7-1 2,0-4-1,7 5-3,-1-2-2,1 1 1,7-3 0,-2 3-1,2-4 1,-1 0 1,0 1 0,0-1 0,0 0 0,-7-4 0,1 1 0,-7 0 2,7-4-1,-7 4 1,0-1-1,1-3 0,-1 4-1,-1-4 0,9 4-1,-9-4 1,8 3-1,0-3-3,0 0 3,-1 4 1,7-4 0,-7 0 0,1 4 0,0-4 0,0 0-3,-1 3 0,1-3 3,-1 0 0,-5 4 0,-1-4 3,-1 0 0,1 5 3,1-5-4,-7 2-2,5-2 2,-5 4-2,6-4-1,0 0 0,0 3 0,0-3 0,7 0 2,-7 4 0,7-4 0,-1-4-2,-6 4 1,7 0-1,7 0-1,-8-3 0,7 3 3,0 0 2,0 0-2,0 0 1,7-4-1,0 4-1,-7 0-2,6 0 0,1 0 2,-7-2 0,0 2-1,1-5 0,-2 1 0,2 1 0,-1-1 3,-7 0 0,8 1 1,-8-5 1,7 5 1,-6-1-2,6 0-3,0 4-1,0-4 0,1 4-1,5 0-2,0 0 3,1-3 0,0 3 1,-1-3 0,1-1 2,0 0-1,0 1 0,-1-1 1,-5 0-1,-8-3 1,7 3-2,-7-3 1,-5 0 0,5-1-1,-12 0 0,5 2 0,-4-1 0,-1-1-1,-7 0 0,-1 5-1,-5-1-15,-8 0-16,2 4-19,-8 0-24,-6 0-34,-6 8-56,-8-1-53,-11 5-17,-15 6-1,-5-3 14</inkml:trace>
  <inkml:trace contextRef="#ctx0" brushRef="#br0" timeOffset="353496.454">25803 7990 85,'-20'-15'131,"-5"4"-65,-1 0-30,-1 1-18,-5-2-11,-1 5-5,7 3-1,-6-3 0,5 2-3,1 5 0,6 0-12,-6 5-22,7-5-45,-1 7-24</inkml:trace>
  <inkml:trace contextRef="#ctx0" brushRef="#br0" timeOffset="357902.4239">24812 4916 35,'0'-7'124,"0"-1"-52,-6 1-29,6-1-13,6 6-6,-6-2-6,0 4-2,7 0-1,0 0-1,-1 0 1,7 4 5,0-4 2,0 2 0,0-2 3,6 0 0,7 0 2,1 0-1,-1 0-4,6 0 1,7-2 0,7 2-1,-1 0-1,14-4-4,-6 4 0,12 0-2,0 0-3,7 0-5,-1 0-1,8 0 2,-2 0 0,2 4-1,-1-4 0,7 0 0,-1 0 0,1 0-3,-1 0-2,-5-4 0,6 4 1,-8-4 2,-4 4 1,-2-4 3,-6 4 6,7 0 2,-7 4 2,-6-4 2,6 4 0,0 2-2,0-1 0,0 2 0,8-4-1,-8 5-4,0-4-2,0-1-3,0 5 0,-7-4-2,7-2 1,-6 2 3,6 0 2,-6 0 2,-1-1-2,7 1 2,-6-4-2,0 4 1,0 0-1,-7-1 0,7 1 1,-7-1 3,0-3 2,6 4 4,1 0 2,0-4 1,6 3-3,7 1-3,-1 0-4,8-1-7,-1 1-5,0 0-3,6-1 1,-5 1-2,-1-1 2,0 2 1,1-2 0,-2 0 2,-5 1-3,0-4 3,-1 0-4,1 4-2,-7-4-1,0 0-1,-6 0 2,6 0-2,-6 0-1,0 0 4,-1-4 0,1 4 2,0-4-1,6 1 2,-7-5 0,7 5-2,0-4-1,8 3 0,-8-3 0,0-1-1,0 5-1,-6-5-1,6 5 3,-7-4 1,1 3 1,0 0-1,-7 0 2,0 4 0,6-3-2,-12 3 0,13 0-2,-14 0 0,8 0 0,5 0 0,-13 0 0,8 3-1,-1-3 0,7 0 0,-8 0 1,2-3 0,5 3 1,-5-4 0,6 4 1,-8-4 1,1 0-6,1 2 2,-1 2 0,0-4 1,-6 0-2,-1 0 2,1 4 4,-1-3-2,-5 3-3,-1-4 2,-7 4 0,7 0-1,-6 0 0,6 0 1,-6 0 0,6 4 1,-1-4 0,2 3 1,-1 1 0,0-4-1,0 4-1,7 0 0,-7-2-2,-1 2 0,9-4 0,-9 4-1,2 0 1,-1-1 0,-7 1 1,1-4-1,-1 0 1,-5 4 0,-1-4-1,-7 4-2,7-4 1,-12 0 2,4 0 1,-4 0 1,-1 3 0,-7-3 3,1 0 0,6 0-2,-7 0-3,2 4 0,-8-4 0,6 0 0,0 0-2,-6 0 1,0 0 2,6 0 0,-6 0 0,0 0 0,0 0 0,0 0 3,0 0 3,0 3 4,0-3 5,0 0 1,0 0 1,0 0 0,0 0-3,0 0-5,0 0-7,0 0-1,0 0-1,0 0-1,0 0-2,0 0-3,-6 0-1,6 0-6,0 0-20,0 4-19,0-4-24,-6 4-29,0-1-36,-2 5-53,-4 3-32,-2-1-8,1 5 11</inkml:trace>
  <inkml:trace contextRef="#ctx0" brushRef="#br0" timeOffset="391427.9031">3251 7818 8,'20'-11'10,"6"-4"0,6 1-3,7-6 0,0 2 1,7-7-2,6-1 0,0 1-2,7-8 3,6-1 1,0 2-1,1-5 0,11 4 0,-4 4 0,-2 4-3,7-1-3,-6 7 0,-7 5 1,6 3 0,-6 3 0,1 5 3,-1 3 1,0 3 3,-6 5 1,6-1 0,0 1 4,0 2-4,0-3 0,1 5-3,5-5 0,-6 0 0,7-4-1,0 6 0,-1-9 2,2 3 2,-2-3 2,0-3-1,2-2 0,-2 1 0,-6-3-2,0 4-2,0-4 1,-13-1 0,7 4 6,-6-3 1,-8 4-1,7-1-1,0 1-1,0-1-1,7 4-5,-1-4-1,7 4 0,1-4-1,6 4 1,-7-3-4,13 3-1,-6-4 0,6 0-1,-6 1-2,6 0-1,0-2 4,-7-2-1,8 0 0,-8 0-3,1-1 2,6 0-3,-6 1 0,0 1 0,-7-6 0,0 4 5,1 1-2,-1 4 3,-7-4 0,7 3 3,-6 0-1,0 0-1,-8 4 3,8 0-4,-7 0-1,7 4-1,-7 0 1,7 0 0,-7-2 1,0 3 4,0-2 1,0 1 0,0 3-1,1-3-3,-1 0 1,6 4 0,-6-2-2,7 1 1,-7 1-1,7 0 4,0-1-3,-1 0-1,1 0 2,0 1-1,-1-1-2,-6 0-1,7 1 1,-1-1-3,1 0 3,0 0 3,0-3-1,-1 0 2,7 3-3,0-7 1,0 4-4,8-4-1,-8 0 0,6 0-2,-6 0 1,0 0 0,7 0 4,-7 0 0,0 0 0,0 0 1,-6 0 0,6 3 2,-6 1-1,-1-1-1,1 1 1,-6 1-1,5-2 0,1 0 0,-8-3-1,2 5-1,-1-5 0,7-5 1,-8 5 2,8-3-1,0 0 3,-1-2-1,1-2 0,6 3 1,0 1-1,1-1-1,-1 1 0,7-1-2,-1 0 1,-5 4-2,5 0 4,1-4 0,6 4 1,-7 0-1,8 0 0,-8 0 2,8 0-5,-1 4-1,-6-4-2,-1 4 2,1 0-7,-6-1-9,-9 1-13,2 3-14,0 0-15,-13 1-20,-1-5-29,-5 5-8</inkml:trace>
  <inkml:trace contextRef="#ctx0" brushRef="#br0" timeOffset="393207.1018">3869 7686 100,'0'-15'131,"0"1"-63,8-1-34,-2 1-15,0-1-8,8-1-7,-1 6-2,7-5 0,-2 4-2,9 0-3,-1 4-1,0-4 2,7 0 0,-1 4-1,7 0 1,1-5 0,5 1 2,1 5-2,-1-6 0,7 1 0,1 0 2,-2 3 0,2-3 2,5 1 3,1-2 1,0 5 0,6-3-1,0-2 0,0 5-3,0 0-2,0-4 0,7 2-1,-7 7 0,6-5-2,-6 3 4,8 0 2,-2 1 0,1 3 2,6-5 2,1 5 0,-2 0-5,2 0-2,6 0-1,-8 0-1,8 0-1,0 0 4,-7 0 2,7 0 0,0 0 2,6 0 1,-6-4-3,6 4-2,0 0-1,-6 0-2,-1-3 0,1-1 3,0 2 2,0-3 0,-7 2 1,6-1 1,-5 0-1,-8 0-3,8 1 0,-14-1-1,6 1 1,-6 3 2,0-5 3,-6 5 5,0-2 3,6 2 3,-7-4 0,1 4-1,6 0-2,-6 0-2,7 0-5,-1 0 0,0 0-2,0 0-2,-6 0-2,6 0-1,-7 4 1,7-4 2,0 2-2,-6-2 1,6 5 2,-6-2 0,6 1 0,-6-4-4,7 3 1,-1 1-1,0-4 1,0 4-1,0-4 0,0 0 0,0-4 2,1 4 3,-1-4 0,0 1 1,0-1-3,6 1 1,1-2-2,0-1-2,-1 2-1,1 0-1,0-3 0,-7 3-1,7-2 3,-1 1 2,-6-2 0,8 3 1,-2-3 0,-6 4 1,6 3-7,2-4 0,-8 0 1,6 4-1,-6 0 0,1 0 1,-8 0 2,8 0 1,-1 0 1,-7 0 1,7 0 1,-6 0 0,0 0-2,6 0-1,-6 0-1,-1-3 3,7 3 0,-6-4 3,0 4 0,-1-5-2,1 5 1,-7-2 2,6 2 0,1 0 0,0 0 1,-1 2 1,1 3 0,0-1-3,6-1-3,-6 5-2,6-1 0,-7 0 1,1 0 0,0 0-2,-1 1 1,1-1 2,-8-3-2,2 4 1,-1-6-1,1 3 2,-8-2-2,1-3 2,-1 4-1,1-4 0,-1 3-3,1 1 1,-1-4 0,2 4-3,-2-4 1,1 4-3,-7-1 4,6 2 0,1-3 0,-7 2-1,7-1 3,-7-3 3,7 4-1,-8 1-1,8-2 1,-7 1 2,7 0-4,0-1 2,-8 1 1,8-2 3,0-2 4,-1 5 11,1-1 9,-1-4 8,1 0 4,-1 0 2,1-4-2,-1 4-5,2-5-5,-2 3-4,7-5-4,-6 3-4,-1 0-2,1 1-3,-1-2-5,2 1-3,-2 1-1,-6 3-2,0 0-3,-6 0 1,6 3 0,-7 1-3,-6 1-5,1 2-10,-1 0-21,-7 4-24,-6 1-30,0 2-47,-7 1-60,-6 2-22,-6 2 1,-13 0 15</inkml:trace>
  <inkml:trace contextRef="#ctx0" brushRef="#br0" timeOffset="395721.7804">4072 9290 63,'-6'3'147,"-8"-3"-35,8 0-43,-1 0-26,1-3-14,6 3-10,-6 0-10,6 0-3,0 0-4,0 0-2,6 3 0,-6 1 0,6 1 1,1 1 0,-1 2-1,1 0 1,6 2-1,-7 1 0,8 0 0,-8 3 0,7-2 0,0-5-1,0 4 2,7-4 2,0-3 3,-1-1-1,7 1 2,0-4 0,0-4 0,0 1-1,7-4-2,-1 0 1,1-1-1,-7 1-1,7 0-2,-1 0 1,1-1 0,-1 1-1,1 3 0,-1 0 1,1 0 1,-1 4 0,1 0-2,-1 0 1,2 4 0,-2 0-1,1 0 0,6-1 0,-7 1 0,1 0 3,5 2-3,2-1 0,-7-2 0,5 1-1,1-1 1,-6 1 0,7 0 0,-2 0 1,-5-1 0,6-3 2,1 4-2,-2-4 0,1 0 2,1 0 0,5-4 0,-6 4 1,7-3-1,6-1 0,-7 0-1,2 0 0,4 1-1,1-1-2,1 1 0,-2 3 0,2-5-1,-7 5 0,5-2-2,-5-2 2,-1 4-1,1-4 3,0 0 0,-7 1 1,0 3 2,0-4-1,0 4-3,-6 0 0,0 0 1,-1 4-1,1-1-2,-7-3 1,7 4 3,-7 0-2,-1 2 1,7-1 1,-5-2 1,5 1 1,-6-1 3,7 1 4,-1 0 2,2-4 2,-2 0 3,1 0 2,-1-4 1,7 4 1,0-7-2,1 3-1,-1 1-2,6-4-1,1-1-4,-1 4-3,-5-3-1,5 3-2,1 0-3,-1 4-3,1 0 0,-1 0-1,1 0 1,0 4-1,-8 0 1,8 0 0,-7-1 1,1 1 0,5 0 0,-6 0 2,1-2 0,-1 3 0,-7-5 2,7 3 2,1-3-1,-8 0 1,1 0 0,-1 0-2,1 0-2,-1-3 0,1 3 0,-1 0-2,-5 0-1,5 3 2,-6 1-2,7-4-2,-1 3 0,-6 1 1,1 4-1,5-5 0,-6 4 2,1-3 0,5 3 0,-7 1 1,1-5 0,7 5 1,-7-5 1,0 0 0,7 6 1,-7-6 0,7-3 3,-7 5 0,6-3-2,1-2 2,-1 0-1,1 4 0,7-4-2,-2 0-1,-5 3-2,6-3 1,7 0 0,-7 5 0,0-5-2,7 3 0,-8-3 2,1 4-1,1-4 0,-7 4 2,5 0 2,1-4 2,-6 0 1,6 2 1,-6-2 3,6 0 1,-7-2 0,7 2 0,1-4 0,-8 0-1,7 0-2,0 1-3,1-5-2,-1 4-2,6 2-2,-5-3-1,-2 5 0,1-3-2,1 3-1,-1 3 0,0-3 0,-7 5 2,7-3 1,-6 2 0,0 4 0,-1-1 2,1-3-2,-7 2 2,7-1 0,-1 2-1,-6-4 0,7 1 3,-7 4-2,-1-5 0,9 1-1,-9-1 0,1 1 0,7-4-1,-7 3-1,6 1 0,-5 1 0,5-2 2,1 0-1,-1 1 0,8 0 1,-8-1 1,7 0-2,0-3 0,1 5 1,5-1 0,-6-4 0,1 3 0,5-3 2,1 0-1,-7 0 1,6 5 0,-5-5-1,5 0 1,1 0-2,-7 0 0,7 0-1,-1-5 0,1 5 1,-1 0 1,1-3 0,-1-1-1,1 4 0,-1-5-1,2 2 0,-2 0-1,1-1 1,-1 4 2,7-4 2,-7 4-1,2-3 0,-2 3 2,1-3-2,-1 3-1,7 0 0,-7 0 2,2 0-3,-2-5 0,1 5 2,-1 0-1,1 0-2,-1-4 1,1 4 1,-1-3 2,1-1 2,7-3 1,-8 0 1,7-1-1,1-2 0,-2-1 0,2 0-6,-1-1 0,0 2 1,0-2 0,0 1-1,-7 0 0,8 4 1,-7 3 0,-1 1-3,1 3 1,-1 0 0,1 3 0,-1-3 1,1 4 2,6 3 0,-6-2 0,-1-2-1,8 0 0,-7 1 0,-1 0 0,1-1-2,-1-3 0,1 0 2,-1 3 0,-6-3 0,7 0-2,-13-3 0,5 3 0,2 0 0,-7 0 0,-1 0 2,1 0 4,-1 3 1,7-3 4,-6 0 1,6 0 4,0 0 1,0 0 0,0 0 0,1 0-2,5-3-2,1 0-2,-1-5 0,1 2-2,5 1 1,-4-6 2,5 4 5,-7-4 2,7 4 2,-6-5 3,0 6-2,-1-2-1,7 1-3,-6 3-2,-7 0-5,6 4-4,1-2-2,-1 2-3,2 0-1,-2 0-3,1 0 2,-1 0 0,7 0 1,-6-5-1,0 5 0,0-3 0,-8-1-1,1 1 1,7-2-2,-7 5 2,0-3 1,-7-1 4,8 4 4,-7 0 6,6 0 5,-7 4 3,1-4-1,-1 3-3,-6 5-3,7-4-7,-1-1-6,-5 4-23,5 1-35,-6-1-51,0 5-62,-7-5-82,8 0-56,-8 0-11,1-3 16,-7-8 42</inkml:trace>
  <inkml:trace contextRef="#ctx0" brushRef="#br0" timeOffset="395871.7376">16928 9581 14,'-32'21'205,"-2"-4"10,2 3-2,-1 5-136,1-4-141,-7 5-73,7-4-41,-1 5-21</inkml:trace>
  <inkml:trace contextRef="#ctx0" brushRef="#br0" timeOffset="400518.4994">4319 8814 29,'0'-3'43,"-6"-1"-2,6 0-1,-6 4-9,6-4-4,-7 4-2,0 0-5,7-3-6,0 3-4,-6 0-3,-1-4-2,7 4-3,0 0-2,-6 0-1,6 0-2,0 4 0,0-1 1,-6 5-2,6 3 1,0 3 0,-7 1-1,7 3-3,-7 1-3,1 3-2,6-4-2,-6 0-2,6 1 0,-8-2 3,2 2 3,6-4 2,-6-1 2,-1 1 2,1 0 0,-1-1 1,1-2 2,-7-2 0,7 1 1,-2-3 0,2 3 1,0-5-1,-1 2-1,0 0 1,1-5 0,6 5 0,-6-5 0,6 1 0,-7 3 0,7-2 0,0-3 0,0 6 0,0-1 1,7 1-1,-7-1 2,6 0-3,0 0 1,1 1-1,0-1 1,-1 1 0,0-2-1,2 2 1,4-1 0,-5 5 1,6-2-1,0-3 0,-1 8 0,2-4 3,-1 1-1,0-2-2,0-2 0,0 3 1,0-3 0,7-6-1,-8 3 0,2-5 0,5-5 0,-5 3-1,5-10 1,-6 1 0,0-3 0,0-1 0,0-4 0,0 1 1,0-4 0,-7 4 0,8-1 0,-14 2 0,6-2 0,-6-3-1,0 0 0,0 0-1,-6-4 1,-1-3 0,-6 4 0,7-5 1,-8 0 1,-5 5 1,6-4-1,-6 3 0,-1 4 1,0 1-1,-6 6-1,7 3 1,-7 2-1,-1 6 2,8 4-3,-8 4 0,8 3-1,-7 4-3,6 4 4,1 3-4,6 7-16,-6 1-26,-1 3-26</inkml:trace>
  <inkml:trace contextRef="#ctx0" brushRef="#br0" timeOffset="402027.6865">3609 6971 11,'-6'0'51,"-7"0"-17,6 0-8,1-4-4,-8 4-11,8-3-5,0 3-2,-1-4-1,-6 4 2,7-3-3,-1 3 0,1-4 1,-1 4-1,0 0-2,1-4-1,0 4 1,-1 0 0,0 4-1,1 0 1,6-1 0,-6 4 2,-7 5-2,6-2 1,0 1-1,-5 0 0,4 3 2,2-2-2,-6 3 0,5-5 0,-6 2 1,6 2 0,-5-2 0,4-5-1,-4 3-1,5-2 1,-6 3 0,7-3 0,-1 2-1,-6-3 0,6 5 1,1-2 0,0 2-1,-1-1 1,0 3 0,7 2 1,-6-2 0,6 1 2,6 2-2,-6-2 0,7 3 0,6-2 0,-7 2 1,14-7-1,-7 3-1,7-2 1,0-5-1,-1 0 1,7-4 0,0 1 0,0 0 0,0-4 0,-7 0-1,8 0 0,-1-4-3,0 0 1,0-3 1,0 0 1,0 0 0,0-4 0,-6 0 6,6-4-3,-7-3 0,1-1-2,0 1-1,-8 0 0,2-4-4,-2-4 2,-5 4 2,-1-3 0,-6 2 0,0-2 0,-6-1 2,-1 4 1,-5-3 2,4 2-1,-10 5 1,4-1 1,-5 5-2,-7 3 1,6 7-4,-6 1-1,0 3 0,-7 7 0,7 4 0,-13 1-1,7 5 1,-1 3 0,1 1-1,-7 1-2,6 4 0,7-1-2,-7-4-2,14 6-4,-8-1-7,15-1-24,-8 1-33</inkml:trace>
  <inkml:trace contextRef="#ctx0" brushRef="#br0" timeOffset="402221.984">3824 7466 5,'-6'0'47,"0"4"-25,-2 4-17,-4-2-26,-2 9-33</inkml:trace>
  <inkml:trace contextRef="#ctx0" brushRef="#br0" timeOffset="404096.9242">2900 7331 18,'-8'-8'63,"-4"5"-19,5-6-12,0 9-4,-6-3-5,7-1-9,-7 4-5,6 0 9,1-2 8,-8 2 6,14 0 4,-6 0 0,0 0 2,-1 0-11,7-5-11,0 5-7,0 0-7,0 0-2,0 0 0,7 0-1,-1 5 2,0-5 1,8 0 0,-1 0 0,0 2 2,0-2-3,0 4-1,6-1 1,1-3-1,6 4 0,-7 1 1,8-2 2,-1 5 0,0-5-1,6 3 1,1-1-2,-1 2 0,1-2-1,7-5 0,-1 0 0,6-5 0,-6 2 0,7-8 2,0 0 0,-1-5-2,-6 2 0,7-1-1,-7-2 0,0 2-1,-6-4-1,6 5 2,-7-1 1,-6 3-3,1 3-4,-1 5-5,-7-4-4,-6 4-4,6 4-7,-13-4-6,8 4-4,-8 4-4,-6-4-12,7 0-37,-7 0-13</inkml:trace>
  <inkml:trace contextRef="#ctx0" brushRef="#br0" timeOffset="405128.5077">3107 10539 40,'-12'-10'80,"-1"-1"-20,6 0-11,-6-1-5,0 2-2,0-1-2,0-1-5,6 1-2,-6 4 3,7 0 1,-7 0-8,6-1-4,1 4-4,0 1-4,6-1-7,0 4-6,0 0-2,0 0-2,0 0-1,0 0 1,6 0-1,7 4 1,-6-1 0,5 1 2,1-4 1,1 4-1,5 0 0,-6-1-1,7-3 1,5 4-1,1-4-1,1 0 0,-1-4 0,6 1 1,-5-1-1,11 0 0,1-3 0,1 0-1,-1 0 0,0-1-1,7-3 1,-1 3 1,-5 1 0,5 0 1,1 2 2,5-1 1,-5 2 0,-1 1-2,8 3 2,-7 0-1,5 0-2,-4 3-1,-2-3 0,1 4 0,-7-4 0,-1 4 2,2-2 0,-7-2-2,-1 5 2,-13-5 0,7 0-1,-6-5 1,-7 5 0,0 0 3,-6 0 1,-1-2 2,0-2-1,-6 0 0,8 1 1,-16-1-2,8-4-3,-6 4-1,6 2 0,-6 2 0,-7-5-2,13 5 0,-7-3 0,0 3 0,1 0-2,0 0-4,6 0-7,0 3-13,0-3-13,0 0-23,6 0-39,-6 5-37,6-5-15,1-5 3</inkml:trace>
  <inkml:trace contextRef="#ctx0" brushRef="#br0" timeOffset="406322.1226">6405 7242 77,'-7'0'45,"1"0"-19,-1 0-10,1 4-4,-1 0-6,1-4-4,-1 3 0,0 1 0,1 0-1,0 0-1,-1-4 0,0 0 0,1 2 2,-7-2-2,7-2 1,-1 2 0,0 0 0,1-4-1,0 4-1,-2-4 0,2 4 0,0 0 1,-1 0-2,1 0 7,-1 0 2,1 4 6,-7-4 4,7 4 3,-8-4 6,1 2-1,0-2 2,7 0-1,-7 0-3,-1 0 2,2 0-4,-2 0-3,2-2 0,-2 2-2,8 0-1,-7-4-2,7 4-1,-2 0-2,8 0-4,-6 0-5,6-4-1,0 4-1,0 0 1,0 0-2,6 0 1,2-4 1,4 4 0,-5 0 0,13-3 1,-8 3 0,2-4 0,5 4-1,1-4 1,6 4 0,-6 0 0,5 0-1,-5 4 0,6 0 0,-6-1 0,5 1 0,1 0-1,-6 2 2,0-1-1,5-2 0,-5 1 0,0 3 1,-1-3 0,-5 0-1,5-4 1,0 3 0,-6 2-1,7-5 1,0 2 0,-1 2 0,-6-4-1,14 3 0,-9 1 0,2 1-1,7-2 1,-1 1 0,0 3 1,-1-3 1,9 3 0,-9 0-2,7 1 0,2-5 1,-2 5-2,1-5 0,-1-3-1,1 0 1,-1 0 0,7-3-1,-6-5 2,-1 5-1,8-5-1,-7 5-14,-7-6-24,-1 7-57,1 2-31,-6 2-16</inkml:trace>
  <inkml:trace contextRef="#ctx0" brushRef="#br0" timeOffset="407123.161">6881 10594 32,'-14'-3'133,"8"-5"-48,-7 5-23,6-5-5,1 4-5,-1 1-1,1-1-5,0 1 0,6-1-3,0 4-10,0-3-8,-8 3-5,16 0-8,-8-4-4,6 4-4,0-4 0,7 4 2,-6-4 0,12 1 1,1-1 0,0 4 1,-1-3 0,7-2-1,0 3 0,0-6 0,7 4 2,-7-3 5,13-3 6,0-2 8,1-7 7,5 4 2,7-6 1,0-2-4,0 6-4,7-5-12,6 0-7,0 4-4,1 3-3,-1 0-4,0 3-3,0 10 0,0-2-1,0 4-3,-7 4-22,1 3-35,-6-4-47,-1 4-62,-1 1-34,-11-4-15,-7-8 12</inkml:trace>
  <inkml:trace contextRef="#ctx0" brushRef="#br0" timeOffset="408160.3186">9682 7671 113,'-6'0'90,"-8"-4"-25,8 4-13,-7 0-1,6-3 2,1 3-4,0-4-7,6 4-8,0 0-4,-7 0-10,14-3-11,-1-1-6,0 4-1,8-8-2,6 5 0,-1-8 1,13 4 2,1-1 2,6-3-2,7 0 2,0 4-1,5-1-1,14 1-3,-6 3-1,7 4 0,-1 4-2,0 3 1,0 4-2,0 7-11,0 2-28,0 1-58,-6 4-36,-7 1-18,-6 0-9</inkml:trace>
  <inkml:trace contextRef="#ctx0" brushRef="#br0" timeOffset="408951.1817">10927 10572 117,'-6'4'100,"-1"-4"-14,0 4-10,1-4-5,6-4-10,-7 4-7,1-4-1,6 0 1,-7 4-4,7-3-5,0 3-7,-7-4-6,14 4-12,-7 0-9,7 0-4,-1 4-1,7-4 1,1 3-2,-2-3 2,8 4 0,-1 4 1,7-5 0,0-3-1,1 4 1,5-4-1,1 4 2,-1-4 2,8-4 0,-1 0 1,6 1 1,-5-5 1,5 4 0,7-6-1,-7 3-1,1-1-3,7-3 0,-8 8-3,1-4-2,-7 3-3,6 4-1,-5 0-1,-1 4-3,-7-2 0,7 10-19,-7-1-25,-5 3-36,-1 5-57,0-5-51,-6 1-26,-8-4 4</inkml:trace>
  <inkml:trace contextRef="#ctx0" brushRef="#br0" timeOffset="409786.4164">13572 7488 32,'-6'4'134,"6"-1"-43,-6-3-31,6 4-20,0-4-13,0 4-11,0-4-7,0 0-4,6 4-1,0-4 0,8 3 1,-2 1 2,8-4 4,-1 3 2,7 1 0,1-1 1,-1 5-1,6-4-1,7 3-4,0 0-1,7 0 1,6 1 1,0-5-1,0 5-1,13-2 0,-6 2-2,6-1-2,7-2-3,-7-5 0,7 0 0,-7-5-1,7 2 0,-7-1 2,0-4-17,0 2-56,-6-2-46,-1 5-23,-11-5-11</inkml:trace>
  <inkml:trace contextRef="#ctx0" brushRef="#br0" timeOffset="410541.3661">14622 10602 25,'-20'-5'179,"0"2"17,7 0-27,-7-1-38,2 0-19,4 1-14,8-1-9,-7 0-6,6 0-19,0 4-13,1-3-7,6 3-9,0-4-9,0 4-9,6-3-7,1-1-4,6 1-1,6-1 1,7 0 0,1 0 0,5 1-1,1-1 2,6 1-2,7-2 1,0 5 1,5-2-1,1 2 0,1-4 0,6 0-1,6 0 1,-7 1-1,7-5-1,0 2-3,0-2-4,0-1-12,0-1-36,1 3-43,-1-1-61,0 4-72,-6 1-36,-6-1-9,-2 4 23</inkml:trace>
  <inkml:trace contextRef="#ctx0" brushRef="#br0" timeOffset="410729.074">16146 10543 154,'-13'4'270,"0"-4"13,7 0 10,-8 0-135,8 0-72,-7 4-42,13-4-25,-6 0-26,6 3-26,0 1-23,0-1-20,0 4-24,0 1-41,6 3-57,-6-1-20,7-1 1,-1 2 12</inkml:trace>
  <inkml:trace contextRef="#ctx0" brushRef="#br0" timeOffset="414798.6865">4965 13067 70,'0'-14'56,"0"-1"-26,0 1-13,0 6-9,6 1-2,-6-1-4,7 4-2,-1 1 0,0-1-2,8 4 1,-1 0-2,0 0 1,13-3 2,-7 3-1,14 0 1,-1-4 1,1 4 0,7-3 0,5-1 1,1-4 0,5 1 1,8 0 2,0-5 1,6 2-1,1 3 0,5-5 1,0 2-5,2 3 0,4-5-1,-4 8-2,-2 0 0,7 1 2,-6 3 2,5 3 3,2 1 1,0 4 1,-2-5 1,2 9-2,-2-6-2,8 6-2,-6-5 0,-1 4 2,0-4 2,0-2 0,-6-2 1,6-3 2,-6-3 1,-7-2-2,6-2 0,-6-4-1,1 4 0,-8-5 0,8-1-2,-7 1-1,0 1-2,-2-3 1,2 2 2,0 5-3,-1 0 0,1 0 3,0-1-2,6 5 0,-6-1-3,-1 0 3,1 1-2,0-1-1,-7 0 1,0 0 0,0 1 1,0-2 3,-7 3 3,8-5 4,-7 3 1,-1-4 3,1 4 0,-1-3-2,1 3 0,0 2-1,6-3-4,-7 2 1,14 3-2,-7 0-2,1 0-3,5 0 0,1 0-2,-8 3-3,2 4 2,6-3 2,-7 3 1,-1 1 1,2-4 0,-1 3 4,0-3 0,-6 3-1,6-4 0,-7 5 0,8-4 0,-1-1-3,-1 5 1,2-5-1,-7 5 0,5-1-1,-4 0 0,4 0-1,-5 5 2,6-5-1,-6 3 3,6-2 1,-7-1 8,1 1 11,-1-4 12,8-2 8,-7 2 5,5-4 2,2 0-6,-1 0-7,0 0-12,0 0-6,0-4-6,1 4-4,5 0-2,-6-2-2,7 2 1,-1 0-3,1-4-2,-7 4 1,7 0 0,0 0-4,0 0-1,-1 0-1,-6 4 1,0-2-1,0 2-1,0 0 0,-6 4 1,-7-4 0,7 3 0,-7 3 0,-7-1 1,1-3 1,-1 2 1,-6-1 1,1 1 0,-1-1-1,0 0 2,-7 0 0,1 1 1,0-1 1,-1-4 0,1 4 1,6-3 0,-7 0-1,7 0 0,0-4-1,0 0 1,7 0-2,6 0 0,-7-4 1,8 0-1,-1 0 0,0 2-3,0-3 0,0 2 0,0-1-3,7-3 1,-7-1 1,6 5 0,1-4 1,-1-4-1,1 3 1,-1-3 1,2 0 0,-2-3-2,1-1 0,-1 1 2,1-1 3,-1 0 1,7-3 4,-5 3 4,-2-4 3,1 5 0,-1-1 0,-6 5 0,7-5-2,-7 3 5,0 3 5,7 1 4,-8-4 2,2 9 1,-7-5-4,6 2-6,-7 2-7,1-1-6,-7 2-3,6 0-1,1-1-3,-7 0-2,6 1 0,-5-1 0,5 0-4,1 0-3,-7 1-6,0-4-11,0 3-15,-1-3-19,-5-1-21,7 0-18,-15 1-20,8 1-26,-14-6-36,8 5-30,-14-4-4,-6 4 9</inkml:trace>
  <inkml:trace contextRef="#ctx0" brushRef="#br0" timeOffset="422823.3973">4828 12826 55,'0'-5'59,"6"2"-21,-6 0-14,0 3-12,0-4-5,0 4 0,6 0 1,-6 0 2,0 0 4,0-4 4,0 4 4,0 0 2,0 0-1,0 0-3,8-3-5,-8-1-4,6 4-4,0-4-3,1 0-2,0 4-2,6-3-3,-7-2-1,7 5-12,6-2-21,-5 2-30,-1-4-31,6 1-15</inkml:trace>
  <inkml:trace contextRef="#ctx0" brushRef="#br0" timeOffset="433846.5309">5910 12891 112,'-33'-15'77,"7"5"-21,-6 3-12,-1 3-7,1 4-5,-2 0-5,2 4-5,-1-1-2,-6 4-5,7 0-2,-7 1-4,6-1-2,1-2 0,-2 2 1,-4-1 3,11-2 4,-5 4 2,6-4 0,-1-4-2,9 3-2,-2 1-4,7-4-4,-1 0-2,8 4-1,0-4-2,6 0 0,0 0 1,6 0-1,0-4 1,2 4-1,4 0 1,8-4-1,-1 4-1,7-3 1,1-1 0,5 4-1,7-4 2,7 4 3,6-4-1,0 0 0,7 4 0,-1-4 0,7 4-2,8-2-2,-2 2 1,0 0 0,2-4-1,4 1 3,2-2 2,-2-2 1,8-4 2,-6 0 0,12-4 3,-6 1-2,-1-1-1,7-3-1,-6 0-1,6-1 2,-6-3 0,6 4-1,1 0 0,-1 3 0,0 0-1,-6 4-3,6 1-2,-6 2-1,-1 4 0,7 1 2,-6-4 1,-6 7 0,6-5 2,-8 3 1,2-2 0,-1 0-1,-6 0 1,-1 0 1,1 0-2,-6 1-1,-1 3 0,0-4 2,-7 4-1,1 4 1,6-1-1,-6 5-1,-1 0 1,7 3-4,0-1 0,-6 5 0,6-4-1,0 4 2,0-1 6,-6-2 3,6-2 6,-6-3 6,7-3 6,-9 0 1,2 0 1,-6-8-1,-1 4-5,7-4-3,-14 0-6,7 1-1,1-1-4,-8 0-4,7 1-1,-7 3-4,1 0 0,7 0-1,-2 0 0,-5 3 0,7 1 2,-2 0 1,8 3 0,-7 1 2,7 2 2,0 1-1,-1 5 0,7-2-2,0 1-1,0-4 1,-6 4 0,6-9 3,-6 2 2,0-5 5,6 1 3,-7-4 2,1-4 1,0-3 0,-1 0-1,7-5-6,0 2-1,0-5-4,1 3-3,6-1-1,-7-3-3,6 7-1,1-3 1,0 1 0,-7 0 3,7 4 0,-1-1 0,1 5 2,0-1-3,-7 0-1,0 4-2,0 0 1,-6 0 0,-1 0 0,1 4-1,-6-4 4,-2 0 3,1 0 1,-5 0 4,4-4 3,-5 1 4,-1-1 2,1 0 1,-1-3-2,1 3-1,-7-3-5,7 4-2,-1-1-4,-6 0-3,1 0 0,-1 4-2,0 0-1,-7 0-2,1 4-2,0 4-19,-8-1-38,2 3-47,-1 5-66,-6 4-70,-1 2-33,-6-1-2,-6 1 26</inkml:trace>
  <inkml:trace contextRef="#ctx0" brushRef="#br0" timeOffset="436171.133">6991 13295 13,'7'-8'177,"-7"1"21,0 3-39,0-6-25,-7 2-24,7 1-15,0-5-9,0 2-12,-6-1-9,6 0-6,-7 0 3,1-1 4,-1 2 3,0 2-3,-5 1-8,-2-1-8,2 4-9,-1 4-15,-1 8-13,-6-1-8,2 5-3,-2 7-4,1-2 0,-1 2-3,0 3 3,1-1-1,5 2 1,2-2 0,-2 2 2,2-2-3,5 1 0,0 0 2,1-3 1,6-1-1,0-4 1,6 2 1,1-2 0,6-3 1,-1-4 0,2-2 0,6-3-2,-1-2 2,7-2-1,0-10-1,1 1 1,-1 0-2,0-8-7,-1 1-8,1-1-10,1 2-9,-8-2-6,0 1-3,-5 4 4,-1 3 4,0 0 9,-7 3 9,7 0 5,-13 5 3,7 3 3,0 3 3,-1 1 3,-6 8 1,6-1 2,1 3 3,0 5-2,-1 2 1,7-2-2,-7-1-1,8 0-1,6-4 0,-8 1 2,8-3 1,-1-1 0,1-3-1,0-2-23,5 2-38,-5-8-54,6 3-84,0-3-47,-7-3-21,7-5 11</inkml:trace>
  <inkml:trace contextRef="#ctx0" brushRef="#br0" timeOffset="436343.5815">7675 13423 137,'0'10'229,"0"5"16,0-4-51,-6 7-62,-1 1-44,1 7-27,-1-1-20,1 4-16,0 1-11,-2-5-8,8 2-16,0-2-39,0-4-65,8-2-73,-8-4-39,6-1-18,0-7 2</inkml:trace>
  <inkml:trace contextRef="#ctx0" brushRef="#br0" timeOffset="436561.6948">7949 13368 126,'6'-4'281,"1"0"15,0 1 8,-1 3-111,-6-4-77,7 4-53,5-3-30,2-4-13,-2 3-7,2-4-5,-1 5-3,7-5-1,-2 4-3,2 0-8,0 4-31,-1 4-50,1 0-95,-7 4-62,0 3-34,0 0-10,-7-1 21</inkml:trace>
  <inkml:trace contextRef="#ctx0" brushRef="#br0" timeOffset="436755.5834">8170 13518 172,'-12'4'306,"4"-4"24,2 3 14,6-3-126,-6 4-77,6-4-55,0 0-38,6 0-23,0 0-13,14-4-4,-6-3-2,11-1 0,1 1 0,7-5-2,7 6-14,-8-8-38,13 2-42,-5 1-48,5-4-88,-6 0-62,7 1-20,-7-3 19,0-2 31</inkml:trace>
  <inkml:trace contextRef="#ctx0" brushRef="#br0" timeOffset="436910.4952">9064 13034 171,'12'-4'299,"-5"8"22,-1 0 14,-6 4-117,0 9-80,0 9-52,-6 11-29,-1 7-20,1 4-17,0 6-23,-2 5-48,2-1-60,0 1-86,6 1-74,0-6-39,6-7-7,0-2 29</inkml:trace>
  <inkml:trace contextRef="#ctx0" brushRef="#br0" timeOffset="437346.5594">9656 13357 143,'6'-7'306,"-6"0"23,8 3 13,-8-1-105,0 5-89,6-3-63,0 3-37,1 0-21,-1 0-11,1 3-5,6-3-3,-1 5-1,8-5-4,0 4-13,-1-1-46,1 1-61,0-1-96,-1 1-70,-6 3-34,0 1-6,-7-1 33</inkml:trace>
  <inkml:trace contextRef="#ctx0" brushRef="#br0" timeOffset="437500.9827">9812 13569 84,'-6'11'314,"0"-4"29,-8 1 17,2-1-61,-1 0-117,-1 8-72,2 4-63,-2 3-54,2 3-63,-8 1-59,1 6-80,-1-1-77,0 1-29,-6-3 5,0 0 33</inkml:trace>
  <inkml:trace contextRef="#ctx0" brushRef="#br0" timeOffset="438132.5699">7297 13972 140,'-13'-11'223,"1"4"19,-2-4-67,2 4-31,-2 0-23,1 3-21,0-4-19,0 5-13,1-2-11,-2 5-14,1 0-7,-7 0-4,8 5-3,-2-2 5,2 5 2,-2 3 3,-5-1-1,6 5-1,6-1 0,-5 5-6,4 3-7,2-4-5,6 0-3,0 1-6,0-1-3,6-7-1,2 0-1,4-3 0,1-5 1,0-3 2,0-3-1,7-5-1,0-3-3,-8-3 0,8-1-3,-7-4-1,1 5 2,-8-1 0,6 5-1,-5 2-1,0 1 0,-1 3-2,1 0-1,-7 8-1,6 0 4,0 7 1,8 3 0,-8 5 1,8-2-1,5 6 3,-6 0 0,13-6-2,-7-2 2,8-1-2,-1-6-8,6-1-27,-5-3-39,-1-1-48,-1-3-64,1 0-92,-6-3-42,-7-1 0,0 1 23</inkml:trace>
  <inkml:trace contextRef="#ctx0" brushRef="#br0" timeOffset="438406.5836">7643 14125 12,'6'0'222,"1"0"18,-1 0 14,1 0-75,-1 5-63,7-5-30,1 4-16,-2 3-13,2-4-11,-2 8-8,8-3-5,-7-1-7,-7 3-2,2 2-2,-2 3-2,0-1-4,-12 1-3,6 0-2,-6 3-1,-8-3-3,8 0 2,-8-1 11,8-3 9,-1-5 11,1 6 12,0-9 8,-1 5 0,0-4-5,7 0-11,-6-1-11,6-3-12,6 0-10,-6 3-3,14-6-4,-2 3-1,1-3-6,7-1-24,0 0-39,6 1-60,-1-2-71,2-2-96,-1-1-44,0 2-3,0-5 26</inkml:trace>
  <inkml:trace contextRef="#ctx0" brushRef="#br0" timeOffset="438582.4865">8209 14119 222,'7'0'349,"-7"-4"26,7 4 15,-7 0-121,6 0-94,0 0-72,2-4-45,-2 4-25,7-3-15,0 3-7,0-3-4,7-6-1,-1 6-14,7-1-40,-6 4-52,-1-3-65,1 6-94,-7-3-71,0 4-26,-7 3 18,0-2 42</inkml:trace>
  <inkml:trace contextRef="#ctx0" brushRef="#br0" timeOffset="438755.5673">8262 14280 55,'-7'7'237,"-5"5"14,-2-6 8,8 2-103,-1-5-64,7 1-40,0 0-23,7 0-13,-1-4-8,8 0-1,5-4-2,1 0-4,6-3-7,0-1-22,6 2-39,1-2-62,6-3-64,0 3-35,0-2-12,-6-1 13</inkml:trace>
  <inkml:trace contextRef="#ctx0" brushRef="#br0" timeOffset="439309.5553">9923 14229 49,'13'-15'429,"1"8"70,-8-5 44,-6 5 26,6 3-155,-6 0-141,0 2-109,7 2-69,-7 0-45,7 2-25,-1 2-25,7 0-50,0 3-81,0 1-98,1-2-120,4 6-115,-4-1-51,5 0 11,-5 0 61,-2-7 88</inkml:trace>
  <inkml:trace contextRef="#ctx0" brushRef="#br0" timeOffset="442185.6573">2919 5832 77,'-7'-4'168,"-5"1"5,4-5-81,2 4-43,0 1-24,6 3-12,0-4-9,0 4-4,0 0-1,6 0-1,0 0 0,8 0 1,-1 0 1,0-3 1,6-1 0,1 1 3,0-5 0,5 1-1,8-1-2,0 2 2,0-3 1,12 3-4,1-2 0,5 5 0,8-2 0,6 2-2,1 3-1,5-4 1,1 4 5,12 0 2,-5-3 2,12 3-1,1-5 3,-1-1-1,6-2-2,-6 1-1,7-4 1,-7 0 3,0 0 4,1-4 3,-1 5 2,0-1 2,0 0 5,-6-1-2,6 2-2,1-2-1,-1 5 2,0-1-1,0-2-2,1-1 0,5 3 2,1-6-1,6-1-4,0-2-1,-6-6 4,7-2-5,-2-2 0,-4 1-5,-2 6 1,-5-6-1,-7 6-9,-8 3 1,-6 2 3,-12 4-1,0 4 0,-7-1 0,-6 5 1,-7 3-1,0 3 1,0 0-3,-6 2 0,0 7 0,-1-3 2,1 3 1,-1 3-2,1-1 2,-1 4 0,1 1 0,-1-5-1,1 5 1,-1-5-2,1 2 2,7-7-2,-8 3 0,7-1 2,6-5-4,-5 2 0,5-4 3,1 1 0,-7-2-2,7 0-1,-1-3 3,1 4-1,-7-4 0,6 0-2,1 0 0,-7 0-1,7 0-3,-7 0-2,0 0-4,1-4-4,-1 4-3,-1-3-2,-11 0-3,5-2 0,-6-2 2,0 0 1,-7 3 5,1-3-2,0 3-4,-7 0-2,0 0-6,-6 0-10,-1 4-12,0 0-3,1 4 0,-7 0 4,0 0 4,0 4 11,0-1 13,7 3 8,-7-1 3,6-3 3,-6 2 3,6 3-7,7-4-19,-6 0-29,6 0-46,-7 1-24,8-1-12</inkml:trace>
  <inkml:trace contextRef="#ctx0" brushRef="#br0" timeOffset="475591.9009">9239 13984 58,'7'-15'182,"-1"0"17,-6 4-55,7 0-26,-7 4-15,0-1-11,6 0-3,-6 5-4,0-1-7,0 4-5,0 0-9,0 0-10,0 7-10,0 5-10,0 10-9,-6 7-6,6 12-7,0 10-4,6 7 2,-6 12-3,14 3-7,-8 4-25,14 1-44,-8-5-74,15-8-87,-1-9-45,0-9-19,-1-10 11</inkml:trace>
  <inkml:trace contextRef="#ctx0" brushRef="#br0" timeOffset="476077.9882">10132 14587 70,'0'0'253,"0"-3"26,-6-1 18,6 4-100,-8-3-61,8 3-34,-6 3-35,0-3-24,0 7-17,-8 1-14,1 6-24,0 9-50,-6 2-79,5 5-84,-5 3-47,-1-4-22,1 0 6</inkml:trace>
  <inkml:trace contextRef="#ctx0" brushRef="#br0" timeOffset="476287.9019">11435 14449 199,'39'-15'294,"-19"3"13,-7 5 9,-7 4-144,-6 3-97,0 0-90,-6 8-76,-1-2-91,-6 9-67,0-5-33,7 2 4,0-1 34</inkml:trace>
  <inkml:trace contextRef="#ctx0" brushRef="#br0" timeOffset="479898.5961">4027 9525 6,'0'-4'112,"0"-3"-53,0 3-26,0-3-13,0 7-10,0-4-3,0 1-3,6 3-2,-6 0-2,0 0 1,6 0 0,1 0 0,-7 0-1,6 3 0,1-3 1,0 4-3,-1-1 0,0 1 2,1 0 0,0 0 0,-1-1 0,7 1 2,-6-1 0,-1 1-1,7-1-1,-7 1 2,8-4 2,-2 5-2,2-2 2,5-3 1,-6 3 2,6-3-2,1 4 1,0-4-1,6 4-1,-7-4-2,7 3 1,1-3 0,-1 3 1,0 2 2,-7-1-1,7-1 1,0-3-1,-6 5-4,7-3 2,-9 2-3,9-1-1,-7-3 1,-2 4-1,9 0 2,-7 4 0,-1-4 2,7-2 0,-6 3 1,-1 2-1,0-4-1,1 5 0,0-4-1,-1 3 0,1 0 0,0 0 0,-1-3 1,1 3-1,-1-3 2,1 3 0,-1-4-1,0 2-2,1-1 0,0-1 2,-1 0 0,1-3 1,0 4 0,-8 0 1,8-4 0,-1 3-2,1-3-2,-7 4-2,7 0 2,-8 0-1,2-1 0,6 2 1,-8 1-1,1-3 1,1 1 1,4 0 1,-4-4 0,-1 4-1,7 0 1,-8-4 1,8 0-2,-6 0 2,5-4 0,-6 4-2,6-4 2,1 4 1,0-4-3,-1 0 1,7 1 1,-6 3 0,6-6 1,-1 1-2,2 2 2,5-5-2,-6 4-2,7-3 0,-1 3 1,-6-2 0,7-3 0,0 6-1,-1-4 0,1 0 0,-7 3 0,6 0-1,-6-3 0,1 3 0,-1 4 0,0-3 0,0 3 1,-7 0-1,1 0-1,0 0 3,-1 0-1,-6 0 0,6 0-1,1 3 1,-7-3 0,7 4 2,0-4-1,-1 3 0,1 1-1,-1 0 1,0-4 1,1 4-2,6-1 2,-7-3 1,1 4-1,0-4 0,6 0 1,-7 0-1,7-4 1,-6 4-1,7-3 4,-9-1-1,9 0-1,-1 0 1,-6 1-2,5-1 2,1 1-2,7-1 2,-7 1 2,6 3 2,1-4 2,-1 0-4,2 4 2,-9-4 0,8 4-1,0 0-1,-8 0-3,8-3 1,-7 3-2,0 0-1,-6-5-1,-1 5-1,1 5-2,0-5-15,-8 3-30,2 5-57,-1-1-30,-7 0-16</inkml:trace>
  <inkml:trace contextRef="#ctx0" brushRef="#br0" timeOffset="481951.368">13455 13771 109,'-7'-4'183,"7"1"-13,0-2-46,0 5-24,-6-3-16,6-1-7,0 4-9,-6-4-8,6 1-2,-7-4-2,0 2-2,7 2-2,-6-4-5,0 3-2,-1 1-5,-6-5-5,6 8-7,-6-4-5,0 4-3,7 0-6,-14 0-5,7 4-1,-6 0-3,-1 0-2,7 7-2,-7-5-1,1 3 1,-1 1 0,0 5 1,2-3-1,4 2-1,-5 1 0,5-1 0,2 1 0,-2 2 2,8 2-1,0 0-1,-1-2 1,7 3-1,0-3 0,0-2 0,7 3-1,-1 1 1,8-4 0,4-1-1,-4-3-1,5 1 0,7-3-1,0-1-1,1-4-6,5-4-8,1 0-9,-1 0-12,1-7-10,-1-5-10,-6-2-4,0-3 0,1-6 6,-7 0 8,-8-2 11,1 4 10,-6 1 15,-7-1 15,0 6 14,0 0 19,-7 5 17,0-1 11,1 3 5,0 4-1,0 1-8,-2-1-12,2 8-12,0-4-10,-1 3-6,7 5-3,-7 3-6,7-1-1,7 2-2,-7 2 0,7 6-2,-1-6-2,8 4 1,4-4-1,-4 5 1,5-5-1,7 1 0,-6 4-2,13-9-1,-7 5-5,6-3-11,-5 2-21,-2-7-22,1 4-20,0-7-26,0 3-28,-6-4-22,-1-3-16,1 0-11,-7-7-8,0 4 10,-6-8 41</inkml:trace>
  <inkml:trace contextRef="#ctx0" brushRef="#br0" timeOffset="482238.5026">13924 14042 21,'0'-12'106,"0"3"47,0 1 22,-7 0 0,7 1-11,0 3-17,-6 0-10,6 1-24,0 3-25,-6 0-23,6 7-15,-7-3-16,7 7-11,0 3-7,-6 1-6,6-1-1,-7 5-5,0-4-3,7 4 0,-6-5 0,6 1 0,-6-5-1,6 1 0,0-3-6,0-1-7,0-4-9,0 2-11,0-10-11,0 2-7,6-1 0,0-3-1,-6-4 6,7 4 7,0-4 12,-7 3 9,6-3 7,1 0 5,-1 4 3,0 0 2,1 3 0,-7-3-2,7 3 4,-1 4 2,0-4-1,2 4 1,-2 0 1,0 0 2,7 4-1,-6-4 0,6 4-1,-7 3-11,0-3-29,8 3-48,-8 0-83,1 1-43,6-1-22,-6 0 0</inkml:trace>
  <inkml:trace contextRef="#ctx0" brushRef="#br0" timeOffset="482460.4407">14289 13880 106,'0'0'276,"-6"-3"28,6 3 25,0 0-103,-7 0-60,7 0-42,0 0-38,0 0-26,0 0-23,0 3-17,7-3-8,-1 0-5,7 0-2,7 0-1,-8 0-6,15 0-27,-7 0-43,6 0-56,-1 0-82,1 0-74,0 0-34,-6 0 5,-1-3 31</inkml:trace>
  <inkml:trace contextRef="#ctx0" brushRef="#br0" timeOffset="482838.8541">14772 13631 34,'0'0'245,"0"-2"21,-8 4 15,8 2-85,-6 4-54,6 3-45,0 3-22,0 5-16,0 2-8,0 4-10,0 6-8,6-2-7,-6 3-9,8 1-5,-8 1-6,6-1-4,-6-4-2,6 1 1,-6-9 0,0 1 0,7-7 2,-7-5-2,0 2 2,0-5-2,0-7-1,0 0-1,0-7-3,0-5 0,0-6-3,6 0 1,-6-8-1,0 1 1,0-1 2,7-4 0,-7 1 1,0 3 1,6 1 2,-6 4-1,7 2-1,-1 1-1,1 3 3,0 4 0,5 4-1,-5-1 0,6 5-1,6-1-9,-5 4-34,6-4-49,-2 8-72,2-4-75,-1 0-42,1 4-9,0-4 21</inkml:trace>
  <inkml:trace contextRef="#ctx0" brushRef="#br0" timeOffset="484026.6002">15455 13748 70,'0'-6'220,"0"-6"30,0 5-32,-6 0-41,6-1-30,-6 1-22,-2 0-22,2 3-23,-7-3-16,0 3-12,7 0-4,-7 1-6,-1 3-5,2 0-5,-2 3-3,2 1-1,-1 4-2,6 6-1,-6 1 6,0 7 2,0 4 4,0 3 1,0 3 2,6 1-4,-5 1-5,4-5-5,8 0-6,-6-4-5,6-2-6,0-5-2,6-4-4,-6-2-2,8-4 1,-2-1 1,7-5 0,0-2 1,0-7-1,0 1-2,0-6-10,7-6-18,-1 0-14,-6-1-16,6-2-14,-5-1-8,-1 3 1,-7-2 10,7 2 11,-6 5 14,-1-1 18,0 4 15,-6-1 16,8 9 12,-8 3 15,0 0 18,0 7 14,-8 8 7,8-1 5,0 8 2,0 0-8,8 8-12,-8-4-13,6 0-13,7-5-12,0 1-8,6-3-5,-5-1-3,12-7-4,-7-4-5,7-3-17,0-1-37,0-6-38,1-1-40,-1-3-36,-7-1-33,7-2-12,-6-1 2,-8-1 5,2-1 9,-1 1 22,-7-3 37,1 8 50,0-5 56,-7 6 56,0 2 53,0 0 38,-7 4 21,7 0 4,-7 4-4,1 3 2,-1 0 7,1 4 3,6 4 2,-7 1 1,0-3 1,1 5-12,0 1-20,6-1-18,-6 1-21,-2-5-19,2 1-21,6-1-14,-6-2-8,6-5-9,0 1-15,0-6-23,6-2-27,-6 0-33,6-7-34,2 0-25,-2-8-4,0 1 8,7-1 20,-6 1 30,-1 2 34,1 2 24,-1-1 19,8 7 21,-8 0 19,0 4 17,0 4 16,8 0 15,-8 3 11,1 4 2,6 1-9,-6-2-10,5 0-15,-5 2-14,6-1-16,-7 0-38,8 0-47,-8-3-56,7-6-68,-7 2-80,8-4-37,-8-4 3,8 2 31</inkml:trace>
  <inkml:trace contextRef="#ctx0" brushRef="#br0" timeOffset="484189.5465">16081 14108 79,'0'0'281,"7"0"21,-7 0 20,6 0-73,0 0-73,1 0-52,0 0-30,-1 0-18,7 0-17,0 0-17,7 0-16,-7-3-13,7 3-31,-1-5-29,7 1-45,-6 1-68,-1-1-105,0 1-53,1-4-5,-7-1 9,1 1 34</inkml:trace>
  <inkml:trace contextRef="#ctx0" brushRef="#br0" timeOffset="484356.4696">16420 13972 141,'-6'0'335,"-2"0"51,8 3 47,-6 1-62,0 4-59,6-1-45,-7 8-29,1-1-30,6 5-36,0 3-32,-7 0-35,7 3-33,7 5-51,-7 2-94,0-2-101,6 3-107,1-7-114,-1 3-103,-6-7-33,6-5 44,2-2 74,-2-7 88</inkml:trace>
  <inkml:trace contextRef="#ctx0" brushRef="#br0" timeOffset="484587.4382">16622 13866 177,'7'-12'369,"-7"2"57,0 3 46,0-1-68,0 1-84,6 3-67,-6 1-49,0 3-39,6 0-29,0-4-24,8 4-20,-1 4-16,0-4-13,6 3-20,7-3-18,-6 4-58,13-4-86,-7 3-88,0-3-89,-1 0-61,2 0-62,-8 0-53,1-3 25,-1 3 59,-11 0 66,-2 0 52</inkml:trace>
  <inkml:trace contextRef="#ctx0" brushRef="#br0" timeOffset="484770.2347">16791 13972 296,'-13'7'442,"0"1"95,0-5 74,0 1-89,6 0-81,1-4-79,0 3-83,6-3-77,0 4-59,0-8-36,6 4-25,7-3-14,0-1-11,0-3-21,7 4-60,0-6-109,-1 6-135,-6 0-137,6 3-146,1-4-103,-7 4-12,0 0 67,-7 0 113,1 0 124</inkml:trace>
  <inkml:trace contextRef="#ctx0" brushRef="#br0" timeOffset="485768.5957">17697 13775 167,'0'-8'197,"0"5"-27,0-2-32,-6 2-26,6 3-11,0-4-2,0 4-1,-7-4 1,7 1-6,-7 3-3,1-3-6,-1-1-12,1 4-8,-1-5-8,1 5-6,-7 0-4,-1 5-5,-5-1-4,6 2-4,-6 5-4,-7 1 3,6-2 7,1 9 14,-7-4 12,6 3 11,0-3 2,7 3-1,1-4-7,-2 2-19,8-3-18,-1-1-12,7-1-8,0-4-6,13 4-6,1-7 0,5 0 0,1-4 0,12 0-1,-6 3 0,7-3 1,6 0 1,-7 8 0,1-5-2,-1 4 0,1 1 0,-7 3-1,0 4 1,-6-1 0,-8 5 3,2-1 0,-14 0-2,0 5 0,-14-3 2,-4 6-3,-2 1 3,-7-5 0,-5 3 5,-1-4 0,7-2-2,0 0-13,7-4-56,-1-5-84,7-3-99,0-3-119,13 0-62,0-4-19,6-4 35,1 0 74</inkml:trace>
  <inkml:trace contextRef="#ctx0" brushRef="#br0" timeOffset="486154.7379">18382 13811 23,'0'-11'196,"-8"4"14,2-1-12,0 4-68,-8-2-33,8 2-17,-7 0-5,0 4 7,0 0-1,0 0 0,0 4 1,0 0-3,-7 2-4,8 6-11,-8 3-3,7 2 4,-7 6 4,7 2 1,-6 8-2,5 0-5,2 3-10,5 2-14,1-1-13,6-5-11,0 1-8,13-4-7,-1 0-16,8-7-29,0-3-37,6-1-43,7-7-50,-1 0-68,1-3-68,-1-1-16,1-4 12,-1 1 32</inkml:trace>
  <inkml:trace contextRef="#ctx0" brushRef="#br0" timeOffset="487024.275">19007 13877 168,'-7'-8'223,"1"5"7,-1 0-67,-6-2-44,0 5-28,0 0-20,0 5-11,-7-5-10,8 6-7,-8 2-2,7 3-9,-7 3 0,8 5-2,-8-1 6,6 8 11,-5-1 17,6 1 16,0 0 8,7-1 5,-8 1-6,8 0-11,6-8-20,0 0-17,6-3-14,1-5-10,6-2-3,0-4-5,13-12-6,-6 2-12,6-9-17,0-4-18,-1-3-15,2-4-8,-7 5-2,-1-4 9,0 2 16,-5 1 13,-1 1 13,0 2 10,-7 4 12,1 1 14,-7 3 12,0 3 12,0 5 11,0 3 10,-7 3 5,1 5 14,6 3 17,-7 7 18,1 0 18,-1 4 19,7 5-1,0-2-8,7 0-25,-1 0-25,1 1-28,6-4-25,-1 0-17,8-8-12,6 1-7,1-7-17,-8-2-47,7-1-58,0-10-63,0 3-59,0-2-54,-7-4-30,1-3-1,0 5 27,-7-6 47,-7 5 47,8-1 48,-8 1 45,-6 4 47,0-1 42,0 1 34,0 3 33,-6-4 33,-1 4 34,0 4 30,1-4 18,-1 3 20,1 1 11,0-1 7,-2 4-3,2 1-13,-6-1-19,4 5-28,-4-2-26,5 5-31,-6-1-24,6 1-21,1-1-11,0 2-12,0-6-22,6 2-31,-8-5-32,8 1-32,0-2-29,0-6-19,8 0 2,-8 0 15,6-4 25,0-3 29,7 0 28,-6 0 21,6-4 14,-7 4 14,8-1 11,-8 0 17,0 5 20,8 0 25,-2-1 26,-5 4 26,6 4 12,0-1-2,-1 0-12,2 5-20,6 0-24,-7 2-38,7-2-60,-2 3-75,-4-3-83,5-2-106,1-2-86,-8 0-34,2-4 17,-1-8 51</inkml:trace>
  <inkml:trace contextRef="#ctx0" brushRef="#br0" timeOffset="487202.1767">19626 14159 250,'0'0'396,"-7"0"51,7 0 29,0 0-111,0 0-101,0 0-83,7 0-68,-1 0-46,7 4-26,1-4-14,5-4-7,7 4-7,-6-4-15,6 4-59,-1-4-74,1 1-84,0-1-101,-6 1-94,-1-1-36,1 1 26,-6-1 59</inkml:trace>
  <inkml:trace contextRef="#ctx0" brushRef="#br0" timeOffset="487354.0875">19958 14067 88,'0'0'348,"0"0"64,0-3 61,-7 3-21,7 3-84,0 1-74,-6 0-48,6 7-53,-6 3-51,6 8-45,-7 0-35,7 4-74,0 4-124,-7 2-126,7 5-163,0-1-91,0-3-42,0 1 28,0-2 87</inkml:trace>
  <inkml:trace contextRef="#ctx0" brushRef="#br0" timeOffset="488372.8473">20381 13943 40,'-6'0'190,"0"-4"19,-1 1-45,7 3-31,-6-4-21,-1-3-14,7 3-7,-7 0 1,7 1 2,-6-2 3,6 2-1,0 3 3,0-4-1,-6 4-3,6 0-4,0-2 1,0 2 4,0 0 1,0 0-2,0 0-7,0 0-9,0 0-11,0 0-16,0 0-12,0 2-8,6-2 0,0 4 4,8-4 1,-1 3 2,-1-3 2,8 0-6,0 0-8,6 0-14,-1 0-18,2 0-44,-1 0-63,0 0-70,0 0-81,0 0-98,1 0-73,-9 5-4,2-10 37,-1 5 57</inkml:trace>
  <inkml:trace contextRef="#ctx0" brushRef="#br0" timeOffset="488738.565">20831 13697 162,'0'-7'321,"0"0"34,0-1 18,0 5-107,0 3-70,0 0-45,6 7-36,2 4-19,-2 7-7,0 4-8,8 0-11,-8 11-11,7 4-14,-7 4-13,8-2-12,-8 5-7,0-3-3,0-1-5,-6-8-3,8 2 0,-8-8 0,0-4 1,0-4-2,0-4-1,0-7-8,-8 1-16,2-4-12,0-12-12,6-3-6,-6-3-5,-1-8 3,0-4 13,1 1 10,6-9 12,0 5 8,0 0 6,0 4 6,6-1 6,1 8 2,0-1 2,-1 1 4,6 7 1,2 0-1,-1 3-3,7 1-1,-1 4-3,7 3-2,0 0-22,0 3-43,7 0-58,-1 6-72,8 1-90,-8-3-71,1 5-19,6-2 22,-7 2 48</inkml:trace>
  <inkml:trace contextRef="#ctx0" brushRef="#br0" timeOffset="489642.4972">21698 13972 55,'0'-7'237,"-6"0"24,6-1-2,-14-3-66,8 4-50,-1 0-32,-6-4-26,0 3-16,7-2-15,-14 2-4,14-3 0,-14 3-4,7 2 0,0-3 1,0 6-5,-1 0-5,2 3-3,-1 0-5,0 6-4,0 3 0,-1 1 8,2 5 4,-2 6 2,8 2 0,-7 3 2,7 0-1,-1 3-11,7-4-8,0 1-5,0-4-3,7 0-4,-1-8-2,7 1-1,1-8-1,4 0 2,2-7-2,0-7-2,-1 0-6,1-8-13,-1 1-10,1-8-13,0 0-6,-1-4-2,-6 1 4,0-1 10,0 0 12,-6 4 12,-1 4 14,0 3 11,2 9 7,-8-2 4,0 4 7,0 8 4,-8 4 7,2 1 13,6 11 20,-6 1 24,6 1 14,0 4 6,0-1-7,6 2-16,0-2-28,2 0-22,4-3-19,8 0-12,-1-7-6,7-1-6,1-3-11,5-3-41,-6-8-53,13 0-61,-6-8-54,-1 4-49,-6-6-38,7 3-2,-7-5 18,-6 2 33,-1-1 39,1 0 42,-7 0 51,0 3 58,-7 1 60,0 0 57,2 3 51,-8 4 40,-8-3 30,8 6 21,-6-3 13,0 7 5,-7 0 15,6 5 8,-6-1-1,0 4-14,0-1-17,1 4-20,-2 0-37,1 1-30,7-1-19,-8-3-21,8 0-16,0-4-16,-1-4-15,0 0-13,7-7-14,0 0-21,7-7-33,0 0-37,-1-9-30,7 2-21,0-4-11,0-1 6,7 2 24,-8 2 32,2 3 31,-1 2 21,0 3 11,6-2 10,-5 9 11,-2 0 9,8 5 11,-7-1 17,0 3 18,6 3 10,-5 2 0,-1 3-2,-1-1-10,8-3-13,-6 3-38,-2 1-63,8-4-68,-7-3-87,7-1-101,-8-3-117,8-4-41,-7 0 19,0-4 45,-6-3 74</inkml:trace>
  <inkml:trace contextRef="#ctx0" brushRef="#br0" timeOffset="489870.6318">22493 14137 123,'-7'0'318,"1"4"55,6-4 57,-7 3-55,1-3-55,6 0-44,0 0-40,0 0-48,0 0-49,0 0-46,6-3-33,1 3-23,6-4-16,-1 1-14,8 3-40,0 0-64,-7 0-74,7 3-69,-1-3-71,0 4-81,1-1-48,-1-3 16,1 0 47,-7 0 56</inkml:trace>
  <inkml:trace contextRef="#ctx0" brushRef="#br0" timeOffset="490170.9762">22813 13950 113,'6'-7'328,"-6"3"28,6 4 24,-6 0-45,6 0-73,1 4-46,6 3-27,0 1-12,1 6-16,-2-2-33,2 2-33,-2 4-36,1 0-23,-6 0-15,-7 1-12,0-1-3,-7 1-4,-6 3 0,1-4-4,-8-3 3,0 2 23,-6-5 42,7-1 55,-7 0 43,6-4 33,7 1 12,-1-5-8,8 1-33,0 0-55,0-1-41,12-3-35,0 3-15,8-6-11,-2 3-9,8 0-8,7-3-37,-9-1-64,9-3-84,5 3-95,-6-4-107,1 0-112,-1 2-96,6-5 1,-13-1 47,7-2 74,-6-4 97</inkml:trace>
  <inkml:trace contextRef="#ctx0" brushRef="#br0" timeOffset="490405.0277">23073 13539 164,'12'-10'434,"8"3"77,-6-1 88,5 2 45,0 1-91,0 2-67,8 6-34,-1 2-32,6 1-51,-5 5-59,5 11-61,1 0-54,-7 11-46,0 4-44,0 11-38,-6 3-38,-14 11-46,1 4-50,-14 7-59,-6 4-77,-6 0-151,-7 0-184,-7-7-191,-7-1-88,2-11-14,-1-10 38,0-12 134,5-13 183</inkml:trace>
  <inkml:trace contextRef="#ctx0" brushRef="#br0" timeOffset="490556.9408">24102 14459 505,'59'-8'714,"-7"2"67,-19-2 28,-7 5-41,-13 3-538,-7 0-500,-12 3-275,-14 9-145,1 2-72,-14 1 20,-7 2 170</inkml:trace>
  <inkml:trace contextRef="#ctx0" brushRef="#br0" timeOffset="492787.0029">19059 14584 54,'-14'0'224,"2"0"9,-1 0 10,6-4-107,-6 4-57,7 0-32,-8-3-14,8 3-11,0 0-6,6 0-5,-7-5-4,7 5-3,0 0 2,0 0 7,0-2 7,7-2 1,-1-4 2,0 5 5,8-5-2,-8 4-5,7-3-5,0 4-3,-6-1-1,5 4-4,-4-4 0,4 1-1,-5 3 0,-1 0 0,7-4 1,-6 4-1,6-4 2,0 1 3,0 3 2,0-4 5,0 1 1,0-1 7,6 4 5,1-5 4,-7 5 3,7 0 0,0 0 10,-2 0 2,2 5-1,0-1-1,-1-1-3,7 1-1,-6-1-6,-1 1-1,7-4 5,-6 4 15,7-4 7,-1 0 0,6 0 2,-6-4-2,7 0-8,-1 1-12,1-1-1,6-3 5,-7 0-1,7-1-2,1 1-5,-1 3-7,0-4-9,0 5-10,0 3-5,0 0-3,0 3-2,1-3 0,-2 8-1,1-4-2,1 3-3,-1-4 1,0 4 2,-1-2 1,2 2-2,-1-3 3,0-1 0,1 1-4,-2 0 0,1-1-1,1 1 1,-1 0-2,0-1-1,-1 2 2,9-3 0,-9 2 2,1 0 3,7 0 3,-7 3 11,1-3 6,5 2 5,-6-1 3,7 2 3,-1-4 0,1 1-5,-7 0-3,7 0-3,-1-1-3,1 2-7,-7-5-4,6 0-4,-5-5-3,-7 5-3,5-3 0,-5 3 1,-7 0 0,0-4 1,0 4 2,-7 0 3,1 0 2,0 0 4,-1 0-2,1 0 5,-7 0 0,7 0-3,-8 0-1,2 0-5,6 0 1,-8 0-3,8 4-2,-7-4-3,-1 0 0,2 3 0,6 2 0,-8-5 0,1 2 1,1 3 9,-2-3 18,8 2 15,-7 0 17,0 0 27,0 0 17,7 3 10,-8-3-2,8-2-6,0 7-8,5-6-20,-5 1-13,7-4-14,-8 3-14,7-3-9,0 0-7,0 0-7,-6 0-1,6 0 0,-1-3-2,2-1 0,-7 1-3,6-1 2,0-1-3,-7 3-4,7-5-3,0 3 0,-6-4 3,6 0-1,-7 6 0,7-3 1,-6 3 2,-7 2-1,7-5-3,-8 5-2,2 5-1,-1-5 0,-1 2 2,2 3-4,-8 1-5,8-2 7,-2 4 1,1-1 3,-6-1-1,6-1 0,1 2 4,4-3-7,-4-1 2,-1 1-2,7-4 1,-2 0 4,2 0 2,0 0 6,-1 0-1,1-4 3,-1 4 3,1-3 1,0 3 4,-1-4-3,-6 4-1,0 0-3,0-3-2,-6 3 0,-1 0 2,0-4 4,2 4 4,-8 0 4,6 0-4,-6 0-1,0 0-4,-6 0-2,6 4-12,-8-4-2,2 0-2,0 0-5,-1 0-22,0 0-49,7 0-75,-6 0-109,0 0-110,-1 0-101,7 0-79,-6 3-65,6-3 2,-7 4 67,0-1 92,7 1 92</inkml:trace>
  <inkml:trace contextRef="#ctx0" brushRef="#br0" timeOffset="494171.293">19209 14614 212,'0'-7'236,"0"-1"22,0-4-78,-6 5-37,6-1-17,0 2-12,0-2-10,0 1-9,0 3-2,6-2-2,0 1 0,-6 5 1,13-3 5,0-1 4,0 4-2,1-4-2,4 4-4,2-3-6,0 3-6,5 0-8,2-4-6,-1 4-7,6-4-8,1 1-6,7-4-1,-1 3-1,-1-3 5,8-1 0,6 5 2,-6-1-3,6 0-2,0 4-13,0 0-6,1 4-7,5 3-4,1 1-3,0-1-3,-1 4-1,7-4-2,0 4 0,1-4-3,5 0-1,-5 1 0,-1-4 1,0-1-4,0-3 0,-6-3 0,6-1 0,-7-4 0,7 1 2,-12 0 3,5 0-4,1-1-1,-7 1-1,0 4 1,0-1-2,-6 4 0,0 0 2,-8 0 2,1 4-1,1-1 0,-7 4 0,-1-3 0,1 3-3,-1 1 0,1 0 2,-1-2 0,1-2 0,-1 0 0,1-1 5,-1-3 1,8 4-1,-8-4-1,1 0 4,6-4 16,-7 4 17,1-3 19,7 3 14,-8-4 9,1 4 0,-1-4-13,1 4-16,-1-4-15,-6 4-17,1-2-7,-1 2-7,-7 0-3,-6 0-10,6-5-22,-5 5-39,-2 0-51,-5 0-57,0-3-80,-1 3-82,-6-4-72,-6 4-82,-8-7-26,2 3 16,-14-3 58,-7-4 78</inkml:trace>
  <inkml:trace contextRef="#ctx0" brushRef="#br0" timeOffset="495820.9058">3746 10580 96,'-7'-15'89,"-5"4"-14,6-4-2,-2 5-4,2-1-2,0 0-12,-1 3-9,7-3-7,-7 4-11,1 0-10,6-1-7,-7 1-3,7-1-2,0 4-3,0-3 0,0 0 0,7 0 0,-1-1-3,1 1 1,0-1-1,-1 2 1,8 2-1,-8 0 0,6 4-1,-5 0-1,6 4 1,0 0-1,1 0 2,-2-2 0,2 6 1,5-1 2,1-3 0,-2 4 3,2-5 0,7 1 2,5-4 5,1-4 1,-1 1 0,14-9 0,-1 5 0,1-7 0,6-1-3,-6 0-3,6 1-2,0-1-2,0 3 2,1 2-5,-1 3 2,-7 3 0,1 4-1,-1 0 2,1 4 0,0 3 2,-8 1 0,2 3-1,-7-1 1,6-2 1,-1-1 2,-5 0 5,13-2 4,-7-5 3,7-5 2,-1 2-1,7-6-4,-7-1-5,8 0-3,-7-1-3,5-4-1,-4 3 1,5 2-2,-7 3-1,1-5 2,-1 9-1,-6-5-4,7 4-3,-7 4 2,0-2-1,1 2-1,-2 2 2,1-2 0,1 4 0,-1 0 0,0-4 0,-7 4 2,7-4-1,1 3 1,-1-3 1,-1 4 1,2-4 1,-1 0 1,0 4 1,0-4 0,7 4 0,-7-2 0,0 3-2,-6-2-3,6 4 0,-1 1 0,-5 3-2,7-3 1,-8 3-1,1-1 1,6 0 1,-7 2 0,7-1 3,-7-3 2,8-5 6,-1 1 1,0 0 3,1-4 0,-2-4 0,8 0-3,-7 1-2,0-5-1,0 4-2,1-3-3,-8 0-1,1 2-2,-1 3-1,-5-2-1,-2 0-2,-5 4 1,0 0 0,-8 0 1,2 0 1,-2 0 0,-5 0 2,6 4 1,-6-4 2,-1 0 1,0 4 0,1-2 1,0-2 0,-1 5-1,0-5 0,1 4-1,0-4-1,-1 3-2,7 2 1,-7-3-1,1-2-2,6 0 1,-7 4-2,2-4 2,4 4-2,-5-4 1,-1 0-2,1 0 0,-7 0 1,6 0-1,-6 0 1,7 0 0,-7 0-4,6-4-14,-6 4-36,0 0-58,0 0-92,0 0-48,-6 0-22,-1 0 2</inkml:trace>
  <inkml:trace contextRef="#ctx0" brushRef="#br0" timeOffset="500793.922">3642 10372 59,'-26'-23'159,"0"4"7,-1 1-69,-5 0-35,6 4-8,-7-1-1,8 3-2,-1 2 0,6 2-10,0 5-4,1-5-12,5 8-6,-5-3-4,12-1-4,-5 4-2,5 0-2,1 0 0,-1 0-4,0 0-1,1 0-1,6 0 0,0 0 0,0 4-2,0-4 1,6 3 0,1 1 1,6 0 2,0-1 2,7 5 2,6-5 3,0 2 1,13-3 1,0 2-2,7 0 1,5-4-2,2 0-1,5-4 1,1 0 1,6 2 0,0-3 1,0-2-2,8 0 1,-2-1-3,0 1-2,1-4 0,-7 0 0,0 4-2,1-5 1,-1 5 0,-7-1 3,1 2 0,-7-5 0,7 3 0,-7 2 0,0-6 1,0 5-3,-6-1-1,6 1-3,-6 0 0,-1 4-1,-5-1-1,-1 4-2,-1 4 0,-5 3 2,-1 0 1,-5 4 1,-1 3 3,-6 1 0,-1 4 1,1 3-1,0 0-1,-8 3 1,8-2-1,-7-6-3,7 5 2,6-7 3,0-1 7,6-3 3,7-6 6,6-5 3,8-9 2,5-1-3,7-5-4,1-6-6,-1-6-6,7 2-3,-7-5-1,6 5-2,-6-4-1,1 7 3,-7 0 1,-1 4-1,0 3-1,-5 8 0,-7 3-3,5 4 0,-11 4-1,5 3 1,-6 4 1,-7 0 0,2 3 2,-1-2-1,-7 3-1,-1-1 0,-5-3 0,0 0-1,-1-1 1,-6 2 0,0-2-1,7-2 1,-8 3 0,2 0 1,-1-4-1,6 4 0,-6 0 0,7 0 1,-1 1 0,1-2 0,6 1 1,0 0 2,0 1 0,7-6 3,-1 2 1,1-8 2,6 4 1,0-8-1,0 1 1,0-6-3,0 7-1,-7-6-3,1 1-2,-7-1-2,0 4-1,-6 1-2,-7-1 1,7 4-1,-14 0 3,8 4 5,-8-1 2,0 1 5,-6 7 1,7 1 0,-1-1 0,-6 3-4,7 1-2,-1-1-3,1 1 0,-1 0 1,0-1-1,2-3 2,4-4 0,-5 0 1,6 2 1,0-6-1,-7-3 0,8 0-1,-2 0-2,-4 0 1,4-3 0,-5-2-2,-1 5 2,1-4-1,-1 1 1,-6-1-2,7 1-1,-7 3-1,6-4 0,-6 4 0,0 0 0,0-3 2,0 3 1,0 0 4,0-4 1,0 4 0,0 0 1,-6 0-2,6 0-6,0 0-14,0 0-18,0 0-19,0 4-20,0-1-32,0 1-37,6 3-40,-6 0-59,6 4-25,-6-3 1,8-4 19</inkml:trace>
  <inkml:trace contextRef="#ctx0" brushRef="#br0" timeOffset="503016.6163">9271 10536 36,'-6'0'147,"6"-4"-38,-6 1-25,6 3-15,-7-5-10,7 3-10,-6 2-7,6-4-5,-7 4-3,7 0 0,0-4-6,0 4-5,0 0-4,-6 0-2,6 0-3,0 0-6,0 0-3,6 0-3,-6 0-1,7 0-1,6 0 0,-7 4-1,8-4 1,5 4 1,7-2 0,0 3-1,0-5-1,7 3 1,-1 1-2,7-4 1,1 3 0,-1 1 0,6 0-2,-6 0 1,7-1 2,0 4 0,-7 0 2,6 1 0,-6-1 0,7 4 0,-7-3-1,6 2-1,2 2-1,-2-5 2,1 1-1,-1-4 2,1 3-1,5-4 2,-4-3-1,-2 0-2,1 0 2,-1-3-1,1 3 0,-1-5 1,1 3 1,-1-2 0,-5 0 3,-1 0-1,6 4-1,-12-3-1,6 3 1,0 0-1,0-4 1,-7 4-1,8 0 1,-7 0-1,6 0 0,-1 0 1,-5-4-1,7 4 0,-8 0 0,1-3 2,-1 3-1,1 0-1,-1-5 0,-6 5 1,7 0-2,-7 0 2,7-3-1,-1 3 1,-6 0 0,7 0 0,-1 0 2,1 3-2,-1-3 0,1 5 1,-1-5 1,1 3 3,7-3 6,-1 0 6,-1 0 5,2 0 8,-1 0 5,0-3 2,7-5-5,-7 5-3,-1-1-6,9-1-7,-9-1-7,8 2-5,0-3-1,-1 3-1,1-4 0,-1 1-1,1 4 0,6-4-1,-6-1-2,0 4-2,5-3 0,2 4 0,-1-2-1,-7 5-1,7-2 1,-5 2 0,-2 0 0,1 0 1,-1 0 1,1 0 0,-1 0-1,1 0 2,-7-4 0,6 4-1,-5 0 1,5-4-1,-6 4 3,1 0-2,-8 0-2,7 0 0,0 0-1,1 0-1,-8 0-1,7 4 3,0-4-1,-7 4 1,8-4 0,-1 2 0,0-2 0,7 0 0,-7 0 1,7 0 3,-1-2 2,1-2-2,5 0 1,-5-3-1,7-1-1,-2-3-1,2-1-1,-1 2 1,-1 0 0,2-2-1,-1 1 1,-7 0 1,8 4-1,-7-5 1,-7 6 4,6 2 3,-5-3 3,-2 3 1,8 0 1,-14 4 0,8-4-1,-8 8-2,1-4-3,-1 0-2,-5 4-1,-1-4-1,0 4-1,-7-4 0,7 0 0,-6 0 1,-1 0 2,-5 3 0,4-3 2,-4 0 4,-1 0 5,-7 0 2,8 4 0,-2-4 0,-5 0-1,6 0-5,-7 0-3,1 0-3,0 0-1,-7 0-2,6 0-1,1 0 1,-7 0 0,0 0-1,6 0 1,-6 0-1,0 0 0,0 0-3,0 0-12,0 0-20,0 0-27,0 4-34,0 0-37,0-2-33,0 3-33,0 2-33,6-4-20,-6 1 9,0 0 22</inkml:trace>
  <inkml:trace contextRef="#ctx0" brushRef="#br0" timeOffset="504456.5755">23907 13789 98,'-7'0'226,"-6"0"24,7-4-37,-8 4-38,8 0-16,0-4-8,-1 4-9,0 0-4,1 0-7,0 0-11,6 0-18,-7 4-17,7-4-16,-6 0-16,6 4-16,0-4-9,-7 0-6,7 4-6,0-4-7,0 3-2,0 1 1,0-4 1,0 4 7,0-4 13,7 4 15,-7-4 17,6 3 23,1-3 13,-1-3 3,7 3-8,6-4-14,1 4-15,0-4-25,5 0-18,8 1-43,-7 3-67,7 0-87,-7 7-103,6 1-137,-6 6-70,1-3-7,-1 4 41,-14 3 73</inkml:trace>
  <inkml:trace contextRef="#ctx0" brushRef="#br0" timeOffset="504640.4729">23920 14086 149,'-26'0'317,"-1"-4"61,8 1 50,0-5-99,6 4-56,6 1-52,0-2-54,1 5-56,12-2-51,1 2-27,13 0-16,6 0-7,0 7-5,0 0-29,13 1-64,-7 6-93,7-2-130,0 2-85,1 1-42,-1-5 0,-7 1 52</inkml:trace>
  <inkml:trace contextRef="#ctx0" brushRef="#br0" timeOffset="505051.9331">25027 13793 72,'-6'-8'263,"-7"4"18,-7 4 17,1 4-88,-7 0-67,-6 11-48,-1-4-22,-7 7-9,8 0-2,-7 4 1,6 1 7,1-2 9,-1-2 10,7 3 0,0-5-8,13-2-12,0 0-13,0 1-15,13-7-15,0 3-9,6-4-6,1-1-3,6 0-3,0-4 0,7-3-5,-1 4 0,7-4 1,0 4-2,0 0 1,1 3-3,-1-4 2,-1 4 0,-5 5-1,0-1 0,-1 0 2,-12 3 4,-1 1 4,-6-1 4,0 5 4,-13-2 9,-6 6 7,-1-4 2,-6-1-2,-7 0-1,7-4-5,7 1-10,-7-3-40,12-2-71,2-3-85,-2 1-97,14-8-100,0 0-53,14-3 4,-2-5 51,2-4 73</inkml:trace>
  <inkml:trace contextRef="#ctx0" brushRef="#br0" timeOffset="505638.6401">25574 13660 49,'-19'5'201,"6"-2"18,-6 4-25,-1 5-51,0-2-23,1 9-14,-7 7-4,0-1-2,6 8 4,-5 4 2,5 3 3,0 4 0,1-4-4,12 4-12,-6-3-15,13-1-21,6-1-16,8-1-20,-1-6-27,13-2-52,0-4-66,6-8-79,7 0-101,0-11-52,1 0-13,-1-7 32,-1-2 51</inkml:trace>
  <inkml:trace contextRef="#ctx0" brushRef="#br0" timeOffset="506005.2688">26188 13818 118,'-8'-7'271,"-4"0"19,-8 7 12,1 0-114,-7 7-66,-7 4-45,7 4-25,-7 2-9,1 6-3,-1-4 3,7 2 2,0-2 0,6-1-1,8-3-12,5 0-9,7-5-9,0 1-7,7-3-4,5 0-3,8-6 0,0-2 0,-1 4-2,7-4-3,0 0-1,0 0-2,1 0-2,-1 3-2,-1 1 1,-5 0 0,0 8 0,-1-3 2,-6 3 2,0 3 4,-7-1 1,2 5 3,-16-1 12,2 0 35,-7 0 48,-13 4 47,0-3 42,-7 3 28,-5-4 9,5 4-29,-7-4-42,8-3-62,-1 0-131,14-9-158,6 2-180,7-4-102,6-4-56,6-7-12,14-4 74</inkml:trace>
  <inkml:trace contextRef="#ctx0" brushRef="#br0" timeOffset="507050.8279">26683 13811 13,'6'-7'68,"-6"3"-1,6 0 2,-6 1-7,0-1-6,0 0 0,-6 4 4,6-4 3,-6 2 3,6-2 11,-7 0 8,7 0 7,-6 1 4,-1-2-1,7 5-4,-7-3-13,1 3-14,0 0-14,-2 0-11,2 3-5,0 5 0,-1 4 5,-6 2 6,0 8 10,1 3 6,-2 4 4,1 8-2,0 0-6,7 4-9,-7-2-15,13 5-10,0-3-12,0-5-25,13 0-50,-1-7-67,8 2-82,0-9-85,6 0-44,7-7-5,-1-5 35</inkml:trace>
  <inkml:trace contextRef="#ctx0" brushRef="#br0" timeOffset="507506.1334">27334 13936 27,'-13'-11'233,"-7"3"21,1 5 12,-1 3-87,-6 0-53,0 7-41,1 4-21,-1 0-6,-1 0 0,7 4 3,-6 3 5,7-4 13,6 1 6,-6 3 1,-1 0-2,14 1-9,-8 3-10,8-7-16,-1 2-12,14-1-11,-7-2-11,12-3-5,2 1-3,6-10-5,-1-2-15,7-2-24,6-6-25,-5-3-21,5-4-15,1-4-6,-7 5 8,0-4 20,-6 4 24,-1-1 18,-6 3 19,-6 2 12,-1 2 7,0 4 4,-6 1 5,-6 3 4,0 3 6,-1 5 5,-6 0 16,0 3 16,0 3 16,0 4 9,7 1 2,-8-2-2,8 6-13,6-1-18,-6 3-16,12-3-12,0-3-8,8-1-8,-2 0-6,8-3-13,6-3-30,0-6-38,0-2-40,6 0-40,-5-8-41,5 0-35,-6 0-31,0-3-27,1 0 7,-7 0 24,-2-1 34</inkml:trace>
  <inkml:trace contextRef="#ctx0" brushRef="#br0" timeOffset="507774.0103">27641 14258 101,'-7'4'223,"0"-4"23,1 7-39,0-4-39,-2 5-26,2 3-14,-7-1-10,7 5-2,-8-1-7,8 1-10,-6 4-12,4-4-14,2-1-17,0 1-17,-1-1-13,0-2-11,7-5-8,7 1-7,-7-8-13,7 0-17,-1-4-17,8 0-11,-8-7-7,6 1-3,-5-6 8,6 2 14,-6 3 14,5-1 11,-4 2 9,-2 3 6,0 2 4,1 2 2,0-1 5,-1 4 5,0 0 1,7 4 1,-6-1 1,0 5-1,5 0-6,2-2-23,-8 6-41,7-5-60,0 0-103,0 1-54,1-5-26,-2-3 3,8 0 31</inkml:trace>
  <inkml:trace contextRef="#ctx0" brushRef="#br0" timeOffset="507946.914">27907 14280 22,'0'-4'294,"0"4"43,0-4 26,0 4-43,0 0-97,0 0-67,0 0-56,7 0-41,0 4-27,-1-4-13,14 4-11,-7-4-8,6 4-36,0-1-56,8 1-78,-8-4-107,8 0-55,-8 0-26,1 0 19,-1-7 46</inkml:trace>
  <inkml:trace contextRef="#ctx0" brushRef="#br0" timeOffset="508198.2162">28266 14184 256,'0'-4'310,"0"4"23,0-2-35,0 2-93,0 2-57,0-2-46,0 4-31,6 4-19,-6 3-12,7-5-6,-7 10-7,7-5-8,-1 4-6,-6-1-3,0-3-3,0 4-2,-6-1 4,-1-3 20,7 1 25,-7-5 23,1 0 19,-7 4 14,13-7 6,-6 3-14,-1-4-22,7 2-23,-7-2-17,14 1-15,-7-4-9,13 0-11,0 0-38,0-4-69,6-4-81,1 5-82,6 0-100,-7-5-75,1 0-7,6 5 45,-6-4 67</inkml:trace>
  <inkml:trace contextRef="#ctx0" brushRef="#br0" timeOffset="508437.4418">28612 14108 97,'0'-8'330,"-8"4"88,2-3 88,0 4-19,6-4-40,0-1-33,0 4-47,6-6-63,0 3-69,2-1-62,4 0-47,8-3-34,-1 4-28,7 0-25,1 3-44,5-3-105,1 7-138,-7 3-136,6 1-151,-6 4-106,1 0-32,-8-2 64,0 1 117,-6 5 125</inkml:trace>
  <inkml:trace contextRef="#ctx0" brushRef="#br0" timeOffset="509229.6323">29263 13888 2,'0'-8'269,"0"5"48,0-1 34,0 0-46,-6 1-72,6 0-49,0 3-46,0 0-40,0 3-21,6 4-6,-6 4-6,6 5-4,0 1-1,-6 2-8,8 3-11,-2 4-13,0-5-11,1 4-5,-7-3-6,0-3-2,0-1-1,0 1 0,0-2-1,-7-1 0,1-2-1,6-3 3,-14 1-2,14-6-2,-12 2 3,6-5-1,-1 2 2,7-5 1,-7 0-3,7-8 3,0-4-2,7-2-2,0-1-1,-1-2 0,6-6 0,2 5 0,-1 0 1,0 0 1,0-1 0,0 4 0,6 5 0,1-2-2,-1 1-26,1 5-56,0 1-68,-1 1-87,1 4-114,6 0-57,-6 4-10,-1-4 40,7 5 57</inkml:trace>
  <inkml:trace contextRef="#ctx0" brushRef="#br0" timeOffset="509686.3741">30031 14023 171,'0'-10'283,"8"-5"33,-8 4-18,0-1-62,0-2-30,0 3-21,-8 0-11,2 4-13,0 0-3,-8-1-12,2 5-18,-1 3-23,-7 7-30,0 1-20,1 2-19,-7 9-11,6 2 3,-6 1 7,0 7 14,7-2 8,-1 2 8,1 0-1,5 0-8,-5-3-11,12-1-15,1-6-11,6-1-7,0-4-3,6-2-1,1-1-1,6-11-3,7 0-17,-1-7-23,1-4-24,6-4-21,0-4-18,-7 5-11,1-9 4,-1 6 18,1-2 17,-7-3 19,0 5 18,0-2 14,0 0 11,-6 4 19,-1 5 24,0-2 23,-6 5 20,8 0 15,-8 4 14,0 3 5,0 3-1,0 2 2,-8 4-1,8 7 0,-6-3-8,6 7-12,0 1-18,0-2-27,14 3-17,-8 0-16,14-1-8,-1-2-32,1-1-58,6-3-82,-7-5-94,7 2-99,0-5-108,-6-3-81,-1-1-1,1-3 52,0-3 77,-8 3 90</inkml:trace>
  <inkml:trace contextRef="#ctx0" brushRef="#br0" timeOffset="510072.6553">30410 14243 148,'0'0'352,"0"3"49,0 2 36,-6-5-74,6 3-81,0 1-61,-8 0-39,2 6-10,-7 2 3,0-2 12,0 9 4,0-2-2,-6 3-22,-1 2-35,7-1-35,-7 1-39,8 0-26,4-2-17,-4-3-9,12-3-19,-7-2-32,7-1-42,0-8-53,7 1-64,-7-8-60,12 1-39,-4-4-11,4-4 6,1-4 33,7 0 48,-7 1 57,0-5 52,0 4 46,6-3 42,-12 7 33,6 0 31,0 0 28,-7 4 24,8 3 26,-8 1 25,0-2 23,8 5 10,-8 5 2,7-2-7,-7 1-21,8 3-28,6 1-30,-8 3-25,1-1-38,7 5-54,0-3-80,-8-2-79,8 1-91,-7-1-113,7 2-57,-14-5 2,8 1 50,-2-4 65</inkml:trace>
  <inkml:trace contextRef="#ctx0" brushRef="#br0" timeOffset="510233.5664">30761 14463 343,'0'-4'492,"7"-4"70,-7 6 38,0-2-103,0 0-143,7 0-109,-1 4-98,0 0-69,8 0-36,-8 4-40,7-4-61,0 4-87,0-4-91,1 4-89,-8-2-105,7 4-79,0-6 5,0 0 49,-7-6 70</inkml:trace>
  <inkml:trace contextRef="#ctx0" brushRef="#br0" timeOffset="510560.3806">31094 14345 275,'7'-3'391,"-1"-1"45,-6 1 44,6 3-97,1 0-80,-1 0-59,1 0-44,0 3-27,-1 1-32,0 4-32,1-1-27,6 0-17,-13 1-19,6 3-14,-6-1-12,0 1-9,-6 5-3,0-6-1,-1 1-2,0 5-4,-5-7 1,5 3 0,0-2-2,1-3-2,6 5 0,-7-1 0,7-4 0,7 1-4,-7 2 3,6-2 4,1-1-2,6 1-2,0-2-2,-6 6 2,5-5 1,2 4-4,-1-4 1,-1 4 5,2 1 6,-2 1-2,-5-1-1,0 3 0,-7 0 1,0 3-3,-14 0 2,8 0-1,-14 1-23,1 3-62,-7-4-83,6 0-95,-6 1-113,1-5-125,-1-3-42,6-3 26,7-8 63,0-4 84</inkml:trace>
  <inkml:trace contextRef="#ctx0" brushRef="#br0" timeOffset="510806.7079">31582 13837 254,'26'-8'478,"7"1"73,-7 7 62,7 0 7,6 3-140,-6 9-106,-1 2-66,1 4-49,-7 9-44,-1 2-53,-11 0-44,-2 7-24,-12 4-19,0 1-13,-12 3-20,-8 0-17,-13 6-28,1 3-54,-13-2-129,-1 0-202,1 0-225,-1 0-114,0-3-43,7-7 10,0-9 106,13-10 181</inkml:trace>
  <inkml:trace contextRef="#ctx0" brushRef="#br0" timeOffset="510998.5991">32097 14775 547,'40'0'789,"-8"-9"89,1 3 46,-14-2 16,1 5-396,-7-1-399,0 8-365,-13 4-304,0 1-212,-13 7-104,0-1-5,-14 3 98,1-4 194</inkml:trace>
  <inkml:trace contextRef="#ctx0" brushRef="#br0" timeOffset="512175.2831">32352 13562 86,'6'-11'194,"0"-1"-16,1 2-15,0 3-11,-1-5-5,0 10 0,-6-6 7,7-1 14,-7 7 16,6-2 24,1 0 27,-7 0 38,7 4 32,5 4 17,-4 0 15,4 0-8,8 3-19,-7 5-49,7 2-52,6 8-42,-7 0-36,1 7-31,-1 5-23,-6 5-12,0 5-4,-6 8-6,-1-1-12,-6 3-7,-6 6-7,-8-5-7,2 3-9,-8-7-9,-6 4-17,-7-3-41,-6-1-55,1-3-127,-15 3-165,-6-8-187,1 5-147,-7-4-48,-8-4 8,8-3 102,0-8 151</inkml:trace>
  <inkml:trace contextRef="#ctx0" brushRef="#br0" timeOffset="512340.1892">32319 14797 219,'33'-4'663,"-7"-3"105,-1-1 56,-11-4 32,-2 3-200,-4 1-443,-8 4-425,0 4-317,-8 4-169,-11 4-90,-1-5-13,-12 8 131,6-4 230</inkml:trace>
  <inkml:trace contextRef="#ctx0" brushRef="#br0" timeOffset="514442.5178">27236 14808 227,'-6'0'260,"0"-4"19,-8 4-69,14-4-66,-6 1-39,-1 3-33,1-4-25,6 4-13,0-4-1,-6 4 7,6 0 8,0-3 9,0 3 4,0 0-2,0 0-11,6 0-9,-6 0-8,6 3-4,1-3 1,-1 0 3,1 0 7,0 0 4,-1 0 3,6 0 1,-4 0 0,-2 0 0,0 4 1,1-4 2,0 0 2,-1 0 2,1 0 3,-1 0 8,0 4 8,1-4 5,6 0-6,0 0 0,7-4-5,-1 4-14,0-4-19,8-3-12,-8 3-1,14-3-7,-7 0-6,0 0-4,1-5 0,5 4-1,-7 5-2,2-1-2,-1 1 0,6-1 2,-6 4 1,1 4 3,-1-1 0,0 1 2,0 3-1,-1 1-1,2 0 1,-1-1-3,0 0 0,0 0-2,-7-3 0,7 0 2,1-4-3,-8 0 1,8 0 2,-8 0 0,7-4-1,-6 4 0,0-4 0,-1 4 0,0 0-1,-6 0 3,7 0-1,0 0-1,-8 4 1,8-4-2,-1 4-1,-5-1-2,5 5 0,1-5 0,0 1 2,-2 0 2,2 0-1,0-1 0,-1-3 2,1 3 1,-7-3-2,7 0 0,-8 0 1,8 0 1,-7 0-2,7 0-1,-8 0 0,2-3 0,6 3 1,-1-3-1,-6 3 3,6-4 0,7 0-1,-6 0 4,6 1-5,-7-1 1,8-3-2,5 3 0,-6 0 2,0 1-5,7-1 1,-7 4-1,7-5 3,-1 3 5,1 2 12,-1 0 28,7 0 16,-5 0 12,-2 0 10,1 2 2,5-2-5,-5 5-23,-1-1-15,1-1-10,-1 1-11,1 0-8,-1-1-4,-5 1-1,5-4-3,-6 0-2,1 0 0,-1 0 11,0 0 11,0 0 19,-7 0 26,7 0 15,-6 0 8,6 0 1,0 4-7,0-4-16,0 3-17,0-3-11,0 4-6,1 4-8,-9-5-5,9 0-5,-1 1-5,-6 0-3,-1-1-5,7 1-2,-6 0 3,0 0 0,-1-4 5,7 3 7,-14-3 9,8 0 4,0 0 2,-1 4 3,-5-4-3,5 3-6,-6-3-2,7 4-6,-1-4-8,1 3-4,-7 1-4,6 4 2,1-5-4,-1 1-3,-5 0 1,5 2 4,-6-2 0,0 1 2,1-2-7,-2 0 6,1 2-2,-6-2-1,6 0 5,-7-3-1,8 5 9,-8-5 3,6 3 4,2-3-2,5 4-4,-5-4 1,-2 0-8,8 0-4,-7 0-2,7 0 1,-8 0 1,8 0-1,-6 0-3,5 0-1,-6 0 0,0 0-3,-1 0-1,8 0 3,-6 0 4,-1 0 2,6 3 2,-6-3 3,7 5-4,-7-2-1,0 0 0,6 1-2,-5 0-2,-2-4 2,1 3 6,0 1 7,0 0 6,1-4 8,-8 4 3,0-4 5,1 0 6,0 0 0,-7 3 4,6-3-2,-6 0-2,0 0-2,0 0-8,6 0-10,-6 0-7,0 0-9,0 0-5,0 0-4,0 0-1,0 0-7,0 0-3,0 0-2,7 0 0,-7 0-3,0 0-1,0 0 0,0 4 0,6-4-2,-6 3 3,7 1 1,-7-4 3,7 3 2,-1-3-2,-6 4 1,6-4 3,2 4 1,-2-4-2,0 0 4,-6 0 2,7 0 3,-1 4 2,-6-4 3,7 0-1,-7 0-5,6 0 2,-6 0 0,0 0-6,7 0 0,-7 0 1,0 0 6,6 0-1,-6 0 0,0 0 3,0 0 0,0 0-1,6 0-2,-6 0 1,0 0-2,0 0 3,0 0 0,0 0-3,0 0-1,0 0 0,0 0-15,0 0-28,0 0-36,0 0-44,0 0-62,0 3-95,-6 1-98,6 0-88,-6-1-75,6 4-72,-7 1-34,-6-1 40,7-3 88,-7-1 98</inkml:trace>
  <inkml:trace contextRef="#ctx0" brushRef="#br0" timeOffset="516774.6188">4965 11064 14,'13'-4'42,"-1"0"-3,2-3-1,-8 2-2,7-2-7,0 5-6,7-6-8,-7 4-8,0-4-3,6 5-2,1 3-2,-7-4 0,7 4-1,-1 0 3,1 0 0,-8 0-1,8 0 0,0 4-1,-1-4 1,1 0 1,0 0-1,-1-4 0,1 4 0,0 0 0,-8-3-1,8 3-1,-1 0 0,-5-4 0,-2 4 1,8 0-1,-14-4 1,8 4 1,-1 0 0,-7-3-1,0 3 0,1 0 0,0 0 0,-7 0-3,0-4 0,0 4 3,0 0 1,0 0-1,-7 0 0,7-4 3,0 4-2,-7 0-3,7 4-2,-6-4-4,6 4-9,0-1-13,-6 5-19,6-1-24</inkml:trace>
  <inkml:trace contextRef="#ctx0" brushRef="#br0" timeOffset="524090.6752">13325 15184 57,'-20'4'204,"1"0"26,5-4-47,-5 0-18,0-4-4,6 4-4,-1-4-4,2-3 1,-2 7 0,8-2-10,0-3-22,-1 5-22,0-4-24,7 4-27,0 0-23,0-3-12,0 3-7,7 0-3,6 0-1,-1 0-3,8 3 2,0-3 2,6 0 1,7 4-3,-7 1-18,13-3-44,-7 2-58,7-1-72,-6 1-97,7 0-68,-8-1-21,-7 2 22,2-1 50</inkml:trace>
  <inkml:trace contextRef="#ctx0" brushRef="#br0" timeOffset="524293.073">13403 15405 11,'-20'3'225,"-6"1"36,6-4 31,1 0-74,0-4-35,6 1-17,-7 3-15,14-5-27,-1 3-25,0-2-20,7 4-24,0-4-21,7 0-15,12 1-9,-5-5-4,12 4-2,7 4-23,-1-2-43,7 2-64,0 0-93,7 0-84,-7 0-44,7-6-3,-1 6 31</inkml:trace>
  <inkml:trace contextRef="#ctx0" brushRef="#br0" timeOffset="524684.801">14269 15141 145,'0'-4'249,"-6"-4"26,0 5-34,-1-4-59,0 3-32,-5 4-34,-2-3-25,1 6-22,1 1-19,-8 6-19,0 2-11,1 2-7,-1 6-6,0-3 0,8 2-4,-8-1-1,7 0-2,0 0-1,6-4-1,1 5 0,6-8 1,0 5 1,6-7 0,1-1 0,0 4 0,6-9 0,6 3-1,0 2 0,8-4 1,-1 0 0,0 0 0,0-1 0,0 5 2,0-2-2,0 2 1,-6 0 2,0 2 3,-14 1 7,0 5 7,-6-2 8,-6 3 5,0 3-1,-14-3-3,0 6-5,1 2-7,-7-3-10,6 4-36,-6-3-49,7-2-56,-1-6-90,13-1-76,1-6-35,-1-5 8,14-3 36</inkml:trace>
  <inkml:trace contextRef="#ctx0" brushRef="#br0" timeOffset="525270.347">14882 15133 63,'-7'0'204,"-5"4"20,-2 3-33,2 1-47,-8 3-21,0 3-6,1 4 6,-1 5 2,1-1 10,-1 7 10,7 4 4,-6 3-3,-1 5-15,7 3-13,7 0-25,-1 0-24,7-4-20,7-3-18,12-5-19,1-2-52,6-4-65,6-12-82,7-3-114,0-3-83,1-8-36,5-8 18,-6-3 52</inkml:trace>
  <inkml:trace contextRef="#ctx0" brushRef="#br0" timeOffset="525592.6716">15449 15262 52,'-6'-12'267,"-8"5"33,-5 0 35,-1 7-71,-6 4-68,0-1-42,-7 8-18,1 4-16,-1 0-12,1 6-6,6-1-2,-7 1-8,7 4-17,7-2-17,5-1-19,2-4-15,12 1-9,0-2-6,6-5-2,7-2 0,7 2-3,0-5-2,5-3 0,1 2 1,6-1-3,1 2 0,0 0-1,0 1 1,-1-1 0,-5 4-1,-2 0 0,-12 0-1,0 4 2,-7-1 1,-6 1-1,-12 0 0,-1 3 2,0 0 0,-14 4-2,8-3-5,-7-2-31,6 3-52,1-11-62,0 3-63,5-4-79,1-5-84,7-3-17,6-7 27,6-1 45</inkml:trace>
  <inkml:trace contextRef="#ctx0" brushRef="#br0" timeOffset="526405.2929">15944 15320 42,'-6'-11'260,"6"0"42,-7 4 33,1-5-75,-1 6-33,0-2-16,-5 1-21,5-1-23,-6 5-15,7-1-16,-8 1-18,1 3-29,1 3-22,4 1-18,-4 3-15,-1 1-6,6 6-7,-6 5 11,0 2 18,6 5 22,1 3 25,-6 8 13,4-4 6,8 8-7,-6-4-20,6-1-24,0 0-25,6-2-17,2-5-11,-2-4-9,13 1-2,-6-4-4,7-4-16,-1-2-33,7-7-53,1 3-69,-1-4-82,-7-1-91,7-4-96,0-3-59,0 0 3,-6-3 47,5-4 67</inkml:trace>
  <inkml:trace contextRef="#ctx0" brushRef="#br0" timeOffset="526811.2337">16550 15361 192,'0'-7'303,"-6"-1"46,6 4 7,-13-4-75,6 8-40,0-7-17,-5 7-14,-2-2-22,2 2-15,-2 0-27,1 2-26,1 3-34,-2 1-28,-6 10-23,8-1-18,-8 2-8,7 2-3,1 2-3,-2-2-1,8 3 0,-1-7 0,7 3-2,0-7-3,7 4 0,-1-8 2,8 4-2,-2-4-1,1-3 3,7-1 0,0 1 1,-2-4-1,2 4 0,0-1 0,-1-3-1,1 8 0,0-5-2,-1 1 2,1 3-1,-8 1 4,2-2 1,-8 6 1,-6-1 9,-6 3 13,0 1 13,-8 0 11,-6 3 10,-5 1 1,-7-1-5,5 0-17,-5 0-45,6-3-115,-1-3-164,14-5-163,6-7-87,7-7-45,7-8 9,6-7 91</inkml:trace>
  <inkml:trace contextRef="#ctx0" brushRef="#br0" timeOffset="527541.5544">17162 15218 119,'-6'-5'211,"-7"10"12,0-2-56,0 5-55,-7 3-33,1 3-17,-1 8-1,1 0 6,0 7 14,-1 1 15,7 3 17,0 3 18,6 5 6,1-1-9,0 1-16,12-1-19,0 0-22,7-3-29,7-4-22,6-4-35,0-7-53,7-4-63,-1-3-73,7-7-104,-7-5-55,8-6-6,-1-1 31,-6-7 50</inkml:trace>
  <inkml:trace contextRef="#ctx0" brushRef="#br0" timeOffset="527980.2198">17833 15369 209,'-6'-12'269,"0"5"23,-7 3-45,-1 0-66,-4 4-44,4 0-31,-12 8-24,7-1-15,-1 5-10,-6-2 1,6 5 3,1 3 1,-1 0 6,1 5 3,-1-1 2,0-1-6,8 4-10,5 2-6,-6-1-12,7-5-11,6 1-10,0 1-5,6-6-4,-6-2-2,13-4 0,0-4 0,0 1 0,7-8-2,-1-4-1,8-3-4,-8-4-7,0-4-13,8-4-19,-8 2-17,0-3-22,1-1-17,-1-1-12,-5 0 1,-8 3 14,0 2 14,1 3 21,0 2 20,-7 1 18,0 3 17,-7 8 16,7 0 14,-7 4 18,1 3 17,0 1 13,6 6 14,-6 5 1,6-1 1,0 1-9,0 2-15,12 1-13,-6 0-15,8 1-14,5-5-10,7 0-5,0-7-5,7 0-8,-1-7-33,7-4-56,-5-8-73,-2 1-84,1 0-104,-7-4-49,-1-4 2,1 5 39,-12-5 64</inkml:trace>
  <inkml:trace contextRef="#ctx0" brushRef="#br0" timeOffset="528291.6737">18224 15577 38,'0'0'278,"-6"3"38,0-3 32,6 4-60,-7 0-63,1 3-51,-1 1-28,1 0-22,-1 1-20,1 3-16,-1 3-14,0-1-16,1 4-17,-7 4-16,6 1-10,1-2-6,0-3-4,-1 1-6,1-1-12,6-3-22,0-4-20,0-4-17,0-3-14,0-4-4,0-7 5,6-1 20,1-3 17,-1-3 17,0-1 13,1 0 9,0 4 3,-1-4 5,0 4 2,1 1 4,6 2 7,-6-3 13,6 8 13,0-1 16,-1 0 16,2 4 7,-1 0 2,6 4-6,1 0-8,-1 3-17,7 4-14,-6-3-11,-1 2-32,8 1-63,-8 0-78,8 0-94,-15-3-105,8 3-57,-7-4-6,0-3 41,0-1 66</inkml:trace>
  <inkml:trace contextRef="#ctx0" brushRef="#br0" timeOffset="528468.5798">18583 15786 306,'0'0'455,"-6"0"100,-1 0 81,7 0-88,-6 0-77,6 0-82,0 0-95,0 0-95,0 0-78,6 0-56,1 0-28,5 0-22,8 0-64,0 0-137,6 0-154,-1 0-165,-5 0-119,0 0-58,-1-4 20,1 0 115,-7 1 141</inkml:trace>
  <inkml:trace contextRef="#ctx0" brushRef="#br0" timeOffset="528774.2694">18844 15709 125,'0'-4'346,"0"0"58,0 1 34,0-1-69,0 0-96,0 4-69,6 0-55,1 0-40,6 0-23,0 0-13,-7 0-9,14 4-5,-14 3-11,8-3-16,-14 7-6,6 0-7,-6 0-4,0 4-4,-6-1-2,-1 5-3,-6-5-3,7-3-1,-2 4 0,2-4-1,0 0 1,-1-4 0,7 0-2,0 1 0,7-1 0,-1 0 1,0-3-2,8-1 1,-1 5 0,7-4 0,-8-1-1,8 5-3,-7-2 1,0 2-2,0 4 1,-6 2-4,-1-2-10,-6 5-16,0-2-24,-6 7-40,-7-1-55,0 2-66,-7 0-86,7-2-90,-6 1-32,-1-7 11,1-5 41,5-3 60</inkml:trace>
  <inkml:trace contextRef="#ctx0" brushRef="#br0" timeOffset="528984.4174">19163 15679 15,'6'-14'412,"-6"3"119,7-3 95,-7 6 70,0-4-123,0 9-117,7-3-106,-7 6-114,6-6-93,-6 6-69,14 6-36,-2-4-58,8 2-111,-1-1-138,7 5-132,0-4-135,7 0-109,-7 0-19,0-4 68,7 0 118,-13 0 118</inkml:trace>
  <inkml:trace contextRef="#ctx0" brushRef="#br0" timeOffset="529641.6724">19874 15577 14,'6'-8'253,"-12"-3"38,6 1 26,-8-1-64,2 0-69,0 0-46,-1 0-33,-6-1-26,0 4-17,7-1-8,-8 1-5,2 0-4,-2 4-3,8 2-8,-7 2-8,7 0-5,-8 2-5,8 2-4,0 4-3,-1 3-4,7-5-2,0 2 1,0 4 0,0-9-3,0 5 0,0-4 2,7-2 3,-7 3 2,6-5 4,-6 0 5,6 0 3,1-5 0,0 5-1,-7-2-4,6-2-3,-6 0-5,6 0-2,1 1-2,-7-1-2,0 0 0,6 4 0,-6-4 1,0 4-1,0 0 0,7-2 0,-7 2-1,0 0 0,0 0 0,0 0 0,0 0 0,0 0 0,0 0-2,0 0 2,0 0-1,0 0 2,0 0 2,0 2 2,0-2 2,0 0-1,0 0 1,0 0-2,0 0-1,0 0-1,0 0 8,0 4 11,7 0 15,-7 3 23,6 5 29,0-2 23,-6 9 6,8-1-1,-2 0-8,0 3-19,-6 2-27,6 3-20,1-4-14,-7 3-8,7-2-7,-7-6-3,0 3-2,0-6 1,0-3-1,0 0 2,0-4 5,-7-3-1,7-4 0,-7-4-5,1-3-3,0-4-8,0-5-9,-2-1-3,2-6-3,6 2-1,-6-5 2,6 0 3,0 1 5,6 4 5,-6-2 0,6 1 0,2 7-1,-2-3 0,6 6 1,2-2 1,5 3 0,1 5-1,6-2-25,0 4-75,-7 1-92,14 3-95,-7 3-108,0 1-93,0-2-24,-6 6 48,5 0 78</inkml:trace>
  <inkml:trace contextRef="#ctx0" brushRef="#br0" timeOffset="530104.6346">20512 15544 2,'0'-4'303,"6"-3"69,-6 3 58,0-4-9,0 6-78,-6-6-58,6 1-48,0-1-54,-6 2-39,-1 0-27,0 0-17,1 3-16,0-2-15,-8 5-16,1 5-18,0 4-11,0 3-9,-7 3-2,8 3-1,-8 4 9,7 4 9,0-4 7,0 4 5,-1-1-1,8 1 0,0-4-9,6-4-8,0 0-7,6-3-7,0-3 0,2-6-1,4-6 1,2 0-3,-1-6-17,6-2-27,0-7-31,1 1-29,-7-9-25,0 5-16,6-4 5,-11 1 22,4 1 26,-5-1 26,0 2 37,-7 5 44,6 3 40,-6 0 30,6 7 22,-6-3 20,0 7 16,0 4 11,0 3 7,7 4 1,-7 8-1,6 2-10,8 1-21,-8 8-37,14-5-33,-1 4-29,7-3-31,6-4-38,1-1-63,-1-5-99,1-2-103,7-6-97,-8-8-77,7-4-67,-6-3-53,-7-4 35,6-5 67,-12 2 84,-1-4 80</inkml:trace>
  <inkml:trace contextRef="#ctx0" brushRef="#br0" timeOffset="530407.8172">21066 15657 89,'-7'4'296,"1"4"39,-1 2 40,-6 1-63,0 4-60,0 4-35,0 2-18,0 1 0,-6 4-2,5-4-7,2 4-11,-8-5-21,14-2-25,-8-1-37,8-3-39,-1-9-33,1 2-40,6-4-60,0-8-51,6-4-43,1-6-32,6-1-12,-6 1 14,5-4 43,2 0 45,-8 3 39,7 0 34,-6 1 22,6 3 18,-7 3 28,0 5 34,8-5 33,-8 8 41,0 0 47,8 0 42,-8 3 30,7 2 14,-6-2 2,6 5-22,-1-4-43,2 6-46,-1 1-46,0 0-48,6 0-73,-5 1-126,-2-6-158,8 5-151,-7-7-164,0 0-88,0-4-5,-7 0 85,8-4 133</inkml:trace>
  <inkml:trace contextRef="#ctx0" brushRef="#br0" timeOffset="530577.7213">21359 15811 344,'0'0'559,"0"-3"103,0 3 60,-7-4-69,7 4-143,0 0-143,0 0-134,7-4-103,0 4-58,-1 0-33,7-3-19,0 3-5,7 0-17,5-4-65,-5 4-124,6 0-155,1 0-157,-1 0-140,-1 0-63,-5 0 24,0-3 104,-1-1 140</inkml:trace>
  <inkml:trace contextRef="#ctx0" brushRef="#br0" timeOffset="530910.3647">21749 15701 237,'0'0'488,"-6"0"109,-7 0 78,7 0-36,-1 4-127,1 0-118,-1 3-105,1 1-94,6 2-66,-6 1-36,12 0-22,0 0-14,1 4-17,12-4-12,0 4-12,8-4-8,-1-4-23,6-3-42,1-4-55,-7-4-57,7 0-54,-7-3-60,0-4-50,0-3-24,-6-1-4,-1 3 0,-5-2-3,-8-1-2,0-3 11,-6 3 25,0 1 68,-6-1 94,-8 0 102,8 5 106,-7-1 105,0 3 94,0 5 44,0 3 16,0 0 15,0 7 22,0 3 17,6 9-11,1 3-20,0 4-40,-1 3-45,0 3-62,7 9-59,7-4-40,-7 3-67,7-3-117,-1 4-136,7-9-138,-7 1-162,8-8-90,-8-3-9,7-7 75,-6-4 110</inkml:trace>
  <inkml:trace contextRef="#ctx0" brushRef="#br0" timeOffset="531160.2162">22317 15537 46,'6'-16'528,"8"2"131,-2 3 84,-6-1 62,2 6-93,4-2-166,2 8-159,-1 0-104,-1 5-62,8 2-47,0 3-34,-7 5-30,6 4-26,-6-1-22,1 7-21,-8 5-16,0-1-20,-6 8-26,-6-1-31,-8 1-46,2 3-70,-14 1-149,6-1-176,-13 0-180,1-3-115,-1-1-32,-6-6 29,7-5 127,6-11 175</inkml:trace>
  <inkml:trace contextRef="#ctx0" brushRef="#br0" timeOffset="531408.0747">22884 15316 140,'26'-7'630,"-7"3"116,1 1 72,-8 3 56,2 3-115,5 8-245,-5 5-188,-2 2-103,2 7-65,-2 5-53,2 2-36,-1 6-25,-7 2-31,-6 3-68,-13 4-160,-13 9-281,-13 3-230,-13 7-119,-27 7-51,-25 8 21,-19 6 134,-27 2 269</inkml:trace>
  <inkml:trace contextRef="#ctx0" brushRef="#br0" timeOffset="534263.3726">23809 15115 106,'-7'-15'270,"1"5"40,6-5 19,-6 3-75,6 6-35,-8 3-27,8-5-30,-6 4-25,6 0-21,0 4-4,6 0 5,-6 0 15,8 4 26,-2 3 20,7 4 7,0 4-1,0 3-12,7 4-6,-8 4-18,8 8-9,0 4-2,-7 11-7,7-2-11,-8 7-16,1 2-18,-6 3-19,6-4-17,-13 3-13,0-2-5,0-2-10,-13 1-5,0 0-7,-6-4-5,-8 1-9,1 0-27,-6-6-67,-7 3-149,-7-6-179,1 1-190,-8-7-98,-5 0-32,11-8 39,-4-4 134,11-10 173</inkml:trace>
  <inkml:trace contextRef="#ctx0" brushRef="#br0" timeOffset="534498.2442">24493 16269 448,'7'-7'735,"-14"-1"97,1-6 58,-14 2 33,7-2-298,-6 3-253,6 4-181,-7-1-140,6 5-127,-4-1-149,4 4-161,-5 7-129,-1-4-83,8 9-56,-2-4-39,8 3 61,-1-5 114,1 3 106,6-6 96</inkml:trace>
  <inkml:trace contextRef="#ctx0" brushRef="#br0" timeOffset="535494.4619">24819 15848 434,'-7'-11'530,"1"-7"70,-7 3 46,7 1-77,-8 2-205,8 1-118,0 5-101,-2 1-125,8 2-123,0-1-111,0 4-97,8 4-81,4 4-54,8-2-35,-1-3 11,7 2 51,7-5 65,-7 0 66</inkml:trace>
  <inkml:trace contextRef="#ctx0" brushRef="#br0" timeOffset="535678.8175">25399 15709 3,'6'3'401,"1"1"93,-1 0 57,-6 0 34,7-4-141,-7 3-115,0-3-112,7 3-93,-7 1-78,6 0-87,0-1-88,1 1-73,6 0-64,-7 0-51,7 4-28,-6-6 11,12-2 24,-5 4 18,5-1 13,-6-3 18,6 0 28</inkml:trace>
  <inkml:trace contextRef="#ctx0" brushRef="#br0" timeOffset="536195.517">24799 15544 113,'-6'-7'242,"0"-1"30,6 0-36,-7 6-26,7-2-13,-7 0-8,7 0-3,0 4 0,-6-3-1,6 3-5,0 0-15,0 0-20,0 0-19,6 0-14,-6 0-15,14-4-14,-2 4-14,8 0-10,6-4-12,0 4-18,6 0-12,1 0-27,0 0-66,6 0-76,-13 8-78,7-5-75,-7 9-85,-1-2-79,-5 5 8,-6-4 47,-8 3 62</inkml:trace>
  <inkml:trace contextRef="#ctx0" brushRef="#br0" timeOffset="536393.4056">24936 15830 27,'-19'7'401,"-7"-7"115,6-4 87,1 1 74,5-5-126,2 1-82,5 3-94,0-3-99,7 0-78,7 3-65,6-3-44,7 3-32,-1-3-15,7 2-11,6 5-16,1 0-40,7 5-105,-1-2-144,-1 5-145,8-1-154,0 4-112,0 0-29,-7 0 67,-1-4 124,2-3 135</inkml:trace>
  <inkml:trace contextRef="#ctx0" brushRef="#br0" timeOffset="536577.2977">25790 15679 240,'7'-3'601,"-1"-1"119,0-3 64,0 3 34,-6 0-223,8 1-188,-2 3-158,0 0-120,1 3-94,6 1-103,0 4-120,0-1-140,0 4-131,0 0-116,7 3-102,-1-2 4,0-2 65,1 1 115,6-3 112</inkml:trace>
  <inkml:trace contextRef="#ctx0" brushRef="#br0" timeOffset="536756.1983">26533 15793 94,'12'4'487,"2"-8"99,-2 4 58,-4-3 26,-2-1-166,7 4-178,-7 0-237,7 4-241,-6 3-219,13 0-154,-8 0-86,8 1-21,-1-1 78,7 0 131</inkml:trace>
  <inkml:trace contextRef="#ctx0" brushRef="#br0" timeOffset="536939.0908">27373 15881 395,'19'3'545,"1"-6"97,0 3 61,-7-4-96,-7 4-136,1 0-131,0 0-121,-1 0-101,0 0-98,1 0-117,0 0-122,-1 0-111,0 4-93,1-1-76,-1-3-59,1 4 7,6-4 65,1 0 80,4 0 78</inkml:trace>
  <inkml:trace contextRef="#ctx0" brushRef="#br0" timeOffset="537113.9919">28044 15848 71,'27'0'208,"-15"0"10,8 0-34,-7 0-32,-7 3-32,8 1-28,-8 0-26,0-1-24,2 1-39,4 4-48,-5-5-72,6 1-75,-7-1-39,7 1-19,1-4 9</inkml:trace>
  <inkml:trace contextRef="#ctx0" brushRef="#br0" timeOffset="537276.8994">29133 15855 169,'59'-7'545,"-8"0"80,-5-1 45,-7 1 22,-7 3-217,1 4-317,-13 0-314,6 8-264,-13 3-140,0 3-73,-13 1-15,0-1 103</inkml:trace>
  <inkml:trace contextRef="#ctx0" brushRef="#br0" timeOffset="540956.6736">14028 15957 89,'-12'0'122,"4"4"-6,-4-4-5,-1 0-11,6 0-11,-6-4-2,7 4-3,-8 0-5,8-3-8,-7 0-3,6-1 2,-5 0-4,5-3 0,1 3 5,-1 0 6,0 4 4,1-3 3,0-2 1,-1 5-7,0 0-11,7 0-11,-6-2-12,6 2-15,0 0-13,0 2-6,0-2-5,0 0-2,6 5-2,1-2 2,6 1 1,0 0 0,7 3-1,-1-3 2,0 6-1,1-1 1,6 1-2,1 5-2,-8-1-15,7 1-37,-6 3-54,0-3-61,-1 0-86,0-1-67,0-6-22,-5-1 15,-1-3 44</inkml:trace>
  <inkml:trace contextRef="#ctx0" brushRef="#br0" timeOffset="542034.2055">15182 16075 92,'0'-3'150,"-7"-1"-44,1 0-24,-1 4-10,0-3-12,1 3-8,6-5-5,-6 5-5,6 0-5,0 0-9,-6-3-6,6 3-6,0 0-6,0 0-3,0 0-1,0 0 1,0 0 4,0 0 4,0-4 6,0 4 6,0 0 5,0 0 6,0 0 3,0 0 4,0 0 5,0 0 6,0 0 5,0 0 8,0 0 4,0 0 6,0 0 1,0 0 3,0 4-4,-8-4-5,8 0-7,0 0-8,0 0-10,0 0-10,0-4-9,0 4-7,-6 0-8,6 0-5,0 0-3,0 0-4,0 0-1,0 0-2,0 0 1,0 0 2,0 0-2,0 0 0,0 0 0,0 0 0,0 0-1,0 0 0,0 0 0,0 0-2,0 0 1,0 0 0,0 0-1,0 0 1,0 0-1,0 4 1,0-4-1,0 0 2,0 0 2,6 0-2,-6 0 2,8 0 0,-8 0 0,6 0-2,0 0-1,7 0 0,-6 0 1,6 0 0,-7 0 1,14 0 0,-8 0-1,2 0 1,-1 0-1,7 3 2,-1-3-2,-6 5 0,7-5 1,-1 3-4,1-3-28,0 0-43,-1 0-53,0-3-73,-6 3-103,1 0-50,-2 0-4,-5 0 29,-7 3 43</inkml:trace>
  <inkml:trace contextRef="#ctx0" brushRef="#br0" timeOffset="542620.7919">16387 16016 124,'0'0'275,"0"0"33,0 4 3,0-4-83,0 0-51,-6 0-39,6 0-40,0 4-32,0-4-20,6 0-2,-6 0 9,7 0 6,5-4 6,2 4-1,-2-4 0,8 0-14,-7 1-18,7-1-13,0 4-39,-8 4-74,2-1-109,-1 9-115,-7 2-61,0-3-31,2 4 12,-8-7 62</inkml:trace>
  <inkml:trace contextRef="#ctx0" brushRef="#br0" timeOffset="548040.5585">4515 12905 129,'-20'-9'156,"1"-3"-54,0-3-21,-1 5-9,7-2-3,-7 1-5,0 1-4,8-1-8,-1 0-9,6 3-6,-6 1-6,7-4-6,0 8-5,-2-5-5,8 4-5,0-4-3,8 5-2,-2-1 0,0 2 0,7-3 2,7 5-1,6 0 2,0 0 0,0 0 1,13 7-1,-6-3-1,12 3 2,7 1-1,1 0 2,-1-1-2,13-5 0,0 3 0,6-5-1,8 0 0,-8-5 0,8-4 0,-2 1 2,2-4 3,0-2 0,-2 3 1,-5-4 0,0 5-2,-1-1-1,2 3-5,-8 5-2,0-1-2,0 4-1,0 4-1,-7 3 0,-5 0 0,5 5 0,-6-6 2,-6 5 1,6 1 1,-6-4 1,0-2 0,-1 1 2,1 1-3,-1-4 1,1 0 3,-1-1 0,1 1 2,-1-4 3,2 0 2,4-4 4,-5 1-1,-1-1 1,8-4-1,-1 0-3,0-1 0,0-3-3,6 1-1,1 0-1,0-1-2,6 2-1,0-5-3,-6 4-2,6 4-1,1-4-1,-9 4 1,2 2-1,7-2-1,-14 7 2,6 0 2,-5 0 4,5 0 1,-5 5 3,-2-3 2,-5 6 3,7-4 1,-2 7-1,2-4 3,-1 4 1,-7-3 0,7 3 0,1 0 0,-2-1-1,2 1-3,-1 1-2,-7 2-2,8-3-1,-1 1-3,-1 2 0,2 1 0,-1-1 0,7 1 0,-8-4-2,2 4-1,6-5 0,-7 5-3,0-8 1,0 5 3,0-10 2,7 2 2,-7-4 2,0-4 2,6 2 1,7-10-3,-6 5-3,7-1-1,-1 1-1,-6-3-3,6 6-3,0-4 0,-6 5 0,-1-1 0,1 4 0,-8-4 0,2 4-1,-7 0 0,-1 4 0,1-4 0,-1 4-1,1-1 1,-7 1 2,6 0 0,-5 0 0,5 3 0,-5-4 2,5 4 0,1 1 0,-1-1 3,1 1 5,0-2 3,0 2 1,-1 4 4,7-5 1,-7 3 0,8-1-2,5-3 1,-5 2-2,-2-1-1,8-3-1,0 0-2,-1-4-1,7 0-2,0-4-4,1 0 1,-1-3-2,0-4-2,0-4-1,0 1-2,1-2 0,-8-2 0,1 0 1,0 4 1,-7-5 0,0 5 0,0-1 2,-6 4-1,-1 0-2,1 4 1,-1 0 2,-5 7-3,-1-4 2,0 4-1,-7 4 3,1-1 2,-1 3 2,-6 2 5,7 0 11,-13-1 11,6 1 8,-7-2 20,7 3 20,-6-3 5,0 2-3,-1-5-6,-5 5-8,4-4-22,2 3-19,0-4-10,-1 1-6,1-4-4,6 3 2,-7-3-1,7 4-2,1-4-2,-1-4-2,0 4-1,0-3-3,0 3-3,0-4 1,0 1-1,0-1 2,6 1-2,-5-1 1,-1 0 0,6 0-2,-5 4 2,-1 0 0,0 0 0,-1 0 0,1 0 3,1 0-2,-1 4 2,0-4-1,0 0 7,-7 4 12,7-4 2,-6 0 10,-1-4 7,1 4 8,-6 0-2,-2 0-6,1 0-4,-6 0-6,6-4-8,-7 4-7,0 0-5,2 0-3,-8 0-2,6 0-2,0 0 0,1 0-3,0 0 1,-1-3 0,-6 3 0,7 0 2,-7 0 2,0 0 3,6 0 11,-6 0 19,0 0 22,0 0 24,0-4 14,0 4 12,0 0-4,0 0-15,6 0-23,-6 0-23,0-4-18,0 4-12,0 0-8,0 0-6,0 0-1,0 0 0,0 0-1,7 0-3,-7 0 0,0 0 1,0 0-5,0 0-16,7 0-28,-7 4-42,6-4-54,-6 4-62,0-1-71,-6 5-67,-1-1-55,0 4-54,-5 0-37,-1 1 11,-7-3 50,0-1 70</inkml:trace>
  <inkml:trace contextRef="#ctx0" brushRef="#br0" timeOffset="549226.6606">11168 12888 14,'-14'0'170,"8"0"13,0 0-52,0 0-30,-1 0-18,7 0-16,-7 0-8,1 0-11,6 0-8,0 0-11,0 0-9,6-4-7,1-4-8,12 1-2,-5-3-2,12-2 0,-7-2 1,13-1 3,1 1 4,7 2 1,-2 2 4,1-1 6,7 3 1,-1 0 0,8 5 0,-1-1 2,0 4 0,6 0 1,7-2 1,1 2 1,-1 0-1,-6-5-2,6 5-1,0-3 1,0-1 0,0 0 3,-6 0 3,0 1 0,-1 3-2,1 0-3,0 0-4,-7 0-7,7 0-4,-8 3-2,2 1-1,-8 0-3,1-4 0,-1 4-2,-5-1 0,-1-3 2,-7 0-1,1 0 1,-1 0 2,-6 0 1,1-3 1,-7-1 1,6 0-1,-14-3 1,8-1 2,-7 2 3,-1 2 3,-4-4 1,-2 5 4,7-5 3,-13 5 0,7-1-3,-7 4-4,6-4-3,1 4-4,-7-4-4,6 4-2,0 0 0,1 0 1,6 4 0,0-4 1,7 0 0,-1 4 0,0-4-1,14 4-1,-7-4-1,14 0 1,5 0 0,1 0-1,6 0-2,6-4-1,-5 4 0,-1-4 0,7 0-1,-8-3 1,2 0 1,-1 0 2,-1-1 0,2-2 0,-7 3 1,-1-5 0,1 4-3,-1 1-1,1-3 0,-7 2 1,0 1-3,1-1 1,-1-3 1,-13 7 0,0-3 0,-7 4 0,1-1 16,-8 4 24,2-3 27,-8 3 24,-6 0 14,0-4 14,-6 4-7,0 4-20,-8-4-23,2 0-21,-2 3-14,1-3-11,0 4-7,0-4-4,-1 0-6,8 3-5,-6-3-10,12 0-26,-7 4-36,7-4-31,0 0-29,0 0-29,0 0-25,0 0-11,7 0-5,-7 0-21,12 0-63,-6-4-18,2 4 7,-2-3 21</inkml:trace>
  <inkml:trace contextRef="#ctx0" brushRef="#br0" timeOffset="552070.9672">21183 9610 35,'-6'0'96,"-8"-4"-31,8 4-9,0-4-7,-1 4-4,0-4-1,1 4-2,-1-4-2,1 4-4,-1-4-6,7 4-4,-6 0-6,6 0-8,0 0-4,-7 0-3,7 0-2,0 0-1,0 0 0,0 0 0,0 0 3,0 4 1,0-4-1,0 4-2,7 0 0,-7 0 2,0 0 0,0-4-2,0 2 4,0 3 2,0-5 2,6 2 1,-6-2-1,0 5 0,0-5-2,0 0 0,0 3 0,0-3-1,0 0 0,0 4 1,7-4-1,-1 4 2,1-4 2,-1 4 0,8-4 1,-2 3 0,2-3 0,5 0-3,1 0-2,0 4-1,-2-4-1,2 0-1,7 0 1,-8 0 0,7-4 2,0 4 3,0-3 0,0-1 1,1 4-1,-2-4 0,8 0-3,-8 4-2,2-3 0,-1 3-1,-6 0 0,6 0 0,-1 0-1,-5 3 0,6-3-1,-6 4-1,-1-4 0,1 4 2,0-4-2,5 4 2,-5-4 1,0 0 0,-1 3 2,1-3 1,0 4 2,6-4 0,-7 0 2,1 0-1,-1 0-1,7 0-2,0 3-1,0-3-2,-6 0-2,13 0-1,-7 0 0,6 0-1,-6 4-1,7-4 1,0 0 0,-1 0 0,7 0 0,-7-4 0,7 4 2,-6 0-1,6-3 4,0 3 0,0-4 1,1 4 1,-8-3-1,7 3 0,0 0-1,1 0 0,-1 0-1,6 0-1,-5 3 1,5-3-2,-7 0-1,9 0 0,-2 0 0,-6 0 1,7 0 0,-8-3 1,8-1 3,-7 4 2,1-4 1,-1 0 4,0 1 3,-7-2 0,8 3-3,-7-3 0,-1 5 0,1-2-6,-1-2-1,7 4 2,-7 0 4,1-4-1,7 4-1,-8 0 5,7-4 0,-6 4 2,5 0-4,2-4 2,-1 0-2,0 4 1,-7-3-2,7-1 0,-5 2 1,4-3 2,-5 5 4,6-3 1,-7-1 3,8-1 1,-7 2 0,5 0-3,-5-1-4,6 4-2,-7-4 0,8 1-1,-8 0-1,1-2 4,6 1 0,-7 1 1,1-1-2,-1 1 0,-5-1-1,-1 4-2,0-3 1,-6 3 0,-1 0 0,1-4-1,-8 4-2,2 0-3,-8 0-1,7 0-1,-6 4-2,-1-4 0,-6 0 1,7 0 0,-1 0-1,-6 0 0,6 0 4,2 3 4,-2-3 7,0 0 7,0 0 1,1 0 2,6 0 0,0 0-4,1-3-7,-2 3-4,2 0-3,-2 0-6,1-4-3,1 4-1,-2 0-2,2 0-3,-2 0-21,-5 0-35,6 4-47,-6-1-62,-1 1-77,0 3-94,-6 0-30,0 1 7,0-1 35</inkml:trace>
  <inkml:trace contextRef="#ctx0" brushRef="#br0" timeOffset="553124.3852">27092 9393 118,'-12'-4'197,"-8"0"0,7-3-45,-7 4-18,8-4-9,-8 3-12,7-4 6,0 5 2,0-1 3,1 0-11,4 0-5,2 2-6,0-3-19,-1 5-22,1 0-18,6-3-13,-7 3-10,7 0-13,0 0-4,0 3 0,0-3-2,7 5 0,-1-3-1,1 2 0,-1 0 1,8 0 2,-2-1-1,1 5-2,7-4 2,-8 3 0,8 0 0,0-4-1,-1 5 1,7-4 0,-6 3 0,13-4 0,-7 1 0,0-1-2,7 1 1,-7-4 0,6 0 1,1 0-1,-7 0 1,6 0 2,1 0 0,-7 0-1,0-4-3,7 4 0,-8-3 1,1 3-1,0 0-1,1 0 1,-7 0 0,6 0 1,-7 0 0,1 3 0,-8 1 0,8-4 0,-7 5 0,0-2 0,0 0-1,1-3 2,-2 4 1,1-4 5,0 0 7,-6 0 11,6 0 8,-6 0 10,5 0 8,-6 0 4,8-4 1,-8 4 2,1 0 3,-1-3-2,1 3 0,0-3-5,-1 3-4,0-5-9,1 5-12,-7-4-8,7 1-9,-1 3-4,-6-4-3,0 4-4,6 0 0,-6 0-2,0-3 1,0 3 4,0 0-4,0 0-1,0 0 0,7 0-1,-7 0-2,0 0-2,0 0 1,0 0 1,0 0-4,7 3-8,-7-3-24,0 0-37,6 4-37,-6-4-44,7 3-42,-7 1-34,6 1-22,-6-2-11,6 4-21,-6-3-18,7-1 10,0 0 27,-1-3 35</inkml:trace>
  <inkml:trace contextRef="#ctx0" brushRef="#br0" timeOffset="558523.8834">29537 9602 108,'-7'-8'191,"7"4"16,-6 1-72,6-3-38,-7 1-21,7 2-8,0-1-12,0-1-9,0 2-4,7 3 0,-7-3 5,0-1 0,6 4 1,1 0-3,-7-4 0,12 4-4,-5 0-4,0 0-4,13 4-2,-8-4-4,1 4-3,7-1-2,6 0-2,-6-3 0,12 5-2,-6-1-1,7-1-5,0 2-2,5 1-2,-5-3-2,-1 1-3,7 4-4,-6-4 2,-1 2-2,-6-1-13,7 5-34,-1-2-43,-5-1-62,5 0-92,-6 0-50,1-3-11,-1 0 19</inkml:trace>
  <inkml:trace contextRef="#ctx0" brushRef="#br0" timeOffset="559619.1579">31732 9518 38,'-6'-4'176,"-1"-4"16,7 1-55,-6 4-29,-1-4-19,7 3-15,-6 0-14,6 0-15,0 1-11,-7-2-9,7 2-6,0 3-5,0-4-1,7 4-1,-7 0 1,6 0 0,1 4 0,6-4 4,0 3 2,0 2 3,7-2 2,-1 1 7,7 4 2,0-6-1,7 6 3,-1-4-2,1 3-2,7-3-4,-2 0-6,7-4 0,2 3-7,5-3-2,-7 0-3,1 0 0,6 0-1,-6 0-1,5 0-3,-5 0 3,-7 0-1,7 0-4,-13 4 4,5-1-1,-5 1 0,-7-1-2,0 1 0,-6 1 0,5 1-2,-5 2 0,-7-5 2,1 5 0,5-4-2,-6-1-1,-7 4 0,8-3 3,-8-1 0,7-3 5,-7 0 3,1 0 3,6 0 2,1 0-1,-2-3-1,1-1-4,1 2-4,-2-3-1,2 2-3,-2-1 0,2-1 0,-1 2-2,-1 0 1,-5-1 0,6 4-1,-7-4 0,8 4-1,-8-3 1,1 3-1,-1-3 1,1 3 0,-1 0 0,1 0 1,-1 0-1,0 0 0,-6 0-2,8 0 1,-2 0 0,-6 0 0,0 0 0,6 0 0,-6 0 1,0 0-1,0 0-4,0 0-10,0 0-18,0 0-19,0-5-27,0 5-21,-6 0-20,6 0-12,-6 0-8,6-4-2,-8 4-9,2 0-18,6 0-12,-6 0 4</inkml:trace>
  <inkml:trace contextRef="#ctx0" brushRef="#br0" timeOffset="562659.6764">21040 10803 126,'0'-10'193,"-7"2"13,1-3-72,6 4-35,-7 0-14,7-1-4,-7 5-4,7-2-6,-6 2-7,6 3-9,-6 0-10,6 0-10,0 0-9,0 0-5,0 0-4,0 0-3,0 3 0,0-3-3,0 0 2,6 0 4,7 5 3,-6-5 5,12 0 3,1 0 5,0 0-2,5 0 1,8 0-4,6 0-4,0 3-4,7-3-2,-1 4-6,8 0-3,-1 0-3,-1-1-2,8 0 2,0 1 0,6 0 1,0-1 0,1 1 1,-1 0-1,0 0-1,6-1-4,-6 1 0,1-1-1,-1 1-1,0-1 0,0 1 1,-6 0 2,0 3 2,-7-3-1,6 0 1,-6-1 1,1 0 0,-8 1-3,1 1-1,-1-2-1,-5 0 0,-1-3-1,-1 4-2,-5-4 1,-1 0 2,-5 0 0,5 0 1,-6 4-1,-6-4 1,6 0 0,-7 0-3,1 0 1,0 0-1,-1 3-1,7-3 2,-6 4 0,-1-4 0,1 4 1,0 0 0,-1-4 2,1 3-3,0-3 0,-1 5 2,-6-5-2,6 0 0,1 2 1,0-2 2,-1 0 0,1 0 1,6-2 0,0 2 4,7-5 0,5 2 3,1-5-1,7 1-1,-1-1 0,14-3-4,-6 4 0,5-4-2,-5 4-2,5-1-1,0-2 0,1 3 1,-7-1 0,1 1 1,5-1 0,-5 5 1,-8 0 0,7-1-1,0 0-2,0 4 1,0 0-1,1 0 0,-2 0 0,8 4 0,-7 0-1,1-1 1,-2 0-2,8 1 2,-7 0 0,7-1 0,0 1 2,0 0 1,-1 0 0,1-1-3,0 1 0,-1-1 0,0 1 0,-6-1-1,7 1 0,-6 0 0,-1 0 1,-1-1-2,2 1 3,-1 3-1,-7-4 2,8 6 0,-8-6-1,7 4-1,-6 0 0,0 1-1,0 4-1,5-6-1,-5 2 2,-1-1-2,1 4 0,-1-4-4,-5 4 4,-1-3 0,0-1 1,1 3 2,-2-2-1,1-1 6,0-3-2,-5 3-1,4 1 0,-5-5 1,-1 5 1,7-5-1,-6 1-1,-1-1-1,1 1 0,-1 0-1,2 0-1,-2-1 1,1 2-1,-7-3 1,7-2 0,-1 5 0,1-3 0,-1-2 1,-6 0 0,7 5-2,-1-5 1,1 0-2,-1 0 1,1 0 1,-7 0 0,13 0 0,-7 0 0,1 0 0,7 0 0,-8 0 0,7 0 0,0 3 0,-7-3 1,8 0 1,-1 4-2,0-4 0,0 0 1,0 4-1,6-4 0,-5 0 0,-1 0 2,6 4-2,-5-4-1,-1 0 0,0 0-2,0 0 0,0 0-1,0 0 2,7-4 0,-7 4 2,0-4 3,7 0 0,-7 1 1,7-4 0,-7 2 0,6-2-1,-6 4-1,7-5-1,0 1-1,-1 0 0,7-1 0,-7 1 0,1 0 0,0-1-2,0 1 2,6-1-2,-7 2 3,8-5 4,-8 3 3,7-3 5,0 1 6,7-2 9,-7 1 11,14 0 3,-9-4 4,2 4 3,7 0-3,-8-3-5,0 3-13,1 3-5,0-2-7,-7 3-5,1 3-2,-2 0-4,-5 0 1,-1 4-3,-5 4 1,-1 0-5,-7 0-1,1 3 1,-7-4-9,-6 4-22,-1 1-34,1-4-39,-8 3-47,-4-3-54,-8 2-71,0 3-63,-14-6-8,2 0 19,-15-3 33</inkml:trace>
  <inkml:trace contextRef="#ctx0" brushRef="#br0" timeOffset="568676.5248">23711 9700 63,'0'-3'106,"6"3"-46,2-3-24,4 3-14,-5 3-10,6-3-4,-6 3 2,11-3 0,-4 0 3,6 4 4,-1-4 2,1 4 6,6-4 1,0 0 3,-1 3 0,2-3-1,-1-3-2,0 3-5,0 0 0,7-4-2,-1 4-2,1-4 0,-1 1-2,7 0 2,1-1-1,-1-1-1,-1 2-2,9 3-3,-9 0-1,8 0-3,0 0-2,0 3-2,-1-3-1,1 5 0,5 2-1,-5-4 0,7 1 0,-2 0 1,2-4-2,-1 3 2,-1-3 1,8 0 1,0 0-1,-7 0-1,7 0 1,6 0-2,-6 4 0,-1-4 1,7 0-1,-6 4 0,0-4 0,6 4 1,-6-1-1,6-3 3,-7 5 2,7 1 2,0-3 0,-6 1-1,6 0 1,-6 4-5,7-4-1,-1 3 1,-6 0 0,-1 0-1,-6-3 0,0 3 0,0 1 0,0-5 2,-6 5-2,6-4 3,-6-1 0,0 0 1,5 1 2,-5-4 0,-1 4 1,1-4 0,-1 3 4,8-3-2,-1 0 0,1 0-3,-2-3-2,2 3-2,-1-4-3,7 0 0,-8 4-1,8-3 2,-1-4 2,1 2 1,0 2 2,6-4 2,0 3 2,0-3-1,7-1 0,0 5-2,0-4 0,6 0-1,-6-1-2,5 0 0,-5 1-3,0 1 2,-1 1 0,-6 2-2,0-1 0,1 4-1,-1-4 0,-6 4-1,6 0 0,-6 4 0,0-4-1,-1 4-1,7-4 3,0 0 1,7-4-1,0-4 1,-1 5 2,14-5 0,-7 2-3,7-3 0,0 3 3,0-2 3,-8 1 4,2 3 3,6-3 4,-14 3 2,8 4-2,-8 0-3,0 0-4,2 0-4,-2 4-3,-6-1-2,0 1-1,-6 0 0,-1 0 0,1-1 0,-7 1 5,7-4 5,-14 4 8,8-1 10,-7-3 7,-1 3 7,1-3 5,-1 5-1,1-5-5,6 0-6,0 0-5,0 0-6,0 0-9,0-5-4,7 5-3,-7 0-4,0-3-1,7 0 2,-7-1-1,0 0 3,1 4 8,-2-3 6,2-1 10,-1 0 4,-1 0 6,-4 1 3,5-1-6,-7 4-4,-6-3-8,7-1-8,-14 4-5,1-3-4,0 3-2,-7-4-3,-6 4 0,-1-4-1,-6 4 0,0 0 0,-7-4-3,8 4 0,-14-3-6,6-2-21,0 3-23,-6-5-34,0-1-31,-6 0-36,0 1-32,-1-4-27,-6-1-27,0 2-13,0 0 9,0-2 23</inkml:trace>
  <inkml:trace contextRef="#ctx0" brushRef="#br0" timeOffset="606183.1023">18707 11876 175,'-7'-4'191,"-5"1"-41,4-4-39,-4 3-22,6-3-21,-1-1-15,0 1-12,-6-3-7,7 2-7,-1-3-3,0 4 0,7-4 4,-6 4 5,0-4 3,0-1 3,6 4 0,-8 2-4,2-2-1,6 1-9,-6 3-4,-1 0-5,1 1-3,-1-1-3,0 4-3,1 0-4,-7 0-2,6 4 0,-5-4-1,-2 3-1,1 5 1,1-4 0,-2 7 0,2 0 0,-2 0 1,1 7 1,-6 0 1,6 5-2,-7 6 0,7 0 1,0 5-2,-6 2 2,12-3-1,0 3 3,1-3-3,6-4-1,0 0 0,6-6-1,8 0 1,5-10 0,1-1 2,6-6 1,0-1-1,7-10-1,-1-6 0,1 1-1,-1-9-1,1 1 0,-7-3 1,0-2 0,0 5-1,-7-5-1,-5 9 1,-2-1 2,-5 4 2,-1 4 4,1-1 9,0 6 10,-7-2 6,0 0 4,0 8 5,-7 0 2,0 2-4,7 5-1,-6 4 1,-1 1 5,7-2 0,0 1-5,7 2-1,-7 2-5,6-5-7,8 5-10,-2-5-6,8-3-3,0 0-3,-1 1-3,7-6-3,-6 1-4,6-7-11,-1 5-21,2-10-22,-7 3-16,6-5-11,0-5-8,-7 1 6,1 0 19,-8-3 17,8-1 19,-7 3 12,-6 2 12,6-1 13,-7 3 11,-6 5 13,7-1 11,-7 4 9,-7 0 8,7 7 4,-13 1 1,7 6-1,-7 5-3,0-2-3,-1 6-8,2 0-10,-1-2-9,0-3-8,6 1-7,1-4-4,-1-5-3,0 1-5,7-7-4,7 0-15,0-4-20,-1-8-23,7-3-16,0 1-9,6-9-4,-5 1 11,-1-4 16,6 4 22,-6-1 19,1 1 11,-8 7 7,7-4 6,-6 7 6,5 1 4,-5 7 6,-1 0 5,1 5 2,0-3 2,5 10-4,-4 3-3,4-1-5,1 4-6,0 0-6,0 1-21,7-1-27,6 1-39,-7-2-50,7-1-84,-6-5-40,13-1-4,-7-6 15</inkml:trace>
  <inkml:trace contextRef="#ctx0" brushRef="#br0" timeOffset="606408.083">19704 12097 29,'-7'-8'251,"7"4"32,0 1 27,-6-1-78,6 4-39,0-3-20,0 3-6,0 0-2,6-4 2,1 1-7,6 3-12,0-4-24,0 0-31,6 0-33,1 4-32,7 0-41,-9 4-59,9 0-67,-1 0-69,0 3-76,-7-4-102,7 4-31,0 5 24,-6-9 43,7 4 58</inkml:trace>
  <inkml:trace contextRef="#ctx0" brushRef="#br0" timeOffset="606971.3897">20415 11789 4,'-8'-4'227,"-4"1"29,5-1 21,-6 4-78,7 0-51,-1 0-33,1 0-25,-1 7-18,0 5-11,1-2-5,0 9 2,-2 2 3,8 4 1,0 6-5,-6 1-9,6 5-8,-6-1-10,6-3-10,0 4-9,-7-8-4,7 1-3,0-1-3,0-6 3,-6-2-2,6-3-1,0-3-1,0-4 4,-7-1-1,7-2-3,0-4 2,-6-4-2,6 0 0,0-7-2,0-4-1,0 0 1,0-8 0,0 1-1,6-1 0,-6-2 2,13-1 0,-6-4-1,5 4 2,2-3 2,-1 3-2,7-4 0,6 7 0,-6 2 1,5-2-2,7 4 1,-5 1 0,-1 6-3,0 1-27,0 7-42,0 0-55,-7 7-81,1 5-86,6 2-41,-7 1 3,-5 2 28</inkml:trace>
  <inkml:trace contextRef="#ctx0" brushRef="#br0" timeOffset="607462.0758">21411 12019 143,'0'-11'230,"0"0"18,-7 5-49,-5-2-68,-2 1-40,-5 3-26,-1 4-11,1 0-13,-8 0-5,2 7-3,-1-3-1,6 6 0,-6-2-2,7 3-2,-7 0 1,6 5 2,7-7-2,-7 7-4,8-5-4,4 3-3,-4 1-4,5-5-4,7 5 0,-6-3-1,6-2 1,6 1 8,-6 0 9,7 1 6,-1-6 5,0 1 2,2 5 3,4-8-6,1 3-4,7-3-9,-7-4-3,6 0-4,7-7-4,-6-1-3,7 1-3,-2-7-3,-5 2-7,0-3-3,-1 1-3,0 3-5,-6-4 0,1 0 1,-8 5 2,0 2 2,1-3 3,-7 4 5,7 4 4,-7-1 1,0 0 3,0 4 4,-7 4 3,7 7 1,0-1 0,0 5 0,0 3-2,7 1-1,-1-1-5,7 0-3,0-2-3,6 1-1,1-2-6,6-3-11,1-2-14,-1-3-38,6-3-46,1 0-55,-7 0-62,6-4-69,-5-4-27,-2 0 16,1-3 34</inkml:trace>
  <inkml:trace contextRef="#ctx0" brushRef="#br0" timeOffset="607743.3978">21828 12203 70,'-6'7'224,"-8"1"27,2 2-26,-1 1-48,-7 4-33,0 0-17,7-1-18,-6 4-17,0 1-14,-1-4-14,6 4-14,8-5-16,-7-3-14,7-5-9,6 2-12,0 0-8,0-8-12,6 0-14,7-8-15,-7-2-13,8-2-6,-2-3 1,2 1 7,-1-5 12,-7 6 14,7-3 13,0 5 13,-7 0 9,2 1 7,-2 2 7,0 1 12,1 3 9,0 0 8,-1 4 5,1 0 2,-1 0-1,0 4-9,8 0-7,-2 3-10,2 1-32,-1 2-44,0 1-65,0-3-102,-1 2-56,2 1-27,6-3 6,-8-1 31</inkml:trace>
  <inkml:trace contextRef="#ctx0" brushRef="#br0" timeOffset="607922.2955">22095 12272 87,'0'0'291,"0"-3"33,7 3 23,-7 0-73,0 0-64,0 0-42,6 0-23,1 0-13,6 0-11,7 0-16,-8 0-23,15 0-17,-1 0-31,0 0-48,7 0-54,-7 0-57,-1 0-57,7 0-52,-12 0-37,7-5-30,-1-1-22,-14 2 14,8-3 36,-7-5 40</inkml:trace>
  <inkml:trace contextRef="#ctx0" brushRef="#br0" timeOffset="608108.1877">22525 12177 196,'0'-4'280,"0"1"33,0 3-31,0 0-51,0 0-38,-6 0-35,6 3-19,0 1-18,-6 8-17,6-3-18,0 11-15,0 1-12,0 4-18,6 5-18,0 3-37,-6 4-66,7 0-75,-1 0-94,1-5-101,6 2-50,-7-9-2,1-4 45</inkml:trace>
  <inkml:trace contextRef="#ctx0" brushRef="#br0" timeOffset="608284.088">22728 12148 138,'0'-11'327,"6"-4"27,-6 5 26,6-2-71,0 1-108,2 4-67,4 0-42,-5 0-28,6 3-22,0 0-18,7 0-10,-1 1-14,1 3-29,6 0-44,-6 0-49,5 3-55,1 5-73,-6-4-74,6-1-17,-13 1 20,0 3 35</inkml:trace>
  <inkml:trace contextRef="#ctx0" brushRef="#br0" timeOffset="608468.9845">22904 12235 171,'-14'12'351,"2"-9"69,-2 5 55,1-4-72,7-2-39,-1-2-29,7 5-19,0-5-27,7 0-28,6 0-31,-1-5-33,14 3-43,1-2-50,5 0-44,1 0-67,6 1-105,0 3-143,0 0-130,0 0-140,-7 3-115,-5 1-25,-1 0 60,-6 0 116,-8-2 116</inkml:trace>
  <inkml:trace contextRef="#ctx0" brushRef="#br0" timeOffset="612291.7314">29399 9382 111,'-12'0'170,"12"0"-34,-7 3-42,1-3-24,6 0-21,-7 0-19,7 0-8,0 4-5,0-4 0,0 0 1,0 4 3,0-4 8,0 4 10,7-1 6,-1 1 7,1-1 5,-1-3 3,7 4 0,0-1-2,1 1-7,5 1-4,0-5-2,8 0-6,-1 3-4,-1-3-7,9 0-2,-2 0-6,7 0-3,0 0-3,-7 3-6,8-3 1,-1 4-3,-7 0-1,7-1-3,-6 5 0,-7-4 0,6 4-2,-5 1 0,-7-1-1,-2 4 0,2-5 0,0 3-1,-7-2 2,-7-1 2,8-3 8,-8-1 8,-6 1 4,6-1 4,-6-3-1,-6 0-1,0 0-8,-2 0-7,-4 0-4,-1 0-2,-7 0-2,8 0 0,-8 0-1,0 0 0,-6-3 0,7 3 0,-1 0-1,-6 3 0,7-3 1,-1 0 0,-6 4-1,13 1 0,-7-5 3,8 3-2,-2 0 1,1 1 0,7-4-1,-1 4 0,0-1-2,1-3 2,6 3-3,0 2 3,0-5 1,6 4 1,8-4 3,5 0 1,1 0 2,6 0 1,7-4 0,-1-1-1,7-1-2,0 2-1,1 0-3,-2-2-1,1-3 0,1 6 1,-8-1-1,-6 1 1,0 3 1,0 0-2,-6 0 0,-7 0-1,0 0 0,-7 0 0,1 0 0,-7 3 2,-7 1 0,-6-1-1,-6 1 0,-1 4 0,1-5 0,-7 1-2,0 0 1,-7-4 0,7 0-1,0 0-5,6 0-6,1-4-9,-1 4-20,8-4-33,-2 4-43,8 0-33,-1-3-37,7 6-48,0-3-29,0 0 6,7 4 28</inkml:trace>
  <inkml:trace contextRef="#ctx0" brushRef="#br0" timeOffset="613802.2168">32514 9491 26,'-6'-6'183,"6"-2"14,-6 0-38,6 1-22,-8 0-13,2 0-11,0-1-2,-7-3 1,6 5-6,-6-3-5,1 2-8,4 4-8,2-4-12,0 3-16,-1 0-12,0 4-10,1-4-10,6 4-10,-7 0-7,7 0-4,0 0-3,0 4 0,7-4 0,-1 4 0,1 3 1,0-3 2,5-1-2,2 1 0,-1 3 0,6-2 0,0-2-1,1 0 1,0 1 1,-1 0-2,7-1 1,0 0-2,1 2 0,-7-5-2,5 4-1,1-4 2,0 3 0,-6-3 1,-1 0 1,-5 0 1,-2 5-1,2-5-1,-8 0 0,0 0-1,-6 0 1,0 0-1,0 2 2,-6-2 0,0 4-1,-8-1 1,2 2-1,-8-2 0,1 1 0,-7 0 2,6 0 3,-7-2 8,9-2 9,-2 5 9,7-5 3,6 3 2,-6-3-2,7 0-7,-1 4-9,7-4-7,-7 0-3,14 0-3,-7 0 1,7 0 0,5 0-2,2 0-1,5 0-2,1-4-1,-1 4 0,7-3-2,0-4-3,0 3-2,1-4 0,-8 5-1,7-5-11,-6 2-19,-8 1-27,8-2-37,-14 2-37,8 5-40,-8-3-29,-6 3-32,0 0-37,0 0 2,-6 3 21,0 2 31</inkml:trace>
  <inkml:trace contextRef="#ctx0" brushRef="#br0" timeOffset="618856.6146">24031 11876 132,'0'0'178,"-14"-4"-37,2 4-36,-2 4-22,-5 0-19,-1 0-15,0 3-6,1 0-4,-7 1-2,6 4 0,-6-2 1,7 1 1,-7 0-2,12 0-2,-4 0-1,4-4-4,8 5-3,-1-10-6,1 6-6,6-4-5,0-1-4,0 1-2,6 0-3,1-1 1,6 1-1,-6-4 0,5 4-2,2-4 0,-2 3 0,2 1 0,-1 1 0,6-3 1,-6 2 0,0-1 0,7 5 0,-7 0 1,0 3 0,7-1 1,-8 2-1,1-2-1,-6 5 0,6-4 0,-7-1 0,1 7 0,0-7 10,-7 0 8,0 1 3,-7 1 3,0-1 3,-6 3-3,0 1-7,-6 0-8,-1-1-3,1 1-4,-1-1 0,0 2-3,8-6-20,-2-2-39,2-4-58,12-4-86,0 0-46,0-12-21,12 2 5</inkml:trace>
  <inkml:trace contextRef="#ctx0" brushRef="#br0" timeOffset="619302.4174">24278 11642 17,'7'-21'230,"-7"1"33,0 3 23,0 2-89,-7 8-46,1 0-33,-1 3-29,0 4-28,-5 7-21,-2 0-9,2 8-11,-8-1-6,7 5-4,-1-2-2,2 6-2,-2-4-1,2 2-3,-1-2 1,6-1-1,0 0-2,1-3 0,0 0 0,6-4 1,0 0-1,0-4-1,6 0 1,-6-3 0,6 4-4,1-8 0,0 0-1,-1 0-1,1-4-1,-1 0 0,8-3 2,-8-4 2,0 4-1,8-4 1,-8-4 2,7-1 1,-7 7 0,8-7 0,-8 5 1,8 1 0,-8 2-1,0 1 0,0-1 2,-6 5 1,7 3-2,0 0 3,-7 0-1,6 3 1,1 5 1,-7 3-1,6 0 0,-6 3-2,0 5 0,0-5-3,6 5-18,-6 0-27,8-2-35,-2-2-47,0-1-73,0 1-57,8-4-17,-1 0 10,-7-7 27</inkml:trace>
  <inkml:trace contextRef="#ctx0" brushRef="#br0" timeOffset="619541.2804">24558 11811 136,'0'-4'226,"-6"0"22,0 1-51,-2 0-40,2-1-29,6 0-27,-6 4-18,6 0-21,0-4-19,-7 4-14,7 0-10,7 0-4,-1 4 0,0-4 5,8 0 2,-1 0-1,0 0 0,0-4-1,7 4-6,-1 4-6,0-4-5,8 4-19,-7 0-40,-8-1-55,8 0-87,-1 5-66,-5-5-33,-8 1-2,7-4 29</inkml:trace>
  <inkml:trace contextRef="#ctx0" brushRef="#br0" timeOffset="619905.2766">24838 11701 105,'0'-4'206,"-6"4"19,6-4-60,0 4-46,0-3-27,0 3-21,0 0-16,0 0-10,0 0-9,6 3-5,1-3-3,0 4-4,-1 0-4,0 3-8,1-3-3,0 6-1,-1-2-2,1 4 0,-7 2-2,6 1 1,-12-1-3,-1 1-1,1-1 2,-14 5 0,7-5 11,-6 5 14,-8-5 17,1 1 20,6-1 20,1-2 21,0-5 3,6 0-6,-1 1-12,8-4-18,6-1-20,6-3-20,2 0-17,4-3-6,8-1-3,5-4-3,2 5-2,-1-1-3,0-3-11,0 4-29,0 3-45,1 0-51,-9 3-58,9 4-77,-7-3-60,-2 3-10,2 4 24,-7-4 38</inkml:trace>
  <inkml:trace contextRef="#ctx0" brushRef="#br0" timeOffset="625531.4604">25425 12030 112,'-7'-14'222,"1"3"21,-1-3-39,-6 6-56,7-3-30,-7 7-20,-1-3-19,2 7-18,-8 0-11,7 3-13,-7 1-9,1 7-2,0 3-2,-1 5 1,1 3 0,-1 4 3,7-1 5,-7 8 4,8 0 0,4 1-1,2-1-4,6-1-4,0-2-7,14 0-6,-2-9-2,8-4-3,13-5-5,6-4-23,6-8-42,1-8-54,6-4-73,0 3-88,0-10-43,0 0-4,-7 1 26</inkml:trace>
  <inkml:trace contextRef="#ctx0" brushRef="#br0" timeOffset="625737.3453">25979 11976 29,'6'-12'236,"-6"5"20,0 0 15,0 4-84,0 6-48,0 1-27,-6 10-11,0 5-4,-2 2-3,2 10-6,-7 1-8,7 1-10,-1 6-15,-6 3-15,7-2-9,-1-3-11,0 2-8,1-5-12,0-5-28,6-3-37,0-8-45,0-7-54,0-4-69,6-7-67,-6-7-18,6-4 14,1-7 31</inkml:trace>
  <inkml:trace contextRef="#ctx0" brushRef="#br0" timeOffset="625899.2537">25953 12218 118,'6'-22'165,"0"-1"-17,2 5-10,-2 4-5,0-1-2,7 3-5,-6 5 2,6 0 3,7 0-5,-8-1-9,8 5-15,6-1-16,1 1-22,-2 3-24,15 0-14,-8 0-31,7 3-50,7 4-61,-1-3-68,1 4-89,-1-1-47,1 1-7,-7-6 31</inkml:trace>
  <inkml:trace contextRef="#ctx0" brushRef="#br0" timeOffset="626242.0542">27021 11954 103,'0'3'261,"-6"-3"22,0 4 16,-2 3-100,2 1-48,-7 3-18,0 3-1,0 8-2,1 0-8,-2 8-9,-5-1-17,5 4-26,2 3-27,-2 1-22,8-4-10,0 0-8,-8-4-2,8-7-3,6-1-4,-7-5-7,1-5-17,6-3-13,0-8-11,-6-4-3,6-7-2,6-3 7,-6-5 17,6-4 8,-6 2 12,13-8 8,1 2 4,-2-2 8,2 0 14,5 3 26,1 1 16,0 3 12,-2 3 6,2 5 0,7-1-8,-9 4-18,2 5-17,7 6-12,-9 0-8,9 2-24,-7 5-52,6 5-66,-6-1-70,-1 7-96,1-3-81,-2 3-26,2-3 28,-6 3 49</inkml:trace>
  <inkml:trace contextRef="#ctx0" brushRef="#br0" timeOffset="626456.7155">27712 11855 96,'13'-8'288,"0"4"28,0 4 34,-7 4-56,8 7-64,-2 7-21,8 4-1,-7 4 5,7 7-11,-8 3-23,8 5-27,-7 7-38,-6 3-34,-7 1-50,0 6-89,-13-3-113,-6 1-118,-14-2-136,0-2-70,-12-6-21,-1-2 47,0-10 90</inkml:trace>
  <inkml:trace contextRef="#ctx0" brushRef="#br0" timeOffset="626632.6103">28279 12492 199,'26'4'275,"0"-4"-19,-13 4-65,0 2-230,-13 2-129,0-1-64,-13 1-27</inkml:trace>
  <inkml:trace contextRef="#ctx0" brushRef="#br0" timeOffset="640820.7417">23176 10778 30,'-12'3'165,"5"1"11,1-4-55,-1 0-41,1-4-19,-1 1-11,7-1-9,0-3-9,0 0 2,7-4 0,-1 3 3,1-3 8,-7-1 7,6 2 4,1 3-5,-7-1-4,6 4-6,-6 1-9,6-1-5,2 4-5,-2-3-3,0 3-2,8 0 0,-2 0-2,8 3 3,-1-3 6,1 4 9,13-4 7,-1 3 12,7 1 8,7-4 6,7 4-2,5 0 1,0-1-5,8 1-10,5 0-10,8-1-8,-8 0-7,7-3-10,0 0-2,-6 0-3,0 0-1,-1-3-3,-12 0-1,-6 3 1,-1-4-3,-13 0-2,0 4 1,-7-3 1,1-1 2,-14 0-3,8 4 3,-15-4-1,8 1-1,-7-1 0,-7 4-3,1-3 1,-7 3-3,0 0-1,-13 3-3,-6 1-1,-1-1 0,-13 5-5,1-1-1,-20 1 0,-1-2-1,-12 6-2,-6-5 0,-8 5 2,-6-5 2,-12 1 0,6-2 2,-1-2 3,-5 0 3,12-4 1,0 0 3,14-4 4,-1 4 1,14-4-1,12 4 1,7-3-1,6 3 0,7 0-3,13 3-1,6 1 0,1 0 0,12 3 0,1 4-2,12-4 2,1 0 0,6 1-2,7-1 2,6 1 2,7-5 1,-1-3 0,14 3-3,-1-3 3,14 0-3,0 0 0,6 0-1,0 0 0,0 0 1,0 0 2,7 0 3,-7 4 2,1-4 0,-1 5 0,-6-2 1,-1 0-2,1 1-2,-13 0-2,0-1 1,-14-3-2,-6 4 1,-7 0 1,-6-4 2,-6 4 4,-7-4 1,-6-4 0,-14 4 0,-6-4 2,-13 0-7,-7 1-3,-19-5-3,1 5-4,-22 0 5,2 3-4,-20-5 1,0 1 0,-7 1-1,-7 3 4,1-3-6,6-1 2,7 4 2,-1-4 4,15 4 5,12-3 4,12 3 2,8-4 1,5 4-4,14 0-1,1 0-2,11 0-5,2 4-1,5-1-1,7 1 0,7 0 1,5 2 0,15-2 2,-1 4 1,6-1 2,13 0 0,14 1 0,0-4-2,13 4 1,6-2 0,7 2 2,6-1 0,0-3 3,7 3-2,-1-3 1,2-4 1,-2 0 1,-6 0-4,-13-4 0,1-3 0,-14-4 9,-13-1 37,-7 2 49,-12-5 38,-7 1 20,-12 2 10,-8-2-6,-12-1-37,-8 1-49,-12 2-37,-13 1-25,-6 8-11,-14-4-11,0 7-7,-13 0 0,1 4-15,-14-1-24,7 4-25,-7 0-18,0 1-33,-6-1-27,6 0-10,1-3 4,6-1 5,6 1-2,6-4 12,9 0-1,4-4-8,14 1-19,6 3-30,14-4-35,5 1-28,8 3-1,6 0 17</inkml:trace>
  <inkml:trace contextRef="#ctx0" brushRef="#br0" timeOffset="641956.1303">20910 10689 119,'-7'0'175,"0"-3"-23,1-1-53,6 1-25,0-1-14,6-3-17,1 3-8,6-3-6,7 0-3,6 2-5,-1 3-2,1-2-2,7 0-4,-1 4-1,1 4-5,7-4-2,-8 4-2,7-2-2,-7 6 0,1-4-1,0 3 1,-7 1 1,0-5 0,-6 4 0,-1-3 0,-12-1-1,-1 1-1,-12 0 0,-1 0 0,-12-1 0,-7 1 0,-7-4 0,-7 4 1,1-4-2,-6 0-2,-1 0 2,-6 0 2,7 3 2,-8-3 5,8 3 4,-1 6 2,7-3 3,1-2-2,5 3-1,7 1-3,6 0-3,0-1-1,14 4-3,-1-4 0,7 1 0,13 2 0,1-3 0,4 1-1,9-4 4,5-1 1,8 1-1,-1-4 0,7-4 1,5-3 1,2-4-4,-1-3 0,7-1-1,-14 1 0,7-6-2,-6 6-1,-7-1 2,-6 1-1,-14-1 1,1 4-1,-8 0 2,-4 4 0,-8 0-1,-14 0 0,-5 7 1,-7 0 0,-14 7-1,-5 3-1,-1 9-1,-13-1-1,1 3 1,0 2 1,-8 3 1,8-4-1,6-4 2,-1 0-1,8-4-1,5 1 0,8-4-2,5-3 0,15-1 0,-2-2-5,14-5-11,0 0-17,14-5-28,6-2-32,12-1-55,-7 1-53,9 0-17,5-5 1</inkml:trace>
  <inkml:trace contextRef="#ctx0" brushRef="#br0" timeOffset="643776.2012">18382 3828 46,'-8'-15'81,"2"4"-34,0 0-20,6 0-11,-7 1-8,7-1-2,7-1-1,-7 2-3,6-2 1,0 1-2,2 4 1,-2 0-1,7-1 1,-7 1-2,7 3-1,-6 4-4,5-3 2,2 6 1,-1-3 2,6 4-1,-6 3 1,7 1 3,0-1-1,6 0 1,-1 1-3,8 0 0,0-5 0,6 1 1,0-2 0,7-2-4,5-2-1,-5 2 4,7-7-1,5 2 0,-6-2 1,7-1 2,-1-2 2,1 2-2,0 1-1,0-4-1,-1 4 0,1-5 0,0 6 0,-8-2-1,2 1 2,-1-1 0,-7 0 1,1 6-1,-7-2-1,7 1 1,-13-1-4,5 4 1,-5 0 2,-1 0-1,-5 4 2,5-1 3,-12 1 0,6-2-1,-7 4-2,1-4 1,-7 2-2,7 0-3,-8 0 4,2-1 2,-2 1 1,-5 0-1,6-4 3,-6 3 1,5 0-1,2 2 2,-8-5 4,8 3-1,-2 4 0,1-3 1,7 0-2,-8 3-3,8 0-2,0 1-1,-1-1 1,1 0-3,0 1 2,-1-5 0,1 5 2,0-4 0,-1-2 0,-6 2 3,6 0 0,1-4 1,-7 0-2,0 4-2,7-4 1,-7 0-3,-1 0 2,2-4-2,-8 4 3,7-4 3,-6 4 0,-1-4 3,1 2-1,-1 2-1,-6-4-1,6 1 1,-6-5-2,8 4 1,-8 0 0,0 0 3,0 1-1,0-1-1,0 1 0,0-1-5,0 4-5,0-4-1,0 1 0,6 3-1,-6-4 0,6 4 1,-6 0 3,6 0-2,-6-4 0,0 4 1,8 0 1,-8 0-1,0 0-2,0 0-1,0 0 0,0 0 1,0 0-2,0 0-1,6-3 3,-6 3 1,0 0-1,0 0 0,6 0 0,-6-4 1,7 4-1,-7 0 1,6-4 0,-6 4 0,7-3-1,0 3 1,-1-4 0,0 1-2,8-2-1,-2 2 0,-5 0 0,6-1 0,0 0-4,1 1-2,-2-1-11,-6 4-14,2 0-17,-2 0-16,0 0-23,1 0-34,-1 0-11</inkml:trace>
  <inkml:trace contextRef="#ctx0" brushRef="#br0" timeOffset="645579.6554">26123 12525 105,'-8'-7'196,"8"3"14,-6-4-70,0 8-33,-8-2-10,8-2-11,-1 4-1,-5 0 0,5 0 6,0 4 6,-5-4 2,5 0 1,0 0-5,1 2-13,6-2-14,-7 0-18,7 5-16,0-5-9,7 3-2,6 1 4,0-1 5,7 1 8,5 0 2,1-4 9,7 4-2,7-1-4,5-3-2,1 4-5,5-4-3,2 3-8,-1 1-4,7-1-5,-1 1-7,-6-4-3,0 8-1,1-5 0,-1 1-1,-7 3-2,1-3 2,-7 0-2,-6 0-3,-7-1-4,-7 2 1,1-5 2,-8 2 0,2-2 0,-14 0 0,0 4 2,0-4-2,-6 0 0,-2 0 0,-11 0-1,-1 0 0,2 0 1,-15 0 1,0 0 1,-6-4-2,0 4 2,-7 0-1,1-2-2,-8 2-1,1 2 0,0-2 0,0 4-1,0-1 0,0 5 2,6 0 0,-6-2 2,13 1 1,0 1 1,-1 0 3,8 3 1,7-4 3,-2 0-2,7-3 2,1 0 1,6 3-3,0-3 1,6-4-5,1 3-2,6 0 0,6-3 1,1 5 1,0-1-2,12-4 3,7 3 5,0-3 2,13 3 2,1-3 3,11 0 9,1 0 1,1 4 1,6-4-2,-1 0-5,1 4-4,0-1-7,-2-3-2,-4 0-3,-1 4-4,-7 0-14,1-4-34,-13 0-42,-7 4-49,-6-4-45,-7-4-35,-7 4-14,-12-4 9,-7 0 22,-1-3 26,-12 0 24,0 4 0,1-6-14,-9 6-28,-4 0-11,5-1 8</inkml:trace>
  <inkml:trace contextRef="#ctx0" brushRef="#br0" timeOffset="646436.1178">28312 12218 15,'-7'-4'179,"0"4"18,1 0-50,0-4-24,-1 4-16,7 0-13,-7-4-8,1 1-5,-1 3-1,7 0 1,-6-5-2,6 5 2,0 0 1,-6 0 3,6 0-5,0-2-6,0 2-9,0 0-12,0 0-12,0 0-7,0 0-1,6 2 1,-6-2-3,13 0-2,-7 5-2,14-2-6,0 1-8,-1 4-6,7-5-7,0 1-39,7 4-66,5-6-91,-5 2-105,0 0-53,0 0-26,-8-4 22,1 0 56</inkml:trace>
  <inkml:trace contextRef="#ctx0" brushRef="#br0" timeOffset="646629.0078">28429 12276 142,'-33'4'298,"0"-8"45,8 4 36,-1-4-105,12 4-59,-5-3-42,12 3-44,1 0-42,6 0-36,6 0-25,8-5-10,-2 5-9,14 0-4,1 0-4,-1 5-16,6-2-48,1 1-68,-1 3-90,1 4-97,-7 0-50,0 1-13,1-6 35</inkml:trace>
  <inkml:trace contextRef="#ctx0" brushRef="#br0" timeOffset="647848.5445">29224 12019 119,'13'-11'222,"-13"0"20,6 1-61,-12 2-35,-1 1-27,-5-1-27,-2 8-23,-6 0-18,-5 4-12,-7 4-14,-2-1-8,-5 7-8,7 1-2,-1 0-2,1-1-3,5-2 1,8 3-1,0-5 0,12 1-1,-6 0 1,13-4 0,6 0-1,1 1 2,12-4-1,1-4 2,6 0 1,1 3 2,-2-3 0,7 4 0,-5-4 0,5 4 0,-6 0-1,0-2-1,1 6-2,-7 1 0,6-3 0,-7 8 0,-6-3 2,0 8 1,-7-1 2,-6 4 1,0 0 2,-6 4 1,-7-1 0,-7 0 2,-6 2 3,0-1 4,-7-5 5,-5 1 4,5-3 2,1-1-1,5-3-5,7-5-6,2-2-16,-2-1-36,13 1-44,0-8-64,7 0-105,7-4-54,6-3-21,7-5 14,-1-2 34</inkml:trace>
  <inkml:trace contextRef="#ctx0" brushRef="#br0" timeOffset="648258.7881">29654 11657 143,'-6'-11'227,"-8"0"22,1 4-58,0 3-36,0 4-25,1 0-15,-8 4-13,6 3-9,-5 4-11,6 0-9,0 8-11,-1-5-11,2 8-12,5-4-12,-6 3-9,7 2-8,-1 0-3,1-6-3,6 2-4,-6-5-6,6 1-7,-8-5-12,8-2-19,0-1-20,0-3-15,0-4-12,0-4 3,8-3 7,-8-4 14,6 0 21,0-4 19,1 1 13,-1-4 8,1 4 7,6-1 9,-7 0 6,0-1 7,8 7 11,-8-3 12,1 4 4,6 1 7,-6 4 4,5 3 4,2-4-1,-8 8 0,8-1-1,-2 1-6,-5-1-10,6 9-8,0-4-9,-7 1-11,8 3-8,-8-1-19,7 0-36,0 4-48,-7-8-52,1 4-72,6-3-80,-6-1-30,-1-7 11,0 0 33</inkml:trace>
  <inkml:trace contextRef="#ctx0" brushRef="#br0" timeOffset="648458.6749">29843 11682 113,'6'-3'250,"1"0"26,0-1-11,-1 0-66,6 0-42,-4 4-31,11-3-19,-6 3-20,0 0-21,7 3-15,-1-3-12,1 4-18,0 4-40,-2-2-68,2 2-98,0 3-87,-1-4-47,-5 0-23,-2-3 19</inkml:trace>
  <inkml:trace contextRef="#ctx0" brushRef="#br0" timeOffset="649809.1114">30240 11485 154,'0'0'191,"-6"0"-21,6 0-58,0 4-32,6-4-23,-6 3-10,6 1-6,2 0 0,-2 3-2,0 0 0,1 0-4,6 1-4,0 3-4,-7 0-6,14 0-1,-7-1-5,-6 2-1,12 2-2,-13-3-2,8 4-1,-2-4-1,2 4-4,-8 3-2,-6-4-1,6 5 0,-6-1 1,-6 0-2,0 4 0,-8-3 0,-5 3 2,-1-4 2,1 4 4,-7-7 11,0 2 13,-6-2 21,5-4 25,1 0 28,6 1 24,1-5 7,6 0-2,0-3-14,7 0-23,6 0-28,0-1-29,13 1-16,6-4-10,0 0-8,8 0-15,-1 0-35,0 3-44,6-3-56,-5 7-55,-8-3-67,7 7-76,-13-3-14,6-2 20,-5 2 41</inkml:trace>
  <inkml:trace contextRef="#ctx0" brushRef="#br0" timeOffset="651030.8532">30312 12320 250,'-7'0'366,"1"-8"53,6 6 45,-7-3-123,1 1-68,-1 4-62,7-3-59,0 3-52,-6 0-44,6 0-28,0 0-15,0 0-12,6 3-22,-6 1-44,7 1-51,-1-3-50,1 3-52,-1-2-52,1 0-49,0-3-42,-1 4 7,-6-4 26,6 0 43</inkml:trace>
  <inkml:trace contextRef="#ctx0" brushRef="#br0" timeOffset="651559.0692">31010 12148 44,'6'-7'248,"-6"-5"41,0 5 29,0-3-80,0-2-43,0 5-24,-6-1-30,-2 1-35,2 4-24,-7 3-23,-7 0-15,8 3-16,-14 1-8,-1 3-4,1 4-2,0 3 0,-6 1 0,5-1 7,-5 3 7,6-4 10,7 5 6,-7-3 5,12 0-1,1-1-4,1-2-5,12-1-10,0 0-3,6-4-6,7 0 0,0 1-3,12-1-3,2-4-2,-1 6-5,6-2-2,-5-1-1,5 2-3,1 3 0,-7 1-1,0 2 0,-6 1 0,5-1 2,-11 1 1,-2 3 3,2-4 4,-8 9 4,-6-5 3,-6 3-1,-14-2-1,0 3-1,1 0-5,-13 0-4,-8 0-21,1-3-54,0 3-79,0-5-92,0-2-126,6-1-66,7-2-18,7-5 35,5-3 66</inkml:trace>
  <inkml:trace contextRef="#ctx0" brushRef="#br0" timeOffset="652584.9713">31250 12269 88,'0'-7'204,"-7"-1"25,7 1-50,-6 3-28,6-4-15,0 6-2,0-3 5,0 2-4,-6-1-4,6 1-8,0 3-15,0 0-24,-6 0-23,12 0-19,-6 0-15,0 3-9,6 1-6,0-1-5,1 2-3,6-3-2,0 6-2,1-1-6,-2 1-18,8-4-33,-1 3-39,-5-4-47,-2 5-38,8-1-39,-7-3-32,0 3-30,-6-4 7,-1 6 28,0-7 31</inkml:trace>
  <inkml:trace contextRef="#ctx0" brushRef="#br0" timeOffset="652777.8616">31283 12444 98,'-7'0'259,"-6"0"29,7 0-9,-1 0-76,7 0-49,-7 0-42,7-3-38,7 3-28,0 0-17,-1 0-11,1 0-8,6-3-4,0 6-4,-1-3-12,2 0-42,-1 3-61,0 1-105,6 0-55,-5-1-29,-2-3-5,2 0 32</inkml:trace>
  <inkml:trace contextRef="#ctx0" brushRef="#br0" timeOffset="653168.9743">31967 12104 104,'0'0'266,"0"-4"20,0 1 13,-6-1-108,-1 4-70,0 4-43,-6-4-29,1 7-20,-2 1-9,-6-2-5,-5 5-1,-1 1-1,6 2 0,-6 1-2,0-5-2,7 6-2,-1-2-1,0-3-3,7 1 0,7-2 1,0 1 2,6-3-2,-8-1 3,16 0 3,-8 0 8,12-3 3,-5 0 3,6 3 2,0-4-1,0 1-1,6 1-2,-5 2-1,5-4 1,-6 8 0,6-3 3,-5 1-1,-2 7-2,2-1-3,-8-1-3,7 1-3,-7 3-3,-6 0 0,0 1-1,-6-1 1,0 1-3,-7-5 2,-1 5 4,2-5 0,-8-2-2,0-2 0,7 1 0,-6-3-4,6 0-5,0-6-25,0 2-43,6-4-67,1 0-88,-1 0-90,14-6-45,-7 1-3,6-6 29</inkml:trace>
  <inkml:trace contextRef="#ctx0" brushRef="#br0" timeOffset="653616.1822">32267 11840 102,'-7'-7'223,"7"3"14,0-3-29,0 3-80,0 0-42,0 4-20,0 0-15,-6 0-7,-1 8-6,1-1-4,-1 0-5,1 8-5,-8 0-6,2-1-7,-2 9-5,-5-5-2,6 0-2,-6 0 1,5 4 0,2-8 0,-2 1 0,8 0-2,-7-8 1,7 4-1,6-7-1,-8-1 0,8-3-2,0-3 1,8-1-5,-2-3-9,7-4-14,0-4-12,0 0-10,-1 1-6,8-1 2,0 1 7,-7-4 12,7 4 16,-1 2 15,-6-3 14,0 4 13,0 3 14,0 2 10,1 2 9,-2 0 6,-5 4 2,6 0-4,-7 4-6,1 3-7,6-4-10,-6 5-11,-1 3-8,0 1-8,1-2-10,6 1-33,-7 0-42,-6 1-56,7-5-81,-1 3-52,1-2-22,-7-4 15</inkml:trace>
  <inkml:trace contextRef="#ctx0" brushRef="#br0" timeOffset="653799.0754">32502 11884 66,'6'-4'251,"-6"0"26,6 0 14,-6 1-100,7 0-63,0-1-42,-1 0-30,7 4-23,-7 0-16,8 0-6,-8 4-6,7 0-9,0-1-24,7 4-40,-7 1-56,7-1-83,-8 0-46,1-2-21,0 1 9</inkml:trace>
  <inkml:trace contextRef="#ctx0" brushRef="#br0" timeOffset="653995.9634">32794 11759 12,'0'-11'201,"7"8"20,0-5-20,-7 5-44,6 3-28,0 3-20,1 2-11,-7 1-8,7 5-7,-1 1-9,1 6-10,-7-4-13,0 9-15,0-2-19,0 8-50,-7 1-94,1 3-98,-1-4-51,-6 4-30,7-7-7</inkml:trace>
  <inkml:trace contextRef="#ctx0" brushRef="#br0" timeOffset="657575.8218">18388 12921 57,'0'-8'188,"0"0"17,0 2-56,0 3-26,6-5-18,1 4-15,-1-4-7,1 1-4,6 0-3,-1-4-6,2 4-5,6-4-5,-8 4-6,8 2 0,-1-1 11,7 2 11,1-3 10,5 3 4,7 0-2,7 0-8,-1 4-21,14 0-19,0 0-17,6 0-11,0 4-3,1-4-2,5 0-1,0 0-1,-6 0-1,8 0 1,-2 0-4,-6 0-2,1-4-2,-8 4 0,0-3 0,-5 3 3,-1-5 4,-7 5 12,1 0 15,-7 5 18,0-5 16,-6 3 8,0 1 6,0 4 3,-1-1-4,-6 0-13,7 1-11,-8-1-5,8 0-9,-7 0-11,0-3-7,0 4-5,7-1-4,-7-4-4,0 1-2,0-1-1,0 1-4,1 0 1,5 0 0,-7-1 2,2 2-2,5-2 0,1 1 0,-7 2 1,6-2-4,1 4 1,-1-4 2,8-1 0,-1-3-2,0 4 1,1-4 1,5 0-1,1-4-2,-1 1 0,7 3 3,-7-4-2,8 4 1,-1-4-1,-7 4-1,8 0 0,-1-4 0,0 4 0,0 0-2,0 0 0,1 0 1,-8-4 0,7 4 3,-7-4 1,1 2-1,0-2 0,-7 4 0,0-3 2,-6 3-4,-1-5-2,-6 5 2,-6 0-2,-1 0 0,-5 0-1,-2 0 1,2 0 1,-8 0-1,1 0 2,-1 0 0,0 5 1,8-2 0,-8 1 1,0-2 4,-6 2-3,7-4 0,0 4-2,-7 0-1,6 0 0,-6-4-2,7 4 2,-7-4-1,0 3 2,6-3 1,-6 0 0,0 0-1,7 4 1,-7-4 3,7 0 0,-1-4 2,6 4-2,2-3-2,-1-1 4,7-4-5,-1 4-2,0-2 0,1-1 0,7 2 1,-9-2-2,2 3 2,0-3 1,-1 3-2,1 1 2,0 3-1,-7 0-1,-1 0 0,2 0 0,-8 0 2,0 0-5,1 0 2,0 3-2,-1-3 3,1 4-2,-7-4 3,0 3 4,6-3-2,-6 0 4,7 4-1,-7-4 6,0 0 5,6 4 4,-6-4 4,7 0-1,-7 4 1,6-4-3,-6 0-4,6 0-8,-6 0-3,0 3-1,0-3 0,8 0-2,-8 0 3,0 0 4,0 0 9,-8 0 2,8 0 3,0 0 1,0 0-1,0 0 1,0 0-4,-6 0 0,6 0-2,0 0 2,0 0 6,0 0 8,0 0 6,0 0 7,0 0 0,0 0 6,0 0-4,0-3-6,0 3-9,0 0-8,0 0-6,0 0-8,0 0-6,0 0-5,0 0-5,0 0-7,0 0-22,6 0-39,-6 0-65,0 0-89,0 0-85,0 0-69,0 3-46,-6 2-37,6 2-28,0-1 41,-6 2 63,-7 0 60</inkml:trace>
  <inkml:trace contextRef="#ctx0" brushRef="#br0" timeOffset="660879.2313">31746 13078 67,'-7'-3'160,"7"-5"-13,-7 4-43,1-4-22,6 6-17,-7-5-12,1-1-12,6 0-13,-7 2-5,7-2-3,-6 1-2,-1-1 2,1 1 12,6-4 7,-6 4 3,6-1 8,-8 5 11,8-5 8,-6 5-3,6 0-5,0-2-6,0 5-9,0 0-13,0 0-8,0 0-4,0 0-2,6 5 1,-6-2-1,8 0 1,4 1 4,-5 3 7,6-7 10,0 4 18,0 0 19,6-4 12,1 0 11,6 0-1,1-4-3,-2 0-19,7 4-17,2-3-14,-2 3-15,7-4-11,-6 4-7,5 0-6,2-4-3,-7 4-16,6 0-28,-7 4-39,1-4-36,-14 4-39,8-1-36,-8 1-38,-6 4-42,-7-1-40,1 3-4,-14 2 17,-6-2 27</inkml:trace>
  <inkml:trace contextRef="#ctx0" brushRef="#br0" timeOffset="734260.897">25262 4880 119,'6'-8'102,"-6"1"-44,-6-3-24,0-2-9,-1 5-2,1-8-3,-1 3-3,0 2 4,1-5 2,-8 4 2,8 1 2,0-5 1,0 3 3,6 6-2,-7-6-2,7 5-3,0 3-6,0 0-4,0 1-6,7-1-4,-1 1-2,6 3 0,2-5 0,6 5 2,-1-2-1,7-2 2,7 0 5,5-3 1,15-1 5,-1-3 3,7 1 0,6-5 0,6 1-4,2-1 0,4-4-1,8 5-4,0-5 1,6 4-1,-6 5-1,6-5-3,1 4-3,-9-1 1,9-2 2,-1 3-2,0-1 1,0 2-2,8-1 3,-8-4-4,0 8 0,-7-4 1,1 7-3,-6 1 1,-2-1-1,-4 4 1,-8 0 0,0 4 0,-7-1 1,1 1 2,-6 0 0,-8 0 3,1-1-4,-7 1-1,-7-1 0,1-3-2,-1 4 0,-12-4-2,-1 0 2,1 3 1,-14-3 0,8 0 0,-8 0 0,0 0-1,1 4-1,0-4 1,-7 0 0,6 0 0,-6 0 1,7 4 1,-7-4 0,6 0-1,-6 4 0,0-4-1,6 0 1,-6 3-1,0-3 1,0 0 1,0 0 0,0 0 1,0 0 0,0 0-1,0 4-2,0-4 0,0 0 0,-6 0-1,6 0 1,0 0 0,0 0 0,0 0 1,-6 0 1,6 0 2,0 0-3,0 0 1,0 0 0,0-4 0,-7 4 0,7 0-2,0 0 2,0 0-1,0-3-1,0 3 0,-6-4 0,6 4 0,0-4 0,0 4 0,-7 0 0,7-4 0,0 4 1,0 0-1,0-3 0,0 3 0,0 0 0,0 0 0,-7 0 0,7 0 2,0 0 0,0 0-2,0 0 0,0 0 0,0 0 0,0 0-3,0 0 2,0 0 0,0 0 0,0 0 1,0 0-1,0 0 1,0 0 0,0 0 0,0 0 0,0 0 0,0 0 0,0 0 0,0 0 0,0 0 1,0 0-1,0 0 1,0 0 0,0 0 0,0 0-1,0 0 0,0 3-1,0-3 0,0 0 0,0 0 1,0 0-1,0 0 0,0 0 3,0 0-1,0 0 0,0 0 0,0 0 1,0 0-1,0 0-1,0 0 0,0 0 0,0 0 2,0 0 0,0-3 1,0 3 1,0 0 1,0 0-3,0 0 0,0 0 1,0 0-1,0 0-2,0 0 0,0 0 0,0 0 0,0 0 0,0 0 0,0 0 0,0 0 0,0 0 1,0 0 1,0 0-1,0 0-1,0 0 0,0 0 0,0 0 0,0 0-1,0 0 0,0 0 1,0 0 0,0 0 0,0 0 0,0 0 1,0 0 0,0 0 0,0 0-1,0 0-1,0 0 0,0 0 0,-6 0 0,6 0 0,0 0 3,0 0-2,-6 0 2,-2 3-1,2-3 0,-7 0 0,7 4-2,-7-4 1,6 0 0,1 0 0,0 4-1,-2-4 0,2 0 3,6 0-1,0 0-1,-6 0-1,6 0-5,6 0-8,-6 0-14,0 0-14,6 0-23,2 0-24,-2 0-31,0 0-47,7 0-17,-6 0 2</inkml:trace>
  <inkml:trace contextRef="#ctx0" brushRef="#br0" timeOffset="734958.409">30514 4978 28,'-19'-7'151,"-1"0"5,6 0-69,8-5-34,-7 1-20,7 1-9,-1-1-3,7-1-1,0 5-5,0-3-2,0 2-1,0 0 8,7 1 7,-7 3 3,0-3 3,0 7 1,0-4 0,0 1-13,6 3-7,-6-4-3,7 4-5,-7 0-3,12 0 1,2 0 5,6 0 4,12-3 4,7-1 6,14-4 7,5 5 3,7-5 0,7 4-5,12-2 0,1 2-1,19 0-5,1-3-1,19 3-4,-1 0-2,14 1-1,6-1-4,7 1-3,0-1-4,0-3-3,-7 3 4,1 0-4,-14 1-2,-13-2 2,-6 2 2,-7 3-1,-19 0-2,-7 0 0,-13 0 0,-12 3-1,-2 2-1,-11 2 1,-1 1-1,-13 2 0,7 1 1,-7 0 1,0 3-2,-1-2 1,1 3 0,1-5-2,5 1-6,1 0-9,-1-3-19,14 0-26,-7-6-29,7 3-40,-1-2-51,-6-3-28,-5 0 2,-9-3 18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</inkml:channelProperties>
      </inkml:inkSource>
      <inkml:timestamp xml:id="ts0" timeString="2021-09-09T02:50:16.2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5258 9414 78,'-7'-10'76,"7"-1"3,-6 0 8,0-1 1,6 6 6,-8-5 6,2 3 5,6 2-7,-6-2-9,0 1-3,-2-1-7,8 0-5,-6 2-13,0 1-7,6 1-7,-7 1-8,7-1-9,0 1-11,0 3-7,-6 0-6,6-4-2,0 4-3,0 0 0,0 0-1,0 0-1,6-3 1,1 3 1,5 0-1,-4-4-1,10 0 1,2 0 0,0 1 0,-1 3 0,7-4 0,1 4 0,-1-3-2,6 3 1,-5 0 1,5 3 0,1-3 0,-1 0 2,7 0 0,-7 0 2,1 0-1,0-3-3,0 3 1,-1 0-1,1-5 1,-1 3 0,7 2-1,-6-4 0,-1 0 0,8 0 0,-7 4 0,5-3 0,-5 3 0,6 0 0,-7-4 0,1 4 0,-1-4 0,2 4 0,-2 0 1,1-4 0,-7 2 1,6 2 0,-6-5-1,7 2 0,-8-1 0,2 1 0,-1 3-1,0-4 0,0 4 1,-7 0-1,1 0 0,6 0 0,-6 0 0,-1 4 0,7-4 0,-6 3 3,-1 1-2,7-1 0,-6-3 1,6 5-2,1-5 1,-1 0 0,-1 0 2,1 0-1,0-5 0,1 5 2,5-3-2,-6-1 0,0-3-2,7 7 1,-7-4 0,0 0-1,0 1 0,0 3 0,0 0 2,6 3-1,-5-3 0,-1 4 1,6 0 1,-5-4 0,5 4 0,1-1-2,-1 1 2,1-4 0,-1 3 0,1-3 2,-1 5 0,1-5 0,6 0 1,-6 0 1,6 0-1,-7-5 0,7 5-1,1-3-1,-1-4 0,0 3-2,0 0-1,0-3 0,0 3 0,0 1 1,1-4 0,-2 2 1,1 1-1,-6 1-1,6-1-1,-6 1 0,0 3 0,5 0 0,-5 0 0,-1 3 0,1-3 0,-1 4-1,1-1 1,0-3 0,-7 4 0,6 1 0,-6-5 1,0 2-1,1-2 0,-1 0 0,0 0 1,0 0-1,-7 0-1,7 0 1,1 0-1,-7 0 0,5 0 0,1 0 3,0 0-1,0 5 1,1-5 0,-1 3 1,0 1-1,-1-1-2,1 5 0,1-4 0,-1-1 0,-6 1 0,6-1 0,-1 2 0,-5-3 0,0-2 1,6 4 0,-7-4 0,7 4-1,0-4 0,1 0-1,-1 4 1,-7-4-1,13 0 2,-6 0 1,1 3-1,-1-3 1,0 0-1,7 0-1,-7 4-2,0-4 1,6 4-1,-5-4 0,-2 4 2,7-2 1,-5-2 2,-1 0-1,6 5 1,-5-5-1,-1-5 0,0 5-1,-7 0 0,7 0-1,-6 0 0,6 0 0,-7 0 0,1 0 0,0 0-1,-1 0 0,1 5 0,-8-5 0,8 3 1,0 1-1,-1-1 0,-5 1 0,6 0 0,-8 3 0,8-3 1,-1 3 0,-5-4 1,4 1 1,-4 1-1,5 1 0,-5-2-1,-2 0 0,2-1 0,5 2-2,-6-2 1,0 1 0,0-1 1,0 2 0,7-5 1,-7 2 0,6 2 1,-6-4-2,7 4 0,-1-4 1,1 0 1,0 0-2,-1 4-1,7-4 1,-6 0 2,6 3-2,-7-3 0,7 0 0,0 0 0,-6 4 1,6-4 0,-7 0 0,7 0-1,-6-4 1,7 4 2,-9-3-1,2-1-1,0 0-1,-1 0 1,7 2 1,-6-3-1,-1 2-1,-5-1 0,5 1-1,1-2-1,-1 5 2,0-3 0,1-1 1,0 4 0,-7-4 1,7 1 0,-8 3-2,8-3-2,-7-2 0,0 1 1,6 1 1,-5 3 0,-1-4 1,0 1 3,-7-1-2,7 1 1,-7-1-1,8 4 1,-8-4 1,1 0 1,-1 4 3,-6-3 6,7 3 7,-7 0 8,0 0 5,6-4 2,-6 4-2,0 0-4,0 0-7,0 0-7,0 0-7,0 0-4,0 0-3,0 0-2,0 0 0,0 0 0,0 0 0,0 0-2,0 0 2,0 0 0,0 0 0,0 0 0,0 0 2,0 0-1,0 0-1,0 0 0,0 0 0,0 0 0,0 0-2,0 0 0,0 0 0,0 0-2,7 0-13,-7 0-13,0 0-12,0 0-13,0 0-11,6 4-10,-6-1 0,0 5 0,7-4-2,-7 6-5,7 1-12,-7 0-18,6 5-37,-6 1-52,6-2-21,-6 7-1,0-3 14</inkml:trace>
  <inkml:trace contextRef="#ctx0" brushRef="#br0" timeOffset="89256.3925">5199 9437 89,'-19'-11'160,"-1"3"-44,-6-3-23,6 4-16,1 0-11,-1-1-11,1 5-7,-1-1-6,1 1-4,0-2-1,5 3-3,-5 2-1,6-4-2,0 0 2,-7 0 4,7 1 7,0 3 5,7-4 4,-7 0-1,6 4-6,0-4-4,1 4-12,6 0-13,-6-2-8,6 2-3,0 0-5,0 2-1,0-2-1,6 4 1,0 0-1,1 0 0,6-1 1,0-3 0,0 4 2,13 0 0,0-4 0,0 0 1,13-4 2,1 0-1,5 4-1,7-3 0,-7-1 2,8 0-1,-1 4-2,1-4 0,-8 4 1,1 0 1,-7 4-2,-1-4 0,-5 4 1,-1-4-1,-12 4 1,0-4-1,-7 0 1,0 0 0,-6 0-2,-7 0 2,0-4-1,-7 0-2,0-2-8,1 1-25,-1 2-35,-6-1-46,7 1-88,-7 3-50,-1 3-16,-5 4 11</inkml:trace>
  <inkml:trace contextRef="#ctx0" brushRef="#br0" timeOffset="90731.1165">6900 9169 4,'-7'0'131,"7"0"-35,-6 5-18,0-5-15,6 0-3,-8 0-5,8 0-6,0 2-6,-6-2-4,6 0-5,0 0-4,0 0-6,0 0-5,0 0-5,0 5-4,0-5-3,0 0-3,0 0-2,6 3-1,-6-3 4,8 0 2,4 4 2,-5-4 2,6 3-1,0-3 2,7 4 0,-1 0-3,1-4 1,6 0 0,0 4 1,0-4 3,0 0 1,7 0 2,-1 0-3,1 0 2,6 0 0,0 0-4,-7 0-1,8 0-4,-1 0-1,-7 0-2,1 0-4,-1 3 1,1-3-1,-7 0-1,0 4 1,0-4 1,-7 3 1,1-3 2,0 0 6,-7 0 8,0 0 13,0 0 15,-7-3 13,0 3 11,2-4 10,-8 4 3,0-3-4,6-1-13,-6 0-10,0 4-10,0-4-13,-6 1-11,6-1-9,0 4-6,0-3-4,0 3-2,0 0-2,0-5-2,0 5-2,0 0-2,0 0-1,0 0-3,0 0 0,0 0-1,0 0 1,0 5 3,0-5 2,0 0 2,0 0 2,0 0 0,0 0 0,0 0 2,0 0 0,0 0 1,0 0 0,0 0 0,0 0 0,0 0-1,0 0-4,0 0-15,0 0-13,0 0-12,0 3-15,6-3-23,-6 0-20,6 4-15,1-1-16,0-3-29,5 4-52,-5-4-10,-1 0 5,1-4 18</inkml:trace>
  <inkml:trace contextRef="#ctx0" brushRef="#br0" timeOffset="91853.4209">9167 9203 108,'0'0'186,"0"-4"-16,-6 4-39,6 0-15,-6 0-15,6 0-12,-7 0-10,7 0-12,0 0-13,-7 0-14,7 0-12,0 4-10,0-4-10,0 0-4,7 3-2,0 1 0,5-1-1,1 2 0,7-3 3,6 6-2,7-1 0,6 1 0,0-2 2,6 2 2,8-1 2,-1 5 7,0-5 6,6-4 8,7 1 10,0-1 10,8-3 4,4-3-1,2-1-2,0-3-3,-2-4-10,8 0-6,-6 1-5,-2-2 0,2 1 2,-1 0-1,-6-3-3,6 3-1,-6-1-5,-1 5-4,0 3-7,2 4-1,-8 0-1,0 4-15,-13 3-30,0 1-39,-6 7-45,-7-1-58,-7 1-84,-6 4-44,0-9 1,-13 5 23,-6-11 37</inkml:trace>
  <inkml:trace contextRef="#ctx0" brushRef="#br0" timeOffset="99452.0203">5714 9407 51,'-7'0'82,"1"-3"-6,-7-1-4,6 4-9,1-3-6,6 3-5,-6-4-6,-1 4-13,7 0-13,0-4-10,0 4-5,0 0-3,0 0-1,7 0-1,-1 0 1,0 4 0,8 0 1,5 3 1,1-4 0,0 8-2,12-3 0,-7-1-1,15 3 0,-1 2 0,0-1 0,7-3 0,-1-1 0,7 1 0,1-6 0,-2 6 0,8-4 3,0-1 0,-1 1 1,1 0-1,6 0 2,0-1-1,1 1-3,5-1 1,1 1-1,-6-1 1,5-3 0,0 0 3,8 0 3,-1-3 0,0-4 0,1-4-2,-2 0 2,8-1-3,-7-2-2,7-1-1,-7-4-1,-6 5 2,6-1 0,-13 1 0,7 3 0,-7 0-2,-7 3 2,1 6 0,0-2-2,-7 4-2,7 0-1,-7 4 1,0-4 0,-6 2 0,6 6 1,-7-4 1,2 3 1,-9-3 0,7 3 0,-5-3 2,-1-1 3,-6 1 2,5-1 4,-5 1 2,7 1 1,-8-5 3,1 3 2,-1-3 2,1 0 2,6 0-1,-7 0-3,8 0-2,-1 0-3,0 3-5,7-3-6,-1 4-3,-6 0-1,7-4 1,-1 3-1,1 0-1,-1 2 1,1 2 0,-1-2 1,1-3 0,-1 2 1,2-1 0,-2-3 0,1 5-1,-1-2-1,1-3-2,-1 0-1,7 0 1,-5 0 0,4 0 0,-5 0 1,7 0-1,-8 0 1,1 0-6,-7 4-11,-1-4-20,1 8-25,1-1-26,-14 0-31,7 4-42,-7 0-19,-1 3 3</inkml:trace>
  <inkml:trace contextRef="#ctx0" brushRef="#br0" timeOffset="101384.4591">16941 5283 104,'0'0'102,"0"3"-14,0-3-11,0 0-13,0 5-9,0-5-6,0 0-7,0 0-6,0 0-2,0 0-6,0 0-3,6 2-1,-6-2-3,0 0-2,8 0-1,-8 0 2,6 0 7,0 0-1,-6 0 2,7 4 1,-1-4 0,-6 0-2,7 0-8,-7 3-2,6-3 1,1 0 3,-7 0 2,6 0 2,0 0 6,8-3 0,-8 3 1,8-4-3,5 2 0,-6-6-2,6 4-6,7-4-2,-6 1-7,7-3-4,-2 1-3,1 2-2,0 0-2,0 4-1,1-1 0,-1 0 0,0 4 0,-1 0 1,1 4 0,-6 0 1,0-4 0,-1 3-1,1 1 0,0 3-1,-7-4 0,-1 1 0,8 4 0,-7-5 1,7 1 1,-7 0 0,0-1-1,7 0-1,-8-3-1,1 5 2,7-10-1,0 5 0,-1-3 1,7-4-1,0 0 1,0-1-1,7 1 0,-1 0 0,7-4-1,-5 0 1,4 4-1,1-4-1,-6 3 1,5 0 1,2 1-1,-1 0 1,0 4 1,-7-1 0,8 0 0,-1 4-1,-7-4 3,7 4 1,-6 0-2,-1-3 0,8 3 0,-7 0 0,-1 0-2,1 0 0,-1 0 0,1 0 0,-1 0-1,7 0 2,-13 0 1,7 0-2,-1 0 1,2 0-1,-9 0 0,7 0-2,-5 0 1,-1 0 0,0 0 0,0 3 1,0-3 1,1 0 0,5 0-2,-6 4 1,0-4-1,0 4 1,0-4 1,6 4 3,-5-4 1,5 3-2,1-3 1,-7 0-2,6 0 0,1 0-1,-7 0 0,7 0 0,-7-3-1,0 3 1,7 0-1,-7 0-1,0 3 0,0 2-1,-1-5 2,2 6-1,-8-3-1,8 5 3,-1 0 0,-1 3 0,1-4-1,0 0 1,1 4 0,5-7 0,-6 3-1,-6-4 1,6 1 1,0 1 2,-6-5-2,6 0 0,-7 3 2,1-3-1,0 0 0,-2 0-3,2 0 1,0 3-1,-1-3-1,-5 4 1,5-4 0,1 0 0,-1 4 1,0-4 1,1 0 0,0 0-1,-1 0 0,7-4-1,-6 4 1,6-4-1,1 1 0,-8 0 1,0-6-1,8 6-2,-8-1 1,0 4 1,1-3 0,-7 3-1,0-4 1,0 4 0,0 0-6,-6 4-8,-1-4-13,-6 3-19,0 4-29,-13 2-36,0 1-46,-7-3-61,-6 5-24,-6-2 0,-7 1 20</inkml:trace>
  <inkml:trace contextRef="#ctx0" brushRef="#br0" timeOffset="103056.4436">14419 5479 77,'-6'0'139,"6"-2"-53,0-2-34,6 1-19,1-5-11,-1 4-5,8-4-5,-2 1 2,2 0 1,5 4 2,1-5 3,0 4 1,-2 1-2,2-1-3,7 4-2,-9 0-3,9 4 0,-1-1-4,0 1 0,7 0-2,-1 3-1,1-2 0,6-3 0,0 3 5,0-5 3,7 0 5,6 0 3,-6-5 2,12-2 1,-6 4 0,6-5-1,1 1-1,0 0-4,0 3-4,-1-3 0,1 2-5,0 5-1,-7-3 0,7 3 0,0 0 0,-8 0-1,1 0-2,7 3-1,-7-3-3,0 0-1,0 0-1,1 0 2,-8 0 0,1-3 0,-1 3 3,1-3 2,-1 3 1,-5-4-1,-1 0 2,-7 4-1,1-3 1,-1 3 0,1-3 0,-7 3 1,7 0 1,-7 0 0,6 0-1,-5 0-1,5 3-3,-6-3-1,7 0-2,-1-3 2,1 3 1,6-5 1,0-2 2,-6 3 2,6-3 1,0 0 0,0-1-2,0 0 0,0 1-2,0 1-1,-6-2 0,0 4 0,-1 4 1,1-4-3,-1 8 0,-6-4-1,1 8 1,-2-4 0,1 2-1,-6 1 3,6 5-1,0-4 1,-7-1 1,8 0-1,-8 0 1,8-2 1,-2-2 2,-5-3-1,6-3 1,-6 3 3,5-5 4,-5 1-1,6 1 0,-6-1-1,-1 1-1,-5 3-3,4-4-3,2 4-3,-7 0 0,1 0-1,6 4 1,-8-4-1,1 0 0,0 3 1,6-3-2,-5 0-1,6 0 2,-8 0 1,8-3 1,-1-1-3,1 1 2,0-5 0,5 1-1,-5 0-1,6-4-1,0 3 1,1 0 2,-2 1-2,8 5 1,-7-6 0,0 4 1,6 4-1,-5-5-2,-1 2 0,6 3 1,1 0-1,-1-3 0,1 3 0,-1 0 1,1-4 1,0 0 0,6 1 1,-6 0-1,5-2 1,-5 1-1,7 4 2,-8-3-3,7-1-1,0 4 1,-7-3 0,8 3-1,-1 0 3,0 0 0,0 0 2,-7 0-1,8 0-1,-8 3 0,7-3-3,-6-3-1,-1 3 0,1 0 0,-1 0 1,2-4 1,-2 4 2,1 0 2,-7-3-1,6 3 0,-6 0 0,7 0-1,-8 0-1,2 0-3,-1 3 0,6-3 0,-12 4 0,6-4 0,1 3 0,-9 1 0,9-1 1,-7 1-1,-1 1 1,0-5-1,8 3 1,-8-3-1,0 0 1,8 0-1,-7-3 0,-2 3 2,2 0-1,0-5 1,-7 5 0,7 0 3,-8-4 0,8 4-3,-7 4 0,0-4 1,6 0 0,-5 0-2,5 0 1,7 0-1,-6-4 0,12 1-1,-5-1 1,5 1 0,7-4-1,0-1 1,1 4 1,-2-3-1,-5-1-1,6 2 1,-7-2 4,1 5-1,-1-5 0,2 4 0,-9 4 1,-5-2-1,6 2-3,-6 0-1,-1 0 3,1 0 0,0 0-1,-1 0 0,-6 2 1,6-2-2,-5 0 0,5 4-1,1-4 0,-8 0 4,8 0 1,-7 0 1,7 0 1,-7 0 6,0 0 7,-1-4 6,2 2 7,-1 2 7,0-5 3,0 2-3,0-1-5,-6 0-7,5 0-6,2 1-8,-8-1-4,7 0-4,0 1-2,-6 0-2,5-2-1,2-2-3,-8 3 0,7 1-13,-6-1-30,6 1-43,-7 3-48,0-4-49,2 4-83,-8 0-41,0 0 0,-8 0 27,2 0 39</inkml:trace>
  <inkml:trace contextRef="#ctx0" brushRef="#br0" timeOffset="112757.4581">10698 8308 20,'-6'-2'172,"-7"-3"13,7-2-55,-7 3-31,6 4-30,-5-4-16,-2 1-11,1 3-6,0 0-4,-6-4-2,5 4 2,-6 0-2,8 0-1,-1 0-1,-7 0 0,8 0-5,-8 0 0,6 4-3,-5-1-4,6 1-6,-6 7-2,-1 0-3,0 0-2,1 8-2,-1-1 0,-6 4 0,7 3-1,-7 1 0,6-1 0,1 5 0,-7-7 0,6 2-1,7-4 1,-7-2 0,8-1 0,-8-3 0,14-1 0,-8 1 1,1-1-1,7 1 0,-8 0 1,8 0-1,0-1-1,0 1 0,6 3 1,-8 1-1,8 0 0,0 2 1,-6 1 1,12 0 1,-6 3 0,0 1 1,8 0 0,-2 3 0,0-4 0,0 5-2,8 0 1,-1-1 0,-1-4-1,8 1 1,0-4 0,-1 0 1,1 0 0,6-3 3,7-4 1,-7-1 2,6-3 0,1 0 1,6-1 2,0-2-1,0-4 0,6-1-1,1 1 2,0-4-2,0 3-1,6-3-1,-7 0-2,8 0-3,-1 0-2,-1 0 3,8 0-3,-6 0 1,-1 0 0,-1-3 1,-4-4 4,-2-1 4,1-3 4,-1-3 3,-13-5 7,8-2 1,-7-6 2,-1-2-2,1-4 0,-7-3 1,-7-4-3,7-1 0,-12 1-3,4-4-2,-10-4-2,-2 4-5,0-7-3,-12-4-2,-8 1-3,2-6 0,-8 6 2,1-5 2,-13 0 1,-2 8 4,-5 0 5,-13 3 3,0 12-2,-6 3-1,-7 8 0,0 5-4,-14 13-2,0 7 0,2 12-1,-8 5 0,6 10-3,-5 2-1,-1 11-2,7 0-4,7 1-2,-1 2-6,14-2-2,5-4-14,14-5-22,-1-2-32,14-5-29,7-3-34,13-1-45,-1-1-75,14-3-25,-7 6 7,6-5 18</inkml:trace>
  <inkml:trace contextRef="#ctx0" brushRef="#br0" timeOffset="112914.2372">10947 8957 64,'25'-8'224,"-11"1"-4,-8 4-24,0 3-151,-6 3-133,-6 4-73,0 5-38,-1 3-8</inkml:trace>
  <inkml:trace contextRef="#ctx0" brushRef="#br0" timeOffset="113598.9354">5101 9049 59,'0'-8'173,"0"5"15,0-5-67,-6 4-39,6 4-22,-6-2-14,6 2-15,0-5-16,0 5-9,0 0-4,0 0-2,6 5-4,-6-3 1,13-2-4,0 8-15,0-4-34,1 7-61,11-4-39,-5 4-20,0 4-8</inkml:trace>
  <inkml:trace contextRef="#ctx0" brushRef="#br0" timeOffset="114214.3277">6294 9437 70,'7'-4'235,"-1"0"14,-6-2 9,0-3-111,0 2-61,7 4-33,-7-1-22,0 1-13,6 3-11,0 0-4,8 0-1,-2 3-2,8 1 0,0 3-1,-1 0 3,7 4 0,0-3-2,7-2 3,-1 3 0,7-1-2,1-6-1,5 2 0,8-4 1,-1 0 1,7 0-1,6-6 1,0-2 3,6-4 2,1 1 1,12 0 1,1 0 2,6-3-1,7 3 0,0-3-4,6-1-1,0 1 1,-5-6 1,4 6 2,2-5 0,-7 5 3,-1-4 4,7-1 1,-13 2 0,8 2 2,-8-4 4,0 9 2,1-2-2,-1 1-3,-7 7-2,7 1-2,-6 6-5,6-3-4,-6 8-3,-6-1-1,-2 0 1,2 5 2,-2-5-2,-4 4 1,-2-4 2,0 0 1,2-2 1,-8-5 5,0 0 9,0-5 11,-7 2 13,7-1 10,-6-3 4,-6 3 0,-1-3-3,7 3-10,-8 1-11,-5-2-10,7 3-6,-2-3-5,-5 1-5,-7 4-4,7-3-3,-7 3-2,0 0-2,-7 0-1,1 0 1,-7 0 0,0 0 1,0 0-1,-7 3 1,1-3-1,-6 4-1,-2-4-5,1 0-11,1 5-15,-8-5-20,6 0-26,-12 0-30,8 0-29,-2 0-23,-6 2-20,0 3-30,-6-2-47,-2 4-8,-10 1 12,-2 3 23</inkml:trace>
  <inkml:trace contextRef="#ctx0" brushRef="#br0" timeOffset="115463.2178">4893 10807 32,'-13'-11'175,"0"0"17,-6 0-55,-1 1-35,7-5-19,-7 3-17,0 2-7,8-2-11,-8 5-7,7 0-5,-7-1-5,8 1-3,-2 3-4,2 1-5,-2 3-2,8 0-4,-7 3-2,-1 1-3,2 7-3,-1 0 2,0 4 0,0-1-1,-1 9-1,2-2 1,6 5-1,-8 0-1,1-1-2,7-3-1,-1 4 1,7-8 0,0 1 0,0-8-2,7-1 1,-1-2 1,7-5-1,7-6 1,-8-1-1,8-7-1,0-3 1,-1-5-1,1-3 2,-1 5-2,1-6 1,0 4 1,-8 5-1,2-1-1,-1 4-1,-7 1-1,0 2-2,1 1 1,0 3-1,-1 4 1,-6 0 1,6 4 3,2 7 3,-2 0 1,0 3 3,1 8 0,-1-4-1,7 5 0,-6-1-1,5-4-2,8 0 1,0-7 1,-1 0 1,7-4 0,-6-7 0,6 0-1,1-4-3,-8 1-1,7-4-3,-6 0-2,-1-1-2,0 1-4,-6 0-4,1-4-2,-2 3 1,-4 0 2,-2 1 2,0 0 2,0 0 3,-6 3 5,0 0 2,0 1 3,0-1 3,0 4 5,0-4 4,-6 8 1,6-4 0,0 4 1,-6 3-2,0 4-2,6 3-1,-8 6 1,2-3 0,0 2-3,6 3-3,-7 0 1,7-4-2,0 0-5,0 1-1,0-8-2,0 0-3,0-1-6,7-6-5,-1 0-6,0-4-8,8-4-7,-8-3-6,7-4-5,0 0 1,-6-8 5,5 5 8,-4 3 8,4-4 11,-6 1 6,2 6 6,-2-3 3,0 7 1,-6-2 1,7 2 1,-7 4 2,6 0 2,1 0 2,0 4 3,-1-4 1,0 6 2,0-2-3,2 4-3,4-1-2,-5 0-6,6 1-3,0-1-21,1 4-43,-8 0-87,6-4-54,2 0-27,-8 0-13</inkml:trace>
  <inkml:trace contextRef="#ctx0" brushRef="#br0" timeOffset="115665.5603">5701 10839 57,'6'0'254,"1"-3"24,-7 3 15,6 0-98,-6 0-62,0 3-45,7-3-35,-7 0-24,7 4-13,5 1-7,-4-5-4,10 3-1,-4 0-6,5-3-22,1 0-35,0 0-45,-1 0-70,1-3-63,-8 0-30,2-6 4,-2 3 24</inkml:trace>
  <inkml:trace contextRef="#ctx0" brushRef="#br0" timeOffset="115802.4845">5994 10737 105,'-7'7'197,"7"1"2,0 7-49,-6-1-36,0 8-24,6 4-18,-6 7-19,-2-1-12,8 5-12,-6 4-10,6-1-13,0 0-36,6 1-59,2-8-78,-2-1-41,0-10-23,7-2-5</inkml:trace>
  <inkml:trace contextRef="#ctx0" brushRef="#br0" timeOffset="116026.6576">6314 10664 125,'6'-4'322,"-6"-3"43,0 4 25,0-2-92,0 5-83,0-2-63,0 2-58,6 0-41,1-4-26,6 4-12,0 0-6,7-4-8,6 0-29,0 1-47,0-1-75,7 0-108,-7 4-75,-7-3-37,1 3 5,0-5 36</inkml:trace>
  <inkml:trace contextRef="#ctx0" brushRef="#br0" timeOffset="116198.56">6502 10686 134,'-12'7'319,"-8"1"56,7-5 50,6 1-82,1 0-64,-7-4-56,13 3-53,-6-3-55,6 3-48,6-3-32,0 0-19,14 0-5,-7 0-27,13-3-70,0 3-94,0 0-144,1 3-79,-2 2-43,-5-5-2,0 0 56</inkml:trace>
  <inkml:trace contextRef="#ctx0" brushRef="#br0" timeOffset="117182.3888">7356 10360 5,'-7'-7'191,"7"-1"23,-6 1-29,6 4-33,-6-2-28,-8 1-19,8 2-19,0 2-17,-8 0-15,1 2-12,-6 7-9,6 1-5,-7 0-6,1 2-2,-1 7-1,0-4 4,1 2 0,-1 2 3,8 0-3,-8-1-1,14-4-4,-8 1-5,8-4-6,-1-1-3,1 2-1,6-5-2,0 4 0,0-4 0,0-3 1,6 3 0,7-3-1,-6 0 2,6-1-1,0 1-2,0 0 1,6-1-2,-5 5 1,6-1-2,-2 1 0,2 3 2,-1 4-1,1-1 2,-6 4 1,5 0 1,-13 4 3,1 0 7,-7 1 11,-7 2 10,1 4 5,-13-4 8,-1 5 3,0-5-3,1-2-12,-1-5-7,0 1-9,1-9-32,12 1-65,-6-7-72,13-8-95,0-3-68,13-7-34,-6-5 5,6 1 49</inkml:trace>
  <inkml:trace contextRef="#ctx0" brushRef="#br0" timeOffset="117800.4761">7558 10224 163,'-6'0'199,"-1"4"-27,0 0-45,-5 3-35,5 0-28,-6 4-18,6 0-11,-5 1-7,-2 2-4,8 1-6,-7 0 1,6-1-3,-6-3 2,7 0-2,-1 1 0,0-2-1,1-6-1,6 3-1,0-3-2,-6-4 0,6 0-1,6-4 1,-6-7-3,6 3-2,1-6-1,0-1-1,-1 0-4,1-3 0,-1 3 0,1 5-2,0-5 1,-1 4-1,0 1 2,-6 2-1,6 0 1,2 5 0,-2-1 0,7 0 1,-7 4 3,1 4 2,0 0 3,5 3 4,-5 5 3,0 2 4,5 1-1,-5 2-2,0 5 0,6-3-4,-7 3-3,7 0-3,-6-1-5,5-2-2,-4-4-16,4 4-36,1-9-53,0-2-88,0-6-44,-7-2-25,8-2 1</inkml:trace>
  <inkml:trace contextRef="#ctx0" brushRef="#br0" timeOffset="118453.6684">7838 10305 192,'-6'-4'245,"-1"4"11,7-4-51,-6 4-36,-1-3-27,7 3-23,-6 0-21,6-4-19,0 4-16,-7 0-19,7 0-16,0 0-14,7 0-6,-7 0-5,6 0-2,7 0-1,-6 0 0,13 0 0,-8 0 0,8-3-6,-1 3-21,1 0-38,0 0-53,-8 0-84,8 3-68,-1-3-34,-5 0 3,-8 0 27</inkml:trace>
  <inkml:trace contextRef="#ctx0" brushRef="#br0" timeOffset="118779.3003">8099 10111 187,'0'-4'237,"0"0"10,0 4-73,0-3-54,6 3-38,-6 0-27,7 0-12,6 3-5,-6 1-3,5 4-2,-6-1-3,8 3-2,-8 5-4,1 4-2,0-1-3,-1 4-5,-6 0-3,-6 1-4,-1-2-1,0 1-1,1 0 4,-8-3 10,8-5 13,0 1 9,0-5 5,-1 2 4,7-5-3,0-3-7,0 0-10,0-2-2,7-2 1,5-2 2,2-2 0,-2 0 0,8 0-3,-1 1-10,7-1-23,-6 0-40,0 4-54,-1 4-81,1 0-102,-7 3-53,0 1-12,-6 2 16,-1-3 44</inkml:trace>
  <inkml:trace contextRef="#ctx0" brushRef="#br0" timeOffset="119852.6387">8197 10877 154,'-7'-4'234,"1"-4"29,-1 5-66,0-1-33,1 0-30,6 1-27,-6 3-30,6 0-29,0-3-22,0 3-12,6 0-7,0 0-2,8 0-1,-1-5-1,6 1 2,8 1 0,5 0-1,-7-5-1,9 5-2,5-5-14,-7 4-22,1 4-36,-1 0-61,1 4-85,-7-4-46,-6 8-13,-1-5 12</inkml:trace>
  <inkml:trace contextRef="#ctx0" brushRef="#br0" timeOffset="120037.6625">8516 10587 144,'-7'4'204,"1"2"6,-1 3-79,7 5-48,-6 9-33,-1-2-19,7 12-13,0 0-7,-6 7-6,6 0-4,0 1-14,6-5-29,-6 5-50,7-9-61,-7 2-31,6-9-17,1-2 5</inkml:trace>
  <inkml:trace contextRef="#ctx0" brushRef="#br0" timeOffset="120402.4609">8998 10447 88,'7'0'265,"6"-3"17,-13 3 7,6 7-103,-6 1-67,-6 7-48,6 4-29,-7 2-14,1 4-7,-1 4-5,0 0-2,1 2-6,0-2-1,6-4-1,-7 5-1,7-9-3,-7 2-1,7-5-1,0-3 0,7-4-3,-7-4-2,0 0-1,7-7 0,-1-4-1,-6-6 0,6-5-1,1-3 1,0-8 1,-1 0 3,1 0 2,-7-3 5,6 4 8,0-1 9,1 4 5,0 0 4,-1 8-2,0-1 0,2 3-2,4 2-8,-5 3-7,12 3-3,-6 0 1,7 4-4,0 4-14,-1 3-30,7 1-44,-6-2-67,-1 2-92,7 3-47,-6-3-13,0-1 13</inkml:trace>
  <inkml:trace contextRef="#ctx0" brushRef="#br0" timeOffset="121119.373">9910 10459 135,'0'-12'208,"0"-2"-4,-6 3-44,6 4-34,-7-5-20,1 6-18,0-2-16,-8 5-11,8-1-10,-7 0-6,-7 4-12,7 0-6,-6 4-2,5 3-2,-5 5-1,-1-2 5,0 9 9,2 2 13,-2 4 11,1 6 6,-1 5 7,6-3-3,-5 8-7,13-5-13,-1-3-13,0-1-9,7 2-8,7-12-5,6 0-4,0-11-1,13-4-3,0-11 0,7-3-4,-1-11-12,1 0-18,6-8-18,0 0-17,-6-3-17,-7 3-10,7-3 3,-14 4 10,7-1 15,-13 0 18,0 4 16,1 4 14,-8-1 12,0 9 13,-6-1 8,0 3 10,0 1 4,0 7 4,-6 0 4,0 7 2,-2 1 7,2 6 5,6 1 2,-6 6 0,6 6-2,-7-2-7,14 5-13,-1 3-13,0 0-7,8-1-3,5 1-9,1-3-21,0-1-42,12-7-51,-6-1-68,1-2-97,5-8-63,-7-7-16,1-4 23,1-4 40</inkml:trace>
  <inkml:trace contextRef="#ctx0" brushRef="#br0" timeOffset="121429.2933">10457 10686 244,'-6'-4'286,"0"1"24,6 6-54,-7-3-64,1 7-44,-8 5-29,8-1-18,-7 4-14,0 7-8,0-4-11,6 8-10,-6-1-15,1 0-13,-2-3-12,8 4-9,0-7-9,6-1-18,0-3-27,0-4-19,0-8-18,6 0-21,0-6-15,0-4 6,2-4 17,4-7 15,-5-1 19,-1 2 21,8-3 21,-8 3 18,0-2 17,1 4 13,0 4 9,-7 4 4,6 0 6,-6 3 6,6 0 0,1 1 1,0 6 0,-1 1 2,7 0-6,-7 3-10,8 4-10,-2 0-10,8 4-29,-7-5-50,7 5-65,0-4-102,-1 0-72,-6-6-38,6-3 0,1-4 35</inkml:trace>
  <inkml:trace contextRef="#ctx0" brushRef="#br0" timeOffset="121592.4288">10783 10723 78,'0'-8'327,"0"5"54,-6-5 52,6 8-37,-6-3-74,6 3-66,-7-4-63,7 4-52,0 4-51,0-4-41,7 3-27,-1-3-19,7 8-50,0-5-72,7 0-76,-1 2-89,7-5-112,-6-5-51,6 2 12,-7-4 51,7-4 65</inkml:trace>
  <inkml:trace contextRef="#ctx0" brushRef="#br0" timeOffset="121830.4349">11129 10597 100,'7'-3'243,"-1"0"20,0-1-11,0 4-55,2 4-43,-2-1-20,-6 5-9,6-1-5,1 4-13,0 4-15,-1 0-17,-6 3-18,7 0-16,-1 4-13,-6 3-7,0-2-8,0 2-4,-6 1-2,6 0-1,-7-5-4,1-2 0,-1-1 0,0-3 1,1-4 4,6-4 4,-6 4 2,6-7 2,6 0 7,0-4 6,1 0 1,6-4-2,6 0 1,7-3-7,1 0-47,5-4-45,1 3-70,6 5-114,-6-5-94,-1 4-46,1 8 12,-1-4 24</inkml:trace>
  <inkml:trace contextRef="#ctx0" brushRef="#br0" timeOffset="121972.4822">11918 10994 115,'32'-4'427,"-13"-3"61,1 3 42,-7-3 21,-6 3-224,-1 0-226,0 4-207,-6 0-212,-6 4-121,0 3-63,-1 4-8,-6-3 78</inkml:trace>
  <inkml:trace contextRef="#ctx0" brushRef="#br0" timeOffset="124074.0074">4925 12008 69,'0'0'180,"0"-3"-5,-6 3-45,0-4-28,-1 4-23,0-4-18,1 4-13,-7-4-9,0 2-3,6 2-5,-13 0-5,8-4 0,-1 4 8,-7 0-1,8 0-1,-8 0-1,6 4-3,-5-2-5,6 2-11,-6 7-4,5 0-4,-5 0 0,-1 7-1,8 2 0,-2 1 1,2-3-1,-2 8-1,8-4 1,-7 0-3,13-1 2,-7 2-1,7-5-1,7 1 1,-1-5 1,1-3 2,6-3-3,6-5 0,-5-6 3,5-5-4,7-6-1,-6-5-2,6-3-3,-7-8-1,1 5-1,0 0 0,-8 3 1,1 0 0,-6 3 5,-1 5 2,1 3 1,-1-1 1,-6 9 2,0-1 2,-6 8-1,6-1 1,-7 13 2,7-2 3,0 5 1,0 2 1,0 4 3,7 2 2,-1-1 0,8 3-4,-2-4 0,2 1 0,5-4-2,7-3-3,0-1 0,0-7-2,1-1-1,5-6-2,1-4-9,-1-4-26,1 2-36,-1-6-52,-6-3-78,1-1-52,-9 1-19,2 0 9</inkml:trace>
  <inkml:trace contextRef="#ctx0" brushRef="#br0" timeOffset="124390.0239">5296 12247 149,'-6'3'226,"0"1"14,-7 4-68,13-1-45,-13 0-33,6 4-20,1 3-15,0 2-7,-8-2-6,8 3-4,0 3-8,-2-3-7,2 2-6,0-4-6,-1 4-7,7-9-4,-6 2-3,6-5-5,6 1-4,-6-8-4,7-5-4,5-2-4,-4-4-3,4-8-1,-6 5 2,8-4 2,-8 0 3,1 3 4,-1-5 6,1 11 5,0-3 0,-1 5 2,0-1 2,-6 1 0,6 3 1,2 4 1,-2 0 3,0 0-1,1 4 0,0 1-1,-1-3 0,7 6-1,1-1-3,-2 1-15,2 3-32,-2-3-48,1 2-85,7-3-48,-8 1-24,2-4 1</inkml:trace>
  <inkml:trace contextRef="#ctx0" brushRef="#br0" timeOffset="124583.7293">5669 12294 15,'6'0'251,"-6"0"32,0 0 21,0 0-77,0 4-60,0-4-51,0 0-39,0 0-31,6 3-19,1-3-11,0 0-5,5 0-5,1 0-4,7 0-17,0-3-32,-1-1-38,1-3-53,0 3-62,-1-3-62,-6-5-14,0 6 12,0-5 28</inkml:trace>
  <inkml:trace contextRef="#ctx0" brushRef="#br0" timeOffset="124846.6761">5936 12173 31,'0'-3'207,"0"3"13,0 0-25,6 0-59,-6 0-50,0 3-30,7 1-18,-1 4-8,0-2-7,2 6-2,-2-1-5,0 0-4,7-1-3,-6 5-2,-1 4-1,-6-5 0,0 1 1,0-1 1,-6 5 3,-1-4 3,0-1 5,1-3 3,-6 1 11,4-2 11,-4 1 8,5-3 2,1-1-1,-1-4-1,0 1-13,7 0-12,0-1-12,0 2-6,0-2-7,7-3-2,6 3 0,-6 5 0,13-5 1,-2 2-13,2 2-28,0-4-43,5 4-62,-5-3-87,7-4-48,-1 0-14,-7-6 17</inkml:trace>
  <inkml:trace contextRef="#ctx0" brushRef="#br0" timeOffset="125046.6722">6425 12093 54,'0'0'299,"-8"0"39,8 0 25,-6 0-57,6 0-99,0 0-67,0 0-51,6 0-37,2 0-26,4 0-13,8-4-4,-1 4-14,1 0-39,6-4-60,0 4-101,1 4-87,-2-4-46,-12 4-17,0 0 26</inkml:trace>
  <inkml:trace contextRef="#ctx0" brushRef="#br0" timeOffset="125205.4775">6561 12198 33,'-6'8'288,"-8"0"43,8-4 32,-1-1-64,1 1-72,0-1-67,6-3-53,0 0-42,6 0-31,7 0-15,0-7-19,6 4-46,7-9-69,-6 4-128,13-1-72,-13-3-39,5 5-11,-5-1 31</inkml:trace>
  <inkml:trace contextRef="#ctx0" brushRef="#br0" timeOffset="125973.9493">7552 11947 202,'6'-4'242,"-6"-4"14,0 5-83,-6 3-52,6 0-39,-7 0-31,-6 3-23,0 5-14,0 3-7,-6-1-2,-1 9-3,0-5 3,-6 5 2,7-1 3,-1 4 5,-6-3 3,7 3-1,-1-7-1,7 2-3,0-3-5,6-2-4,1-1 0,6 0-3,0-3-1,6-2 2,1 1 2,6-2 0,0-2 1,7 1-1,6-4 1,-7 0-2,7 0-1,7 0 1,-7 0-2,0 4-1,7 0 0,-7-1 0,0 4 0,-7 0-1,1 1 3,0-1 6,-14 5 8,7-2 11,-13 5 8,0-1 7,-7 2 7,-5 2 0,-2 1-5,1 2-4,0-3-9,-6 1-5,5-5-7,2-2-11,-2-2-15,8-3-35,0 1-39,-1-8-53,7 0-71,7-3-73,-1-9-26,0-3 9,8-3 26</inkml:trace>
  <inkml:trace contextRef="#ctx0" brushRef="#br0" timeOffset="126340.1224">7897 11679 91,'0'-7'268,"-7"3"19,1 0 12,0 4-100,-8 8-69,8-1-49,-8 4-25,2 4-15,-1 2-9,-7-2-6,8 4-3,-2-1-2,1-3-7,6 3-4,1-3-5,-1-1-6,1-3-6,6 0-12,6-7-4,1 0-7,-1-4-7,8-4-7,-2-3-3,2-5 3,-8-2 1,7-1 7,0 1 6,0-4 10,1 7 8,-8-4 5,0 4 5,1 3 2,0 1 4,-1 3 4,0 0 5,1 4 9,-1 0 7,1 8 6,-7-4 4,7 7 2,-1 0-5,0 4-5,1-1-7,6 1-7,-7-1-6,1 1-6,6-4-18,-6 0-31,5-4-47,2 1-83,-8-5-70,7-6-36,0-1-4,-6-3 18</inkml:trace>
  <inkml:trace contextRef="#ctx0" brushRef="#br0" timeOffset="126493.0982">8125 11676 14,'0'-4'270,"0"0"30,0 4 17,0 0-62,0-4-86,0 4-60,7 4-46,-7-4-29,6 4-18,0 0-9,8-1-22,-2 0-34,2 1-53,-1 3-92,6-3-65,-6 0-32,1 0-3,-2-4 22</inkml:trace>
  <inkml:trace contextRef="#ctx0" brushRef="#br0" timeOffset="126834.0864">8366 11526 228,'7'-5'274,"-7"2"15,0-1-58,6 4-76,-6 0-53,6 0-35,-6 0-16,7 4-11,6-1 0,-6 5-5,6-1-1,-7 0-8,7 5-6,-7-2-2,8 1-3,-8 5-2,-6-3-4,0 6-2,0-4 0,-6 3-2,0-3-2,-2-1 0,2-3-1,0-3 2,6-1-2,-7 0-2,7-4 0,0 1 0,0-4-1,0 0-3,0 0 1,7 0 0,-1 0 1,0 0 1,8 0 1,-8 4 0,7 0 0,0-1 0,0 5 0,-6-2 0,6 6 1,-7 3-1,-6 0 1,0 6-3,0 1-8,-6 4-22,0-1-35,-1 1-37,0 0-49,1 3-67,-1-6-51,7-2-12,0-3 17,0 0 30</inkml:trace>
  <inkml:trace contextRef="#ctx0" brushRef="#br0" timeOffset="127065.5931">8665 12210 200,'-6'4'306,"6"0"28,-6-1-17,6-3-96,0 4-70,0-4-53,0 3-38,6 2-19,0-5-10,8 0-4,-2 2 0,15-2 1,-1-2-5,0 2-9,7-5-20,-1-2-30,1 4-43,-1-5-52,1-4-58,-1 5-83,-6-4-40,-6 1-2,-7 0 25</inkml:trace>
  <inkml:trace contextRef="#ctx0" brushRef="#br0" timeOffset="127238.0466">8914 12023 77,'-8'-7'283,"-4"3"35,6-3 18,-1 7-91,0-4-69,1 8-53,6-1-40,0 8-24,0 4-13,6 4-7,-6 6-1,7 4-7,0 1-8,5 6-16,-6 1-43,8 0-54,-1-1-66,-7-2-102,8-5-62,-2 0-25,-5-7 18,0-4 41</inkml:trace>
  <inkml:trace contextRef="#ctx0" brushRef="#br0" timeOffset="127582.5743">9382 12008 279,'7'-7'350,"0"-1"32,-1 6-2,1 2-102,-7 0-61,0 6-29,0 2-15,0 6-6,-7 6-6,7 1-11,0 4-22,0 2-35,0 2-29,0 0-24,0-1-17,0-1-10,7-2-10,-7-3-5,0-3-8,6-5-4,-6-2-6,0-6-4,0-2-5,0-4-4,0-4 2,-6-7 3,6 0 1,0-7 3,0 4 9,0-5 5,-7 2 6,14 2 1,-7 0 2,0 1-1,6 2 0,0-3 1,8 4-1,5 1 2,1 2-2,6-3-4,-6 3-45,12 6-76,-6-3-91,7 2-118,-1 6-94,-5-3-47,-2 0 17,1 5 63</inkml:trace>
  <inkml:trace contextRef="#ctx0" brushRef="#br0" timeOffset="127999.2906">10165 11957 107,'6'-7'306,"-6"-4"51,0 0 46,-6 1-69,-1 1-47,0 3-19,1-2-27,-7 0-31,7 5-33,-8-1-31,8 4-26,-8 0-42,2 4-30,-1 3-20,-1 8-14,2 0-6,-2 7-6,8-1 1,0 6 3,-8 1-2,14-2 1,-6 0 0,6 0 0,0-5-2,0 2-1,6-9 0,1 1 0,0-5 0,5-1 2,-4-7 1,4-4-1,1-7 2,7 2 1,-8-6-4,2-6-4,-2 4-8,2-7-5,-1 7-5,0-3-3,-6 7-2,-1-4-2,8 9 3,-8 1 3,0 1 4,0 4 15,1 9 17,0 0 17,6 11 18,-1-3 13,2 5 6,6 4-6,-1-4-10,1 3-11,6-2-14,-1-5-22,1-4-40,0-2-77,7-5-97,-7-3-96,-6-4-110,6-4-104,-7-3-24,1-5 38,0-5 76,-1-3 87</inkml:trace>
  <inkml:trace contextRef="#ctx0" brushRef="#br0" timeOffset="128295.2681">10706 12078 14,'0'-7'288,"6"4"42,-6-1 33,0 8-24,0-1-58,-6 4-40,6 8-18,-8-1-2,-4 5-2,5 3-12,1 0-23,-7-1-34,6 2-34,1-2-37,-8-6-32,14 4-28,-6-8-35,0 0-40,6-8-50,0 1-53,6-4-48,-6-7-35,14-1-7,-8-3 11,7 1 32,-7-2 44,7-3 43,-6 8 37,5-3 31,-4 2 30,-2 4 29,0 1 31,8-2 19,-8 3 19,0 2 33,1 2 37,6-2 24,-6 8 17,-1 0 15,0 3 0,8-1-23,-8 2-40,0-5-38,1 3-34,0-2-29,-1 3-30,7-3-38,-7-5-66,8 1-88,-2-4-97,8-4-105,0 1-89,-7-5-27,7 5 32,-1-1 70,-6 0 84</inkml:trace>
  <inkml:trace contextRef="#ctx0" brushRef="#br0" timeOffset="128482.4737">11097 12264 259,'0'-2'407,"-8"-2"99,8 4 84,-6-4-77,6 0-62,0 4-62,-6 0-77,6 0-92,0 0-79,6-3-58,0 3-41,14 0-18,-7 0-11,7-4-57,6 4-105,0 0-127,-7 4-126,7-1-141,-6 1-87,0 4 1,-7-6 77,-1 3 112</inkml:trace>
  <inkml:trace contextRef="#ctx0" brushRef="#br0" timeOffset="128801.4572">11474 12160 212,'6'-5'385,"1"1"61,-7 1 51,0-2-84,0 5-84,0 0-79,7 5-62,-7-2-54,0 6-44,0-3-31,0 5-21,6 1-14,-6 2-9,7-3-9,-7 3-26,6-3-46,0 0-51,-6 1-48,8-2-42,-8 1-32,0-3-3,0-1 28,0 0 43,0-2 45,0-3 48,0-2 43,0 5 36,0-5 20,-8 3 13,8-3 5,8 0 2,-8 3 6,0 1 5,6 0 8,6 7 10,-4 1 5,-2 2-1,7 3-11,-7 6-14,1 2-13,0 2-10,-7 2-8,0 3-5,-7-3-6,0 5-4,-6 3-14,-7-4-32,2-1-46,-2 5-69,-7-8-109,9 1-75,-9-8-29,7-8 10,8-6 36</inkml:trace>
  <inkml:trace contextRef="#ctx0" brushRef="#br0" timeOffset="129475.4917">7252 13462 142,'0'-21'294,"0"3"33,0 3 18,-6 0-105,6 1-86,0 7-57,-8-1-52,8 4-50,0 1-41,0 6-47,0 5-58,0 3-85,0 7-42,0 1-11,0 2 7,-6 1 27</inkml:trace>
  <inkml:trace contextRef="#ctx0" brushRef="#br0" timeOffset="129630.5231">7265 13742 181,'0'3'282,"0"0"15,0 1 3,0 0-145,0 4-89,0-5-73,0 9-67,0-2-76,0 5-71,0-1-34,-7 5-5,7-5 20</inkml:trace>
  <inkml:trace contextRef="#ctx0" brushRef="#br0" timeOffset="129831.0384">7291 14141 98,'0'3'164,"0"-3"-34,0 4-39,0-1-35,0 1-20,-7 0-15,7 0-12,0-1-17,0 1-19,0-1-12,7 2-8,-7-3-5,0-2-7,6 4-10,-6-4-23,7 4-14</inkml:trace>
  <inkml:trace contextRef="#ctx0" brushRef="#br0" timeOffset="130020.4792">7272 14705 157,'0'11'192,"0"-4"-22,0 0-24,-7 0-37,7 1-50,-7 4-68,1-5-80,-8 4-70,8 0-37,-7 0-13</inkml:trace>
  <inkml:trace contextRef="#ctx0" brushRef="#br0" timeOffset="130306.9047">5975 15756 172,'-6'5'291,"-8"-5"17,8-5 8,-7 5-134,6 5-119,7-3-99,-7 2-108,7 7-86,0 1-45,0 2-13,0 4 20</inkml:trace>
  <inkml:trace contextRef="#ctx0" brushRef="#br0" timeOffset="133865.6085">20166 4352 21,'-12'-10'80,"-2"1"-14,1 1-13,1 2-7,-8-2 1,7 1-7,0 3-6,-7-3-4,7 0 2,1 3-1,-2-3-3,1 3-1,7-3 5,-8 0 3,8 3 2,-7 1-1,6 3-3,1 0-5,-7 0-6,6 3-8,-6 4-4,1 4-5,-2 0-1,2 3-3,-8 6-1,0-3 1,1 6-2,-1-1 1,-6 3 0,0-3 0,7 4 0,-8-4 1,8 4-1,0-4-1,-8-1 1,14 4 0,-6 1 0,5-3 0,-5 3 1,6 3 0,0-4-1,0 4 0,0 1 0,7-1-1,-8 0-1,8-3 2,0 0 0,-1 3 1,7-3 1,0 3 1,0-3 0,0-1 2,7 1 0,-1-3 1,0-2 2,8-3-1,-2 4 0,8-4 1,-1 1-1,1-1 0,6-4 0,0 6-2,1-3 0,5 2 0,-6-5 1,7 5-3,-1-1 1,1 0 1,-1 0 0,7 1 0,-6-4 1,-1 4 1,8-5 1,-7 1-1,5-5 3,-5-3 0,-1-3-1,7-4 3,-6 0-3,6-4 1,-6-3-2,6-3-1,0-5 0,0 4 0,0-4 0,-6-3 1,6 0 1,0-1 1,0-3 0,0 0-1,0-4 1,1 1-1,-2-1-2,1-3 3,1-1 1,-7 1 2,5-4-3,-5 1-1,6 2 0,-13-3-3,0 0-3,0 4 0,-6-4-2,-7 3 1,-1-3-2,-4-3 0,-2-1-2,-6 0 0,-6 1 0,-8-1 0,-5 0-1,-7 1 0,0 0 3,-13 3-1,-1-1 0,-5 1 1,-1 8 0,-7 0 1,-4 2-2,-2 0-1,-6 9-1,-1-1 1,-5 8-2,6 4 1,-8-1 3,8 8 2,0-1 1,0 1 1,7 3 1,-1 1 1,7-5-3,6 5-2,0-2 0,7 2-1,7 1 0,-1-3-2,1 2 1,6 3-3,0 0-8,-1 3-18,8 4-34,0 4-48,-1 4-73,7 8-37,-13 2-12,7 3 7</inkml:trace>
  <inkml:trace contextRef="#ctx0" brushRef="#br0" timeOffset="135525.9234">7291 11543 78,'0'4'169,"-7"0"6,7-4-79,-6 0-41,6 0-22,0 0-14,0 4-7,0-4-6,0 0-5,6 0-1,1-4 0,-1 4 0,8 0 0,-2-4 2,8 4 3,0-4 2,5-3 0,8 0 0,0-1 1,12-6-1,8 3-3,-2-7-1,8 3-3,0-4 0,-1 1-1,1 3 1,0 1 0,-7-4 3,7 7 1,-7-5-1,0 6 1,-6-2 0,-1 5-2,-13 5-2,8-4-1,-15 4-1,2 2 1,-7 0 1,-1 2 0,0-2 2,-5 6 5,-1-4 4,-7 2 4,7 4 1,0-5 1,1 5-3,-2-2 0,1 6-2,0-1-3,7 0-2,-7 0 0,7 3 1,-1 1 0,7 3 2,0-3-1,0 4-1,1-1 4,5 0 0,1 0 1,5-3 0,9 0 3,-2-1 0,7 2-2,0-10-1,6 5-2,1-3 0,0-1-3,7-7-1,-1 0 1,-7 0-2,7-7 1,-6-1 0,0-3 0,-8 0 0,2-4-2,-7 5 1,5-5-3,-11 4 1,-1 1-1,-7-2-1,-6 1-2,1 8 1,-2-5 2,-5 5-2,-7-1 0,6 4 1,-5-5 2,-8 10-1,7-5 1,-7 4 0,8-1 1,-8 1 0,8 3 0,-2-3 0,1 3 2,7 0-1,-8 1 0,8-5 1,0 1 2,-1 0 1,7-4-3,0 0 1,1-4-1,5 0 0,1-2 0,-1-6-1,7 1-2,-6 0-2,6-1 0,-6 3-2,6 1 0,-7 0 1,1 1 0,-1 3 2,-6 2 0,1 2 1,-1 0-2,0 0 1,-6 2 0,-1-2 0,1 4 3,-8-1 3,2-3 2,-2 4 3,2 0 0,-8-4 1,7 4-1,-7-4-1,8 4 1,-8-4-1,7 4 0,0-4-1,0 2-1,1-2-4,4 5 0,2-5-5,0 2-2,6-2-11,0 5-17,6-1-26,-6-1-40,7 1-53,-1 0-76,2-4-31,-9 3-5,1-6 15</inkml:trace>
  <inkml:trace contextRef="#ctx0" brushRef="#br0" timeOffset="135669.1084">11728 11250 73,'7'-3'210,"0"-1"9,-7 0-35,-7 4-74,7 4-52,-7 0-58,1 6-78,-1 1-70,1 5-39,0-2-20,-2 1-2</inkml:trace>
  <inkml:trace contextRef="#ctx0" brushRef="#br0" timeOffset="137570.9434">19169 6399 115,'-13'0'119,"1"0"-44,-2 0-30,8 0-16,0 4-8,-1-4-7,0 0-5,7 0-4,-6 0-2,6 0 2,6 0 0,1 0 0,0-4 3,5 1 5,2-1 2,5 1 1,1-1 0,6-3-2,0-1 1,-1 5-5,9-4-2,-2 0-1,7-1-4,0 4 0,7 1-2,-1-1 1,8 0-2,-1 0-2,-1 4-1,8-2 3,0 2 2,-1 2 1,1-2 0,6 4 1,-6-4 2,6 4-4,-6 0-1,-1-1 1,-5 1 1,5 0-1,-12 0 3,6-2 2,-6-2-1,-1 0-2,1 0 1,-7-2 1,0-2-1,7 0 0,-1 0 1,1-3 3,-1 3-1,2-2-1,4 1 0,-5 2-1,6-1-3,0-1-3,-6 5 3,-1 0-2,1 5-1,-1 2 1,-5-2-1,-1 1 1,0 5-2,-7-3 0,1-2 1,-1 2 0,1-1 2,0-3-1,0 4-1,-1-5 1,1 1 3,6-1 0,-7-3 3,7 0 0,1 0-1,5 4 2,-5-4-3,-2 0-2,8 3-1,0 1-1,-8 1 0,9-2-1,-9 0 1,1 5-1,0-5-1,-6 5 1,0-1-2,0 0 1,-1-3 1,-6 4 2,-1-5 2,2 5 0,-1-4 3,0-4 2,0 2-1,0-2 5,1 0 4,5-2 1,-6-2-3,7 0-1,-1-3-2,7-1-3,-6 2-4,5-6-4,2 4 3,-1 1-2,-6-3 0,5 1-2,-5 2-1,-7 4 1,0-1-2,1 1 2,-8-1 0,-6 0 0,7 4 1,-7 0-1,-1 0 0,2 0 0,-8 0-1,8 0 0,-8 0 1,7 4 0,-7-4 1,1 0-1,-1 0 0,-6 0 0,7 4 0,-7-4 1,6 0 1,-6 0 2,0 0 2,0 0-2,0 0 2,0 0 0,0 0 1,0 0 2,0 0 3,0 0 7,0 0-2,0 0 1,0 0-2,0 0-2,0 0-3,0 0-5,0 0 0,0 0-2,0 0-4,0 0 2,0 0-2,0 0-2,0 0 0,0 0-1,0 3 3,0-3-2,0 0 0,0 0 2,0 0 0,0 0 1,0 0-1,-6 0 1,-1 4 1,1-4-2,-1 3 1,1-3-1,-7 4 0,7-1-1,-2 1-6,-4 1-10,5-2-24,0 0-32,7 1-39,-6-4-63,0 7-30,6-4-5,-7-3 14</inkml:trace>
  <inkml:trace contextRef="#ctx0" brushRef="#br0" timeOffset="138556.485">22910 6595 35,'6'0'144,"-6"0"-39,0 0-19,0 2-14,0-2-10,0 0-11,0 0-9,0 0-8,0 0-5,7 0-4,-7 0-4,6 0 0,8-2-1,-2 2-1,2-5 1,5 2-1,1-1 0,6-4-3,0 5-2,-1-1 0,9 1-3,-2-4-1,7 3-3,0-4-1,1 1-4,5 0 1,7-1 0,-7-3-1,8 4-1,-8-4 1,7 4 0,-6 0-2,-1 0 0,1-1 0,0 1 0,0-1 0,-1 4-1,-6-3 0,0 4 0,0 3 0,-6 0 1,-1 0 0,1 3 1,-1 2 2,1-3 0,-7 5 1,14 1 1,-8 0 2,7-4 1,0 3 1,7-4 1,-1-3 0,8 4-2,-1-8 0,7 4-3,-1-3 0,0-4-2,1 3 1,-7 0-3,7-3 0,-7 2 1,-7 2-2,2-1 1,-9 4 1,1-2 1,1 2 0,-8 2 0,-5-2 0,5 4 0,-7-1-2,2 2-1,-1 2 1,0-3 0,0 2-2,7-1 1,-7-2-1,0 1 0,0-1-1,0-3 0,0 4 2,0-4-1,-6 0 0,-8 0 1,8 0 0,-13 0-2,5 0-1,-4 0 1,-2 0-2,0-4-8,-6 4-13,0-3-16,0 3-20,0-4-27,0 1-30,-6-4-30,-8 3-27,8 0-3</inkml:trace>
  <inkml:trace contextRef="#ctx0" brushRef="#br0" timeOffset="144522.3373">16341 11323 47,'0'-2'39,"0"-4"-9,-6 4-4,6-2-4,0 4-2,0-4 2,0 4-1,0-4 2,0 4-1,0 0-1,0-3-3,0 3-4,0-4-1,0 4-2,0-4-4,0 4-3,0-4-1,0 2-2,0-3-1,6-2 0,-6 3 0,0 1 0,8-1 0,-8 0 0,6 1 0,-6 3 0,0-4 0,6 1 0,-6 3 0,6 0 0,1-4 0,-7 4 1,7 0 2,-1 0 1,7 0 2,-7 0 0,8 0 0,-2 0 1,2 0-3,5-4 0,-5 1-2,6 3 2,5-5 0,-5 3 3,0-2 4,6 0 0,-1 0 2,1 1 2,0-5 1,1 4-2,-1 2 0,6-4 0,1 0-1,-1 3-2,1-2-3,-1 2-1,7 3-2,-5-4-1,4 4-1,1-4 1,0 4-2,1 0-1,-8 0-1,7 0 1,0-4 0,7 4-1,-7 0 3,0-2 1,7 2 0,-1-5-2,1 5 2,-7 0-2,7-3 0,-1 3-1,1-4 0,-1 4 1,-6-4-2,7 4 1,-7 0 0,1 0-1,-8 4-1,1-4 1,-1 4 0,1-1-1,-7 2-10,0 1-16,-7 2-25,1 0-60,0-1-29,-7 3-16</inkml:trace>
  <inkml:trace contextRef="#ctx0" brushRef="#br0" timeOffset="146120.3245">16231 12903 124,'-20'-4'125,"0"-4"-45,1 5-17,6-1-10,-6 0-5,5 0-1,2 4 4,-2-3 2,2 3-3,5-4-2,1 4-6,6 0-7,-7 0-9,14 0-10,-7 4-4,6-1-5,7 1-2,0 4 0,0 0 0,7 1-2,-1-1 1,7 4 2,0-1 1,0-1 2,7 1 3,-1 0 4,1 1 1,13-2 2,-1-3 1,1-3 4,6 0 0,6 0-1,7-4 0,8 0-2,-2-4-1,8-4-6,-2 1-3,2 0-4,6 0-2,-8-4 2,8 0 1,0-1-1,-7 2 0,1 3 0,-1-5 0,0 4-4,-7 2 0,-5 3-1,-1-2-1,-12 2 0,4 3 0,-11 0 0,-1 0-2,2 3 2,-9 2 3,2-2-1,-1 3 2,0-2 2,0 0 2,-7 4 2,8-1 1,-8-3 1,7 3 0,0-4-1,-6 1 1,6 1-4,0-2-1,0-3-2,-7 3-1,8-3-1,-7 0-1,-7 0-1,6 0 0,-5 0 0,-2 0 1,1 0 0,-6-3-1,0 3 0,-1 0 0,1-3 0,-8 3-1,2-5 1,-1 5 1,-7 0-1,1 0 0,-1 0 4,-6 0 10,7 0 10,-7 0 8,0 0 1,-7 0 3,1 0-1,-7 0-11,0 5-9,-7-2-9,0 0-4,-12 5-1,-1-1-3,-6 1 0,-7 2 0,1 1-1,-14 0-4,1 1 1,-7 5 2,-7-3 0,-6 6 0,-1-2 0,-5 0 2,-7 1-1,0-2-3,-8 2-2,2-4 3,-7 3 2,6-7 0,-6 4 1,-8-4 0,9-4 0,-9 1-2,-4-1-4,5-4 5,0-3 0,1 0 1,-1 0 1,-1 0 0,9-3 0,-2 3-2,1-4-1,6 4 2,7 0 1,0 0 0,6 4 0,6-4 3,8 3 0,6 2-1,6 1-1,7-2 3,7-4 0,5 4-1,8-1 0,5-3-1,8 4-2,0-4 0,6 0-1,13 0-1,-6 0 0,12 0 1,7 0 0,6-4 0,0 1 0,8-5 0,5 4 0,8-3 0,5-3 0,7-2 3,7 2 2,0-6 0,6 6 0,6-5 2,8 1-4,6-1-2,-1 3 0,7-2 4,0 3-1,8 0-1,-2 4 3,7 4 0,7-5 0,0 8-4,-1 0-2,-5 0 3,5 4 2,1 3-1,0-3-1,-7 3 3,1 0 1,-7 1-4,-1-1 0,-6-4-3,-6 4 1,0-7 1,-13 4 0,-1-4 1,-6 0-1,-6 0 3,-7 0-4,0-4 0,-6 4 0,-7 0 0,-6 0-1,-7 0 0,-1 4 0,-5-4 0,0 4-1,-7 0-1,-7-1 3,1 1-1,-7 4 2,0-1 2,-13 0-1,0 4 2,-7 0 0,-12 1-1,-7-2-2,-7 1 1,-7-3 2,-12-1-2,-12-4 0,-8-3-1,-19 0 0,-1-3-4,-12-4 1,-7 3 0,-6-4-1,0-2 0,-7 3-1,0-2 5,0 6-2,1 0-1,5-1 1,7 4 0,0 0 1,7 4-2,7-1 0,5 5-1,14-1 4,6 0 1,7 0 1,19 1 0,1-1 0,19 0-3,-1-2-1,14-3-4,13 2-1,7 0-1,6 0-1,12-4 2,8 0 4,13 0 2,6-4 2,13 0 0,7-2-1,12 1-2,8-5-3,6 2-4,6 1 0,13-4-3,1-1-19,5 6-23,7-2-33,0 2-42,7 1-58,0 5-81,0 5-23,-1 1-1,-5 5 21</inkml:trace>
  <inkml:trace contextRef="#ctx0" brushRef="#br0" timeOffset="148178.3666">15071 4872 105,'-13'0'146,"-7"-4"-40,1 4-49,-7-3-25,6 3-10,1 0-7,-1 0 1,8-4 6,-2 4 11,1 0 14,0 0 4,6 0 5,1 0 0,0 0-8,-1 4-14,7-4-16,0 0-7,0 0-5,-7 0-5,7 0-1,0 0 3,7 0-2,-7 3-1,0-3-1,0 4 0,7 0 0,-1 0-1,-6 2 0,6-1 2,1 2 0,-1 0 0,8 1 1,-8-1-1,8 1-1,-2-2 1,1 2 2,7-1 1,0 1 1,-1-1 2,7 4-1,-6-4-1,6 4 0,6 0-2,-5-3-1,-2 2 1,1-3 0,0 5 1,0-4 0,1-2 1,-8-2-1,7 3 1,-13-3 1,6-4-1,-5 4 0,-2-4 0,-4 4 0,4-4-2,-5 0 1,-7 0-1,6 0-2,-6 2-3,-6-2-10,-1 5-14,1 2-26,-8 4-36,2 0-43,-8 0-46,7 3-14,-7 1 2</inkml:trace>
  <inkml:trace contextRef="#ctx0" brushRef="#br0" timeOffset="149686.5716">17000 12045 21,'-7'0'143,"1"-4"-40,-1 2-25,1-3-6,-1 1-9,7 1-9,-6 3-9,6-4-7,-6 0-2,6 1-10,-8 3-12,8-4-5,0 4-5,0-4-4,0 4 0,8 0-4,-2 0-13,0 0-28,7 0-42,0 0-49,0 0-25,1-3-11</inkml:trace>
  <inkml:trace contextRef="#ctx0" brushRef="#br0" timeOffset="162212.084">21861 11932 37,'-13'-4'69,"7"-3"-16,-8 7-8,1-3-14,0-2-6,0 5-3,7-4 4,-8 1 3,8 0-2,-8-2-1,8 2-4,0-1 0,-1-3-7,1-1-5,6-2-3,-7-1-2,7 3 0,0-3 0,-6 4 0,6 0 1,0-1-1,0 5 1,0-1-2,0 0-1,0 4-2,0 0-8,0 0-39,0 4-53,0 0-28,-7 3-14</inkml:trace>
  <inkml:trace contextRef="#ctx0" brushRef="#br0" timeOffset="163090.152">21268 11617 180,'-7'0'191,"-6"0"-27,1 4-22,-2-4-18,-6 3-23,1 3-16,-7 3-13,0 2-12,-7 3-8,7 1-6,-6 3-6,-1 0-2,7 1-4,0-2-4,7 3-4,5-2-7,2 0-5,5-3-3,7-1-4,7 1-2,-1 0-1,14-5 1,-1 1 1,7-3-1,6-5 0,8 2 0,-7-2-1,12 0-2,-6 6-1,0-3 1,-6 2 0,-1 3-1,1 0 0,-7-1-1,-7 5 0,1-1 1,-14 5 1,-6-4 0,-6 6 0,-7 2 2,-7-1 0,-6 3-1,-6 0-2,5 2 0,-5-6-7,6 2-28,7-4-52,5-9-95,2-3-65,5-7-37,7-7-13,7-8 18</inkml:trace>
  <inkml:trace contextRef="#ctx0" brushRef="#br0" timeOffset="163281.8008">21672 11866 246,'12'-11'272,"-4"3"11,-2 1-71,7 0-70,-7 3-53,7 1-38,-6-1-24,5 4-13,2 0-6,6 0-4,-1 0-8,1 4-20,0-1-14,5 1-36,-5 3-85,6 0-65,-6 1-28,-8-1-1,1 3 3</inkml:trace>
  <inkml:trace contextRef="#ctx0" brushRef="#br0" timeOffset="163454.043">21828 12045 148,'-20'0'291,"8"0"54,-8 0 27,7-4-56,7 4-44,-2-2-42,2 2-43,6-5-52,0 1-53,14 1-37,-2 3-18,8-8-9,6 5-8,7 3-9,-1 0-39,1 3-62,6 5-75,-7-1-90,8 7-105,-1-2-49,-7-1 8,1 0 44,-1 0 63</inkml:trace>
  <inkml:trace contextRef="#ctx0" brushRef="#br0" timeOffset="164474.6391">22864 11635 91,'-6'-5'200,"-1"3"-2,7-5-39,-6 3-28,-1 0-23,7 0-22,-7 0-23,7 0-21,0 4-9,0-3-6,0 3-3,7-4-3,0 4-5,-1-2 0,-6 2-3,7-5-1,-1 5-5,0 0 2,-6 0 2,8 0 2,-2 0 3,-6 0 1,6 5 2,-6-5 1,6 0 2,-6 2-1,0-2 0,0 0-1,0 4 0,0-4-2,0 0-4,0 0-1,0 0-2,0 0-1,0 0 1,0 0 0,0 0-1,0 0 0,0 0-2,0 0-1,8 0-2,-8 0-1,0-4-3,0 4 1,0 0 0,0 0-1,0 0 0,0 0 0,0-2-1,0 2 0,0 0 0,0 0 1,0 0 0,0 0 1,0 0-2,0 0 1,0 0 0,0 0 0,0 0-1,0 0 0,0 0 2,0 0-3,0 0-9,0 0-23,0 0-25,0 0-28,0 0-36,6 0-46,-6-5-64,6 5-25,-6 0 3,7-3 14</inkml:trace>
  <inkml:trace contextRef="#ctx0" brushRef="#br0" timeOffset="164832.4256">23157 11301 151,'-6'-3'227,"-1"-1"23,1 4-67,-1 0-43,1 0-34,0 4-21,-2 3-16,2 9-14,0 1-8,6 9-5,-7 3-4,0 8-4,7 4-10,0 2-5,0 5-7,0-1-3,7-3-4,0 4-3,-1-4-9,8-4-26,-2-3-42,1-4-70,0-4-85,6-7-43,1-10-14,-6-6 11</inkml:trace>
  <inkml:trace contextRef="#ctx0" brushRef="#br0" timeOffset="165041.8256">23405 11576 50,'-6'-14'255,"-1"-1"40,0 4 33,7 1-83,-6 2-52,6 0-44,0 5-31,6-1-30,1 1-23,12-1-10,7 0-2,1 1-3,5 3-8,7 0-6,7 7-18,6-3-47,-6 3-45,6 4-57,-7-3-65,8-2-105,-15 2-48,8-8 7,-13 0 23,-1-4 44</inkml:trace>
  <inkml:trace contextRef="#ctx0" brushRef="#br0" timeOffset="165220.5224">23881 11225 131,'-20'-8'238,"0"1"17,8 7-44,-8 4-50,7 7-27,-1 7-24,2 4-14,6 11-4,-1 7-11,0 4-14,1 8-12,6 6-13,6 1-28,1 3-72,6 1-117,7-5-87,-1-3-47,1-8-24,6-7 0</inkml:trace>
  <inkml:trace contextRef="#ctx0" brushRef="#br0" timeOffset="165779.9148">24311 11778 120,'-6'-4'299,"-2"1"53,2-1 42,0 0-91,-1 0-47,1 1-41,-1-2-45,0 5-48,1-3-39,0 3-29,6-3-23,0 3-14,0-8-6,0 1-7,12-4-6,2-7-18,-1-4-20,7-7-23,-2-4-18,2 0-14,0-8-5,-1 5 13,1-4 20,0 3 19,-7 0 19,-1 4 22,2 8 27,-8 3 17,0 3 11,1 4 6,-7 8 6,7 3 5,-7 8-5,0 8 9,0 2 24,0 3 20,0 10 17,0 2 3,0 5-2,6 3-13,1-1-31,-1 0-22,7-3-18,0 0-17,7-4-11,-7-3-6,6 0-2,8-8 0,-8-4-4,7-2 1,0-5 2,0-7-2,7-7-1,-7-5-2,0-5-1,0-9-4,0-7 0,0-4-4,-6-3-4,0-4-3,-8-8 0,1 1 3,0 4 0,-6-5 3,-1 8 6,1 0 8,-7 7 12,0 4 26,0 7 26,0 5 17,0 5 6,0 3 1,0 2-8,7 4-26,-1 2-26,6 3-18,8 2-11,0 0-1,13 0-4,-1 0-2,7 0-1,7 2-17,6-2-55,6 5-86,1-3-86,-7 3-88,7 2-84,-14 1-86,1 1-36,-7 7 33,-13-1 62,-6-1 74</inkml:trace>
  <inkml:trace contextRef="#ctx0" brushRef="#br0" timeOffset="166106.3861">25444 11294 170,'-12'-4'281,"-2"4"28,1-4-13,0 4-90,0-2-51,7 4-46,-8-2-34,8 4-26,-7 4-19,0 3-11,7 3-5,-7 1-2,-1 7-3,2 0-2,5 1-1,0 2-1,1 0-2,0-2-1,12-1-3,0-4-1,1 0-2,0-7 1,5 4-1,2-8-1,-1 4 3,-7-4-1,7-2 2,-6 1-1,-1 1 1,-6 5 1,0-1 0,0 0 3,-6 7 1,-7 1 0,0-2-2,-7 5 1,1 0 0,-7 0-1,6 1-2,-7-2-1,9-2-8,-9-1-28,7-3-48,1-4-85,6-5-92,0-6-47,0-3-16,6-8 13</inkml:trace>
  <inkml:trace contextRef="#ctx0" brushRef="#br0" timeOffset="166276.6679">25353 11323 172,'20'-18'282,"-1"-1"15,1 9 12,-7-1-130,6 3-72,7 5-41,-6-1-22,7 4-16,5 0-12,-7 7-11,1 1-18,7-1-24,-7 5-36,0 2-49,1 3-87,-7 3-50,-2 2-17,-4 0 7,-8 4 26</inkml:trace>
  <inkml:trace contextRef="#ctx0" brushRef="#br0" timeOffset="166626.2869">23314 12166 44,'-13'4'227,"0"-1"11,6 1 6,1-1-105,6-3-49,6 0-22,7 0-5,7-3 7,6-1 21,6 1 20,14-1 25,6-2 29,7 1 22,12-2 18,8 0 3,6-1-3,6 1-12,0-1-15,13 2-22,1 1-27,5 5-24,7 0-19,1 5-21,-1 1-37,7 5-75,-7 1-105,-6 2-109,-7-3-103,-6 3-134,-7-3-61,-19 1 17,-7-1 76,-20-4 91</inkml:trace>
  <inkml:trace contextRef="#ctx0" brushRef="#br0" timeOffset="166988.3958">24102 12576 246,'-6'4'316,"6"-4"20,0-4 19,12 4-141,2-3-73,11 3-44,15 0-22,-1 3-18,7 5-18,5-1-12,2 4-10,-1 0-6,7 1-6,-14 2-3,1 4-2,-7 0-4,-7 1-2,-5-1 0,-15 4-1,-12-4 1,0 5 1,-12-6 4,-2 2 9,-5-4 19,-1-1 25,8-3 26,-8 0 21,7-4 16,6-3-2,1-1-9,-1 1-18,7 0-21,7-4-18,6 0-13,0-4-6,13 4-8,0-4-7,7 4-6,6-3-2,-1 3-30,8-4-76,0 4-93,0-3-115,-8 3-109,2-4-57,-7 4-5,-8-7 58,-11 3 86</inkml:trace>
  <inkml:trace contextRef="#ctx0" brushRef="#br0" timeOffset="167414.276">22649 11763 118,'0'-15'268,"-6"4"23,-8 8 11,1 3-116,1 11-60,-2 11-36,-5 8-29,6 9-14,0 16-8,0 4-7,6 7-8,-5 7-5,12 0-5,0 0-6,12 2-5,1-6 0,20-4 0,6-3 1,14-6-9,12-5-15,12-7-25,8-7-38,13-8-37,13-6-75,0-10-65,13-1-21,-1-8 5,7-8 25</inkml:trace>
  <inkml:trace contextRef="#ctx0" brushRef="#br0" timeOffset="167815.837">25692 11785 83,'13'-14'270,"0"-1"28,1 1 30,4 6-70,-4 0-39,-1 4-9,7 4 7,-2 4 18,-4 7 13,6 3-3,-7 9-12,6 6-26,-6 4-36,0 3-40,-6 5-41,-1 7-33,-12 7-23,-1 0-23,-12 7-28,-1 1-32,-13 3-49,-5-5-86,-9 1-97,-4 1-105,-1-5-111,-7-2-41,0-5 13,7-7 62,13-15 89</inkml:trace>
  <inkml:trace contextRef="#ctx0" brushRef="#br0" timeOffset="175861.9509">28083 11521 193,'7'0'214,"-7"0"9,0 0-89,0 8-44,7-1-27,-7 8-13,6 3-5,-6 5-5,0 6-3,7 0-5,-7 3-5,0 5-7,0 3-4,0 1-1,0-1-3,0 0-3,0-2-1,-7-2 0,7-3-2,-6-8-2,6 2-2,0-6-1,0-3 1,0-3 0,0-1 5,6-7 0,-6-3 0,0-4 3,7-4-1,-1-3-2,0-7-6,1-4 0,0-4 0,-1-4-1,8-4 1,-8-3 2,7 4 4,0-3 3,-7 1 7,7 2 9,-7 4 7,8 4 7,-1-2-1,-6 8 1,5 1-8,1-1-8,1 7-5,-2 5-10,8-1-4,-7 8-17,7-1-27,0 5-48,5 4-62,-5-3-90,6 7-47,0-1-13,0-4 14</inkml:trace>
  <inkml:trace contextRef="#ctx0" brushRef="#br0" timeOffset="176044.35">28839 11811 56,'7'-4'254,"-1"4"24,1 0 16,-7-4-91,6 4-56,1 0-41,6 0-27,0 4-24,7-4-14,-1 7-7,7 1-18,0-1-32,0 4-47,1 0-63,-8 0-97,0 3-55,1 1-25,-7 0 10,-13 0 33</inkml:trace>
  <inkml:trace contextRef="#ctx0" brushRef="#br0" timeOffset="176206.256">28878 12008 207,'-19'-3'277,"-1"-1"32,0-4-52,8 6-27,-1-2-39,0 0-33,6 4-39,1-4-27,6 4-28,6 0-27,7 0-16,7 4-15,0 4-41,12-6-64,-6 10-109,7-1-93,-1 3-48,-5-3-20,5 1 21</inkml:trace>
  <inkml:trace contextRef="#ctx0" brushRef="#br0" timeOffset="176960.8163">29843 11532 34,'0'-14'150,"0"-1"4,0 4-2,-7-1-12,1 5-12,-1 1-19,0-2-18,1 4-14,-6 0-16,4 4-12,-4 4-9,-8 4-4,7 2 1,-7 9 4,8 7 8,-8 11 10,-6 2 14,7 9 8,-1 11 2,0 7-5,1 7-5,-1 5-13,7 5-16,0 1-12,7 4-14,6-7-14,6-4-25,7-7-32,6-8-34,1-11-33,13-6-40,-1-8-42,1-6-47,6-12-30,0-4 1,0-8 16,-6-7 32</inkml:trace>
  <inkml:trace contextRef="#ctx0" brushRef="#br0" timeOffset="177237.2312">30325 11451 196,'0'-3'235,"0"-1"13,-6 8-69,-1-1-61,0 9-30,-6 3-19,0 7-12,0 4-4,1 3-8,-2 3-8,1 5-7,0 3-8,0 1-7,0-1-7,0 4-4,7-4-7,-1-3-19,0-8-34,7 0-48,0-6-79,0-9-57,0-7-28,7-7 2,0-4 25</inkml:trace>
  <inkml:trace contextRef="#ctx0" brushRef="#br0" timeOffset="177405.5483">30246 11543 5,'8'-11'226,"-2"5"19,0-6 15,7 8-76,-6 1-52,6-1-36,7 4-22,-1 0-15,7 0-13,0 0-12,6 4-11,1-4-9,7 7-11,-8-3-28,7 4-56,0-5-93,1 4-63,-8 0-34,1 1-13,-7-1 17</inkml:trace>
  <inkml:trace contextRef="#ctx0" brushRef="#br0" timeOffset="177918.2735">31022 11840 28,'-6'3'248,"0"-3"29,-2-3 20,2-1-81,6 1-48,-6-8-43,-1 3-32,7-3-25,-7-3-19,7-1-15,7-3-12,-7-4-7,7 0-7,-1-4-4,0 1-3,8-6-1,-1-1-1,0 3 0,0 3 1,-1 1-1,2-1 1,-8 7 1,8 1-1,-8 5 0,0 1 0,1 4 0,-1 5 1,-6-1 1,7 8 7,0 3 4,-1 1 7,-6 6 8,6 1 5,-6 7 0,7 0-3,0 7 1,-1-3-6,0-1-8,1 1-4,0 0-1,6-4-3,-7-1-4,8-6 3,-8 0 6,6-5 6,2 2 2,-1-9 5,0-3 0,0 0-4,7-7-6,-8-1-7,8-2-3,-1-5-4,-5-3-3,5-4-2,-6-5-3,6-2-7,-5 0-7,6-7-4,-8 0-2,1-1 3,1 0 0,-2 0 8,2 5 7,-2-2 6,8 5 3,-7 7 5,0 0 8,6 3 8,1 5 8,6 7 8,-7-1 6,8 8-2,-1 0-6,0 4-6,6 4-10,-5-1-11,-1 8-18,0-1-43,-1 4-60,1 0-70,-6 1-88,0-1-85,-1 5-31,-5-9 14,-2 5 45</inkml:trace>
  <inkml:trace contextRef="#ctx0" brushRef="#br0" timeOffset="178255.5045">31922 11510 1,'-8'0'187,"-4"0"18,6 0-37,-2 4-34,2-4-33,0 0-28,-1 4-21,1-1-19,-1 2-13,7 5-7,-7 1-6,1 0-2,0 3-2,0 1-1,-2 3 0,2-2 0,6 2-2,-6 0 2,6-3 0,-7 3 0,7 0-1,0 4 1,0-4 3,0 1 2,0-1 1,0-3 4,0-1 1,0 1 1,0-1 1,7-2-1,-7-5-1,0 3-3,6-6 0,-6 4-3,0-5-3,0 1-2,-6-4-11,-1 4-38,-6-4-60,0 0-73,0 0-40,-6-4-21,5-3-2</inkml:trace>
  <inkml:trace contextRef="#ctx0" brushRef="#br0" timeOffset="178416.5156">31922 11471 122,'12'-4'219,"8"0"13,-1 0-55,1 4-59,0 4-41,-1 0-28,1 2-25,0 1-39,-1 2-50,1 2-67,-2-1-54,9 1-30,-1-3-10</inkml:trace>
  <inkml:trace contextRef="#ctx0" brushRef="#br0" timeOffset="178768.1711">30357 11909 199,'-26'0'221,"7"0"6,-1-3-81,7 0-65,13 3-32,-6-5-13,12 5 0,1 0 10,6 0 18,7 5 14,6-5 19,6 3 14,7 0 8,6 1-1,14 1-7,0-2-6,13 4-11,6-3-16,7 7-13,12-4-14,-6 4-13,14 0-11,-1 4-12,7-5-5,-7 5-9,1-4-18,-8 5-43,-6-2-48,-6 1-53,-13-5-56,-7 5-70,-13-1-56,-7-3 3,-11 0 27,-15 1 42</inkml:trace>
  <inkml:trace contextRef="#ctx0" brushRef="#br0" timeOffset="179136.3768">30866 12438 156,'6'-8'263,"7"0"23,7 5-12,0-4-95,6-1-51,-1 5-35,9-1-26,-2 4-21,1 0-13,5 4-12,-5-1-8,-1 1-4,1 3-2,-7 0-2,-6 4-3,-7 0 5,-13 0-2,0 1-2,-13 2 3,-1-3-1,-4 1 1,-9-5 3,1 0 10,-6 0 27,5-3 48,1 0 65,6-1 48,8 1 22,-1-4 7,13 0-14,0 0-36,6 0-58,13-4-43,8 1-22,12-1-14,0 0-11,6-3-12,8 3-11,-1 1-29,0-2-61,6 3-77,1-2-93,-7 0-97,1 0-116,-1 4-64,-7-3 8,-6-5 48,1 2 79</inkml:trace>
  <inkml:trace contextRef="#ctx0" brushRef="#br0" timeOffset="179373.2005">32528 11609 233,'39'-4'315,"-7"-3"26,1 3 20,-7 8-131,6-1-66,-5 13-30,-1 2-6,-1 8-1,-5 6 5,-7 5 6,-6 11 8,-1 3 1,-6 4-11,-6 11-19,-8 0-19,-5 7-26,-7 8-30,-13 3-50,-7 1-98,-6 2-131,-7-2-168,0 0-88,-6-10-43,-6-5 6,6-11 73</inkml:trace>
  <inkml:trace contextRef="#ctx0" brushRef="#br0" timeOffset="179560.2996">32625 13140 638,'33'-3'761,"-7"-16"58,-7-2 21,1 2-19,-8 8-509,-4-1-388,-2 10-301,-6 2-239,-6 2-116,-8 10-32,-5-1 54,-7-3 156</inkml:trace>
  <inkml:trace contextRef="#ctx0" brushRef="#br0" timeOffset="183746.0956">16778 11847 122,'-7'-11'113,"7"4"-22,-6 0-14,0 3-9,-1 0-10,7 1-14,-6-1-9,6 4-11,-7-4-8,7 4-7,0-3-2,0 3 1,0-3-1,0 3 3,0-4 0,0 4-1,0-4 0,0 4-4,7 0 0,-7-4-4,6 4 1,-6 4-4,7 0-14,-1 0-31,0 2-50,1-2-45,0 7-25,-1-3-11</inkml:trace>
  <inkml:trace contextRef="#ctx0" brushRef="#br0" timeOffset="184488.6115">22349 12884 54,'6'7'119,"-6"1"-39,8-2-32,-2 2-20,7 0-7,-6-4-7,-1 3-2,7-3 5,-7-1 10,8-3 11,-2 3 14,-5-3 12,6 4 10,-6-4 8,6 5 4,0-2 4,-7 0 3,8 5 6,-8-1 6,7 4 1,0 3 5,0 1 1,7-1 1,-1 6 4,7-3 4,6 2 3,8 0-3,-1-2-4,13 2-8,7-1-11,6 1-16,6-5-15,1 1-15,6-5-12,7 2-9,0-5-11,-1 0-4,-5 1-4,6-1 0,-8-3 2,2 4 12,-2-6 41,2 6 38,-8-4 24,-5-1 21,6 1 12,-7 0-8,0 0-38,0 3-36,-7-4-26,1 4-19,-6-3-20,-1 0-7,-7 4-3,-6-5-1,1 0 1,-8-3-3,-6 0 3,-7 5-4,1-5 1,-7-5-1,-6 5-3,-7-3 0,0-4-5,-7 3-7,1-4-17,-7-2-43,-1 3-64,2-5-79,-2 5-85,-5-1-92,6 1-97,-6 0-53,-1 4 14,7-5 52,0 1 77</inkml:trace>
  <inkml:trace contextRef="#ctx0" brushRef="#br0" timeOffset="185507.4507">18348 11833 104,'-13'0'159,"1"3"-50,5-3-28,-6 4-15,7-1-17,-1 5-12,0-4-9,1 7-4,6-5-3,0 2-4,0-1 2,6-3 2,1 3 7,6-7 6,0 0 1,6-3 1,8-5-2,-1 1-7,6-4-8,1 0-6,-1 0-7,7 4-15,1 3-46,-1 1-85,0 3-44,-1 3-25,2 1-12</inkml:trace>
  <inkml:trace contextRef="#ctx0" brushRef="#br0" timeOffset="186338.6324">30305 12994 19,'7'7'222,"0"-3"24,-1 0 15,0-4-94,1 3-46,-7 1-22,7-4-16,5 3-6,-5 2 4,6-3 6,6 2 8,7 4 6,7-5 4,-1 9-9,8-5-10,12 5-12,0-2-14,1 5-14,5-1-16,1 1-9,-8-1-10,8 1-4,-7-4-4,1 4-1,-8 0-3,7-4 1,-6 0 0,-7 0 2,0-1-2,0 2-2,-7-5-2,-5 1-7,-1-2-15,-13 2-12,6-1-10,-12-3-15,-7 0-21,0-2-22,-7 3-25,-12-2-29,0-3-54,-8 0-67,-5 0-20,-7 0 5,-7-3 26</inkml:trace>
  <inkml:trace contextRef="#ctx0" brushRef="#br0" timeOffset="187483.5549">16876 12913 129,'-6'0'165,"-2"0"-46,2 0-20,0 0-9,-1-4-4,1 4-1,6 0-5,-7-4-12,7 4-12,-6 0-10,6 0-11,0 0-8,6 0-7,1-2-4,-7 2 2,13 0-2,-7-4-2,8 4-2,-2 0-3,2 0-3,-2 4-3,8-4-1,-7 2-1,7 2-2,-1 0-3,-6 0-16,6 4-20,1-5-29,0 5-43,-1-2-53,1-2-48,0 1-11,6 1 7</inkml:trace>
  <inkml:trace contextRef="#ctx0" brushRef="#br0" timeOffset="188217.0327">23360 12921 36,'12'15'244,"1"-5"18,1-2 10,-8-1-79,0 0-66,1 5-29,0-2-19,-1 1 0,7 4 7,0-1 6,6 2 6,1 1 14,13 2 15,-7 3 13,13-4 7,0 0 1,7 1-6,6-2-8,7 0-16,6-3-23,0 1-19,13-5-15,-6-3-15,13 5-20,0-5-23,-2 1-55,9-2-80,-1-2-89,-6 0-100,6-1-123,-12 1-53,-8-4 13,-6-4 55,0 1 79</inkml:trace>
  <inkml:trace contextRef="#ctx0" brushRef="#br0" timeOffset="189467.5156">30651 13426 10,'13'4'244,"-7"-8"44,8-4 38,-8 2-70,0-5-50,0 3-33,8-3-42,-1 4-42,-6 0-36,12-1-23,-6 5-13,6-4-8,1 3-4,6 1-2,-7-1-1,8 4-1,-8-5 0,8 5-1,-8 0 0,0 5-1,-6-5-13,7 7-38,-14-3-47,-6 3-68,0 4-98,-12-4-51,-8 0-17,-13 0 23,-6-3 37</inkml:trace>
  <inkml:trace contextRef="#ctx0" brushRef="#br0" timeOffset="190255.9122">18427 12990 132,'-7'4'210,"-6"-1"20,7-3-60,-1-3-39,1 3-20,6 0-14,0-4-12,0 1-15,0 3-11,0-4-1,0 1-1,6 3 3,1-4 1,6 4-1,0-4-4,-1 4-13,8-4-11,0 4-11,-1 4-9,7 0-8,0 0-8,7-1-28,-1 4-39,-5 0-51,5 1-77,1 3-77,-7-3-37,0-6 4,-6 2 26</inkml:trace>
  <inkml:trace contextRef="#ctx0" brushRef="#br0" timeOffset="191608.4917">25112 15951 69,'0'-26'247,"-6"0"39,6 1 46,-7-1-73,1 4-29,-1 4-12,0 3-18,-5 4-32,-8 7-40,-6 4-36,-13 12-34,-7 9-28,-12 13-17,-8 5-11,-12 13-8,0 7-35,-7-1-46,-6 5-50,7-2-42,5-1-40,8-10-37,12-6-38,7-10-15,19-12 18,21-15 30,4-7 31</inkml:trace>
  <inkml:trace contextRef="#ctx0" brushRef="#br0" timeOffset="191868.3438">24487 15558 212,'0'-18'276,"-7"-1"15,-6 9-20,0 6-114,-6 8-53,-8 11-26,-5 10-9,-1 8 4,-13 15 0,1 10 4,-7 5-1,-7 14 0,0-1-11,1 5-12,6-4-10,0 0-11,19-7-7,1-8-8,12-6-5,14-13-3,6-7-2,6-11 1,20-6-2,7-8 0,5-7-1,15-11-4,12-1 0,0-6 1,7-5 1,6 2-5,7 2-30,-7 0-53,0 8-78,0 3-125,0 4-66,-12 7-32,-1 4 10,-13 0 46</inkml:trace>
  <inkml:trace contextRef="#ctx0" brushRef="#br0" timeOffset="192060.2758">26123 16734 267,'57'-7'693,"-11"-8"95,-13-10 47,-13-1 12,-8 1-199,-5 6-400,-7 9-283,0 2-247,0 8-199,-7 0-180,7 8-72,0 2 20,0-3 82,0 1 140</inkml:trace>
  <inkml:trace contextRef="#ctx0" brushRef="#br0" timeOffset="195546.2595">15195 4095 164,'-7'-18'204,"1"0"16,-7 0-84,-1-1-37,2 5-12,6-1-4,-8-4-10,1 5 0,0-1 7,0 1 6,0 3-1,0-4 2,-7 1 6,7 3-1,-6 3-9,-8 4-14,8 4-8,-7 12-9,-6 5-14,5 13-13,-5 10-11,-7 11-7,7 8 1,-8 7-2,7 7-1,1 7-2,-1 5 1,1 0 2,6 2-5,7 5 5,5-3 7,2-2 6,12 1 8,0-4 5,18-3 2,2-1-2,7-6-8,11-9-4,1-2-5,14-12-3,-1-8 1,13-9 2,0-8 3,6-11-2,8-8-3,0-11 0,4-8-5,-4-5-5,6-5-6,-7-12 1,0-2 2,-6-5-1,0-5 3,-7-10 4,-6 1 1,-8-7 0,-5-5-3,-13 2 0,-7-8-7,-6-4-5,-14 0-21,-12-8-24,-8 1-32,-12-7-26,-13-5-19,-13 1-6,-13 0 12,-20-1 19,-6 16 28,-13 7 29,-7 18 26,-13 22 16,-6 15 9,-14 26 4,8 17 1,-1 19 1,7 14-4,18 8-2,9 8 0,18-1 0,13 3-4,14-2-33,12-1-44,19-10-55,15-5-82,18-3-49,8-3-24,11-13 15</inkml:trace>
  <inkml:trace contextRef="#ctx0" brushRef="#br0" timeOffset="199840.5231">9409 16613 76,'-20'-18'72,"1"0"1,5 3 2,2 1 0,-8 3 0,7-1-13,7 2-10,-8 3-7,2 3-10,4 0-9,2 4-9,0 0-4,-1 8-5,1 2-1,6 9 0,-7 3-1,7 10 1,0 13-2,0 6 0,0 15-4,0 7-3,0 12-3,-6 6 5,6 11 0,0 9-1,0 5-1,-7 5 2,7 0 4,0 4-3,0 0-2,0 0-2,0-9-1,7-7 1,-1-5-6,1-9-8,6-14-15,-1-8-24,8-10-41,0-12-43,-1-8-21,1-10-5</inkml:trace>
  <inkml:trace contextRef="#ctx0" brushRef="#br0" timeOffset="202913.5652">9102 16727 80,'-13'-18'141,"0"3"-54,1 1-26,-2-1-14,1 4-7,6 3-6,7-2-8,0 3-7,0-1-4,14 0-2,-2 5 0,8-5 0,6 5 0,7-1-2,12-3-1,1 3-1,7 4-3,5 0-1,14 0-4,-1 4 2,8-1 1,-2 1 2,14 3 0,1 1-1,6 3 0,0 0 1,5 3-2,9-2-2,-1 3 4,5-1 3,2 4 2,5-7 1,2 4 0,-1-1 1,6-2 0,0-6-2,0-2 1,1-4-2,-1-4 1,7-2-3,-7-9-5,-6 0 2,6-3 1,-6-4 0,-1 0-2,1 1-1,1-2 2,-15 4-5,7 5 0,-13-1 0,1 4 1,-7 8 1,-1 3 1,-6 3 0,-6 4-3,0 8-1,0 0 1,-7 3 0,0 4-2,-6-3 3,6 3 2,-6-4 3,-7-4-2,7 1 2,-1-8 2,-6 1-1,8-8-1,-8-4-1,0 0-1,0-3-2,0-1 0,-7 1-1,1 0-1,-7 4 0,7-1 2,-7 0-1,0 4 0,7 0 1,-7 4 2,7 0-4,6-4-1,0 3 0,0-3-2,6 0-2,8-3-2,-1-1-2,0 0-6,7-7-9,0 3-4,0-2-6,-1-1-1,1 1 0,0-2 5,-1 1 7,-6 0 8,1 0 7,-8 3 4,1 5 4,0-4 3,-7 3-1,0 0 5,-7 4-2,1 0 4,0-4 5,-1 4 6,-5 0 8,-2-3 5,2-1 10,-7 1 4,5-2 4,-5 3 1,-1-6 0,8 4-2,-7-3-4,-1 3-5,8 0-5,-8 2-4,1 2-7,6 2-5,-7-2-6,8 8-4,-2-4-4,1 3-3,7 1-3,-6-1 0,5-4 0,1 1-1,0-1 1,-1-3 1,1 0 1,-1-3 0,8-1 1,-7 1-2,6-4 1,-7 3-2,7-4 1,0 5 0,0-1-1,0-4-1,0 6-1,0-3 1,8 2 2,-8-1 1,13 1 0,-6-5 0,5 4 1,2 1 0,0-4-4,-2 7-2,2-5 0,-2 3 1,2-3-1,-8 1 2,2 1 1,-2 3 1,-6-4 1,0 1 0,0-1 0,-6-3-1,-1 3 0,1 0-1,-6 1 0,5-2-1,-13 3 1,8 2 0,-7-4 0,-1 4 1,1 0 1,-1 4 1,1-4 3,-1 0 1,2 2 5,-2-2 3,7 5 2,-7-5 3,1 3 0,-1-3 0,1 4 0,7-4-1,-8 4-1,7-4 0,1 3-2,-2-3-3,2 0-1,-1 0-1,-1 0-4,8 0 2,-6-3-2,5 3-1,7-4-2,-6 0-1,6-4 0,0 6-5,1-2 1,-1-4 2,0 5-1,0-1-2,-6 4 0,0 0 0,-1 0 2,-6 4-1,0-1 2,0 1 2,-6 4-2,6-1 1,-6 4-2,-7-4 0,6 0-1,-5 4 0,5-4 1,-5-2-1,-1 2 1,-1-4 0,8-3 0,-7 4 0,-6-4 1,6 0-1,-1-4-1,2 4 0,-1-3-2,0-1 2,1 1 1,-2-2 0,8 5 3,0-2-2,-8 2 1,9 0-2,-2 2-2,-6 3-3,0-5-2,0 7 0,-6-4 0,5 5-2,-11-1 1,-1 0 1,0 0 2,-6-3 0,-7 4 3,0-5 1,0 1 2,-7 0 0,0-4 4,2 4 3,-8-4 3,0 2 0,0-2 0,-8 5 0,8-5-3,-6 0-3,6 3-1,0-3-2,0 0-1,-6 4-1,6-4 0,0 3 0,0-3 4,0 4 13,0 4 11,6-1 9,-6 4 11,0 0 12,6 8 3,-6-4-5,0 6-4,8 1-6,-8 3-9,6 1-6,-6 3-9,6 4-7,1 0-7,-7 3-1,6 2-2,1-1-2,-1-1 2,1 4 1,-1 5 2,8-2 4,-8 1 1,0 3 1,1 5 0,0-4 0,-1 3-2,0 4-5,1 0-2,-7 0-4,6 0-2,1-1-2,0 1 0,-7-3-2,0-2-3,6-2 0,-6 4 5,0-4 1,0 0 0,0-5 0,-6 1 2,-1 0 0,0-4-5,1 2 0,-1-6-1,-5 0 2,5 1-3,-6-8 3,0 4 0,0-4 0,0-4 0,6 1-2,-6 1 2,1-5 0,4 3 0,-4-4-2,5 2 2,1-5 0,-1 4-1,1-1 1,-1-1-2,7 2 1,-6 3-2,-1 0-2,7 2-6,-7 6-4,1 0-8,6-1-4,-6 5-5,-1-5-2,7-3 1,-7-2 2,1-2 5,0-6 5,-1-5 0,1-3 3,-1 0 4,0-6 3,1-5 1,0-5 2,-2-2 2,-4-1 4,6 1 1,-1-1 0,-6 2 2,6-5 0,1 3 1,-8 2-3,8-2 1,-7 1 0,0 3 1,7-3 1,-14 3 1,7 0-1,0 1-3,-6-1-10,-1-1-16,1 3-13,-7 2-11,-1 0-8,-5 0-4,6-4 9,-13 4 10,6 4 12,-6-4 10,-7 0 9,8 0 6,-15 0 2,7 2 4,-5-2 0,-2 5-1,-5-1-1,-1-1 1,6 1 1,-12 0 1,7-1 1,-1 1-3,0-4-3,-6 0-7,0 0-10,0-4-14,0 1-10,0-1-10,-1-7-7,-5 4-1,0 0 4,6-1 11,-8 0 9,2 1 6,-8 3 5,8-3-2,-8 4 0,2-1-10,-2 0-4,-6 4 1,8-4 4,-8 1 12,0-1 8,-6 0 10,6-2 9,-7-2 7,1 1 2,-6-1-1,5-3 2,-5 4-2,-1 0 0,1-4-3,-2 3-3,2-2-8,-1 3-17,1-5-10,-2 1-10,2 3-5,-1-2 2,7-1 12,-6-1 17,-1 5 19,-1-7 16,2 3 13,-1 0 8,1-1 5,-2 2 4,2-2 1,-1 3-4,1-3-1,-1 1-5,0 3-5,0-3-5,1 8-4,-1-5-3,1 1-1,-8 3 6,7 1 4,1-1 3,-2 4 1,2 0 1,-1-3-3,7 3-5,0 3-6,0-3-5,6 0-2,0 0-5,1 4-1,-1-1-5,0-3-2,0 4-5,-6 0-1,6-1-5,1 5-2,-7-5-2,0 4-5,-1 1-3,1-1-3,0 5-3,0-4-1,0 1 3,-1-1 6,1 4 6,0-5 5,0 0 7,6 0 10,-6 0 6,6-3 4,0 0 4,0-1 2,7 1 1,-7-4-6,7 4-4,6-4-6,-5 3-6,4 1-1,8-4 0,-6 3-2,6 1 0,-1 4 0,-5-1 1,6 3-1,0-2-2,-8 7 1,8-3 6,-6 5 7,-1 2 11,0 6 10,-5-2 10,4 2 10,-4 0 4,5-2 3,-6 2-5,-1 1-8,2 2-7,4-1-9,-4-13-9,4-14-7,2 0-5,-1 0-2,1 0-2,6 0-2,-1 0 0,1 0-2,7 0 1,-1 0-1,0 0-2,7 0-2,-7 0 1,1 0-3,-1 0-2,7 0-3,-6 0-5,5 0-3,-5 0-1,5 0 4,-6 0 3,8 0 3,-1 0 6,-7 0 4,6 0 0,2 0 2,5 0-2,-6 0 0,0 0 1,0 0-1,-1 0 2,2 0 0,5 0-1,-7 0 2,8 0 0,-7 0-1,7 0 0,-1 0-1,-7 0 2,8 0 0,-1 0-1,-5 0 4,-2 0 8,1 0 8,-1 0 8,2 0 13,-8 0 16,1-11 13,-1-25 11,6 3 9,-5 4 6,-1-1-2,8 1-8,-8 6-12,6 2-14,1-1-15,1 4-14,5 2-3,0 3-2,0 1 1,8 1 1,-1 1 0,-1-2 1,1 5-7,7-1-4,-1 1-5,1 0-6,-1 0-3,7 3-2,0-3 0,6 3-1,1-3 0,-1 3 0,0 1-2,7-4 0,1 3-1,-2 0-1,8 0-6,0 4-17,-2-3-25,8 3-18,-6 0-13,6 0-6,0 0 0,0 3 15,-6 1 23,6 0 20,0 0 11,0-2 6,0 6 4,-7-4-10,7 3-20,0 4-26,0-4-34,0 4-40,0 0-62,7 4-70,-1-1-19,0 1 3,8 3 24</inkml:trace>
  <inkml:trace contextRef="#ctx0" brushRef="#br0" timeOffset="215759.731">17228 1110 42,'-20'-19'117,"0"1"9,8 0-14,-8 0-8,1-1-11,5 2 2,-5-3 1,0 3 0,5 2 1,1 0 0,1 0 2,-2 5-6,8 2-2,0-3-7,-2 7-9,2 0-10,0-2-14,6 6-17,-7-4-14,7 4-8,0 4-7,0 0-5,0 2-3,0 2 0,0 3-1,0 0-3,7-1 0,-1-2-9,0-1-6,8 1-13,-8-1-11,8 1-6,-2-5-10,8 0-6,-7 1-6,7 0 1,-8-1-1,8 5-10,-1-1-8,-5 4-9,5 0-17,-6 3-37,0 5-30,1-1-6,-2 1 10</inkml:trace>
  <inkml:trace contextRef="#ctx0" brushRef="#br0" timeOffset="216003.966">16935 1392 112,'-14'-4'194,"8"4"-30,-1 0-19,1 0-24,0 0-24,-1 0-26,7 0-21,0 0-21,-7 4-11,7 4-6,0 2-3,0 5-5,7 3-3,-7 4-13,0 0-29,7 4-51,-1-4-72,0 0-39,1 0-18,6-7 1</inkml:trace>
  <inkml:trace contextRef="#ctx0" brushRef="#br0" timeOffset="216344.4255">17280 1344 98,'6'-11'188,"1"5"-24,-7-3-32,7 6-25,-7-2-19,-7 5-21,7 0-18,-7 0-13,7 8-9,-6 1-7,-7-3-7,7 8-5,-2-2-4,2 2-1,-6 1-4,5-1-3,7-2-10,-7-1-5,7-5-6,0 2-5,7-4-1,-7-4 3,7 0 2,-1-4 6,0 1 8,-6-4 5,6-1 4,2 1 3,4-1 1,-12 2 1,7 1 1,-1 2-1,1-1-1,0 4 4,-1-3 2,7 3 2,-6 3 1,5-3 0,8 0 2,-1 4-6,1-4-3,6 3-1,1-3 0,5-3 0,1 3-1,5-7-3,-5-1-25,7 1-37,-2-4-63,-5-4-44,-1-2-21,1-2-7</inkml:trace>
  <inkml:trace contextRef="#ctx0" brushRef="#br0" timeOffset="216493.3398">17977 1088 98,'0'0'159,"-6"0"-20,-1 7-21,1 8-13,-1 3-13,0 0-12,-5 8-11,6-1-12,-2 4-10,2 1-14,0-1-10,6 1-7,6-4-5,0-1-6,2-3-13,4-4-33,1-3-64,0-5-67,0 2-37,-7-7-18,2-5 0</inkml:trace>
  <inkml:trace contextRef="#ctx0" brushRef="#br0" timeOffset="216671.9929">17808 1274 200,'-7'-3'243,"-6"-1"17,7 1-84,0 3-50,6 0-35,0 0-35,0 0-25,12 0-12,8 0-10,-1 3-1,13-3-2,8 0 0,-1 4-3,6-1-4,8-3-6,-7 5-32,5-3-58,2-2-87,-1 0-43,0 0-22,0-2-7</inkml:trace>
  <inkml:trace contextRef="#ctx0" brushRef="#br0" timeOffset="216850.888">18994 1026 100,'13'0'199,"-7"-4"18,7 0-61,6 4-36,-5-3-23,5 3-16,7 0-15,7-5-16,-1 5-8,2 0-13,4 0-12,1 0-5,0 0-10,7 5-28,-7-5-57,-7 0-90,1 3-47,-7-3-25,0 0-7</inkml:trace>
  <inkml:trace contextRef="#ctx0" brushRef="#br0" timeOffset="217042.7185">19241 1044 123,'-20'7'232,"2"4"19,4-4-51,-6 4-37,7 4-34,1 0-24,-2 3-11,2 5-8,5 2-8,0 5-12,1 2-10,-1 4-11,1 0-14,6 6-10,0-2-11,6-1-27,1-2-58,-1-3-70,1-1-101,6-8-52,-7-2-25,8-8 8,-8-9 45</inkml:trace>
  <inkml:trace contextRef="#ctx0" brushRef="#br0" timeOffset="217215.0911">19248 1366 45,'0'-7'265,"-7"4"24,7-6 13,0 9-86,0-3-67,7 0-55,-1 3-33,0-4-18,14 0-9,0 1-7,6 0-2,-1-2-7,9 1-8,-1 4-36,5 0-60,1 0-99,-6 0-73,6 0-36,-6 0-20,-1-3 20</inkml:trace>
  <inkml:trace contextRef="#ctx0" brushRef="#br0" timeOffset="217389.582">20030 1110 59,'0'4'256,"0"-1"18,-6 1 8,6-4-96,0 3-62,6 1-55,-6-4-33,0 3-15,6 1-6,0 0-10,8 3-24,-1-2-54,0 2-85,-6-5-65,5 6-36,-6-4-16,2 0 12</inkml:trace>
  <inkml:trace contextRef="#ctx0" brushRef="#br0" timeOffset="217557.4882">20016 1344 243,'-6'12'274,"-7"2"16,7-3-56,-1 0-68,0-1-53,7 2-34,-6-1-24,6 0-16,0 4-13,6-1-12,-6 1-26,7-1-63,0 1-115,6-1-65,-7-6-37,8-1-17,-2-7 10</inkml:trace>
  <inkml:trace contextRef="#ctx0" brushRef="#br0" timeOffset="217933.8849">20525 1007 140,'13'-4'280,"-6"4"21,-7 0 23,0 4-91,0 7-49,0 3-4,0 1 8,-7 4 12,0 3-6,1 4-22,6-1-26,-7 0-42,1 8-28,0-4-32,6 5-14,-7-1-10,7 1-8,0-5-7,0-4-21,0 0-40,0-6-47,0-5-35,0-2-19,7-1-12,-7-8-2,6-3 27,-6-3 40,6-5 30,1-3 23,-1-3 14,8-1 14,-8 1 15,0-1 4,8 0 4,-8 1 3,7-1 5,0 4 6,0 3 2,1 1 8,4 0 6,-4 3 3,-1 4 3,7 0 1,-8 4 2,2-2-3,-8 6 3,0-4 9,1 4 6,-7 3 1,-7 0 2,-5 3-1,-2 1-6,-6-1-16,1 1-13,-1 0-11,2-4-34,4 1-65,1-6-100,7-6-124,6-3-66,6-5-32,7-6 7,7-5 51</inkml:trace>
  <inkml:trace contextRef="#ctx0" brushRef="#br0" timeOffset="218147.8019">21261 1018 198,'7'4'251,"-14"0"36,7 2-45,-13 6-39,1 6-16,-8 5 1,6 6-6,-5 0-16,-1 4-20,8 0-21,-2 0-26,1 4-27,13-8-24,7 0-25,6-7-58,6-4-72,7-7-99,7-4-130,13-7-70,-7-3-28,6-8 24,-5 0 55</inkml:trace>
  <inkml:trace contextRef="#ctx0" brushRef="#br0" timeOffset="218523.8959">21893 993 60,'0'8'306,"-6"-6"55,-1 2 52,1-1-23,-1 2-63,7-5-59,-6 3-43,6-3-48,6 4-50,-6-4-44,13 4-34,0-4-21,7 4-10,0-2-6,5 6-18,1-4-64,0 3-74,1-3-86,-1 3-91,-7 0-106,1-3-43,0 3 29,-14-2 57,0 1 75</inkml:trace>
  <inkml:trace contextRef="#ctx0" brushRef="#br0" timeOffset="218691.8139">22024 1151 21,'-14'7'243,"2"-1"31,-8 2 31,7 0-66,0-1-34,0 0-20,7 0 8,-8 4 1,8 3-6,0 5-16,-8 0-15,8 2-27,-1 4-37,1 2-32,6-1-30,0 3-27,0-4-75,6 1-79,1-7-88,5-4-110,2-1-80,6-11-31,-1-3 39,7-7 58</inkml:trace>
  <inkml:trace contextRef="#ctx0" brushRef="#br0" timeOffset="219160.9961">22330 1252 111,'13'-3'281,"-7"3"28,0 0 29,-6 0-82,0 3-53,0 5-28,-6-1-21,-6 5-14,5-2-23,-6 5-23,-6 3-27,5-3-25,2-5-12,-2 6-16,8-6-7,-1-2-9,7-1-12,0-3-23,0-4-22,13 0-23,-7-7-13,8-1-6,6 1 2,-8-4 20,1 4 18,1-4 22,-2 3 14,-6 5 12,2 0 10,-2-2 9,0 5 23,-6 0 39,7 5 27,0 1 27,-1 2 23,7-2 17,-7 6-5,8 2-25,-8 1-21,14-3-23,-7 2-25,6 1-19,0-8-15,8 5-12,5-9-13,1-3-38,-1-3-50,8-6-62,-8-5-55,7-1-51,-6-3-35,-1-4-4,-6-4 13,1-3 7,-1-1 9,-6 1 21,-8-4 43,8-1 64,-13 5 76,5 0 109,-6 4 100,-6 7 83,0-1 51,0 9 21,0 2 6,0 4-3,-6 4-5,-6 8-3,5 3-5,-6 3 13,0 5 5,-1 6-24,2 2-38,-2 2-39,8 0-45,0 0-59,6 0-45,0 0-34,6-3-26,0-4-65,8-3-92,-8-5-143,8-6-142,-2-1-143,-5-11-100,-1-3-8,-6-4 62,0-3 123,-6-9 127</inkml:trace>
  <inkml:trace contextRef="#ctx0" brushRef="#br0" timeOffset="219314.2232">22754 1128 86,'-14'-4'254,"-6"4"25,8-3 15,5 3-102,1 0-46,6 3-25,6 1-5,7-4-8,7 0-3,12 0-2,15 0-16,4-4-20,8 1-21,6-1-22,7 1-23,-1 3-35,1-4-54,0 0-65,6 4-75,-13 0-85,7 0-35,-7 0 1,0 0 35</inkml:trace>
  <inkml:trace contextRef="#ctx0" brushRef="#br0" timeOffset="219664.5352">24090 1121 139,'-8'7'315,"2"-4"43,0 5 52,-1-1-57,-6 0-26,6 0-1,-5 1 17,5 0 8,-6 3-10,0 3-27,0-3-55,0 8-57,0-5-60,-6 5-47,-1-2-44,7 3-21,0-6-10,0-2-12,6-2-14,0-3-20,7-4-27,-6 2-40,12-5-53,-6-5-45,7-1-41,0-2-14,-1 2 12,1-6 29,-1 1 48,7 3 44,-6-3 49,-1 0 25,8 1 19,-2-2 10,-5 2 9,6 3 17,0-2 23,-7 3 37,8 2 31,5 0 40,-6 4 36,0 4 19,0 0 2,6-1-6,-5 5-20,5-1-33,-6 0-35,0 4-30,7 0-21,-8 1-24,2-6-26,-1 5-79,-7 1-143,8-2-155,-8-6-160,0 4-131,8-8-54,-8 0 34,7-8 120,-6-4 143</inkml:trace>
  <inkml:trace contextRef="#ctx0" brushRef="#br0" timeOffset="219845.4619">24708 1015 300,'26'0'437,"1"3"123,-1 1 123,-1 6-55,1 2-51,7 3-49,-1 2-72,-6 6-111,1 2-115,-1 2-81,-6 2-57,-8 3-31,1 1-25,-13 3-17,-6 5-31,-13 0-44,-7 2-97,-14-1-216,-12 4-261,0-2-136,-13 1-52,-6-5-1,-2-7 74,2-8 199</inkml:trace>
  <inkml:trace contextRef="#ctx0" brushRef="#br0" timeOffset="219976.4567">24721 1901 81,'32'12'348,"-12"-2"27,0-6 8,-7 3-57,-7-3-251,-12-4-228,-1 4-118,-12-1-64,-8-3-26,2 4 19</inkml:trace>
  <inkml:trace contextRef="#ctx0" brushRef="#br0" timeOffset="221484.337">17671 2348 109,'-26'-11'137,"7"-4"-4,-8 5 1,1-1-8,0 3-6,-6 0-3,5 5-8,1-1-1,7 4-11,-7 0-15,6 0-15,0 4-13,1 3-11,6 1-13,0 2-6,0 2-6,0 6-2,7-4-7,-1 9-2,0-1-2,7 0-2,-6-1-1,6 2-3,0-4-1,0-2 2,0-2 0,0-4-1,0 0 2,0 0 0,6-1 2,-6-2 0,0-1-2,0-2 2,0 2-2,0-5-1,0 3 0,0 2 0,0-3 0,-6 0 0,-1-1-3,7 1-1,-6 0-5,0-1-5,-2 0-6,-4 2-1,6-2 0,-1 1 0,0-4 5,7 3 3,-6 1 4,6-4 3,-7 0 1,7 4 1,0-4-1,7 3 2,-7 1 2,6 0-2,1 0 2,0 6 0,5-3 3,-6 8-1,8-1 0,-8 1 0,7 4 0,-6 3 0,0-4-1,-1 8 0,-6-5 1,0 6 0,0 2 1,-6-3-14,-1 3-45,0 0-91,1-4-74,-1 2-39,7-6-21,-6-2 4</inkml:trace>
  <inkml:trace contextRef="#ctx0" brushRef="#br0" timeOffset="222345.6197">18498 2743 58,'0'0'248,"0"0"21,0 0 14,0 0-97,-6 0-57,6 5-40,-7 2-28,1 0-18,6 4-10,-6 4-8,6 3-7,-7 7-4,7 1-4,0 4-2,0-1-3,0 1-4,0-1 2,-7-4-2,7 0 2,0-2-1,0-4 0,0-2 5,0-5-1,0-5 1,0 0 1,0-7 1,0-4-1,0-4-1,0-6-3,0-3-2,0-6-4,7 0-1,-7-2-1,7 0 1,-7 0 4,6 2 5,0-2 8,1 2 2,-1 5 0,8 0 2,-2 4-4,-5 2-5,12 1-13,-5 4-28,5 3-60,1 4-106,-1 4-70,1-1-36,0 1-13,-2 4 18</inkml:trace>
  <inkml:trace contextRef="#ctx0" brushRef="#br0" timeOffset="222689.4164">18772 3077 266,'-19'15'347,"5"-9"20,8 6 17,-7-5-145,6 1-88,7-5-53,0-3-33,14 0-20,-2-7-13,8-1-7,6-2-7,7-5-7,-7 0-18,6 1-30,1-5-40,-7 4-44,-7-3-33,1 3-30,-7 5-5,-6-1 11,-1 0 33,-6 3 41,-6 4 36,-1 4 41,-6 0 35,0 4 39,0 7 30,-6 1 27,-1 2 16,0 1 9,7 6 2,-6 2 4,6 2-5,-1 0-10,8 5-9,0-4-15,-1 3-19,14-3-23,-1-1-18,14-6-11,-1 0-11,7-9-33,7-6-59,-1-4-81,1-8-117,6-3-77,0-10-40,0-1 8,1-8 44</inkml:trace>
  <inkml:trace contextRef="#ctx0" brushRef="#br0" timeOffset="222861.3094">19515 2795 59,'0'0'278,"-6"3"41,-8 9 43,2 3-41,-2 2-63,1 9-25,-7 0-15,8 3-24,-2 0-35,2 4-36,-1 1-29,6 2-35,0-3-46,7 0-79,0-3-93,0-10-109,7 0-125,0-9-64,-7-8-15,6-6 47,1-8 73</inkml:trace>
  <inkml:trace contextRef="#ctx0" brushRef="#br0" timeOffset="223027.3677">19300 2992 203,'-14'0'299,"8"-3"23,0 3-20,0 0-97,6 0-53,6 0-26,0-4-12,14 1-8,-1-2 0,13-1-6,2-2-17,11-3-29,-6 5-45,7-2-56,6 1-65,-6 3-67,0-4-73,-8 5-77,1 3-32,-13 0 13,1 0 40</inkml:trace>
  <inkml:trace contextRef="#ctx0" brushRef="#br0" timeOffset="223658.1881">19834 2971 96,'-13'6'213,"7"-1"4,-8-2-22,8 1-25,-7 3-27,0 1-22,6 0-16,-5 1-14,5 7-17,-6 2-15,7 0-10,-1 7-10,0 2-14,7-1-9,-6 3-6,6-4-3,6 1-2,1-4-2,0-3 1,5-5 1,8-8-1,-1-1-6,1-5-6,6-11-9,0 0-8,-7-8-7,8-3-1,-1 1 4,-6-4 5,6 2 6,-14 4 8,8 1 5,-7 3 1,-7 0 6,8 5 1,-8 3 3,0 3 2,-6 0 5,7 4 6,-7 0 6,0 8 8,7-1 2,-7 1-1,6 2 1,1 1-2,-1 0-8,8-4-4,-2-3-2,8-1 0,6-3-4,0-7-5,0-3-1,6-2-8,2-3-21,4-2-26,-5 3-28,0-5-32,-1 4-32,1 1-27,-14-1-12,8 0-3,-8 3 9,0-2 25,-6 7 31,1-3 42,-14 2 48,6 1 54,-6 3 43,0 4 32,-6-4 32,-1 8 14,0 0 13,-6 6 3,1 1 1,-2 8 3,2-1-5,-8 0 6,7 5-3,-7 2-4,8 1-3,-8 3-13,6-4-15,-5 2-24,6-6-26,6 1-23,-5-3-19,4-5-13,2-3-9,0-4 1,6 0-3,0-7-4,0-3-1,0-8-4,6-4-8,0-6-15,2-1-6,-2 0-5,7-1 2,-6 2-2,6 2 6,-7 1 7,7 3 6,-6 4 7,5 1 0,2 2 5,-1 1 2,6 3 2,0 1-2,1 3 1,0 0-1,6 0 0,-7 3-4,7 1-25,1-4-65,-1 0-80,0 3-81,-7-3-87,7 0-98,-6-3-37,-1 3 31,1-7 60,-8 2 73</inkml:trace>
  <inkml:trace contextRef="#ctx0" brushRef="#br0" timeOffset="223932.0702">20910 3000 222,'0'0'284,"0"4"42,0-1-26,-7 2-42,0 2-30,-6 4-14,1 3-18,-2 1-26,-6-1-37,8 1-25,-8 3-27,7 1-25,-7-5-24,8 1-17,5-4-20,0-5-23,7-1-43,0-5-41,7-5-37,0-4-26,5-2-11,2-5 1,-2-2 27,2 4 32,-1-1 36,-1 0 33,2 1 42,-2 3 42,2 7 46,-1-3 44,7 7 50,-8 0 37,2 3 26,5 5 2,1 3-15,-8-1-29,8 2-42,0 3-37,-1 2-43,1-2-86,0 3-118,-1-2-136,-6-2-150,6-2-81,-5-6-40,-2-2 36,2-4 88</inkml:trace>
  <inkml:trace contextRef="#ctx0" brushRef="#br0" timeOffset="224072.9869">21607 3209 240,'19'10'370,"1"2"36,-14-1 20,0-4-114,1 4-103,-7-4-79,0 4-73,-7-3-84,-5 3-87,5-7-100,-6-1-112,6-3-58,1-3-10,0-1 33,6-7 59</inkml:trace>
  <inkml:trace contextRef="#ctx0" brushRef="#br0" timeOffset="226265.5518">22454 2524 98,'-14'-11'217,"2"-4"28,-2 4-43,8 5-18,-7-6-13,0 5 0,6-4 6,1 3 12,-8 0 5,14 6 4,-6-3-8,0 3-20,6-3-35,0 5-33,-6 0-36,12 5-25,-6 2-11,0 3-6,6 9-3,-6 6-2,0 5-7,6 2-23,-6 4-55,0 9-74,0-5-83,-6 4-88,6 0-108,0-7-43,0-1 18,0-3 52,0-7 72</inkml:trace>
  <inkml:trace contextRef="#ctx0" brushRef="#br0" timeOffset="226493.7585">22199 2960 222,'-26'0'270,"1"-4"31,5 0-45,-6 4-33,6-4-3,1 4 22,-1-2 19,7 2 3,7-5-16,-8 5-24,8 0-37,6 0-57,6-3-52,14 3-30,-1-7-14,21 3-7,-1-7-3,13 0-5,13-4-1,0 0-6,0 2-2,7 1-3,0-3-18,-1 7-77,-6 2-121,-6 6-159,-7 0-125,-13 10-63,1 1-20,-15 1 59,-11 2 111</inkml:trace>
  <inkml:trace contextRef="#ctx0" brushRef="#br0" timeOffset="227062.5959">22089 3587 102,'-20'14'262,"0"-6"23,1-1 15,-1-5-108,8 4-56,-2-6-36,8 0-22,-7-6-16,6 4-10,7-2-10,0-3-9,7-1-8,0-2-8,-1-2-7,7-3-5,0 1-2,0-1-1,7-3-1,0 3-2,-8-3-3,8 4 0,-1-1-3,-5 0-4,-2 4-1,2-1 0,-8 2 0,0 3 1,1 3 1,-1 0 3,-6 0 1,7 4 4,-7 4 2,7 4 1,-7 3 5,0 4 2,0 2 2,6 6 3,-6-1 5,0-1 4,6 2 1,-6-1 4,7-1 1,0 1-1,-1-3-3,0-5-2,1-2-2,0-1-1,-1-5 1,7-6 1,-7 0-3,8-3-3,-2-8-1,2-6 0,-1-2-1,0-4-3,0-6 0,-1 0-1,-4-4 0,-2-3-4,0-1-5,1-7-1,0 4-2,-1-2 2,-6 3 1,7 3 15,-1 7 28,-6-2 28,6 9 21,-6 0 14,7 7 9,0 1-5,-1 3-19,7-3-11,0 3-4,0 3 0,13 1-3,0-1-5,0 2-3,13-1-15,-6-1-14,7 0-16,5 4-15,-7 4-49,9 0-100,-9 4-108,9 4-130,-15 3-108,1 4-50,-7 3 13,-7 3 78,-6 6 100</inkml:trace>
  <inkml:trace contextRef="#ctx0" brushRef="#br0" timeOffset="227346.603">22831 3396 40,'-18'3'230,"-2"1"18,0 3 18,1 1-92,-1 4-40,0-3-21,1 3-8,5 3-9,2-1-11,6 1-11,-2 3-19,8-3-16,8-1-13,4 4-8,-6-7-4,14 5-4,-1-6-1,1 2-2,0-3-1,-1-1-5,-5 4-1,6-5 1,-8 3 0,-6 2 1,-6-1-3,0 3-1,-6 1 1,-6 3-5,-2 0-29,-6 1-52,-5-1-79,-1-3-91,-1 0-51,1-4-21,0-8 14</inkml:trace>
  <inkml:trace contextRef="#ctx0" brushRef="#br0" timeOffset="227505.4973">22708 3480 150,'20'-18'293,"-2"3"31,-4 0 25,-1 1-112,0 6-66,0-3-47,1 8-34,-2-1-32,1 0-25,7 4-19,-8 4-34,8 3-63,0-3-89,-1 6-96,7-1-55,0-1-25,-6-6 11,6 2 49</inkml:trace>
  <inkml:trace contextRef="#ctx0" brushRef="#br0" timeOffset="227841.9071">23457 2667 229,'0'-11'260,"-6"3"21,-8 5-71,8 3-39,-14 3-16,8 5 2,-8 10 11,-6 8 25,7 7 38,-8 7 25,1 8 9,0 2-14,6 10-31,1-2-39,6 5-49,6-5-53,7 1-43,14-4-75,-2-7-124,15-5-133,-1-6-166,6-5-91,1-6-44,-1-6 28,1-7 99</inkml:trace>
  <inkml:trace contextRef="#ctx0" brushRef="#br0" timeOffset="228843.7243">24063 2524 51,'7'-11'192,"-7"-1"-9,6 6-10,-6-5-2,0-1-4,0 2-5,0-1 6,0-1 21,0 1 21,0 4 1,0 4-2,0-1-17,0 0-20,0 8-14,0 3-13,-6 7-5,6 13-8,-7 2-2,0 4-15,1 7-25,-1 4-31,7 0-22,-6 0-17,6-3-34,6-1-55,1 0-81,-1-7-97,1-4-107,0-3-127,5-4-59,2-8 9,-8-3 54,7-7 84</inkml:trace>
  <inkml:trace contextRef="#ctx0" brushRef="#br0" timeOffset="229021.9072">24240 2706 27,'0'-17'253,"6"2"34,-6 1 28,6 2-65,0 1-38,1 1-33,0 2-23,6-3-23,-1 8-24,2-5-23,-2 4-28,8 4-23,0 0-27,-1 4-56,1 7-76,0-3-112,-1 3-92,1-1-46,-8 1-15,8-3 33</inkml:trace>
  <inkml:trace contextRef="#ctx0" brushRef="#br0" timeOffset="229214.5917">24500 2374 73,'-7'-8'257,"1"5"20,-1 3 15,-6 7-92,7 0-46,-1 12-35,0 3-24,-5 7-12,5 0-13,1 8-17,-8-1-15,8 5-15,6 3-16,0-1-61,0 1-104,6 1-98,1-5-53,0-7-27,-1-1-7</inkml:trace>
  <inkml:trace contextRef="#ctx0" brushRef="#br0" timeOffset="229802.1251">24656 2941 140,'0'-3'303,"-7"-1"33,7 4 26,0-3-97,0-1-63,-6 4-39,6-4-33,0 4-24,0-4-20,6-3-19,1 0-19,-1-8-17,14 0-12,-6-3-9,5 0-4,0-4-5,0 0-1,1-4-1,0 5-5,-7-2 3,7 2-1,-8-2 2,2 2-1,-2 6 1,-5-3 2,0 3-2,-1 4 2,1 3 1,-1-2 0,-6 6 5,6 1 5,-6 3 11,8 3 13,-2 8 15,-6 0 16,6 7 16,0 4 9,-6 0 6,7 4-1,0 3-4,6-4-9,-7 5-16,8-8-9,-2 0-13,-6 0-8,8-7-1,5-5 3,-5 1 19,-2-7 9,8-8 5,0 0 0,-7-10-5,6-4-10,0-4-19,1-4-14,0-7-7,-7-4-9,-1-3-6,2-4 1,-8-3-4,1-1-3,-7-3 1,0 3 4,0 1 6,0 6-1,0 5 11,-7 2 19,7 8 19,-6 1 9,6 7 14,0 3 4,-6 0-9,12 9-18,-6-2-12,6 0 2,1 5-7,13 3 6,-1 0 3,7 0 0,0 3-5,14 2-13,-2-2-9,8 5-7,0-4 2,-1 3-5,1-4-4,-1 4-16,1 1-32,-7-4-54,-7 3-92,1-4-104,-7 4-97,-6-3-70,0 4-45,-14-1-44,1-3-7,-7 7 59,-7-4 73,1 4 67</inkml:trace>
  <inkml:trace contextRef="#ctx0" brushRef="#br0" timeOffset="230092.4326">25667 2433 141,'-8'6'256,"2"2"23,-7 3-16,6-5-51,-6 6-29,7 3-5,-8 0 3,8-1 4,-6 5-1,4-2-10,2 6-21,0-1-27,-1-1-29,14 2-25,-1-5-24,0 4-20,14-3-13,-6-5-3,11 5-2,-5-8 0,0 3-2,-1-3-1,1-4-1,-8 4-3,2-7 1,-2 3-5,-12 1 1,0-1-5,0 1 5,-12 2 0,-2 5 0,-11-1 2,5 1-3,-12 0-21,5 0-53,-5-1-57,-1-3-67,1 1-67,6-6-67,-1-2-66,8-4-7,0-8 27,5-2 49,8-5 58</inkml:trace>
  <inkml:trace contextRef="#ctx0" brushRef="#br0" timeOffset="230262.3363">25588 2616 149,'12'-15'273,"2"7"42,-1-2 19,-7 6-33,8 1-14,-2-2 4,-4 2-1,10 3-22,-4-4-39,5 0-52,1 4-52,6-4-49,0 4-52,-1 0-71,9 4-81,-9-4-60,1 8-66,1-5-81,-8 9-95,8-5-25,-15 4 33,1 0 32,-6 4 52</inkml:trace>
  <inkml:trace contextRef="#ctx0" brushRef="#br0" timeOffset="230572.2481">24128 3338 196,'-20'7'340,"2"-7"27,4 0 26,14 0-73,0 0-61,14-4-12,4-3 21,9-1 26,5-3 32,14 0 17,6-1-20,6-2-37,7 3-49,8-3-51,4 3-47,8 0-50,7-1-34,-1 2-23,0 3-7,0 3-3,0 0-9,-6 1-6,7 6-17,-14 1-39,0 3-63,-13-3-88,0 4-123,-13-1-126,-6 3-106,-13-2-102,-7-1-18,-20 0 50,-6 0 101,-6 2 117</inkml:trace>
  <inkml:trace contextRef="#ctx0" brushRef="#br0" timeOffset="230879.5972">24884 3468 223,'-13'8'327,"6"-4"15,1 0 19,12 0-105,1-1-41,0-3-9,12 0 20,1 0 28,6-3 10,0 6-20,-1-3-40,2 4-51,-1 3-54,0 0-39,0 8-27,-7 0-17,-5-1-6,-8 4-8,0 4-4,-12 1-3,-7-1-2,0 3-7,-13-3 1,0 0 3,0-4 7,0 0 0,6-2 22,1-5 28,6-1 12,0-6 10,6 0-2,7-1 7,7-6-23,-1-1-22,14-4-15,-1 2-11,7-2-50,1 1-94,5 3-110,-6 0-108,7 4-125,-1 0-107,1 0-12,-1-4 61,-5 4 91,-1-4 102</inkml:trace>
  <inkml:trace contextRef="#ctx0" brushRef="#br0" timeOffset="231821.2876">26350 2630 71,'0'-8'212,"-6"5"18,6 0-42,0-5-31,-6 8-24,6-3-22,0-1-17,0 4-10,0-4-13,0 4-8,0 0-3,0 0 4,6 4 4,0 0 2,0-1 6,1 5 3,0 3 8,6-1 3,0 9 4,0 2 8,-1 6 1,2 6-2,-8 7-15,1 4-14,-7 3-17,0 8-15,-13 4-13,-1 3-13,-4 0-7,-9 1-6,-5-1-3,6-1-22,-13-1-49,6-5-64,-6-3-76,6-6-111,1-1-92,5-13-30,8-5 22,-7-10 52</inkml:trace>
  <inkml:trace contextRef="#ctx0" brushRef="#br0" timeOffset="233593.2549">23157 2109 33,'-6'-3'149,"-1"-1"-13,7 4-18,-6-3-25,6 3-19,-7 0-13,7 0-17,0 0-12,0 0-11,7 0-8,-1 0-5,1 0-4,6 3-1,-1-3-1,2 4 0,6-1 2,-8 1-1,15 1-2,-7 1-2,-1 2-18,7-2-45,0 3-68,-6 1-35,-1-3-17,1-2-8</inkml:trace>
  <inkml:trace contextRef="#ctx0" brushRef="#br0" timeOffset="234273.8521">23131 2135 87,'-6'3'86,"0"-3"-20,-2 5-15,2-1-7,0 4-4,-1-2-1,0 5 1,7 1 0,0 2 4,-6 4-3,6 0-2,0 1-2,0 4-2,-6 2-3,6 0-4,0 0 0,0 4-1,0 1 1,0-1 1,-7 4 4,7 1 2,0 2-2,0 1-1,0 3-5,0 1-2,-6-1-2,6 0 1,-7 4-1,7-3-2,-7 2 3,7 1-4,-6-4-4,0 4-2,6 0-2,-7 0-2,7 0-3,-7-1-1,7 3 1,0-7 0,0 6 2,0-5-1,0 0 1,7-3 0,-7 4-1,7-5 1,-1-3-3,0 3 0,1-3 0,0-4-3,-1 5 1,1-5-2,-1 0 2,-6 0-1,6-2 1,1-2-3,-7 0 0,0-3 0,0 0 0,7-3 1,-7-1-1,0-3 0,0-1-1,0 1 0,0-4 0,0-4 0,0 0 0,0 0 0,0-3 4,0 0-2,0 0 1,0-4 1,0 3-2,0-3 3,0 0 1,0 0 0,0 0 1,0 0-1,0 0 1,0 0-1,0 0-1,0 0 0,0 0-3,0 0 2,0 0-1,0 0 0,6 0-1,-6 0-1,0 0 0,6-3-1,2 3 2,-2 0-2,0-4 1,1 4 0,-1-4 0,7 0-3,0 4-1,1-2 3,5-3-1,0 2 1,1-1 1,7 1 2,5-1 1,1-3 1,5 3-1,1-3-1,1 3-1,-1-3-14,0 0-36,-1-1-53,2-3-90,-1 3-59,0-2-30,-7-5-5,1 3 28</inkml:trace>
  <inkml:trace contextRef="#ctx0" brushRef="#br0" timeOffset="235186.481">26689 2435 71,'6'-14'192,"-6"-1"-11,0 5-14,7-6-15,-7 6-5,0-5-5,7 4-4,-7 1-3,0-2-5,6 2-7,-6 3-10,6-5-9,-6 4-6,8 1-5,-8 5-7,0-6-5,0 4-9,0-1-15,0 5-10,0 0-14,0 0-7,0 9-6,-8 1-2,2 9-1,-7 3-3,0 3 0,-6 8-4,-1-4-3,0 4-3,1-3 0,6-1 1,-6-3-3,5-4-3,1-4 3,6-3 0,1-4 2,0 0-2,6-7 2,6-4 4,0-8-4,8 1 1,-2-7-4,8-6-1,0-5-3,-1 0 0,1 0 2,0-1 1,-1-1-2,1 2 1,-8-1 1,8 4 1,-7 4-2,0 0-2,0 4 0,1 2-1,-2 1 3,2 0-4,-8 4 3,7 2 2,-7 2 1,8 3 4,-8 3 0,0 6 2,1-1 0,0 5 3,-1 5-1,0 5-2,-6 2-2,0 5 0,-6-1-25,0 0-52,6 4-64,-7-3-71,0 3-84,1-8-97,0 1-30,6 0 20,0-8 48,-7 0 64</inkml:trace>
  <inkml:trace contextRef="#ctx0" brushRef="#br0" timeOffset="235513.0569">26917 3084 120,'-13'8'308,"6"-4"53,-5-2 56,5 3-51,0-2-20,1 1-19,0-4-27,-1 0-34,7 3-41,7-3-47,-1 0-38,7 0-35,0 0-22,13-3-15,7 3-16,6-7-11,7 2-16,-1 5-26,1-2-19,-1 2-56,8 0-113,-8 2-132,1 3-139,-14-2-95,7 1-47,-6 3 19,-7-7 96,-6 4 119</inkml:trace>
  <inkml:trace contextRef="#ctx0" brushRef="#br0" timeOffset="236456.9159">28175 2681 90,'-19'29'188,"-1"4"-27,0 8-12,1 0-18,-1 2-17,6 1-14,-5 4-13,6-1-11,7 1-12,-7 0-10,13-5-12,0 2-12,6-9-10,7 0-7,0 2-6,6-9-3,1 0-4,13-4-14,-7 1-30,7 0-45,-1-3-80,1-2-59,-1-3-28,-6 4-5,0-3 20</inkml:trace>
  <inkml:trace contextRef="#ctx0" brushRef="#br0" timeOffset="237224.1621">28937 2556 28,'0'-17'212,"6"-2"32,-6 0-14,0 5-18,0-1 2,0 1 8,0 3 4,0 3-2,0 2-10,-6 1-21,6 3-32,-7 4-31,1 9-25,0 5-14,-1 5-10,0 4-5,1 9-7,0-1-11,6 0-10,-7 3-15,7 1-11,0 3-7,7 1-9,-7-5-38,6 4-69,0-7-74,-6 1-82,7-5-96,-7-4-109,7-2-28,-7-6 36,0-2 56,0-7 72</inkml:trace>
  <inkml:trace contextRef="#ctx0" brushRef="#br0" timeOffset="237422.9338">29061 2762 84,'7'-4'266,"-1"-4"24,0 6 26,1-3-82,-1 2-45,8 3-37,-2-3-19,2-1-17,5 0-20,1 0-27,6 4-22,0-4-19,0 4-35,-1 4-53,2-4-75,-1 8-107,0-4-80,-6 2-43,-1 1-2,-6 1 34</inkml:trace>
  <inkml:trace contextRef="#ctx0" brushRef="#br0" timeOffset="237954.5483">29595 3030 12,'0'3'237,"7"-3"28,-7-3 19,0-2-69,0-1-52,6-9-38,1 0-22,-7-3-22,6-5-15,1 2-16,-1-6-17,0 2-14,2 0-8,-2 0-6,0-2-2,1 6-3,0-1 0,-1 7 2,0-4-2,1 4 0,-1 5 0,1 3 0,0-1 0,-1 1-2,0 3 0,1 1 2,0 6 1,-1-3 2,7 7 7,-6 5 7,-1-1 5,1 3 5,-1 1 2,8 4 4,-8-1-4,0 4 4,7 0-3,-6-5-2,-1 2-4,7-3-2,-6-3 3,0-1 2,-1-1 14,0-9 13,8 3 6,-8-5 5,7-5-5,-7-5-5,14-5-18,-7-3-17,0 0-7,7-8-7,-7-3-4,7 0-1,-8-5 0,2-2 6,-2 3 12,-5 0 23,6 4 33,-6-1 28,5 5 35,-6 3 31,2 4 13,4-1 7,-5 1-10,6 3-4,6 0-9,1 1-15,6 3-13,0-3-20,7 2-18,-1 5-22,1-3-23,6 5-19,-7 1-15,1 4-9,-1 4-9,-6 4-14,1 3-32,-7 0-49,-8 3-73,2 5-102,-2-2-95,-5 3-76,0 1-50,-7-2-28,0-1-9,-7 0 30,7-3 60,-7-5 69,1 2 69</inkml:trace>
  <inkml:trace contextRef="#ctx0" brushRef="#br0" timeOffset="238202.1829">30520 2601 85,'-13'-4'223,"7"4"30,0-4-35,-8 1-27,2 3-22,4-5-13,-4 5-12,-1 5-12,-1-2-13,8 1-18,-6 4-20,4 3-14,-4 3-18,5 1-17,0 3-10,7 0-5,-6 5-3,6-6-1,6 5 1,1-3-2,0 3 0,5-4 0,2 1-2,-8-5-4,7 5-2,0-9-1,-6 5 0,5-7-3,-4 3 1,-8-4-1,6 0 0,-12-3 0,-2 3-7,2 1-22,-7-1-51,0 1-55,-6-2-69,-7-2-91,-1 0-61,1-1-9,0 1 31,7-8 47</inkml:trace>
  <inkml:trace contextRef="#ctx0" brushRef="#br0" timeOffset="238392.2069">30390 2755 60,'6'-7'256,"8"-1"27,-14 1 28,6 3-66,7 0-41,-6 0-23,6 1-14,-1-1-16,2 0-21,6 0-30,-1 4-31,7-2-26,-6 2-23,6 0-30,7 2-48,-7-2-32,-1 4-38,1 4-53,7-5-63,-7 5-73,-6 0-9,-1-2 2,-6 6 20</inkml:trace>
  <inkml:trace contextRef="#ctx0" brushRef="#br0" timeOffset="238734.7357">29127 3326 34,'-20'12'226,"6"-9"18,1 1 13,7-1-84,0-3-23,6 0 4,6-3 28,7-1 44,0 1 46,14-9 37,-9 5 10,21-3-3,1-7-13,5 3-22,14-1-26,6-2-32,7-2-31,6 1-28,13 0-30,-6 3-31,12 1-35,-5 3-23,-1-1-10,0 5-10,-6 3-11,0 4-12,-7 0-11,0 0-40,-13 4-70,-6-1-117,-7 4-130,-13 5-112,-13-1-106,1 0-85,-15 4 2,-12-1 82,0-2 111,-12-2 107</inkml:trace>
  <inkml:trace contextRef="#ctx0" brushRef="#br0" timeOffset="239071.5826">29863 3466 150,'-14'2'225,"8"3"9,-1-2-52,7 5-52,7-4-31,-1-1-2,14 4 18,-8-3 22,8-1 12,7 5 1,-1-4-12,0 7-20,-1-5-32,-5 6-30,6 2-22,-6 1-18,-7-1-5,-7 6-4,0-5-4,-6 2 0,0 2-1,-12-1 0,6 0 1,-8-4-4,-5 6 1,5-7 3,2-1 2,6-1 4,-2-3 24,8-2 46,0-2 26,14-4 14,6 0 8,-1-8 4,13 2-25,8-5-43,-1-9-27,13 6-14,-7-4-13,8 0-42,-2-1-59,-5 4-67,7-2-72,-8 3-73,1-1-95,-1-5-44,-5 6 14,-8-4 44,1 0 55</inkml:trace>
  <inkml:trace contextRef="#ctx0" brushRef="#br0" timeOffset="239331.5168">31166 2875 190,'19'-4'309,"1"1"38,0-1 45,-2 2-83,9-3-26,-7 5 0,-2 5 13,2 1 12,0 1 15,-7 8 3,0 4-17,0 3-29,0 3-39,-6 8-42,-1 8-54,-12 2-55,-1 5-39,0 7-24,-12-4-14,0 4-9,-14 4-17,1-4-22,-8-4-40,-5 4-66,-1-7-78,0-5-82,0-2-95,8-5-90,-1-10-107,12-8-26,1-7 32,14-6 60,-2-13 90</inkml:trace>
  <inkml:trace contextRef="#ctx0" brushRef="#br0" timeOffset="239768.1122">31673 2571 154,'33'-7'276,"-13"-1"17,-7 6 12,0 2-115,0 0-60,-13 2-25,0 6 3,-7 4 9,1-3 18,-14 3 19,7 3 17,-13 3-5,6-3-11,1 0-17,0-1-24,6-3-32,-1 4-31,2-9-17,5 6-13,0-9-8,7 5-1,7-8-5,0 0-2,5-4-1,2 0-1,5-3-7,1-3-13,0-2-5,-1 1-5,0-3-6,1-1 3,-7 4 6,7 0 9,-8 3 4,1 2 9,1-2 13,6 5 16,-8 3 12,1 0 21,0 3 25,0 1 15,-7 6 4,8 2-12,-2-1-9,-4 4-13,-2 2-26,0 2-17,1 3-12,-1 0-2,1 0-16,0-4-43,-1 4-58,-6-3-73,6-1-71,2 0-62,-8-4-42,12 2-11,-6-5-1,8-4-16,5-3 20,-5-1 35,4-6 39</inkml:trace>
  <inkml:trace contextRef="#ctx0" brushRef="#br0" timeOffset="240549.5978">32390 2597 56,'0'-4'243,"7"1"28,-7-2 2,0 5-52,0 0-25,0-2-1,6 2 22,1 0 36,0 0 35,-1 0 33,0 0 14,8 0-1,-1 2-23,6 3-38,-6-2-45,7 1-50,0 0-43,5 3-39,-5 1-33,0-2-23,-1 2-16,1-4-6,0 7-6,-2-8-7,-4 5 0,5-1-2,-5-3 0,-2-1-4,2 1-2,-8-1 5,0-3-2,1 4-2,-1-4 3,1 0 6,-7 4-2,7-4-6,-7 0-3,0 0-3,0 4-2,0-1-3,0 5 3,0 2 2,-7 5 4,7 3-1,-7 5 4,1 6-3,6 3 6,-7 5-1,1 8 3,0-2 5,6 12-6,-8 0 5,2 8-9,6 0 2,0-2 5,0 2 1,6-8 0,2 0 4,-2-4 5,0 0 0,1-7 1,6-3 1,-6-1 1,-1-4-8,0-3 1,8-4 0,-8-2-4,0-2-3,1 0-1,0-3-1,-7-4-2,6 1-1,-6-5-4,7 1 1,-7 0 6,0-4-1,0-4 3,-7 4-1,1-7 4,-1 3 0,0-3-4,-5-1 0,-2 2-3,-5-5 4,-1 2-5,-12-4 0,-1 2-1,-5 0 2,-15-5-2,1 5-2,-13-3-5,0 3-1,-7-4 1,6 1-5,8-1-18,0-3-66,6-1-163,5 5-184,9-1-201,-1-3-102,13 0-37,-1-1 37,7 1 152,8-5 179</inkml:trace>
  <inkml:trace contextRef="#ctx0" brushRef="#br0" timeOffset="240749.0766">32729 4139 526,'46'23'727,"-13"-17"64,-1 1 35,-6-2 15,-13-2-373,7 1-268,-7 0-244,-7 3-196,1 0-168,0 1-128,-7 3-119,-7-4-41,0 0 65,1-3 107,-7 0 121</inkml:trace>
  <inkml:trace contextRef="#ctx0" brushRef="#br0" timeOffset="241192.0048">29680 5329 4,'-6'0'50,"6"5"-14,-7-5-13,7 3-8,0-3-8,0 0-1,0 0-7,0 0-12,0 0-14,-7 0-12,1 0-21</inkml:trace>
  <inkml:trace contextRef="#ctx0" brushRef="#br0" timeOffset="245074.4525">33023 3582 4,'6'-7'89,"0"3"3,-6-3 10,8 3 12,-8-3 7,6 0 4,-6 0 0,0-4 0,0 3 0,0-3 1,0 4 0,0-4 2,0 4 3,-6-4 5,6 4-1,-8 3-9,8-3-10,0 3-16,-6 0-20,6 0-22,0 0-18,0 4-17,0 0-10,0 0-7,-6 4-2,6 0-4,0 4 0,6-1-4,-6-1-3,6 6-13,2-1-27,-2-4-35,0 4-58,1 0-53,-1-3-60,1 3-65,-7-4-35,6 0 6,1 0 39,-1 1 45</inkml:trace>
  <inkml:trace contextRef="#ctx0" brushRef="#br0" timeOffset="245301.7011">32827 3795 134,'-7'7'167,"1"4"-41,0 0-40,6 4-24,0-4-11,0 7-11,-7-3-5,7-1-1,-7 1-1,1 0-1,-7-4-3,0 4-3,-6-4-5,-1 4-3,-13-5-8,-5 5-6,-2-3-9,-5 2-51,6 1-77,-7-1-45,1-3-22,-2 4-10</inkml:trace>
  <inkml:trace contextRef="#ctx0" brushRef="#br0" timeOffset="246648.3651">17782 3722 123,'0'-19'166,"0"1"-45,-6 0-27,-2 6-17,2 2-18,-7 3-12,0 3-13,0 8-10,0-4-6,-6 7-4,-1 3-2,0 2-3,7 2 2,-7 1-2,1-1-2,6 6 1,0-7-1,0 3-3,6-5-1,-5 3-1,5-3-2,0 0 1,1-4-1,0 4 1,6-4-1,0 1 0,0-4 1,0 3-2,0-3 3,6 0 2,7-4 2,0 2 0,7-4-1,-7 2 2,6-4-2,0 0-2,1 0-2,0 1-1,-1-1 1,1 4-2,-7-4 0,0 8 0,-7-4 0,7 7-1,-6-3 0,-7 4 1,0 2 1,0 2 0,-7-1-1,1-1 1,-1 5 0,1-4 0,-7 4-1,13-4-3,-7-4 3,1 4 1,0-1 0,6-2 0,0 3-1,0-1 2,0 5-1,0 1-1,0-2 0,6 5 1,-6 2 0,0 1 0,0 0 0,0 5-1,-6-2 1,6 5 1,-14 2-14,1 1-32,0 0-63,0 4-52,-7-1-28,1 1-14</inkml:trace>
  <inkml:trace contextRef="#ctx0" brushRef="#br0" timeOffset="246825.2666">18042 4446 58,'26'-14'209,"-12"3"8,-2 4-20,-5 0-116,-7 7-93,0 3-90,-7 1-58,7 3-31,-6 1-10</inkml:trace>
  <inkml:trace contextRef="#ctx0" brushRef="#br0" timeOffset="252768.0121">22219 4575 21,'0'4'116,"-6"3"-54,6-3-29,0-1-15,0-3-5,6 5-2,0-5 2,8 0 1,-1-5 3,-1 5 4,8-7 3,-6 0 1,5 3 0,1-4 5,-8 6-1,8-2 0,-7 0-1,0 4-3,0 0-2,0 4-4,0 2-1,7 2-4,-7 3-3,6 1-2,0 3-3,8-1-2,-1 1 2,6 0 3,7-1 1,7-3 1,-1-5 3,8 2 0,-1-1 3,7-7 0,6 4 6,-6-8 10,-1 4 6,7-7 10,-6-1 9,6 6 8,0-10 6,7 5-6,0-3-4,13-2-9,-1 1-12,0 0-14,8 4-11,-1 0-6,7-1-4,0 0 1,6 5-1,1-5 0,5 5 1,1-1-1,6-4-2,-7 6-2,8-2 4,5 0-2,-5-3 0,6 3 3,-1 0 0,1 0-1,-7 2 1,7-3 1,7 5 1,-7-3-2,0-1 0,-1 4-3,7 0 2,-6 0-2,0 0 0,1 0 0,5 4 3,-7-1 4,7 2-1,-6-3 3,0 2 4,7 0 4,-1 3 3,0 1 2,0-2 2,1 2-3,-1-1 1,0 4-1,7-3-5,7 0-4,-8-1-2,8 0 0,0 0-3,-2 1-2,8-4-1,-6 3-5,-1 1 0,0-6-2,1 6-1,-1-4 0,1 3-1,-8-3 2,8 2 0,-14 2-5,0-1 0,-6 5 4,0-5 0,-7 5 0,-6-3 1,0 3 4,-1-1-4,-5 3-3,-1-2 1,-7-1 2,2-1-1,-2 1 0,1 1-1,-1-5 0,-5 0-2,6 0-1,0 1-3,-7 3-4,-6-3-20,-1 2-31,-6 5-45,-6 0-48,0 3-60,-1 4-69,-6 0-19,8 4 12,-2-1 33</inkml:trace>
  <inkml:trace contextRef="#ctx0" brushRef="#br0" timeOffset="284122.4409">23020 4446 63,'-26'-6'126,"1"-5"-59,-1 3-30,-1 1-16,1 3-8,6 1-6,-5-1-7,-1 1-2,6 3-3,-6 0 2,7 3 1,-7 1 1,-1 3 0,7-4 1,-6 5 2,7-1-2,-7 1-1,0-2 2,6-1-1,1 2 1,-1 1-1,0-5 4,8 1 2,-1 0 3,0-1 1,6-3 2,1 0 0,-1 0-2,14 0-1,-7 0-7,13 0 0,0 0 4,0 3-1,13-3 0,0 0 2,13 0 7,0 0-2,7-3-3,5 0 1,8 3-2,0-8-1,7 5-2,5 0 0,0-6 0,2 6 3,-2-5 3,8 5 2,5-5 3,-6 5 5,13 3 0,1 0-2,5 0 1,1 0-3,6 3 0,0 1 1,7 3-2,7-4-3,-1 2-2,7 2-1,6-7-3,-6 5 2,6-5-2,1-5-1,-1 5 0,0-4 1,0 1-1,-5-2 5,-2 2 6,1 0 9,-7-5 7,7 1 4,-6-1 2,-2 1-5,1 0 2,1 0-3,-7 3-4,13-3-1,-7 3-2,1-3-3,5 4-6,1-1-1,6-4 1,-6 5 4,13-1 1,-7 0 3,0 4-1,7-3 2,-6 3-3,6 0-2,-7 3-1,6-3-2,-5 4 0,-1-4 6,7 0 6,-6-4 10,-1 1 6,0 0 8,7-6 5,-7 1-3,7 2-1,-7-5-3,7-1-6,-6-2-5,5 3-3,1 0-7,-7-3-5,8 3-6,-8 0-4,0 0-3,0 0-4,-6 0-1,7 3-2,-8 0 0,1 1-1,-7 1-2,1 2 3,-2 0-3,2 0 0,-7 0-4,0 1-2,-1 3 5,-5-4 1,-8 2-1,1-3 1,-1 2-1,-5-1-1,-1 0-3,-6-3-4,-7 3-1,-6-3-2,0 4-14,-7-2-23,-6 5-34,0 0-41,-8 0-51,-5 5-63,-13-2-71,-7 4-21,-14 0 11,-12 1 29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</inkml:channelProperties>
      </inkml:inkSource>
      <inkml:timestamp xml:id="ts0" timeString="2021-09-09T02:56:29.9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8340 6355 72,'-13'-2'132,"0"-6"-51,7 1-33,-8 3-20,8 0-8,0-2-2,-1 6-3,0-5-1,1 5-2,6 0-2,-7 0 2,7 5-3,0-3-1,0 6 0,0 3 2,0-3-1,0 6-1,0-3-1,7 3 0,-1-3-3,1 4-1,6 0 0,-1-3-2,2-3-1,-1 3 1,7-2 1,6-2 1,0-4-2,6-4 3,1 3-1,-1-6 1,7-1-1,0 1-3,1-2 2,-1 3-2,-1-6 0,2 4 1,-7 1-1,6-2 3,-7 5-1,1-3 1,-7-1 1,6 4 1,-5-2 0,-1 2 0,0-5 2,-1 5 3,1-3-1,1-1 2,-8 4 2,8-5 0,-8 5 1,7-3 0,0 0 1,0-1 2,0 4 2,1-4 5,-1 4 1,6-3 2,1 0 2,-7 3-2,7-5-5,-1 1-6,1 4-4,-1-3-5,7 3-3,-7 0-2,7-4-1,1 4 1,5 0-1,-5 0 1,5-3 1,1 3 0,-1 0 1,1 3-3,6-3-1,-6 0-2,5 4 0,-5-4 2,7 3-1,-8 1 1,1-4 1,5 5 1,-11-2-2,5 0-2,1-3 0,0 4 2,-8-4 0,8 4 1,-7-4 2,1 3-1,-1-3 2,-7 0 0,7 0-2,-6-3 2,7 3-1,-8-4 2,1 0-2,-1 1 2,7 0 1,-7-6 4,1 2 3,-1 0 6,8 0 5,-7-4 5,6-1 3,-7-2 1,7 3-4,7-3-3,-1-1-6,1 1-5,-1 2-5,8-2-3,-1 2-1,-1 5-2,2-3-1,-1 2-2,1 4 0,5-3-1,-6-1 1,0 6-1,1-3 1,-8 2-1,7-1 0,-7 4 1,1 0-1,0 0 1,-7 0 0,6 4 2,-5-1 0,5 2 0,-6 1 1,1-2-2,5 3-1,1 1-1,-7-2 1,13 2-2,-6-4 0,6-1 0,-7 1 1,7 0-1,1-4-1,6 0 2,-8 0 0,1 0 0,1-4 1,6 0 0,-7 4 0,-1-3 2,2 3-2,-1-4 0,-7 4-1,8 0 0,-8 0 1,1 4-3,-1-4 1,-5 3 0,-8 1 0,7 0 1,-6 0-1,-1-1 1,-6 1 0,1 3 0,-1-4 0,6 1-2,-13 1 0,15 1 1,-9-2 2,1 0 1,0-1 0,1 0 0,5 2 1,-6-1-1,7-4-2,-7 3 0,6-3 0,1 0 1,-1 0 0,-5 0 0,11 0 1,-5-3-1,-1 3 0,1-4-1,-1-1 0,8 5 0,-7-3 0,-1 3 0,7 0 0,1-3 0,-1 3-3,0 3 2,7-3 2,-8 0 0,8 0 1,0 0 0,-1 0 1,7-3-1,-6 3-2,6-4 0,-6 0 0,6 1 0,0-5 0,-6 4 0,-1 1-1,7-4-2,-7 3 2,1 1-1,7-1 1,-8 0 0,7 0 2,-6 4 0,6-3 0,0-1 1,1 1-1,-2-2 0,8 3-2,-7-2 1,1 0-1,5-3 1,-6 3 0,7-4-1,-7 6 0,7-6 0,-7 4 1,7-1-1,-8 3 0,8-2 3,-7 0-1,7 0 0,-7 4-1,0 0 2,7 0-1,-7 4-1,7-4-1,-7 0-1,0 0 2,0 0-2,0 0-1,0 0 1,6 0 4,-5 0 1,-1 0 1,1-4-1,4 4 0,2-3 0,-6 3-3,5-3-2,1-2 0,0 1 1,-7 4 0,7-3 1,-8-1 0,2 4-2,5-3 1,-5 3-1,-8 0 0,7 0 2,1-4 0,-2 4 3,-5-3 0,7 3 0,-2-4 1,1 4-1,1-4-2,-2 4-2,2-4 2,-1 1-1,0 3 0,0-4-1,0 1 1,-7 3 1,8-5 0,-7 5 1,-1 0 0,1-2 0,-1 2 2,1 0-2,-1 0 0,2 0-1,-2 0-1,-7 0 1,9 0-2,-1 0-1,-1 0-1,-6-4 3,7 4 0,-7 0-1,-1 0 1,2 0 0,5 0 1,-6 0-1,1 4 0,-1-4 1,7 0-1,-7 2 1,6 3 0,1-2-1,-1 4 0,-5 1 1,5-1 0,1 0-2,-7 4 0,6-3 1,-5 3 0,5-5 0,-5 6 1,-2-5 2,1 5-2,-6-5-1,6 1 0,-6-1-1,6 0 0,-7-4-1,1 1 1,6 4 1,-1-5 1,-4 1 3,5-1 2,0 1 2,-7-4 4,8 3 0,-1 1 1,-7 1 1,7-2 0,0 0-1,-6 1-4,0 3 0,6-4-3,-7 6-3,1-1 0,-7-2-1,6 5-1,1 1 2,-7-5 1,7 3-2,-7 2-1,6-2-1,1-3 0,-1 5-3,1-1 0,-1-5 0,1 3 2,-1-1 1,1-2 1,-1-3 1,-5 5 1,-1-8 0,0 4-1,0-4-1,-6 4-1,-1-4 0,-5 4-3,-2-4 1,2 0 0,-8 0 2,0 0 0,1 0 0,-7 2 2,6-2-2,-6 0 2,-6 0-15,6 5-26,-13-5-45,0 7-78,-6 4-73,-1 3-39,-6 5-6,-7-2 16</inkml:trace>
  <inkml:trace contextRef="#ctx0" brushRef="#br0" timeOffset="2399.0169">10282 5128 14,'13'-3'190,"-7"-1"12,1-3-16,0 0-11,-7 3-13,0-4-13,-7 1-13,7-3-9,-7-2-16,-6 5-17,1-8-12,-2 5-12,2-6-11,-2-2-15,-5 4-8,5-8-12,-4 0-9,4-4-8,1-6-2,6-9-5,1-3-2,-1-7-1,7-4-4,0-4-2,7 0-2,-1 5-2,-6-1-10,7 3-9,-7 9-7,7 5-8,-7 9-10,6 7-11,-6 0-5,0 8-2,0 3 4,0 3 3,0 2 10,0 6 13,0-5 17,0 5 10,0 0 7,0 5 4,0-5 4,0 3 3,0-3 0,0 0 3,0 3 3,0-3 4,-6 0 5,6 4 5,-7-4 4,0 4 3,1-1-1,-7 9-5,-1 2-5,-4 8-3,-2 8-5,-7 6-5,9 8-10,-9 0-24,1 4-46,13-5-84,-6 1-62,12-10-31,0-9-10,1-7 16</inkml:trace>
  <inkml:trace contextRef="#ctx0" brushRef="#br0" timeOffset="2579.0425">10210 4264 182,'0'-18'246,"0"3"22,0 5-68,0 2-51,0 0-43,0 5-33,0 3-29,7 7-21,-1 0-11,7 4-6,1 8-2,4-1-1,9 4-1,-1 3 0,6-3-9,7-3-26,1 3-43,5-4-78,7-3-64,1-1-35,-2-3-11,-5 0 16</inkml:trace>
  <inkml:trace contextRef="#ctx0" brushRef="#br0" timeOffset="4377.3576">7936 3399 44,'0'-15'202,"-7"5"15,7-1-36,-6 3-23,6 1-24,0 4-26,-6-1-22,6 1-18,0 3-14,0 0-13,-7 7-10,7 0-9,-7 4-5,1 7-4,6 4-4,-7 7-2,1 1 0,6-1 0,-6 4-1,6 0 0,0-3-2,0-1 2,0-4-4,0 1 1,6-4-1,-6-4-2,0-3 0,6 0-2,-6-5 0,7-2-1,-7-4 1,0-1 1,0 1 2,0-8 0,0-3-1,0-5 1,0-1 0,0-10-2,0-3 0,0-3 1,6 1 1,-6-3-1,7 2 0,0 4 0,-1 3 0,7 3 0,-6 1-1,5 4-1,8-1-1,-1 7 0,1 1-1,6 3-8,-6 4-26,5 4-41,2-1-72,-1 9-72,0-1-39,-6 3-13,-1 1 15</inkml:trace>
  <inkml:trace contextRef="#ctx0" brushRef="#br0" timeOffset="4693.4484">8150 3788 119,'-6'7'219,"0"0"8,0-3-61,6 0-50,0-1-42,6-6-29,0-1-17,8-3-6,5-4-2,1-3-3,6-5 0,6 1-5,-5-1-2,-1 1-3,0-1-2,-1 1-3,-5 4-1,-7-1 0,0-1-1,0 3 0,-13 1-1,0 1 1,-6 4 0,-1 0 0,-6-1 0,0 8 1,0 0 1,-6 4 1,-1 7 2,1 3 2,5 2 2,-5 5 0,6 5 0,0 3-2,7 0-1,-2 0-1,8 6 0,8-7-1,-2-2 0,7 0-2,7-5 0,-2-1-4,16-10-11,-2-3-21,1-3-31,12-8-44,-6-3-69,7-3-39,-1-13-15,1 1 9</inkml:trace>
  <inkml:trace contextRef="#ctx0" brushRef="#br0" timeOffset="4879.2544">8900 3564 14,'-6'-11'177,"0"4"-8,-1 3-18,-6 8-24,0 0-21,-1 3-24,-4 7-18,-2 4-11,7 2-9,-7 5-8,0 1-6,8-5-5,5 5-10,0-3-6,1-6-3,6 2-2,13-9-3,-6-2-3,12-4-10,0-8-15,8-4-27,5-9-32,7-5-45,-7-5-35,8-2-21,-1-3-1,-6 1 16</inkml:trace>
  <inkml:trace contextRef="#ctx0" brushRef="#br0" timeOffset="5164.0234">9180 3488 45,'7'7'117,"-14"0"6,7 8-6,-6 2-12,-1 2-12,-5 3-14,5 0-17,0-3-12,1 3-10,6-8-13,-6 1-7,12-1-8,0-3 1,1-3 1,6-5-2,6-3 1,1-3-2,6-8 0,7 0-8,-7-7-11,6-1-15,1-4-13,-1 2-14,-5 4-8,-1-6 1,-7 8 3,1 1 11,0 3 12,-14 3 12,6 4 13,-4 1 12,-2 6 9,0 5 12,1-1 8,-7 4 5,6 4 4,-6-1-2,7 1-4,0-1-6,-1-2-5,0-1-4,8-5-3,-2 2-3,8-4 1,-1-8-3,1 2-5,6-6-15,1-3-29,-1-5-44,0 2-56,-1-4-50,1 0-25,-12-1-2</inkml:trace>
  <inkml:trace contextRef="#ctx0" brushRef="#br0" timeOffset="5431.1453">9885 3468 41,'-8'20'177,"2"-3"-10,-7 2-17,7 3-26,-1-4-25,1 5-19,-1-9-20,1 3-20,6-1-11,-7-5-9,7-4-5,0 1-2,0-1 1,0-4 1,7-3 1,-7-3 2,6-1-3,1-7-2,-1-3-2,1 0-1,-7-5-3,6 1-3,1-5-1,-1 9 2,-6-5-1,6 8 0,-6 0 0,8 4 2,-8 0 1,6 3 0,0 4 0,1 0 0,6 0 0,0 4 0,0-1-3,6 1-2,1 3-7,6-3-24,1 0-36,-2-1-62,1 1-69,0-4-37,0 0-14,1-4 14</inkml:trace>
  <inkml:trace contextRef="#ctx0" brushRef="#br0" timeOffset="5696.6686">10392 3473 59,'7'0'198,"-7"3"0,-7-3-28,7 8-25,-6-1-24,-7 0-19,6 8-19,-6 0-14,1-1-9,-2 4-6,8 2-10,0-3-10,-1 2-11,0-5-6,7 1-6,7 0-3,0-5-1,-1-2 0,6-1 0,2 0 1,5-3-2,1 0-2,0-1 2,-1 1-4,1-1-1,-1 1-1,0 0 0,-5 0 2,-1 4 2,-7-1 4,1-1 4,-7 10 0,-7-1 0,1 2-1,-1 5-4,-5 4-4,-2-5-18,1 2-37,6-9-73,1-2-95,6-9-49,0-10-26,6-11 2</inkml:trace>
  <inkml:trace contextRef="#ctx0" brushRef="#br0" timeOffset="5858.059">10797 3315 133,'19'-29'239,"1"6"19,-8 6-41,-4 2-64,-2 3-42,0 6-28,0-2-20,1 5-13,0-1-11,-1 4-6,1 0-7,-1 4-7,1-1-4,6 5-26,-1-2-46,-4 6-72,4-1-86,1 0-47,-6 3-27,-7-3 8</inkml:trace>
  <inkml:trace contextRef="#ctx0" brushRef="#br0" timeOffset="6031.6545">10888 3443 101,'-7'8'221,"0"0"17,1-1-46,6 0-47,-6 4-29,0-4-23,6 7-11,-8 1-10,8 4-9,-6 2-11,6 1-15,0 5-13,-6-2-11,6 4-9,0-7-29,6 3-41,-6-2-62,6-5-89,2-3-46,-2-5-21,0-6 10</inkml:trace>
  <inkml:trace contextRef="#ctx0" brushRef="#br0" timeOffset="6394.1134">11063 3670 50,'0'8'210,"0"-1"21,0 4-31,0-4-48,0 0-35,0 1-15,7-4-14,-7 4-6,7-5 10,-1 1 12,8-4 9,-2-4-1,8-4-8,-1 1-10,1-8-22,6 1-21,-7-5-17,7 1-14,-6 0-7,0 0-6,-1-1-4,1 2-3,-1 1 0,1 2-2,-7-2-1,6 6 1,-12-1 2,6 3-1,-7 1 2,1 0 3,-7 0-3,0-4 3,0 0-2,-7 0 1,-5-4 4,-2 1 4,-5-5 9,-1 4 3,-6 1-2,6-1 1,-5 4-1,5 1-4,0-2-7,8 5-6,-2 0-2,2 4-6,5-2-4,1 5-12,6 5-25,0-2-33,0 0-41,6 5-47,1-1-50,5 4-67,-5 0-40,12 0-1,-5 0 26,-8-1 39</inkml:trace>
  <inkml:trace contextRef="#ctx0" brushRef="#br0" timeOffset="7064.5978">11624 3663 84,'-14'0'223,"8"0"24,-6 0-20,5 0-19,0 0-14,1 0-15,-1 4-16,1-4-20,0 3-19,6-3-19,-8 0-25,8 0-18,0 0-17,8-3-15,-2-1-10,7 1-5,0-8-2,6 0-1,1-3-4,0-1-1,-1-5-4,1 2 1,-8 0-4,-4 4 0,-2-1 4,-12 4 8,-2 0 7,-10 7 13,-2 1 15,-7 6 23,1 4 20,-6 5 11,-1 5 4,7 2-4,0 8-8,7-2-20,-1 0-25,14 0-19,6 1-24,6-7-63,14-1-102,12-6-135,1-5-135,12-7-70,7-7-25,1-5 34,6-6 84</inkml:trace>
  <inkml:trace contextRef="#ctx0" brushRef="#br0" timeOffset="7626.6694">13266 3106 109,'6'-14'268,"1"-5"19,-14 8 11,7 1-113,-6 6-73,0 0-38,-1 8-33,0 7-19,7-1-17,0 5-21,0-1-30,7 5-27,0-1-31,-1-2-41,7-2-59,7-3-29,-7-4-1,6 1 15</inkml:trace>
  <inkml:trace contextRef="#ctx0" brushRef="#br0" timeOffset="7775.4453">13221 3367 46,'-20'17'183,"6"2"8,2 0-57,-1-2-44,6 3-34,-6 1-27,7 1-14,6 0-36,0 0-68,0 0-53,6-3-27,1-5-14</inkml:trace>
  <inkml:trace contextRef="#ctx0" brushRef="#br0" timeOffset="8254.6791">13663 3352 224,'14'0'252,"-1"0"19,-7 0-76,0 0-57,-6 3-39,-6 1-31,0 4-24,-1-1-19,-6 0-12,6 0-6,-5 1-4,-2-1-1,8-3-1,0-1-2,-8 0-4,14-3-8,-6 0-5,6 0-5,0 0-2,0-3-2,0 3 4,6-3 5,-6-1 5,7 0 5,0 1 3,-1-1 4,-6-4 0,6 5-1,1-1-1,0 1 2,-1-1 0,-6 1-1,6-1 1,1 0 3,-7 4 2,7-4 2,-7 4 3,0 0 3,6 0 6,-6 0 1,0 0 4,0 0 0,-6 0 0,6 0-3,0 0-1,-7 0-4,7 4-4,-7-4-2,7 0-1,0 0-2,-6 0-3,6 0 0,0 4-2,0-4 0,0 0 0,0 0-1,0 0-1,0 0-1,0 4 0,-6-1 1,6 8-1,0 0 2,0 0 2,-7 8 1,7 2-1,0 2 0,-7-1 2,7-1-3,0 1 0,0 0-1,0-4-2,7 0-25,0-2-29,-1-5-41,-6-3-73,6-2-63,8-6-30,-8 0 3,-6-4 21</inkml:trace>
  <inkml:trace contextRef="#ctx0" brushRef="#br0" timeOffset="8428.637">13527 3509 90,'0'-4'232,"0"4"12,0 0-19,6-3-77,1-1-48,-1 1-32,14-1-18,0-3-10,5-1-10,1-2-8,14 3-10,-7-1-22,5 4-33,1-4-52,0 5-80,1-1-52,-1 2-27,-1-3 1</inkml:trace>
  <inkml:trace contextRef="#ctx0" brushRef="#br0" timeOffset="9462.6391">14158 3616 9,'0'18'178,"0"-3"11,0-4-37,8-1-34,-2-2-28,0-5-14,1 1-6,6-4-10,0-4-8,7-3-10,-1-4-13,0 0-9,8-7-7,-7 0-4,-2 3-3,2-4 0,-7 1-5,1 0 2,-8 0-2,-6 3-1,0 0 1,-6 1 1,-1 3 5,-6 4 5,6 3 8,-13 1 6,8 6 7,-8 3 4,1 6 6,-1 3 0,7 3 1,-6 3 0,5 2 0,8 0-5,-1-2-4,1 2-6,6-6-5,6 2-2,1-1-2,6-4-1,0-3 0,7-4-2,6 1 1,-1-8-3,8-4-4,7-3-3,-2-4-3,1-4-5,1-3-7,-1 0-11,0-3-5,-7-6-9,-6 5-3,1 0 0,-8 3 3,0 5 8,-5 3 6,-1 0 10,-7 4 5,1 4 4,-7 6 5,0 1 2,0 3 6,-7 8 9,1-1 7,-1 5 3,1 2 0,6 5-3,-7-5-5,7 2-10,-7-1-7,7-7-4,0 3-3,0-7 1,0-4 3,0 1 0,0-8 1,0 0-1,7-8 0,-7-6-1,7-1-2,-1-3-2,1-4 1,-1 1-1,7-2 0,-6 4 0,5 1-1,-4 4-2,4-2 0,1 6 2,0-1-2,0 3 1,7 1-2,0 4-11,5 3-17,-5-4-18,12 4-21,-5 0-21,5 0-16,1 0-2,-1-3 7,1 3 15,-1-4 18,1 0 17,0 0 18,-8 1 12,2-2 11,-7 3 3,-8-2 12,2 1 14,-2-1 14,-5 0 9,0 0 11,-7-4 12,0 5 5,-7-1-5,7 2 1,-13-6 2,7 4-4,-8 4-7,2 0-8,-2 4-5,-5-1-8,5 4-8,2 4-6,-8 5-4,7-2-3,0 4 1,0 0 0,7 1-1,0-5 0,-2 1-2,8-1-1,8-3 0,-2-4-1,0 1 0,7-8-2,7 0 0,0-8-1,-2-1-1,9-3-3,-7-3 2,-1 1-2,0-1-2,1 0 2,-1 4 0,-5 1-1,-2 2-1,2 1 0,-8 2 1,7 3-1,-6 2 0,-1 2 2,1 3-1,-1 2 3,8 1 0,-2-1-2,2 0-1,5 0-1,-6-3-1,6-4-15,1 0-20,6-8-28,1 1-30,-8-7-31,7-2-30,0-1-15,0-4 3,-6-6 14,5 1 16,-5-3 17,0-4 17,-1 0 18,-5 0 26,-8 3 44,6 2 51,-4 6 49,-8 4 48,6 2 36,-6 6 12,0 6-10,-6 8-13,-2 6-11,2 12-17,0 9-16,-7 5-12,0 3-18,0 10-21,-1 2-22,2-1-15,-2-1-9,2-2-10,12-3-14,-7-8-22,7-7-25,0-6-39,7-4-62,-1-12-80,0-4-70,-6-10-23,8-4 2,-8-3 24</inkml:trace>
  <inkml:trace contextRef="#ctx0" brushRef="#br0" timeOffset="9627.6647">15710 3338 53,'0'-12'270,"0"5"22,0 3 20,0-2-65,13 6-69,-1-5-53,8 2-33,0 3-16,6-4-18,7 4-22,6-5-27,-1 2-24,1 0-35,7-5-49,7 2-48,-2-10-51,-5 6-37,7-5-27,-8 1-4,-6-5 30,0 4 42</inkml:trace>
  <inkml:trace contextRef="#ctx0" brushRef="#br0" timeOffset="9739.6474">16517 3077 27,'14'-4'120,"-8"0"14,1 4 8,-1 0-6,0 4-16,2-4-15,-2 4-23,0 3-21,0-3-22,8 4-18,-1-1-33,-7 0-60,8-4-80,-8 5-45,6-4-21,-4-1-7</inkml:trace>
  <inkml:trace contextRef="#ctx0" brushRef="#br0" timeOffset="9898.6786">16420 3319 138,'-14'19'226,"2"-2"16,-1 5-53,-1 0-60,8 1-46,-6 2-28,4 1-19,2-1-28,6 1-35,0 0-55,0-5-74,0 1-49,6-3-28,2-5-2</inkml:trace>
  <inkml:trace contextRef="#ctx0" brushRef="#br0" timeOffset="10202.6544">16771 3410 124,'7'8'282,"6"-4"26,-7 4 27,-6-2-94,8 5-71,-2 1-54,0 2-26,-6 1-21,7-1-26,-7 1-15,0-4 0,6 0 17,-6-4 17,7 0 17,-7 0 15,6-3 16,7 0 0,-7-1-8,14-6-16,-6-1-14,11-7-14,1-3-17,7-8-12,-1-4-9,2-3-5,5-3-7,-7-2-1,1 1-5,-7-4-9,0 3-33,-7 5-42,-5 4-50,-8 6-48,0 5-51,-6 3-40,0 11-20,-12 4-17,5 3 1,-6 7 22,0 1 36,-7 4 42,8 3 51</inkml:trace>
  <inkml:trace contextRef="#ctx0" brushRef="#br0" timeOffset="10447.0099">17123 3407 65,'0'23'76,"0"-6"8,7 2 5,0-1-3,-1 0 3,1 0 10,5 1 6,2-5 1,-2 4 4,8-7 0,0 0 0,-1-3-7,7-4-9,-6-4-8,6-8-14,0-2-13,0-6-13,-6 2-11,0-9-10,-1 2-8,-13-1-1,1-1 11,-14-2 14,1 4 14,-7 2 18,-1 4 17,-5 4 18,-7 8 0,-6 3 4,6 7-6,-1 4-16,1 4-17,0 8-20,13-2-14,-7 1-20,14 3-25,6-3-46,6 4-66,1-8-85,6 0-118,7 1-93,5-8-36,2 1 13,-1-10 50</inkml:trace>
  <inkml:trace contextRef="#ctx0" brushRef="#br0" timeOffset="11757.1093">19841 3234 152,'6'-17'192,"-12"2"-34,6 1-33,-7 2-23,0 1-16,1 3-19,0 2-17,-8 1-12,-5 5-10,-1 5-8,-6-2-9,0 8-1,0 0 4,1 4 7,-2-1 9,1 0 6,6-2 5,8-5-2,-2 1-6,8-1-9,0 0-8,6-4-7,0 1-2,6-4 0,7 0 0,0-4 0,0 1-3,7 3-1,6-4 0,0 4-3,-7 0-3,7 4 2,0 3 1,0 4-1,-6 3 1,-1 6 1,-5 2 1,-8 3 0,0 0 0,-6 1-1,-6 3-1,-6-2 1,-2-2 1,1 1 1,-7-9-1,1 2-2,6-4 5,0-3 0,0-5 0,0-7 1,6 0-1,7-7 0,7-5-1,-1-3-3,14-4-2,-1 5-1,1-4-1,6 4-1,7-1-1,-1 4 1,1 0 3,6 3-2,-7 1-1,14 1-5,-7 1-10,0 2-9,-7-1-7,8-1-4,-14 5-2,7-3 3,-14 3 8,1 0 8,-8 0 7,-4 0 6,-2 3 4,0 2 3,-6-1 5,0-1 4,0 4 7,0 0 3,-6 1 1,6 0 3,0-1 0,0-1 0,6 2-3,1 0-2,-1-4-2,7-4-1,0 0-2,7-4-4,0-7-2,-1 0-1,1 0-1,0-8-3,-8 5 0,1-5 3,-6 4-2,-7 1-3,-7 3-1,1 0 0,-13 4 0,5 7 2,-12 0 1,7 7 3,-1 4 2,0 7-1,1 1 1,6 3 0,0-4-2,7 5-2,-2-2 0,16-3-1,-2 1 0,7-2-13,6-1-27,0-6-59,8-6-88,5 0-48,2-8-25,4-3-3</inkml:trace>
  <inkml:trace contextRef="#ctx0" brushRef="#br0" timeOffset="11947.6566">20871 3315 168,'-8'15'261,"2"7"38,-6 7-46,-2 8-24,1 4-20,0 9-13,0 5-25,-1 5-28,-4 5-28,4 1-27,1 3-30,7-2-29,0-5-36,6-7-40,0-4-41,6-10-50,0-12-56,1-4-89,6-13-58,-6-10-8,-7-4 16,6-14 34</inkml:trace>
  <inkml:trace contextRef="#ctx0" brushRef="#br0" timeOffset="12211.0918">20740 3476 59,'13'-25'222,"0"-1"25,-1 8-12,8 3-41,0 0-13,-1 5-3,1 2-4,6-3-11,1 8-17,-9-4-23,9 3-36,-7 4-31,-8 0-22,2 4-12,-2-1-7,-5 4-4,-7 0-1,-7 5-3,-5 2-1,-2 1 0,-5-1-3,-1 1 2,-6-1-4,7 2 1,-7-3-3,6 3-7,8-5-25,-8-4-33,13 0-25,1 1-25,6-1-30,0-3-28,6-4-17,1 0-28,13-4-46,-8-7-11,14 3 11,1-6 22</inkml:trace>
  <inkml:trace contextRef="#ctx0" brushRef="#br0" timeOffset="12533.6597">21359 3069 236,'7'-7'266,"-1"0"21,-6 7-64,0 0-48,-6 4-34,-1 6-13,0 5-7,-6 4-2,1 6-5,-2 1-10,2 8-13,-2-3-18,1 3-21,0 2-15,-6 1-11,5-4-8,8-4-8,0-4-5,-1-2 2,0-4-4,7-6-3,0-1-3,0-1-1,0-7 0,7-4 0,0-4 0,-1 1-2,0-9-1,8 4 0,-8-5 1,0 1-2,1 1 0,0 1 0,-1-2 4,1 1 2,-7 4 0,6-1 2,0 5-1,2-1 0,-2 4 0,0 0 0,1 0-5,6 4-5,-7-1-27,7 5-39,1-1-49,-2 4-50,2-3-38,5 4-53,-6-10-44,6 5 0,1-7 29,-7 0 40</inkml:trace>
  <inkml:trace contextRef="#ctx0" brushRef="#br0" timeOffset="12686.6131">21749 3171 100,'8'-6'236,"-2"-2"10,-6 2-23,6 6-73,-6 0-56,7 3-35,0 5-21,-7-1-9,6 0-9,1 5-9,5-6-8,-5 5-21,6-3-34,1-2-70,-8 2-73,0-4-38,1-1-16,-7 1 5</inkml:trace>
  <inkml:trace contextRef="#ctx0" brushRef="#br0" timeOffset="12822.6709">21678 3309 5,'-13'10'177,"6"5"12,1-1-43,0 1-44,-1 6-34,7-2-21,0 8-18,7-6-9,-7 1-13,6 0-27,0 0-50,-6 0-66,7-4-33,0-4-18,5-3-5</inkml:trace>
  <inkml:trace contextRef="#ctx0" brushRef="#br0" timeOffset="13645.5749">22128 3363 69,'-6'4'197,"-1"3"13,0 0-44,1 4-59,-1-4-38,-6 4-21,6 1-15,1-4-13,6-2-7,-6-3-3,6 5 1,0-4 6,0 0 1,6 0 3,-6-1 3,13-3 0,-6 4-1,6-2-6,0-2-3,-6 5-3,5-5-4,2 3-2,-2 1-2,-5 0 0,-1 0-1,1-1 1,0 1 4,-7-1 0,-7 8 1,0 0 1,-6 0-2,-7 4-1,2 3-5,-9-2 1,7-7 2,-6 7-3,7-9 2,6-1-8,0 2-24,7-8-33,-1-2-29,14-6-16,-1 1-14,14-9-8,5 3 12,1-3 19,7 2 13,7-2 2,-1 2 10,-1 3 22,1-3 30,7 3 36,-7 0 41,7-3 30,-7 2 22,7 1 3,-7 0-7,-7 4-17,1-1-23,-1 1-16,-5 3-15,-7 4-12,-8-3-6,8 3-3,-14-4-4,1 4 0,-7 0 1,0-4 0,0 0-3,-7 1 0,7-1 0,-6-3-3,-1-4-4,0-3-3,1-1-10,6-3-4,-6-5-2,6 1-3,0-3 1,0 7 2,6-4 11,-6 8 4,0-3 4,0 3 6,0 8 8,0-6 10,0 8 3,0 1 10,0-4 6,0 7 3,-6-4 1,0 4-6,-2 4 4,2 3-1,0 3 3,-8 5 6,1 8 7,1 2 8,-2 4 1,8 9-2,-7-1-4,0-1-10,6 0-12,1 1-12,-1 0-8,1-4-9,6-4-10,0 0-13,0-4-21,0-3-24,0-3-25,0-7-29,-7-2-33,7-3-36,0-7-21,-6 0-3,0-7 10,-8-1 23,8-2 46,-7-5 64,0 1 65,6-5 56,1 4 38,-1-4 26,0 2 12,7 2-5,0 4-14,0-4-19,7 7-19,0 2-16,-1-1-17,7 7-12,0-4-11,0 4-8,7 0-5,6 0-3,0 0 0,0 0-7,0 0-15,6 0-26,1-4-25,-7 0-43,6 0-60,-5-3-47,-1 0-13,0 0 10</inkml:trace>
  <inkml:trace contextRef="#ctx0" brushRef="#br0" timeOffset="13763.5009">23046 3242 47,'14'-11'149,"-8"4"-9,7 2-15,-7 3-23,-6 4-27,7 6-23,-7 3-19,-7 4-11,7 4-15,0-2-31,0 3-64,7-6-52,-7 1-29,7-1-15</inkml:trace>
  <inkml:trace contextRef="#ctx0" brushRef="#br0" timeOffset="13932.4044">23111 3363 57,'-12'11'225,"5"-1"10,0 2 4,-5 2-107,5 1-62,7-1-36,-6 2-32,6 2-34,0-3-46,6-1-64,1-3-47,-1 0-24,7-7 0</inkml:trace>
  <inkml:trace contextRef="#ctx0" brushRef="#br0" timeOffset="14633.6611">23620 3286 123,'0'0'283,"0"-4"22,-6 4 17,-1 0-108,-6 4-72,0 2-51,-7 11-30,1-7-13,-1 9-9,0-2-2,-6 5-3,7 0-3,-1 1-4,1-2-8,12 4-9,1 2-4,0-5-6,12 7-1,7-7-5,6 3-5,8-2-7,-1-5-14,13-7-14,-7-1-22,14-2-14,-7-8-9,6 0-1,1-8 7,-7 2 12,7-5 16,-7-3 12,0-5 11,-7 1 6,1-1 6,-7-3 1,-6 0 5,-7 3 4,0 2 5,-7-3 7,-6 7 1,0-3 6,-12 7 6,5 1 4,-12 8 1,-1 0 3,-6 3 4,-1 8 2,-5 0 4,6 1 10,-7 5 7,8-2 1,5-1-2,0 1-6,8-4-7,-2 4-12,8-8-7,6 4-3,0-4-4,6-3 0,8-4-1,-2 0 0,2 0-3,5-7-2,1 3 1,-1 0-1,0-3 1,1 0 3,0 3 8,-1 1 6,1-2 8,-7 2 11,6 3 7,-6 3 6,1-3 0,-2 8-4,-5-4-3,6 3-10,0 4-9,-7-4-8,8 2-8,-8-2-3,8-1-5,-2-2-2,8-4-6,-1 0-17,1-8-13,0-1-16,5-7-19,1 2-18,0-5-15,1-3-4,-1-3-7,-6-4-11,5-4-26,-5-5-25,0-1 2,-8-5 37,2 3 63,-1 0 68,-7 5 79,0 7 76,1 3 48,-7 8 0,0 4-28,0 2-26,-7 12-20,1 8-14,-7 3-9,0 7 3,0 7 3,-1 9-7,2-1-11,-1 3-15,0 4-18,0 5-21,7-5-33,-2 4-46,2-7-47,6-4-54,0-4-50,0-7-56,0-4-68,6-11-17,-6-3 12,0-8 38</inkml:trace>
  <inkml:trace contextRef="#ctx0" brushRef="#br0" timeOffset="14776.6913">24252 3275 140,'0'-12'277,"0"5"12,0 0 6,6 4-116,1 3-80,6 0-49,6 3-26,1-3-31,0 4-43,6-1-50,7 4-51,-7-3-71,6 1-37,1 1 0,-1-2 25</inkml:trace>
  <inkml:trace contextRef="#ctx0" brushRef="#br0" timeOffset="15478.7841">24519 3534 163,'-6'19'297,"6"-8"14,0 5 12,6-7-112,7-1-83,7-4-37,-1 0-18,7-4-2,14-4 10,-8-4 18,7 2 22,0-6 14,1 1 10,-1-3 3,-7 3-8,1-4-25,-7 0-30,0 4-29,-7-3-21,-5-2-13,-2 3-11,2-3-2,-8 2-2,-6-1-3,0 1-3,0 2-4,-6 2 1,-8 6-1,8 1-3,-7 3 1,0 3 0,-7 4 3,7 0 1,7 5-2,-8 2 2,8 1 0,0-1 0,6 2-3,0-5 1,6 3-2,0-3 3,8 0 0,-2-4 1,8-3 3,0 0 0,13-1 4,-8-3-3,8-3 1,0-1-2,-1-4 1,1 1 0,6 0 0,-7-4 0,1-1 2,-1 3-3,1 1 2,-1-4 0,-5 3-1,-1 1 4,0-4 0,0 5 6,0 3 2,-7-3-1,-5 3 3,5 0-3,-6 1-2,-6-1 11,5 4 13,-12-3 20,8 3 8,-2-4 15,-6 4 4,6 0-6,-6 0-17,0 0-13,0-3-10,6 3-11,-6-8-8,0 1-6,8-7-1,-8-5-4,6-3-6,-6-3-5,0-1 2,0-3-4,0 0 4,-6-2-1,6 6 1,-8 3 6,2 4 2,6 3 3,0 5-3,-6-2-4,6 5 1,0 3 0,-6 0-5,6 1-5,0 3 4,0 0 3,0 3 1,0 5-3,0-4 3,6 3 2,0-4-4,0 2-1,14-3-1,0-2 3,13-7-8,6 0-14,-1-4-31,2-3-53,-7 3-50,6-4-35,-7 0-13,-6 3 2,0 2 32,-7 3 47,-5 3 49,-1 0 34,0 4 18,-7 4 10,1 3 6,-1 5-16,-6 5-53,7 3-82,-7 5-117,7 0-79,-1 5-45,0-5-2,1 0 44</inkml:trace>
  <inkml:trace contextRef="#ctx0" brushRef="#br0" timeOffset="20665.4828">3681 9554 117,'-13'-7'75,"7"-1"-18,-8 1-11,8 0-5,0 3-1,-8 1-4,8-1-7,6 4-1,-7-4 2,1 4 0,6-4-3,-7 4-3,7 0-6,0 0-5,0-3-5,0 3-3,0 0-2,7-4-1,-1 1-2,1-2 1,6-1-1,0-2 0,7-3 1,-1 0-1,1-1 1,6-2-2,-7-1 1,13 1 1,-6 3 1,7-3 1,-1 3 1,-5 0-1,13 3-1,-8 2 0,1 1-2,-1 5 1,7 0 0,-7 0 0,7 7-1,1 1 1,-8-1 1,7 1-2,0-2 0,-5 6 0,-2-5 0,1 1 0,5-1 0,-5 0-1,6 0-1,-7 1 2,8-1 0,5 0 1,-6 1 1,1-1 1,5 0 1,1 0 0,-7 1-3,7 0-1,5-2 1,-5 2-1,0-4-1,6-1 0,0-3 0,-7 4 0,8-8-2,-1 1 1,-7-1 1,8-6 0,-1 2 1,0-7 0,0 1-1,0-5 0,0 4 0,0-3 0,1 0-2,-1 0 0,0 3 1,-6 0 0,6 0 1,-7 1-2,1 2 2,-7 2 0,6 3 0,-5-5 0,5 5-2,-6-1 5,7 2 1,-1-2-1,-5-3 1,5 7-1,1-3 1,6 0-2,-6 4-1,-1-1 0,7 4 0,1-4 1,-8 4-1,7 0 1,1 4 1,-8-4-2,7 0 0,0 0 1,-6 0 2,6 0 1,0 0 0,0-4 0,0 0 1,1-3-1,-1-1-1,6 1-3,-6 0 3,7-4-1,-7 0 0,1-1 1,-2 6 1,1-9-3,1 5 0,6-2-1,-8-3 2,8 5-1,-1-1-1,1-4 2,0 5-1,0 1 2,6-1-2,0 2-1,-7 1 0,1-1 1,6 4 4,-13-3 3,7 4 8,-6-1 8,-2 1 12,1-1 9,-5 4 8,4-4 6,-5 4 2,-7-4 3,7 4-7,-1 0-6,1 0-6,6 0-8,-6 4-8,6-4-8,0 4-6,6 0-3,-5-1-5,5 1-2,7 4 0,-6-6-1,6 2 2,0 0-2,0 0 0,1-1 1,5 1-3,-6 0 0,7 0-2,0-4 0,-7 3 1,0-3 0,0 0 0,7 0 3,-7 0 3,0 0 0,0 0 1,1 0 3,-1 0-3,7 0-1,-1-3-4,0-1-1,2 0-2,-2 0 0,0 4-3,2-3 3,4-1 3,-4 0-1,4 4 2,2-4-1,-2 4 2,2 4-4,0-4-2,-2 0 1,2 4-1,-8 0-1,8-4 3,-8 3 1,1 1 0,0-4-1,-7 0 0,6 0 1,1 0-3,-7 0-1,7 0 0,-7-4 2,7 1 0,-7 3 0,6-4 2,-6 0 2,8 0-1,-2 4 1,-6-2-3,7 2-1,0 2 0,-1 2-2,1 4 1,0-1-1,-1 4 0,-5 0 2,5 0 0,-6 4 0,0-4 0,0 3 0,0-2 1,-6-2 2,7 1-3,-7-3 0,6-1-1,-6 1 1,-1-6-2,7 3 0,-13-2 0,6-3 1,7 4-2,-12-4 1,6 4 2,-1-4 2,1 3-1,0-3 1,-1 0 0,-5 4-2,5 0-1,0-1-1,1 1 0,-7 3 1,7-2-2,-7 2 3,7 0-2,-7 4 1,0-4 2,7 0-1,-1 0 2,1 5-1,0-5-1,0 1 0,-1-6-2,7 6 0,-6-4 0,6-1 0,-6-3 2,-1 0-1,1 0-1,0-3-1,0 3 3,-8-4 1,8-4 0,-1 6 1,-5-2 2,-1-4 0,6 5-2,-6-1-2,7 0-2,-7 0 0,7 2 2,-6-3-3,4 2 1,-4-1 0,5 1 2,-5 3-1,6-4 1,-8 0 1,8 0-1,-7 1 3,7-1-1,0 4 0,-1-3-2,-5-2 0,12 3 2,-14-3-2,8 1-1,-1 1 0,1 3 0,-6-4 0,5-3-2,-5 7 3,-2-4 1,8 1 1,-7-1 0,1 0-1,-2 1 0,2 3-1,-1-5 0,0 3-2,0-2 0,0-4-4,1 5-1,-8-5-5,7 4-2,-7-3-2,1 0-2,-1 0-1,2-1-1,-2 5 0,-6-4-4,0 3-1,0 1-6,1-1-4,-8 0-5,1 4-7,-1 0-5,1 0-4,-7 4 0,0 0 1,-7 3 3,7-4 3,-6 4 9,-1-3 7,1 4 6,0-1 8,-1-4 4,1 2 7,0-3 1,-1 2-5,-6 4-12,6-5-26,-5 1-42,-2 4-41,2-1-22,-8 0-5</inkml:trace>
  <inkml:trace contextRef="#ctx0" brushRef="#br0" timeOffset="24601.2627">9624 7722 70,'-20'-19'70,"1"5"-3,-1-1-3,-6 1-4,-1-1-7,2 5-10,-1-1-7,-6 3-8,-1 5-6,7-2-5,-14 10-5,8-5-3,-1 3-3,1 9-2,-1-5-1,0 3-2,1 5 1,-1 3 0,1 1-2,-1 6 0,1 2 0,-1-2 0,7 4 0,-6 4-1,-1 1 0,7-2-1,-6-3 1,5 4 0,1 0-1,0 3 2,0-5 0,-1 0 2,9 3-1,-2-1 1,0 0-1,7 0-1,1-4 1,-2 4 0,8 0-1,-1-4-1,0 4 0,7 1 1,7-2-2,-7 2 0,7-2 1,-1 1 1,8 1 0,-2-3-1,1 0 1,7 1 0,0-3-1,-2 0 1,9 5-1,-1-5-3,0 0 3,7 0 2,-1-2 1,1 2 1,5-3 2,2-1 2,-1-3-3,0 0-1,1 0 1,-2-3-2,1-1-2,7 0 0,0 0 0,0-3 0,-1 3-2,7-3 1,1-4 0,-2 3 0,8 1-1,-1-3 3,1 3 1,6-5-2,0 5 2,1-1 3,-1-3-2,0 4-3,0-5 0,6 2 0,-4-5-1,4 5 0,-6-5 0,0-4 1,0 4 4,7-3-1,-7 0 0,0 0 1,0-4 1,0 0-4,0 0-1,1 0 0,-1 0 0,-6-4 0,0 4 1,-2-4 3,2 0-1,0 2 4,0-3 1,6 2 0,-7-1-2,1 4 0,0 0-2,6 4-1,-7-1-3,7 2 2,1-3-1,-1 6 0,-6-4-1,6 3 0,-6-3-1,6 0 4,-6-4 0,6 0 4,-7-8 4,1 1 2,0-5 1,6-2-4,0-1 1,-6-4-3,6 2-2,-7-2-1,7-3-3,-6 5-1,0-6-1,6 4 1,-7-2-1,1 2 0,-6 1 3,5-1 0,-6 5-1,0-4 1,0 4-1,-6-1-1,0 1-1,-1-2 0,-5 1 0,-2 4 0,-5 0-1,-1-3 2,-5-1 2,-1 5 3,-7-5-1,1 1 2,0-5 0,-8 0-1,8 5 0,-7-9-2,0 6 0,-6-2-3,5-3 2,-5-4-1,0 1 0,-1-1 0,-6-3 2,6 0 0,-12-8 2,6 0-1,-6 1 0,-1-4-1,-6-5 1,0 1-1,-7-3 2,8-1 4,-8 0 1,-6 5 1,-1-5 1,1 4 1,-6 0-1,-1-1-2,1 2-3,-7 0-2,0-1-1,-7-1-2,1 1-2,-1 4 3,-13-1 3,7 1 1,-6 4 0,-8 3 2,1 3 3,-6 1-6,-2 4-2,-4 6-2,-8 1-1,0 3 1,1 4-2,-7 4 0,-1 7 2,1 0-2,0 7 2,-7 1-3,6 3 0,-5 4-3,6 2 1,-1-2 4,1 3 1,0-3-1,-7 3 4,7-3 5,-6 0 0,5 0 1,-12-1 5,6 4 4,-6-3 1,6 6-3,-6 2 0,-1 3-3,1 0-2,0-1-3,6 4-2,-6 0 4,7 1-3,5 3-2,-6 0-1,7 0-1,-1-1 0,8 2-3,0-5-3,-1 0 4,13-7 5,0-4 3,13-2 2,2-7 4,4-1 2,13 0 0,2-4-4,11-4-5,8 3-2,0-3-5,-1 0-2,7 4-4,7-4 0,-1 0-4,0 0-1,1 0-1,6 0-4,-6 0-4,12 4-10,-6 2-13,0 6-22,13-1-36,-6 3-54,5 5-64,8 7-28,-1-1-3,1 1 13</inkml:trace>
  <inkml:trace contextRef="#ctx0" brushRef="#br0" timeOffset="24763.3506">10692 7939 128,'72'-33'239,"-20"3"9,-12 4-2,-8 4-169,-6 8-91,-7 10-89,1 8-71,-7 14-39,0 4-14</inkml:trace>
  <inkml:trace contextRef="#ctx0" brushRef="#br0" timeOffset="25962.6949">8314 4421 77,'-14'-7'164,"2"0"-6,-8 0-67,7 3-37,7-4-18,-8 5-11,14-1-9,-6 4-5,6-3-5,6 3 0,2 0-5,4 0 0,8-4 2,5 4-3,15-3 1,-1-1-1,13-4 1,0 1 0,14-3 1,5-7 2,14 3 4,6-1 5,7-6-1,19 3 0,1-8 0,12 0 5,13 1-4,0-5-2,14 1-4,-1 0-1,1 3 2,-7 1-6,0 2-14,-1 5-33,-12 7-63,-13 3-44,-7 8-25,-12 8-13</inkml:trace>
  <inkml:trace contextRef="#ctx0" brushRef="#br0" timeOffset="28448.7099">16537 7887 92,'-6'4'75,"6"4"-85,-7-1-51,0-5-27</inkml:trace>
  <inkml:trace contextRef="#ctx0" brushRef="#br0" timeOffset="32862.4204">15202 7165 75,'-7'-13'189,"0"1"2,1-3-36,-7 5-17,6-5-18,0 0-6,-5 0 0,6 1 2,-8-2 2,1 1-2,0 1 1,6-1 4,-12 1 0,6-1-1,0 1-4,-7 3 2,1 0 0,0 0-11,-1 3-13,-7 8-18,9 0-15,-9 8-16,1 7-15,0 3-11,0 11-8,0 0-4,-1 8-4,8 3-3,0 1 1,6 3-1,-1 0-3,2 0 3,12-1 2,-7-2-1,14-4 1,-7-4 1,6-4-1,7-3-1,0-4-3,0-7-2,7-1-1,0-11 0,5-3 0,1-7-2,7-7 3,-7-8-1,6-4-2,1-7 0,-1 4-5,-5-4-5,-1 0-7,0 3 1,-6 5-1,-8 3-3,2 8 6,-8 2 4,1 5 5,-7 7 1,0 3 3,0 8 1,-7 11 1,1 4 2,6 3 4,-7 8 0,7 4 4,0-2 0,7 2 1,6-4 1,-1-1-3,21-7-10,0-3-41,6-12-56,6-2-70,8-8-108,-1-4-98,-1-8-42,2-3 12,-7 0 41</inkml:trace>
  <inkml:trace contextRef="#ctx0" brushRef="#br0" timeOffset="34596.9695">15749 7308 188,'-6'-11'246,"6"4"23,-8-1-72,2 5-38,0-1-32,-1 4-30,1 4-20,-1 3-12,7 4-6,-7 3-3,1 9 0,0 6-5,6 4-5,-7 7-11,7 5-9,-7 2-10,7 4-17,0 5-39,0 2-57,0-6-91,0-2-87,7-6-43,0-4-16,-1-11 21</inkml:trace>
  <inkml:trace contextRef="#ctx0" brushRef="#br0" timeOffset="34946.6671">16100 7543 136,'-12'7'293,"-1"4"27,-1 4 18,2 3-109,-2 1-71,8 3-54,0-4-37,-1 3-25,7-2-16,7-4-10,-1-5-2,6-2-3,2-8-2,6-4-1,5-3-2,-5-8-4,6-3-4,0-4-8,-7 0-1,-5-3-2,-1-1 2,-7 4 1,-6 0 5,-6 7 7,-7 1 6,-1 3 4,-11 11 6,-1 0 3,0 11 4,0 3 0,-7 8-3,7 0-2,0 3-5,7 2-4,-1 2-4,6-4-4,8 0-6,6-2-15,6 0-25,8-9-39,-2 1-61,15-8-89,-1-7-71,6-4-25,7-3 3,-6-4 29</inkml:trace>
  <inkml:trace contextRef="#ctx0" brushRef="#br0" timeOffset="35234.1438">16524 7594 45,'0'-4'267,"7"4"34,-7 0 31,-7 4-71,7 7-47,-7-3-43,1 7-29,0-1-24,6 1-24,0-1-20,0 1-18,6-1-14,0-3-12,8-4-10,-1 1-4,-1-5-6,8-6 1,6-5-3,-6 1-1,-1-7-5,1-5-2,-7 1-1,0 0-3,-6-4 0,-1-1-2,-12 5 5,-1 4 5,-6-1 11,0 4 11,-7 4 7,-6 7 7,7 7 2,-7 4-1,6 4-11,1 2-10,-1 6-9,8 3-3,-2-4-5,14-1-10,0-2-23,6-1-42,2 0-51,10-7-74,2-6-92,13-5-85,-1-5-26,1-6 15,-1-3 39</inkml:trace>
  <inkml:trace contextRef="#ctx0" brushRef="#br0" timeOffset="35521.6172">17058 7550 24,'0'7'256,"-6"1"44,0 3 43,-8 3-48,8 4-34,0 2-26,-8-3-27,14 2-33,-6-1-37,6 0-35,6-3-32,8-4-23,-2-4-16,14-3-8,1-4-6,-1-11-5,6-4-7,1-3-9,-1-8-10,-12 1-5,5-4-4,-17-2 0,-2 2 0,-6 4 11,-14 4 14,-4 2 19,-9 4 27,-11 3 31,-2 12 25,-5 0 11,-1 12 2,7-1-10,0 8-21,-1-1-30,8 0-21,5 0-26,8 1-51,6-1-74,7-4-79,6 6-86,6-6-97,1-3-103,6 0-17,-1-4 37,8 0 60,-6-3 76</inkml:trace>
  <inkml:trace contextRef="#ctx0" brushRef="#br0" timeOffset="35682.5347">18108 7847 314,'51'7'358,"-11"0"17,-7 2 6,-1-3-197,-6 9-206,0-4-175,0 7-93,0-3-49,-6 3-22,-1-3 28</inkml:trace>
  <inkml:trace contextRef="#ctx0" brushRef="#br0" timeOffset="45395.4964">19782 7107 14,'-7'-7'74,"-6"-1"3,7-3-3,0 4 3,-1 0 1,0 2-7,7-1-8,-6 2-10,6 0-3,0 1-10,6 3-8,1 0-3,0 0-3,5 0 1,1 7-3,1 0-3,6 8-6,-8 3-4,8 5-2,-7 2-4,-7 4 0,0 4-3,2 3 2,-8-2-1,0 2 1,-8 1-2,2-4 2,-7 0 1,-7 0-2,8-4-3,-2-3-1,-5-1 1,6-3-1,0-3-2,7-8 1,-1 3 2,0-7 0,7 1-1,0 0-1,0-1 2,7 1 1,0-1-2,5 0-1,8 0 1,-7 1 1,7 2 0,-1 1-1,7 8 0,-6-5 1,0 8 0,-8 0 0,8 8 0,-13-1 1,-1 4-1,-6 3 0,-6 5-1,-1 3 1,-13 0 1,1 2-3,0-1-7,-8 3-14,7-8-26,2-3-49,-2-8-59,6-7-28,14-15-8</inkml:trace>
  <inkml:trace contextRef="#ctx0" brushRef="#br0" timeOffset="45725.5048">20590 7473 31,'-7'19'179,"-5"3"15,-2 7-53,2 4-30,-2-1-26,1 5-21,7-4-16,0-8-13,6 1-9,12-6-4,1-6-4,7-11-1,6-3-1,0-8-3,7-1-4,-1-11-1,1-6-3,-7 1-1,0 0-1,-7-4 2,-5-1 1,-8 4-2,-6-3-2,0 7 0,-14 0 1,2 5 0,-1 5-1,-7 7-1,0 10 4,-6 2-1,7 8-3,-7 4 0,14 2 0,-8 4-6,13-2-15,7-2-16,7-2-22,5 0-25,8-9-37,13 2-33,-1-9-31,7-3-6,13-7 11</inkml:trace>
  <inkml:trace contextRef="#ctx0" brushRef="#br0" timeOffset="45943.8773">21392 7411 115,'19'-15'196,"-12"8"-23,-7 0-18,-7 7-32,0 4-27,-5 3-14,-2 3-11,-5 9-11,-1 0-9,8-2-8,-8 9-10,6-3-10,2-2-5,12 4-7,0-2-4,0-2-2,12 2-1,2-1-2,-1 0 0,6 0-1,-6-5-1,7 2-1,-7-1-1,0 0 0,0 2-3,-6-3-4,-7 6-22,-7-2-33,0 5-59,-5 4-75,-8-1-38,-6 0-14,-7 4 8</inkml:trace>
  <inkml:trace contextRef="#ctx0" brushRef="#br0" timeOffset="46128.0866">21854 7928 70,'20'-4'241,"-14"0"10,-6 0 7,0 8-111,-6 0-61,-1 0-45,1-1-38,-1 5-42,1-2-59,0 2-77,-2-1-42,2 1-17,0-4 4</inkml:trace>
  <inkml:trace contextRef="#ctx0" brushRef="#br0" timeOffset="49763.7122">20016 8261 118,'-6'-4'156,"-7"4"-51,7-4-26,-8 4-9,8-3 3,-7 3 2,6 0 4,1-4-1,0 4-1,-1 0-7,7 0-15,-7 0-15,7 0-15,0 0-12,7 4-6,0-4-1,-1 3-4,14 1 5,-8 0 0,15 4 5,5-5 0,1 4 5,5-3 9,2-1 3,12 1 7,0 0 5,13 0 4,0-4-2,7 0-8,6 0-4,7-4-7,12 0-8,-5 4-6,13-4-7,5 1-14,-6 6-37,-6 1-62,7 4-102,-14 6-54,0 5-27,-13 2-2,-13 1 26</inkml:trace>
  <inkml:trace contextRef="#ctx0" brushRef="#br0" timeOffset="52177.6324">14250 4432 117,'-33'-7'72,"1"-4"-17,-1 0-8,7 0 2,1 0 7,-2 4 0,8 0-3,6 3-5,-1-3-5,8 3-9,0 0-13,6 1-7,6 0-7,7-2-4,0 1 1,6-4 2,15 6 0,-2-5 0,1 2 0,12 2 0,7-5-2,1 4-2,12 1-1,0-4 0,0 3 0,6 1-1,8-1 2,-1 0-1,6 4 2,1-4-1,6 1 1,7-1 1,7-3-4,-2 0-1,8-4 3,1-3 0,11-5 0,1 0 1,6-6-2,0-1 3,1-3-3,-1 3-1,6 4 0,-12 0-2,7 7-1,-13 5-19,-8 6-38,1 8-43,-14 6-45,-5 5-21,-7 7-9</inkml:trace>
  <inkml:trace contextRef="#ctx0" brushRef="#br0" timeOffset="54352.8141">23567 7110 34,'8'0'157,"-8"-3"7,0 3-72,6 0-38,-6 0-22,0 0-9,0 0-7,0 0-1,0 3 1,0-3 4,0 0 5,0 0 4,0 0 2,0 0-1,0 0 2,0 0-1,0 0 2,0 0 1,0 0 1,0 0 4,-6 0 0,6 0 2,0 5-1,0-5-3,0 0-2,0 2-5,0 2-4,-8 4-4,2 7-3,0 6-4,0 9-1,-8 6 1,8 12 2,-14 4-3,7 6-2,1 5-3,-2-1-2,1 3-4,0-2-4,13-5-13,-7-3-28,14-7-42,0-1-67,-1-6-67,7-4-34,1-8-8,4-4 17</inkml:trace>
  <inkml:trace contextRef="#ctx0" brushRef="#br0" timeOffset="54661.7266">24043 7565 14,'7'3'210,"-1"5"11,1-2 6,0 2-97,-1 4-54,0 2-33,2-2-17,4-2-10,-6 1-3,14-7 2,-7 0 2,7-8 3,0-4 1,-1-6 1,7-4-5,-6-5-3,-1-2-4,1-4-3,-8-4-3,-12 3-1,0-2 1,-12 6-1,-8 0-2,1 8-2,-7 7-3,-1 3 1,-5 13-3,6 5 2,-1 9 1,1 2 0,7 4-10,6 4-20,6 2-34,7-2-51,7-4-57,13 1-38,6-4-10,0-8 11</inkml:trace>
  <inkml:trace contextRef="#ctx0" brushRef="#br0" timeOffset="54953.7854">25308 7378 126,'-7'-11'221,"-6"1"23,-7 5-63,1 2-25,-13 6-23,-1 2-19,1 5-16,-8 1-10,1 7-2,0 1-11,7 2-5,6-2-6,-1 4-11,7-6-12,2 5-14,10-3-11,8-2-6,0-2-4,8 4-2,4-1-4,1 1 1,7-1 0,0 0-1,-2 0 0,9 1 1,-7-1 0,-1 4-2,0-1-2,-5 6-11,-8-2-22,1 1-36,-7 3-43,-13 5-56,-1-5-86,2 3-43,-14-2-7,6 0 20,-7-9 36</inkml:trace>
  <inkml:trace contextRef="#ctx0" brushRef="#br0" timeOffset="55154.745">25614 7879 125,'45'-9'456,"1"-3"104,-19-3 71,-1 4 46,-14 0-197,1 4-112,-6 0-106,-7 3-102,7 0-99,-7 0-110,-7 4-119,7 0-119,-7 4-99,1 0-89,6 0-65,-7-1-6,7 1 58,0-4 85,0 0 84</inkml:trace>
  <inkml:trace contextRef="#ctx0" brushRef="#br0" timeOffset="56164.7406">21137 4850 21,'-6'-7'160,"-7"-4"11,6 0-58,-6-1-34,13 6-16,-6-5-13,12 3-14,7 1-10,0-4-11,14 0-7,5-4-4,7-3-1,7-1-3,-1-2 0,14-9-3,6 5 5,0-9 11,7 2 9,6-1 7,13 0 8,0 1 6,14-2 3,-1 1-9,13 4-1,7 4-2,6-1-4,14 3-6,6 1-5,0 4-2,6 3-4,6-2-6,8 1-6,0-2-1,5-1 5,1 5-4,-6-3-4,-1 1-4,-12 5-25,-7 4-65,-7 4-82,-19 6-42,-7 0-20,-26 5-7</inkml:trace>
  <inkml:trace contextRef="#ctx0" brushRef="#br0" timeOffset="57061.2212">27692 6916 141,'-6'-14'128,"-7"2"-3,0 1 6,6 5-2,1 2-7,-7 0-16,6 4-11,1 8-8,0 2-6,-2 9-3,-4 10-5,-1 4-4,6 7-13,-6 8-15,1 3-18,-2 7-10,1 5-12,0 3-26,6 1-42,1-2-59,12-6-83,1-4-53,6-9-26,6-12 9</inkml:trace>
  <inkml:trace contextRef="#ctx0" brushRef="#br0" timeOffset="57560.118">28259 7206 14,'7'-4'218,"-7"4"17,0 4 13,-7 3-88,-5 4-51,5 7-33,-6 5-15,-7 2-9,7 5-11,-6-1-9,0 0-6,5 4-7,1-3-8,0-5-4,0 1-4,7-4 1,6-4-4,0-4-1,0 1-3,6-8-5,7 1-10,0-12-10,6 0-10,1-7-14,0-3-12,-1-8-2,7-4 6,-6 1 9,-1-1 10,7 0 15,-6 4 13,0 0 10,-7 8 5,-1-1 6,2 4 9,-2 4 7,2 3 10,-8 4 6,7 4 6,-6 0 5,0 3 2,-1 0 0,0 8-3,0-4-4,8 4-8,-14-1-7,6 4-9,1-4-8,-1 1-4,1-1-3,6 3-1,-7-11-1,1 2 1,6-5-1,7-6-1,-1-1 0,1-6-1,6-2-2,-7-2 0,7 3 0,0-5-1,-6 6 0,-1 2-1,1 1 2,-7 3 0,0 8-1,0-4 4,0 7 3,-6 1 6,-1 2 1,0 6 2,2-2-1,-8 1 0,6-1-3,0 5-5,-6-1-5,13 0-14,0-4-37,0 1-52,1-4-82,5-3-63,0-5-31,8-3-6,-1-8 27</inkml:trace>
  <inkml:trace contextRef="#ctx0" brushRef="#br0" timeOffset="57776.2021">29360 7257 184,'7'-11'230,"-7"3"14,0 6-78,-7 2-44,-5 2-30,-2 6-20,2 7-9,-2-1-8,-5 5-7,-1 2-3,8 2-8,-2 2-8,8-2-9,-1-6-6,7 2-6,0 0-3,7-2-3,-1-2-2,8 0 0,-2 0 0,-6-1 3,8 1-2,-14 3 1,6 4 0,-12 3-9,-8 6-44,-4 1-89,-2 5-83,-7-5-42,9 2-23,-9-5-3</inkml:trace>
  <inkml:trace contextRef="#ctx0" brushRef="#br0" timeOffset="57965.7419">29875 7770 231,'39'8'489,"-6"-8"40,-7 0 21,-6-8-2,0 8-325,-8 4-269,2 0-250,-8 10-132,0-3-68,1 4-23,-7-5 52</inkml:trace>
  <inkml:trace contextRef="#ctx0" brushRef="#br0" timeOffset="91110.2628">7584 15115 112,'-13'-3'158,"-6"-5"-34,5 4-58,2-3-30,5 4-16,0-1-11,1 1-3,6-1-5,0 0-1,0 0 0,6-4 0,8 2 2,-2-5 1,8-1 0,0-6 2,-1 4-1,13-5-1,-5 1-2,5-4 0,1 4-2,-1 0-1,2-2-1,-2 3 2,1 2-1,-1 1-1,1 2 2,-1 1 2,-6 5 0,1 2 0,-2-4 0,1 5 0,0 3 0,-6 0-1,6 0-1,-7 3 1,7 1 1,-6 4 2,6-2-2,1-2 1,5 7 1,1-3-1,6-1-2,6 0 1,1 0 0,6 1-1,0-1 1,6-3 1,1 2 0,0-2 2,-1-4 3,7 0 0,8 0-1,-8-4 0,6 1 0,0 0-2,2-1 0,-8 0 0,6 1 0,-12-1 2,6 0 0,-13 0-3,7 1 2,-13 3 0,-1 0 1,1 0 1,-7 0 0,0 0 1,0 3-1,-6-3-2,0 4-1,-1 0-1,1 0 1,-1-4-1,7 3 0,-7 1 1,15 0 1,-9-1 0,9 0-2,4-3 0,-5 0-1,13-3 1,-1 0 0,7-5 7,0 1 6,7-4 3,6-3 2,7-5-2,-1 5-1,1-5-6,0 1-5,0-1-3,0 1-1,-1 4 5,1-1-2,-7 8-1,0-4 2,-6 7-1,6 4-1,-6 0 0,-7 8 2,7-1 2,-7 0 0,0 4 0,-7 0-1,7 3 2,1-3-1,-1 1-1,0-1 1,0 0 0,7 0 1,0-8-2,-1 1-1,8 0-2,-1-4 1,6-4-2,-5-3 0,5-4 1,1 0-1,6 0 0,0-1-3,1-3 2,-1 5-3,0-1-2,0 3 0,-6 1 2,6-1 1,-6 6 2,0 2 1,-1 0-2,-5 0 2,6 2-3,-8-2-1,2 5 0,-8-5 0,2 0 0,-2 0 7,0-5 4,1-1 6,0 2 4,-1-7 4,1 0 6,0 0 0,0 0-2,6 0-4,-7-1-4,8 3-3,-8 1-7,1 0-3,0 1-1,0 3-2,-1 1 0,0 3-2,-6 3 0,8-3-1,-2 7-2,-6-3 0,0 4 0,1 2 0,-8-3 0,1 1-3,-1 0-1,-5-4-4,5 3-25,-5-5-37,-8 3-64,7-5-75,-7-5-38,8 3-16,-14-13 12</inkml:trace>
  <inkml:trace contextRef="#ctx0" brushRef="#br0" timeOffset="100126.7413">15462 14965 2,'26'0'13,"6"-3"-4,1 3-2,-7 0-3,7 0-2,-7 0 0,6 0-2,-6 0 3,7-4-4,-7 4 2,7 0-1,-7-4 0,6 4 0,-5 0 0,5-4 3,-6 4-2,7 0-1,-7 0 5,7 0-2,-1 0-2,-6 0 0,0 0-1,0 0 1,0 0-1,0 0-1,-6-3 1,-1 3 0,1-4-1,0 4 1,-8-4 0,-5 1 4,6 3 6,-7-3 12,1 3 13,-1-5 12,-6 5 4,0-3 1,0 3-2,-6-4-12,6 1-12,-13-2-11,7 2-5,-14 3-3,0-3-2,1-2-2,-7 5-3,0-3 1,-7 3-1,-6 0-1,0 0 0,-6 0 1,-2 3 5,-4 2-1,-8-2 3,1 5 0,-15-1 0,2 4 1,0 0-4,-14 4-2,0-1-2,-6 4 6,-1 4 2,-5-4-1,-1 5 3,-7-5 1,2 0-1,-2 1-3,1-2 2,-7-5 11,1-1 7,5-5 5,-5-1 4,-1-5-1,-7 0-5,7-5-11,1-1-4,-7-2-5,-1 1-3,7 3-2,-13 0 1,7 1-4,-7 3-3,7 3 1,-7 5 0,0 3 0,-6 4 0,7-1 1,-1 9-1,-6 2-5,5 0 2,-5 1 2,0 3 1,6-2-1,-7-2 1,1 1 2,0-4-1,7-4-1,-8 0 1,7 0 0,7-7 0,-6 3 0,-2-6-4,8 0 3,0-4 0,6-1 2,-7-3 0,15-3-1,-8-1 2,7 0-3,5-2 0,2-6 1,5 4 3,1-3 7,6 5 3,8-6 2,-2 1 2,1 4-1,13-4-3,-7 4-6,7-4-2,6 3-5,-6 5-2,7-5 1,5 2 0,2 0 0,-2 0 0,7 3 0,1-5-1,-1 4 2,1 0-1,6-2 1,-1 1 1,2-2 2,5 3-2,-6-3-2,7 0 0,6 3 0,-7-3-1,7 3 0,0 1 0,-1-2 0,8-1 1,0 2 0,-1 0 0,1 1 1,-1 3 0,6-4-1,-5 0 0,6 0 0,0 1 0,7 3 1,-8-4 0,2 1 0,5-1 1,0 1 0,-6-1-1,7-4 1,0 5 0,-1-2 0,-6-1-2,7 3 2,-2-1-1,2-4-1,0 4 0,-1 0 0,7 1-1,-6 3 1,6-4 0,-7 4-1,7-2 1,0 2-1,0 0 0,0 0 0,0 0-1,7 0 0,-1 0 1,1 0 1,5 2 0,2-2-1,6 4 0,5-4 1,9 3-1,4 1-2,1-4 2,20 4-1,0-1 2,12 2 1,1-1 0,19 3 1,1 0 0,12 0 0,7 4-5,6-4 3,13 0 1,6 1 1,2-4-1,12-1 5,0 1 1,6-4-9,6-4-11,-5 4-11,0-3-18,-1 3-22,0-4-30,1 0-33,-8 0-35,1 1-12,0-4 4</inkml:trace>
  <inkml:trace contextRef="#ctx0" brushRef="#br0" timeOffset="103571.7982">18707 13606 120,'-13'-23'199,"7"6"21,-8 2-67,2 3-30,-2 2-12,1 10-8,-7 4-10,8 10-6,-8 12-1,-6 7-2,0 15-3,0 10-3,-6 9-10,-2 5-15,2 6-17,-1 2-12,1-3-11,13-4-7,-1-11-16,7-3-30,6-11-32,7-12-40,7-10-44,6-15-57,13-15-48,0-10-14,7-12 11,-7-15 24</inkml:trace>
  <inkml:trace contextRef="#ctx0" brushRef="#br0" timeOffset="103941.7314">18753 13658 148,'6'-15'223,"0"3"12,1 5-73,-7 0-43,7 7-38,-7 4-20,0 6-5,0 9 2,6 6 5,-6 4 2,7 9 3,-7 1-2,6 9-12,0 0-9,1-4-11,6 4-8,1-8-9,-2 1-7,8-9-1,-1-3-5,1-6 0,6-6-5,-7-5-9,7-9-16,7-3-14,-7-11-16,0-3-12,0-8-10,1-4-2,-1-3 10,-7-8 11,-6 4 12,0 0 12,1 1 16,-8 5 20,0 5 19,0 5 15,-6 5 9,7 1 8,-7 8 7,0 3 3,0 3 3,7 8 4,-7 4 11,0 7 6,6 4 1,-6-1-7,13 8-8,-7-4-14,14 0-17,-6 5-11,5-5-9,13 0-7,-6 0-5,13-7-4,1-3-24,5-4-44,8-8-55,-1-4-68,-1-6-100,2-4-56,-7-5-9,-1-3 26,-6-2 44</inkml:trace>
  <inkml:trace contextRef="#ctx0" brushRef="#br0" timeOffset="104199.5978">20062 14059 142,'-6'12'215,"6"3"21,-7 4-66,7-2-36,-7 2-27,7-1-16,0-4-16,7 5-18,-7-2-17,7-1-9,6-5-8,0-1-7,0-2-2,-1-4-5,2-4 0,5 0-3,-5-7-2,-2-1-2,-5-3-2,0-4-1,-1 1-3,-6-1-2,-6-3-1,-1 3-1,0 1-1,-12 3 2,6 0 3,-6 3-1,-1 8 5,7 0-1,-7 0 1,7 8 0,6-2-1,1 6-5,6-1-32,0 0-59,6 0-94,14-3-48,0-6-25,-1 2-7</inkml:trace>
  <inkml:trace contextRef="#ctx0" brushRef="#br0" timeOffset="104890.2197">20721 13979 102,'0'11'263,"-14"-3"18,2 7 12,-8-1-105,0 5-71,1 2-47,-1-2-26,1 3-15,-1 0-13,0-1-9,1 1-3,6-7-1,0 0-1,7-4-1,-1-4 0,0-3 0,7-4-2,7-4-8,0-3-9,5-7-7,1-6-8,7-1-5,0-1 1,-1-4 4,1 1 8,6 3 7,-7 0 15,7 3 10,-6 5 8,0-1 13,-1 8 11,1-1 7,-2 13 4,2-2-3,0 8-2,-1 4-9,1-1-10,0 9-6,6-2-8,-7 4-12,7 1-17,1 0-24,-1-1-19,0-3-19,0 0-11,7-3-3,-8-4 7,1-4 19,0-4 12,0-4 9,7-3 6,-7-7 3,0-4 6,1 0 4,-1-7 6,-1 0 5,-5-5 7,-7 5 5,6-4 2,-12 0 5,0 0 11,-1 1 12,-6 1 13,0 3 14,-6 2 5,-1 1 2,-6 6-5,-7 1-9,1 3-12,-1 4-12,-6 4-5,0 7-4,0 1 4,1 1 1,-2 3 3,1 1 5,6-2 1,1-1-4,6 1-6,6-1-4,1 2-4,6-9-5,6 4 0,1-4-1,6-3 1,6-4 1,1 0-2,-1-7 1,7-1-1,0-3 0,7 1 0,-7-5-3,0 1 1,1-5-1,-8 4 0,0-4-1,-5 5 0,-1-1 1,-7 5-1,0-5 1,2 4-2,-8 3 1,0 1-1,0 4 1,0-1-1,0 0-1,0 4 2,0 4 2,0 0 2,0 2 6,0 6 9,6-1 5,-6 4 4,6 2 3,7-1-1,-6-3-7,6 7-9,0-6-4,6 1-5,-5-1-16,5-2-25,1-2-45,-1-3-67,0 1-87,1-8-44,-1 0-11,1-4 11</inkml:trace>
  <inkml:trace contextRef="#ctx0" brushRef="#br0" timeOffset="105445.0705">21652 13287 15,'-6'-7'215,"-1"3"11,1 4 10,-8 0-95,8 7-46,-7 5-19,0 2-2,0 8 6,0 4 8,-6 10 3,11 4-5,-4 8-10,6 8-19,-1 2-20,0 5-34,14-2-59,0 1-80,5-3-100,8-3-51,6-9-27,0-11 6</inkml:trace>
  <inkml:trace contextRef="#ctx0" brushRef="#br0" timeOffset="106199.9288">22421 13965 49,'7'-15'270,"-7"1"24,0-1 14,0 3-73,-7-1-89,-6 1-53,7 5-38,-7-4-22,-7 8-15,0-2-7,-6 5-3,1 5 1,-1-2 4,-1 8 6,1 0 8,0 3 7,0 5 9,-1-1 3,9 1-1,4 2-4,1 1-6,0-2-9,6-3-9,7 2-6,0-5-5,7 1-1,6-8 0,0 0 0,7-2-1,6-5-1,-7-5-1,7-2-7,7-4-10,-7 0-16,0-8-9,0 5-7,-6-3-3,-1 1 2,1 1 11,-7 4 11,0 4 12,-6 0 11,-1 3 10,0 4 17,-6 8 19,7 2 20,-7 1 16,0 8 12,0-1 3,7 5-8,-7-2-13,12-3-16,-5 1-16,13-2-13,-1-1-10,0-9-7,14 0-5,0-7-14,0-4-17,-1-3-22,7-7-13,0-1-14,1-7-11,-8 0-5,1-7 9,-1 3 17,-5-3 13,-9 7 19,2 0 29,-7 8 23,-6 2 22,-7 4 20,0 8 14,-7 8 11,-6 7 0,1 3 5,-8 4-4,6 4-9,2 3-7,5-4-14,1 2-14,6-1-11,6-9-7,13 2-4,1-5-3,13-6-2,-1-5 0,14-3-4,-1-7-3,1-4-5,0-3-3,6-5-3,-7-3-8,1-4-5,-7 1-3,1-1-2,-8 0 0,-6 1 2,0 3 6,-6 4 8,-8-1 18,2 5 25,-2-1 21,-5 7 15,0 2 7,-7 1 3,0 1-10,0 13-4,0 1 14,-7 9 28,7 10 39,-7 11 39,7 8 23,0 10 7,7 19-24,0 19-39,-1 21-45,1 26-36,6 29-30,0 26-73,-1 22-143,8 10-184,-7-2-197,-6-15-148,0-17-73,-7-16 9,-7-22 110,-6-15 167</inkml:trace>
  <inkml:trace contextRef="#ctx0" brushRef="#br0" timeOffset="106988.2039">26064 13312 8,'-14'-10'234,"2"-5"28,5 4 25,-6 1-78,0 2-45,0 1-30,0 3-29,-7 8-22,7 3-15,-6 7-9,-1 5-6,1 6 2,-1 5 1,1 3-1,5 6-3,-6 2-6,14 3-9,0 0-14,0-4-8,6-3-5,6-1-8,6-6 0,-4-4-4,11-4-1,1-8-3,-1-7-6,7-2-14,0-13-19,0 0-11,0-10-17,0 0-13,1-4-5,-1-3 9,-1-1 15,-5-1 12,-6 6 16,-2 3 15,1 3 13,-6 4 8,-1 3 4,-6 6 4,0 2 4,-6 2 7,6 6 8,-7 7 11,1 3 8,-1 0 8,1 5 2,6 2-4,0-3-7,6 4-11,1-8-8,6 3-10,6-2-4,1-4-3,6-7-2,0-2-6,7-2-26,6-4-38,-1 0-46,9-6-57,-2-6-75,1 1-53,-1-3-4,1-1 20,-1-4 37</inkml:trace>
  <inkml:trace contextRef="#ctx0" brushRef="#br0" timeOffset="107176.6058">26976 13382 101,'-7'-14'309,"0"3"41,-5 7 37,-2 4-53,2 11-38,-8 7-20,1 12 2,-1 10 9,0 8 10,7 6-13,1 13-28,-2 2-39,8 8-51,0 4-52,6 3-49,0 0-94,12 0-137,-5 0-129,12-6-118,-6-5-111,1-11-104,-2-8 4,-5-10 86,0-10 105,-14-16 103</inkml:trace>
  <inkml:trace contextRef="#ctx0" brushRef="#br0" timeOffset="107374.4918">26748 13598 119,'13'-25'454,"-7"3"53,1 4 30,5-1 14,-4 8-195,4 4-143,2 0-101,5 3-52,1 4-46,6-4-60,6 8-73,1-4-71,-1 4-75,7-2-96,0 3-79,1-1-6,-1-1 34,-1-3 55</inkml:trace>
  <inkml:trace contextRef="#ctx0" brushRef="#br0" timeOffset="107552.1024">27680 13203 208,'0'7'322,"0"1"23,0 6 19,-7 5-119,0 2-82,-6 9-59,7 7-34,-7-1-18,0 7-19,-1 1-20,2 2-40,-8-7-42,13 1-44,-5-6-45,-2-5-59,8-4-75,-7-10-16,6-4 13,-6-8 30</inkml:trace>
  <inkml:trace contextRef="#ctx0" brushRef="#br0" timeOffset="107702.0772">27458 13485 148,'0'-14'257,"7"2"31,-7 1-9,6 4-40,0 3-29,8 0-18,-8 4-8,13-3-21,-5 3-31,12 0-33,-7 0-32,7 0-67,7 0-84,-1 3-86,8 1-134,-1 4-78,-1-1-38,2 3 22,-1 2 54</inkml:trace>
  <inkml:trace contextRef="#ctx0" brushRef="#br0" timeOffset="108312.7979">27940 13796 89,'-7'15'348,"1"-4"43,6-4 22,-6 1-53,6-1-114,6 0-84,-6-4-71,13 1-42,0 1-20,6-2-11,7-3-9,1 0-7,5-3 3,-6-6-3,7 3 0,-1-5 1,-5-1-2,-1-2 0,-6-1 0,-8 0-1,2-2 0,-8-2-1,0 4 4,-6-3 20,-6 3 30,0 1 36,-1 3 35,-6 7 37,-7-4 26,7 13 8,0-2-4,-6 4-21,-1 8-21,7-1-31,6 5-23,-5 3-28,12 0-21,0 0-16,6 0-12,0 0-7,14-1-6,0-2-18,6-8-42,7 1-51,-1-8-51,1-4-38,5-8-33,9-4-14,-9-2 22,7-1 40,2-7 44,-9 1 34,1 2 35,-5-3 34,-9 0 26,1 4 33,-6-1 36,0 5 37,-7 3 31,-1 3 22,-5 1 13,0 4 1,-1 3-6,0 7-15,-6 4-17,-6 3-20,6 8-18,-6 4-18,-1 4-23,7-1-17,-7 4-16,1-4-3,0 1-6,-1-5-7,7-3 2,-6-4-2,6-4-5,0-2-12,0-5-19,0-7-19,0-4-17,0-7-7,6-3 1,-6-8 0,7-4 7,-1-3 8,0-1 9,1 1 7,6 0 1,-7 0 10,1 6 12,6 2 11,0 2 5,0 5 4,0 3 4,7 0-2,-1 4 2,1 2 0,6 3-28,6-2-67,-5 4-78,-1 0-74,6 4-82,1-2-112,-1 3-39,1-2 34,-1 1 58,-5-1 66</inkml:trace>
  <inkml:trace contextRef="#ctx0" brushRef="#br0" timeOffset="108666.4564">29510 13654 91,'0'0'385,"0"-4"82,0 4 64,0 0-17,-6 0-106,0 4-93,-2 2-85,-4 6-77,-1 3-60,-7 2-36,0 9-23,-6 0-14,7 3-10,-7 1-3,0-1-3,6-4-4,1 2-13,5-9-31,8 0-30,0-7-38,6-4-38,0-7-29,6-4-4,0-6 20,8-5 28,-1-4 32,0 1 38,-6-3 32,5 2 31,2 0 28,-2 2 20,-5 2 15,0 3 11,6 6 16,-7-2 12,0 5 6,8 3 20,-8 0 21,8 3 23,-2 5 8,-5 2-4,12-2-11,-6 7-22,1-1-29,5 4-28,1 0-27,-1 1-16,0 0-27,8-1-61,-8 0-80,0 0-92,1-7-91,0 0-84,-7-4-67,7 1-47,-8-8-9,2 0 48,-2-3 67,-5-6 68</inkml:trace>
  <inkml:trace contextRef="#ctx0" brushRef="#br0" timeOffset="109017.7761">30005 13716 101,'8'-4'308,"-2"0"35,-6 0 24,0 4-80,0 0-73,0 0-50,0 4-27,0 4-8,0-1 5,-6 3 9,6 2-4,-8-1-5,8 4-20,-6-1-22,6 1-25,0 0-27,0 3-12,0-3-12,0 0-7,6 2-6,2-1-2,-2-3 4,6 3 0,2-5 1,-1-1 2,7-2 1,-2-1 3,9-7-4,-7 0-1,6-7-10,0-1-16,-7-2-25,7-5-28,-6 0-13,-7 1-8,0-5 2,-7 0 11,-6 2 23,-6-2 25,-1 1 20,-12-1 20,5 2 29,-5 1 34,-7 6 23,6 2 13,-6 5 1,7 3-12,-1 3-35,0 9-81,8-2-100,6 5-102,6-1-105,0 5-125,6-1-54,6 1 16,2-2 61,12-5 77</inkml:trace>
  <inkml:trace contextRef="#ctx0" brushRef="#br0" timeOffset="109370.8063">30592 13767 303,'-6'0'544,"-1"-3"98,-6 3 59,1 3-48,-2-3-143,8 8-148,-8-2-132,1 9-94,1 0-58,-2 3-36,8 4-23,0 4-39,-2-3-45,8-6-47,0 2-58,14-5-71,-8-3-74,14-3-51,-1-8-23,7-4-11,0-3 11,1-8 39,-1 1 65,0-6 77,-7 3 82,7-2 80,-6 0 77,-7 5 68,-6-4 45,6 4 21,-13-1 9,6 3-2,-6 2-13,0 3-26,-6-1-25,-1 0-22,1 5-22,-1 3-24,-6-3-18,-7 6-9,8-3-7,-8 3-4,7 1 0,-7 3-3,8-2-20,4-2-42,2 1-47,0 0-65,6 2-89,0-2-77,6 4-24,0-5 20,2 1 36</inkml:trace>
  <inkml:trace contextRef="#ctx0" brushRef="#br0" timeOffset="109751.8688">31159 13767 203,'0'0'536,"-7"-3"106,7 3 61,0-5 6,-6 5-188,6 0-153,-6 8-140,-1 0-106,-6 10-73,0 0-54,0 8-51,-6-5-51,5 9-47,-5-4-30,-1-1-14,0-3-12,14-4-13,-7-3-15,6-4-6,7-7-21,0 0-19,7-12 9,6-3 34,1-4 47,5-3 48,-6-4 61,6 0 65,1 1 65,0-6 53,-1 6 52,-6 2 48,6 1 40,-5 3 19,-2 4 3,-5 1-3,6 2-5,-6 5-19,5-2-24,-4 2-28,-2 6-32,6 2-35,-5-2-39,6 5-61,0-2-109,-6 2-125,6 7-129,-7-4-144,0 3-96,2 1-20,-8-1 58,-8 1 97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6B4B7-5345-4577-900A-6A6305804552}" type="datetimeFigureOut">
              <a:rPr lang="zh-CN" altLang="en-US" smtClean="0"/>
              <a:t>2021/9/9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42D512-27D8-4E5C-A87D-F7D50619A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956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2D512-27D8-4E5C-A87D-F7D50619AC0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211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2021/9/9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08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2021/9/9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530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2021/9/9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890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2021/9/9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984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2021/9/9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5873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2021/9/9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8604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2021/9/9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3454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2021/9/9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719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2021/9/9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134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2021/9/9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479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2021/9/9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807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F17BF-7A8B-4E7F-8203-86AA78AEADAC}" type="datetimeFigureOut">
              <a:rPr lang="zh-CN" altLang="en-US" smtClean="0"/>
              <a:t>2021/9/9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373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1.emf"/><Relationship Id="rId5" Type="http://schemas.openxmlformats.org/officeDocument/2006/relationships/image" Target="../media/image6.png"/><Relationship Id="rId10" Type="http://schemas.openxmlformats.org/officeDocument/2006/relationships/customXml" Target="../ink/ink4.xml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customXml" Target="../ink/ink5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Fibonacci number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Yang </a:t>
            </a:r>
            <a:r>
              <a:rPr lang="en-US" altLang="zh-CN" dirty="0" err="1" smtClean="0"/>
              <a:t>Yang</a:t>
            </a:r>
            <a:endParaRPr lang="zh-CN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1693440" y="1058760"/>
              <a:ext cx="6871320" cy="243252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88760" y="1054800"/>
                <a:ext cx="6878520" cy="244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758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4723405" y="3716712"/>
            <a:ext cx="5024221" cy="600502"/>
          </a:xfrm>
          <a:prstGeom prst="roundRect">
            <a:avLst/>
          </a:prstGeom>
          <a:solidFill>
            <a:srgbClr val="CC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2019868" y="3712191"/>
            <a:ext cx="2565779" cy="60050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Recursive solution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330" y="3855174"/>
            <a:ext cx="7590000" cy="360000"/>
          </a:xfrm>
          <a:prstGeom prst="rect">
            <a:avLst/>
          </a:prstGeom>
        </p:spPr>
      </p:pic>
      <p:sp>
        <p:nvSpPr>
          <p:cNvPr id="8" name="AutoShape 4"/>
          <p:cNvSpPr>
            <a:spLocks/>
          </p:cNvSpPr>
          <p:nvPr/>
        </p:nvSpPr>
        <p:spPr bwMode="auto">
          <a:xfrm>
            <a:off x="4797425" y="2982710"/>
            <a:ext cx="1368425" cy="503237"/>
          </a:xfrm>
          <a:prstGeom prst="borderCallout2">
            <a:avLst>
              <a:gd name="adj1" fmla="val 22713"/>
              <a:gd name="adj2" fmla="val -5569"/>
              <a:gd name="adj3" fmla="val 22713"/>
              <a:gd name="adj4" fmla="val -81324"/>
              <a:gd name="adj5" fmla="val 141818"/>
              <a:gd name="adj6" fmla="val -118747"/>
            </a:avLst>
          </a:prstGeom>
          <a:solidFill>
            <a:srgbClr val="FFFF0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en-US" altLang="zh-CN" sz="2200" b="1">
                <a:solidFill>
                  <a:srgbClr val="FF0000"/>
                </a:solidFill>
                <a:latin typeface="Times New Roman" pitchFamily="18" charset="0"/>
                <a:cs typeface="Arial" pitchFamily="34" charset="0"/>
              </a:rPr>
              <a:t>Base case</a:t>
            </a:r>
          </a:p>
        </p:txBody>
      </p:sp>
      <p:sp>
        <p:nvSpPr>
          <p:cNvPr id="11" name="AutoShape 7"/>
          <p:cNvSpPr>
            <a:spLocks/>
          </p:cNvSpPr>
          <p:nvPr/>
        </p:nvSpPr>
        <p:spPr bwMode="auto">
          <a:xfrm>
            <a:off x="9031880" y="4719694"/>
            <a:ext cx="1790700" cy="504825"/>
          </a:xfrm>
          <a:prstGeom prst="borderCallout2">
            <a:avLst>
              <a:gd name="adj1" fmla="val 22644"/>
              <a:gd name="adj2" fmla="val -4255"/>
              <a:gd name="adj3" fmla="val 22644"/>
              <a:gd name="adj4" fmla="val -63120"/>
              <a:gd name="adj5" fmla="val -76411"/>
              <a:gd name="adj6" fmla="val -89603"/>
            </a:avLst>
          </a:prstGeom>
          <a:solidFill>
            <a:srgbClr val="CCFFFF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en-US" altLang="zh-CN" sz="2200" b="1">
                <a:solidFill>
                  <a:srgbClr val="FF0000"/>
                </a:solidFill>
                <a:latin typeface="Times New Roman" pitchFamily="18" charset="0"/>
                <a:cs typeface="Arial" pitchFamily="34" charset="0"/>
              </a:rPr>
              <a:t>General case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/>
              <p14:cNvContentPartPr/>
              <p14:nvPr/>
            </p14:nvContentPartPr>
            <p14:xfrm>
              <a:off x="1041120" y="1114560"/>
              <a:ext cx="10891800" cy="3708720"/>
            </p14:xfrm>
          </p:contentPart>
        </mc:Choice>
        <mc:Fallback>
          <p:pic>
            <p:nvPicPr>
              <p:cNvPr id="3" name="墨迹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8240" y="1110600"/>
                <a:ext cx="10903320" cy="371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183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Iterative solution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558" y="1949995"/>
            <a:ext cx="7590000" cy="360000"/>
          </a:xfrm>
          <a:prstGeom prst="rect">
            <a:avLst/>
          </a:prstGeom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671364" y="2826671"/>
            <a:ext cx="8180387" cy="316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5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TW" sz="2800" dirty="0">
                <a:latin typeface="Arial" pitchFamily="34" charset="0"/>
              </a:rPr>
              <a:t>Main Idea:</a:t>
            </a:r>
          </a:p>
          <a:p>
            <a:pPr marL="342900" indent="-342900">
              <a:lnSpc>
                <a:spcPct val="120000"/>
              </a:lnSpc>
              <a:spcBef>
                <a:spcPct val="25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TW" sz="2800" dirty="0">
                <a:latin typeface="Arial" pitchFamily="34" charset="0"/>
              </a:rPr>
              <a:t>        </a:t>
            </a:r>
            <a:r>
              <a:rPr lang="en-US" altLang="zh-TW" sz="2800" b="1" dirty="0" smtClean="0">
                <a:latin typeface="Times New Roman" pitchFamily="18" charset="0"/>
              </a:rPr>
              <a:t>a</a:t>
            </a:r>
            <a:r>
              <a:rPr lang="en-US" altLang="zh-TW" sz="2800" b="1" baseline="-25000" dirty="0" smtClean="0">
                <a:latin typeface="Times New Roman" pitchFamily="18" charset="0"/>
              </a:rPr>
              <a:t>0</a:t>
            </a:r>
            <a:r>
              <a:rPr lang="en-US" altLang="zh-TW" sz="2800" b="1" dirty="0" smtClean="0">
                <a:latin typeface="Times New Roman" pitchFamily="18" charset="0"/>
              </a:rPr>
              <a:t> </a:t>
            </a:r>
            <a:r>
              <a:rPr lang="en-US" altLang="zh-TW" sz="2800" b="1" dirty="0">
                <a:latin typeface="Times New Roman" pitchFamily="18" charset="0"/>
              </a:rPr>
              <a:t>+ </a:t>
            </a:r>
            <a:r>
              <a:rPr lang="en-US" altLang="zh-TW" sz="2800" b="1" dirty="0" smtClean="0">
                <a:latin typeface="Times New Roman" pitchFamily="18" charset="0"/>
              </a:rPr>
              <a:t>a</a:t>
            </a:r>
            <a:r>
              <a:rPr lang="en-US" altLang="zh-TW" sz="2800" b="1" baseline="-25000" dirty="0" smtClean="0">
                <a:latin typeface="Times New Roman" pitchFamily="18" charset="0"/>
              </a:rPr>
              <a:t>1</a:t>
            </a:r>
            <a:r>
              <a:rPr lang="en-US" altLang="zh-TW" sz="2800" b="1" dirty="0" smtClean="0">
                <a:latin typeface="Times New Roman" pitchFamily="18" charset="0"/>
              </a:rPr>
              <a:t> </a:t>
            </a:r>
            <a:r>
              <a:rPr lang="en-US" altLang="zh-TW" sz="2800" b="1" dirty="0">
                <a:latin typeface="Times New Roman" pitchFamily="18" charset="0"/>
                <a:sym typeface="Wingdings 3" pitchFamily="18" charset="2"/>
              </a:rPr>
              <a:t> </a:t>
            </a:r>
            <a:r>
              <a:rPr lang="en-US" altLang="zh-TW" sz="2800" b="1" dirty="0" smtClean="0">
                <a:latin typeface="Times New Roman" pitchFamily="18" charset="0"/>
                <a:sym typeface="Wingdings 3" pitchFamily="18" charset="2"/>
              </a:rPr>
              <a:t>a</a:t>
            </a:r>
            <a:r>
              <a:rPr lang="en-US" altLang="zh-TW" sz="2800" b="1" baseline="-25000" dirty="0" smtClean="0">
                <a:latin typeface="Times New Roman" pitchFamily="18" charset="0"/>
                <a:sym typeface="Wingdings 3" pitchFamily="18" charset="2"/>
              </a:rPr>
              <a:t>2</a:t>
            </a:r>
            <a:endParaRPr lang="en-US" altLang="zh-TW" sz="2800" b="1" baseline="-25000" dirty="0">
              <a:latin typeface="Times New Roman" pitchFamily="18" charset="0"/>
              <a:sym typeface="Wingdings 3" pitchFamily="18" charset="2"/>
            </a:endParaRPr>
          </a:p>
          <a:p>
            <a:pPr marL="342900" indent="-342900">
              <a:lnSpc>
                <a:spcPct val="120000"/>
              </a:lnSpc>
              <a:spcBef>
                <a:spcPct val="25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TW" sz="2800" b="1" dirty="0">
                <a:latin typeface="Times New Roman" pitchFamily="18" charset="0"/>
              </a:rPr>
              <a:t>                </a:t>
            </a:r>
            <a:r>
              <a:rPr lang="en-US" altLang="zh-TW" sz="2800" b="1" dirty="0" smtClean="0">
                <a:latin typeface="Times New Roman" pitchFamily="18" charset="0"/>
              </a:rPr>
              <a:t>a</a:t>
            </a:r>
            <a:r>
              <a:rPr lang="en-US" altLang="zh-TW" sz="2800" b="1" baseline="-25000" dirty="0" smtClean="0">
                <a:latin typeface="Times New Roman" pitchFamily="18" charset="0"/>
              </a:rPr>
              <a:t>1</a:t>
            </a:r>
            <a:r>
              <a:rPr lang="en-US" altLang="zh-TW" sz="2800" b="1" dirty="0" smtClean="0">
                <a:latin typeface="Times New Roman" pitchFamily="18" charset="0"/>
              </a:rPr>
              <a:t>  </a:t>
            </a:r>
            <a:r>
              <a:rPr lang="en-US" altLang="zh-TW" sz="2800" b="1" dirty="0">
                <a:latin typeface="Times New Roman" pitchFamily="18" charset="0"/>
              </a:rPr>
              <a:t>+  </a:t>
            </a:r>
            <a:r>
              <a:rPr lang="en-US" altLang="zh-TW" sz="2800" b="1" dirty="0" smtClean="0">
                <a:latin typeface="Times New Roman" pitchFamily="18" charset="0"/>
              </a:rPr>
              <a:t>a</a:t>
            </a:r>
            <a:r>
              <a:rPr lang="en-US" altLang="zh-TW" sz="2800" b="1" baseline="-25000" dirty="0" smtClean="0">
                <a:latin typeface="Times New Roman" pitchFamily="18" charset="0"/>
              </a:rPr>
              <a:t>2</a:t>
            </a:r>
            <a:r>
              <a:rPr lang="en-US" altLang="zh-TW" sz="2800" b="1" dirty="0" smtClean="0">
                <a:latin typeface="Times New Roman" pitchFamily="18" charset="0"/>
              </a:rPr>
              <a:t> </a:t>
            </a:r>
            <a:r>
              <a:rPr lang="en-US" altLang="zh-TW" sz="2800" b="1" dirty="0">
                <a:latin typeface="Times New Roman" pitchFamily="18" charset="0"/>
                <a:sym typeface="Wingdings 3" pitchFamily="18" charset="2"/>
              </a:rPr>
              <a:t> </a:t>
            </a:r>
            <a:r>
              <a:rPr lang="en-US" altLang="zh-TW" sz="2800" b="1" dirty="0" smtClean="0">
                <a:latin typeface="Times New Roman" pitchFamily="18" charset="0"/>
                <a:sym typeface="Wingdings 3" pitchFamily="18" charset="2"/>
              </a:rPr>
              <a:t>a</a:t>
            </a:r>
            <a:r>
              <a:rPr lang="en-US" altLang="zh-TW" sz="2800" b="1" baseline="-25000" dirty="0" smtClean="0">
                <a:latin typeface="Times New Roman" pitchFamily="18" charset="0"/>
                <a:sym typeface="Wingdings 3" pitchFamily="18" charset="2"/>
              </a:rPr>
              <a:t>3</a:t>
            </a:r>
            <a:endParaRPr lang="en-US" altLang="zh-TW" sz="2800" b="1" baseline="-25000" dirty="0">
              <a:latin typeface="Times New Roman" pitchFamily="18" charset="0"/>
              <a:sym typeface="Wingdings 3" pitchFamily="18" charset="2"/>
            </a:endParaRPr>
          </a:p>
          <a:p>
            <a:pPr marL="342900" indent="-342900">
              <a:lnSpc>
                <a:spcPct val="120000"/>
              </a:lnSpc>
              <a:spcBef>
                <a:spcPct val="25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TW" sz="2800" b="1" dirty="0">
                <a:latin typeface="Times New Roman" pitchFamily="18" charset="0"/>
              </a:rPr>
              <a:t>                          </a:t>
            </a:r>
            <a:r>
              <a:rPr lang="en-US" altLang="zh-TW" sz="2800" b="1" dirty="0" smtClean="0">
                <a:latin typeface="Times New Roman" pitchFamily="18" charset="0"/>
              </a:rPr>
              <a:t>a</a:t>
            </a:r>
            <a:r>
              <a:rPr lang="en-US" altLang="zh-TW" sz="2800" b="1" baseline="-25000" dirty="0" smtClean="0">
                <a:latin typeface="Times New Roman" pitchFamily="18" charset="0"/>
              </a:rPr>
              <a:t>2</a:t>
            </a:r>
            <a:r>
              <a:rPr lang="en-US" altLang="zh-TW" sz="2800" b="1" dirty="0" smtClean="0">
                <a:latin typeface="Times New Roman" pitchFamily="18" charset="0"/>
              </a:rPr>
              <a:t>  </a:t>
            </a:r>
            <a:r>
              <a:rPr lang="en-US" altLang="zh-TW" sz="2800" b="1" dirty="0">
                <a:latin typeface="Times New Roman" pitchFamily="18" charset="0"/>
              </a:rPr>
              <a:t>+  </a:t>
            </a:r>
            <a:r>
              <a:rPr lang="en-US" altLang="zh-TW" sz="2800" b="1" dirty="0" smtClean="0">
                <a:latin typeface="Times New Roman" pitchFamily="18" charset="0"/>
              </a:rPr>
              <a:t>a</a:t>
            </a:r>
            <a:r>
              <a:rPr lang="en-US" altLang="zh-TW" sz="2800" b="1" baseline="-25000" dirty="0" smtClean="0">
                <a:latin typeface="Times New Roman" pitchFamily="18" charset="0"/>
              </a:rPr>
              <a:t>3</a:t>
            </a:r>
            <a:r>
              <a:rPr lang="en-US" altLang="zh-TW" sz="2800" b="1" dirty="0" smtClean="0">
                <a:latin typeface="Times New Roman" pitchFamily="18" charset="0"/>
              </a:rPr>
              <a:t> </a:t>
            </a:r>
            <a:r>
              <a:rPr lang="en-US" altLang="zh-TW" sz="2800" b="1" dirty="0">
                <a:latin typeface="Times New Roman" pitchFamily="18" charset="0"/>
                <a:sym typeface="Wingdings 3" pitchFamily="18" charset="2"/>
              </a:rPr>
              <a:t> </a:t>
            </a:r>
            <a:r>
              <a:rPr lang="en-US" altLang="zh-TW" sz="2800" b="1" dirty="0" smtClean="0">
                <a:latin typeface="Times New Roman" pitchFamily="18" charset="0"/>
                <a:sym typeface="Wingdings 3" pitchFamily="18" charset="2"/>
              </a:rPr>
              <a:t>a</a:t>
            </a:r>
            <a:r>
              <a:rPr lang="en-US" altLang="zh-TW" sz="2800" b="1" baseline="-25000" dirty="0" smtClean="0">
                <a:latin typeface="Times New Roman" pitchFamily="18" charset="0"/>
                <a:sym typeface="Wingdings 3" pitchFamily="18" charset="2"/>
              </a:rPr>
              <a:t>4</a:t>
            </a:r>
            <a:endParaRPr lang="en-US" altLang="zh-TW" sz="2800" b="1" baseline="-25000" dirty="0">
              <a:latin typeface="Times New Roman" pitchFamily="18" charset="0"/>
              <a:sym typeface="Wingdings 3" pitchFamily="18" charset="2"/>
            </a:endParaRPr>
          </a:p>
          <a:p>
            <a:pPr marL="342900" indent="-342900">
              <a:lnSpc>
                <a:spcPct val="120000"/>
              </a:lnSpc>
              <a:spcBef>
                <a:spcPct val="25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TW" sz="2800" b="1" dirty="0">
                <a:latin typeface="Times New Roman" pitchFamily="18" charset="0"/>
              </a:rPr>
              <a:t>                                    </a:t>
            </a:r>
            <a:r>
              <a:rPr lang="en-US" altLang="zh-TW" sz="2800" b="1" dirty="0" smtClean="0">
                <a:latin typeface="Times New Roman" pitchFamily="18" charset="0"/>
              </a:rPr>
              <a:t>a</a:t>
            </a:r>
            <a:r>
              <a:rPr lang="en-US" altLang="zh-TW" sz="2800" b="1" baseline="-25000" dirty="0" smtClean="0">
                <a:latin typeface="Times New Roman" pitchFamily="18" charset="0"/>
              </a:rPr>
              <a:t>3</a:t>
            </a:r>
            <a:r>
              <a:rPr lang="en-US" altLang="zh-TW" sz="2800" b="1" dirty="0" smtClean="0">
                <a:latin typeface="Times New Roman" pitchFamily="18" charset="0"/>
              </a:rPr>
              <a:t>  </a:t>
            </a:r>
            <a:r>
              <a:rPr lang="en-US" altLang="zh-TW" sz="2800" b="1" dirty="0">
                <a:latin typeface="Times New Roman" pitchFamily="18" charset="0"/>
              </a:rPr>
              <a:t>+  </a:t>
            </a:r>
            <a:r>
              <a:rPr lang="en-US" altLang="zh-TW" sz="2800" b="1" dirty="0" smtClean="0">
                <a:latin typeface="Times New Roman" pitchFamily="18" charset="0"/>
              </a:rPr>
              <a:t>a</a:t>
            </a:r>
            <a:r>
              <a:rPr lang="en-US" altLang="zh-TW" sz="2800" b="1" baseline="-25000" dirty="0" smtClean="0">
                <a:latin typeface="Times New Roman" pitchFamily="18" charset="0"/>
              </a:rPr>
              <a:t>4</a:t>
            </a:r>
            <a:r>
              <a:rPr lang="en-US" altLang="zh-TW" sz="2800" b="1" dirty="0" smtClean="0">
                <a:latin typeface="Times New Roman" pitchFamily="18" charset="0"/>
              </a:rPr>
              <a:t> </a:t>
            </a:r>
            <a:r>
              <a:rPr lang="en-US" altLang="zh-TW" sz="2800" b="1" dirty="0">
                <a:latin typeface="Times New Roman" pitchFamily="18" charset="0"/>
                <a:sym typeface="Wingdings 3" pitchFamily="18" charset="2"/>
              </a:rPr>
              <a:t> </a:t>
            </a:r>
            <a:r>
              <a:rPr lang="en-US" altLang="zh-TW" sz="2800" b="1" dirty="0" smtClean="0">
                <a:latin typeface="Times New Roman" pitchFamily="18" charset="0"/>
                <a:sym typeface="Wingdings 3" pitchFamily="18" charset="2"/>
              </a:rPr>
              <a:t>a</a:t>
            </a:r>
            <a:r>
              <a:rPr lang="en-US" altLang="zh-TW" sz="2800" b="1" baseline="-25000" dirty="0" smtClean="0">
                <a:latin typeface="Times New Roman" pitchFamily="18" charset="0"/>
                <a:sym typeface="Wingdings 3" pitchFamily="18" charset="2"/>
              </a:rPr>
              <a:t>5</a:t>
            </a:r>
            <a:endParaRPr lang="en-US" altLang="zh-TW" sz="2800" b="1" dirty="0">
              <a:latin typeface="Times New Roman" pitchFamily="18" charset="0"/>
              <a:sym typeface="Wingdings 3" pitchFamily="18" charset="2"/>
            </a:endParaRP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6483158" y="3606133"/>
            <a:ext cx="971550" cy="10985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kumimoji="1" lang="en-US" altLang="zh-CN" sz="6600" b="1">
                <a:solidFill>
                  <a:schemeClr val="hlink"/>
                </a:solidFill>
                <a:latin typeface="Times New Roman" pitchFamily="18" charset="0"/>
                <a:sym typeface="Wingdings" pitchFamily="2" charset="2"/>
              </a:rPr>
              <a:t></a:t>
            </a:r>
          </a:p>
        </p:txBody>
      </p:sp>
      <p:grpSp>
        <p:nvGrpSpPr>
          <p:cNvPr id="8" name="Group 14"/>
          <p:cNvGrpSpPr>
            <a:grpSpLocks/>
          </p:cNvGrpSpPr>
          <p:nvPr/>
        </p:nvGrpSpPr>
        <p:grpSpPr bwMode="auto">
          <a:xfrm>
            <a:off x="7364220" y="3822033"/>
            <a:ext cx="2192338" cy="588963"/>
            <a:chOff x="3948" y="2968"/>
            <a:chExt cx="1381" cy="371"/>
          </a:xfrm>
        </p:grpSpPr>
        <p:sp>
          <p:nvSpPr>
            <p:cNvPr id="9" name="Text Box 15"/>
            <p:cNvSpPr txBox="1">
              <a:spLocks noChangeArrowheads="1"/>
            </p:cNvSpPr>
            <p:nvPr/>
          </p:nvSpPr>
          <p:spPr bwMode="auto">
            <a:xfrm>
              <a:off x="3948" y="2968"/>
              <a:ext cx="1315" cy="33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zh-TW" altLang="en-US" sz="2800" b="1" dirty="0">
                  <a:latin typeface="Times New Roman" pitchFamily="18" charset="0"/>
                  <a:ea typeface="新細明體" pitchFamily="18" charset="-120"/>
                  <a:cs typeface="Arial" pitchFamily="34" charset="0"/>
                  <a:sym typeface="Wingdings 3" pitchFamily="18" charset="2"/>
                </a:rPr>
                <a:t> </a:t>
              </a:r>
              <a:r>
                <a:rPr kumimoji="1" lang="en-US" altLang="zh-TW" sz="2800" b="1" dirty="0" err="1" smtClean="0">
                  <a:solidFill>
                    <a:srgbClr val="0000FF"/>
                  </a:solidFill>
                  <a:latin typeface="Times New Roman" pitchFamily="18" charset="0"/>
                  <a:ea typeface="新細明體" pitchFamily="18" charset="-120"/>
                  <a:cs typeface="Arial" pitchFamily="34" charset="0"/>
                  <a:sym typeface="Wingdings 3" pitchFamily="18" charset="2"/>
                </a:rPr>
                <a:t>a</a:t>
              </a:r>
              <a:r>
                <a:rPr kumimoji="1" lang="en-US" altLang="zh-TW" sz="2800" b="1" baseline="-25000" dirty="0" err="1" smtClean="0">
                  <a:solidFill>
                    <a:srgbClr val="0000FF"/>
                  </a:solidFill>
                  <a:latin typeface="Times New Roman" pitchFamily="18" charset="0"/>
                  <a:ea typeface="新細明體" pitchFamily="18" charset="-120"/>
                  <a:cs typeface="Arial" pitchFamily="34" charset="0"/>
                  <a:sym typeface="Wingdings 3" pitchFamily="18" charset="2"/>
                </a:rPr>
                <a:t>p</a:t>
              </a:r>
              <a:r>
                <a:rPr kumimoji="1" lang="en-US" altLang="zh-TW" sz="2800" b="1" dirty="0" smtClean="0">
                  <a:solidFill>
                    <a:srgbClr val="0000FF"/>
                  </a:solidFill>
                  <a:latin typeface="Times New Roman" pitchFamily="18" charset="0"/>
                  <a:ea typeface="新細明體" pitchFamily="18" charset="-120"/>
                  <a:cs typeface="Arial" pitchFamily="34" charset="0"/>
                  <a:sym typeface="Wingdings 3" pitchFamily="18" charset="2"/>
                </a:rPr>
                <a:t> </a:t>
              </a:r>
              <a:r>
                <a:rPr kumimoji="1" lang="en-US" altLang="zh-TW" sz="2800" b="1" dirty="0">
                  <a:solidFill>
                    <a:srgbClr val="0000FF"/>
                  </a:solidFill>
                  <a:latin typeface="Times New Roman" pitchFamily="18" charset="0"/>
                  <a:ea typeface="新細明體" pitchFamily="18" charset="-120"/>
                  <a:cs typeface="Arial" pitchFamily="34" charset="0"/>
                  <a:sym typeface="Wingdings 3" pitchFamily="18" charset="2"/>
                </a:rPr>
                <a:t>+ </a:t>
              </a:r>
              <a:r>
                <a:rPr kumimoji="1" lang="en-US" altLang="zh-TW" sz="2800" b="1" dirty="0" err="1" smtClean="0">
                  <a:solidFill>
                    <a:srgbClr val="0000FF"/>
                  </a:solidFill>
                  <a:latin typeface="Times New Roman" pitchFamily="18" charset="0"/>
                  <a:ea typeface="新細明體" pitchFamily="18" charset="-120"/>
                  <a:cs typeface="Arial" pitchFamily="34" charset="0"/>
                  <a:sym typeface="Wingdings 3" pitchFamily="18" charset="2"/>
                </a:rPr>
                <a:t>a</a:t>
              </a:r>
              <a:r>
                <a:rPr kumimoji="1" lang="en-US" altLang="zh-TW" sz="2800" b="1" baseline="-25000" dirty="0" err="1" smtClean="0">
                  <a:solidFill>
                    <a:srgbClr val="0000FF"/>
                  </a:solidFill>
                  <a:latin typeface="Times New Roman" pitchFamily="18" charset="0"/>
                  <a:ea typeface="新細明體" pitchFamily="18" charset="-120"/>
                  <a:cs typeface="Arial" pitchFamily="34" charset="0"/>
                  <a:sym typeface="Wingdings 3" pitchFamily="18" charset="2"/>
                </a:rPr>
                <a:t>q</a:t>
              </a:r>
              <a:r>
                <a:rPr kumimoji="1" lang="en-US" altLang="zh-TW" sz="2800" b="1" dirty="0" smtClean="0">
                  <a:solidFill>
                    <a:srgbClr val="0000FF"/>
                  </a:solidFill>
                  <a:latin typeface="Times New Roman" pitchFamily="18" charset="0"/>
                  <a:ea typeface="新細明體" pitchFamily="18" charset="-120"/>
                  <a:cs typeface="Arial" pitchFamily="34" charset="0"/>
                  <a:sym typeface="Wingdings 3" pitchFamily="18" charset="2"/>
                </a:rPr>
                <a:t> </a:t>
              </a:r>
              <a:r>
                <a:rPr kumimoji="1" lang="en-US" altLang="zh-TW" sz="2800" b="1" dirty="0">
                  <a:solidFill>
                    <a:srgbClr val="0000FF"/>
                  </a:solidFill>
                  <a:latin typeface="Times New Roman" pitchFamily="18" charset="0"/>
                  <a:ea typeface="新細明體" pitchFamily="18" charset="-120"/>
                  <a:cs typeface="Arial" pitchFamily="34" charset="0"/>
                  <a:sym typeface="Wingdings 3" pitchFamily="18" charset="2"/>
                </a:rPr>
                <a:t> </a:t>
              </a:r>
              <a:r>
                <a:rPr kumimoji="1" lang="en-US" altLang="zh-TW" sz="2800" b="1" dirty="0" err="1" smtClean="0">
                  <a:solidFill>
                    <a:srgbClr val="0000FF"/>
                  </a:solidFill>
                  <a:latin typeface="Times New Roman" pitchFamily="18" charset="0"/>
                  <a:ea typeface="新細明體" pitchFamily="18" charset="-120"/>
                  <a:cs typeface="Arial" pitchFamily="34" charset="0"/>
                  <a:sym typeface="Wingdings 3" pitchFamily="18" charset="2"/>
                </a:rPr>
                <a:t>a</a:t>
              </a:r>
              <a:r>
                <a:rPr kumimoji="1" lang="en-US" altLang="zh-TW" sz="2800" b="1" baseline="-25000" dirty="0" err="1" smtClean="0">
                  <a:solidFill>
                    <a:srgbClr val="0000FF"/>
                  </a:solidFill>
                  <a:latin typeface="Times New Roman" pitchFamily="18" charset="0"/>
                  <a:ea typeface="新細明體" pitchFamily="18" charset="-120"/>
                  <a:cs typeface="Arial" pitchFamily="34" charset="0"/>
                  <a:sym typeface="Wingdings 3" pitchFamily="18" charset="2"/>
                </a:rPr>
                <a:t>r</a:t>
              </a:r>
              <a:endParaRPr kumimoji="1" lang="en-US" altLang="zh-TW" sz="2800" b="1" baseline="-25000" dirty="0">
                <a:solidFill>
                  <a:srgbClr val="0000FF"/>
                </a:solidFill>
                <a:latin typeface="Times New Roman" pitchFamily="18" charset="0"/>
                <a:ea typeface="新細明體" pitchFamily="18" charset="-120"/>
                <a:cs typeface="Arial" pitchFamily="34" charset="0"/>
                <a:sym typeface="Wingdings 3" pitchFamily="18" charset="2"/>
              </a:endParaRPr>
            </a:p>
          </p:txBody>
        </p:sp>
        <p:sp>
          <p:nvSpPr>
            <p:cNvPr id="10" name="Rectangle 16"/>
            <p:cNvSpPr>
              <a:spLocks noChangeArrowheads="1"/>
            </p:cNvSpPr>
            <p:nvPr/>
          </p:nvSpPr>
          <p:spPr bwMode="auto">
            <a:xfrm>
              <a:off x="3969" y="2976"/>
              <a:ext cx="1360" cy="363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墨迹 2"/>
              <p14:cNvContentPartPr/>
              <p14:nvPr/>
            </p14:nvContentPartPr>
            <p14:xfrm>
              <a:off x="1986840" y="819360"/>
              <a:ext cx="9256680" cy="5927040"/>
            </p14:xfrm>
          </p:contentPart>
        </mc:Choice>
        <mc:Fallback>
          <p:pic>
            <p:nvPicPr>
              <p:cNvPr id="3" name="墨迹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83960" y="815400"/>
                <a:ext cx="9265320" cy="593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9856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Sophisticated Solution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15" y="2309994"/>
            <a:ext cx="4545000" cy="36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215" y="1645530"/>
            <a:ext cx="7590000" cy="36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8357" y="2337825"/>
            <a:ext cx="3209143" cy="324000"/>
          </a:xfrm>
          <a:prstGeom prst="rect">
            <a:avLst/>
          </a:prstGeom>
        </p:spPr>
      </p:pic>
      <p:sp>
        <p:nvSpPr>
          <p:cNvPr id="8" name="右箭头 7"/>
          <p:cNvSpPr/>
          <p:nvPr/>
        </p:nvSpPr>
        <p:spPr>
          <a:xfrm>
            <a:off x="5698082" y="226150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215" y="3002110"/>
            <a:ext cx="4828625" cy="1548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7709" y="2994120"/>
            <a:ext cx="4444000" cy="396000"/>
          </a:xfrm>
          <a:prstGeom prst="rect">
            <a:avLst/>
          </a:prstGeom>
        </p:spPr>
      </p:pic>
      <p:sp>
        <p:nvSpPr>
          <p:cNvPr id="12" name="右箭头 11"/>
          <p:cNvSpPr/>
          <p:nvPr/>
        </p:nvSpPr>
        <p:spPr>
          <a:xfrm>
            <a:off x="5839949" y="35004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左大括号 12"/>
          <p:cNvSpPr/>
          <p:nvPr/>
        </p:nvSpPr>
        <p:spPr>
          <a:xfrm>
            <a:off x="696036" y="3002110"/>
            <a:ext cx="315179" cy="15480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左大括号 13"/>
          <p:cNvSpPr/>
          <p:nvPr/>
        </p:nvSpPr>
        <p:spPr>
          <a:xfrm>
            <a:off x="7071815" y="3156582"/>
            <a:ext cx="257033" cy="58256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7709" y="3532493"/>
            <a:ext cx="3502286" cy="3240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1865" y="915825"/>
            <a:ext cx="3151060" cy="648000"/>
          </a:xfrm>
          <a:prstGeom prst="rect">
            <a:avLst/>
          </a:prstGeom>
        </p:spPr>
      </p:pic>
      <p:sp>
        <p:nvSpPr>
          <p:cNvPr id="21" name="直角上箭头 20"/>
          <p:cNvSpPr/>
          <p:nvPr/>
        </p:nvSpPr>
        <p:spPr>
          <a:xfrm>
            <a:off x="10142199" y="1732932"/>
            <a:ext cx="850392" cy="73152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" name="墨迹 2"/>
              <p14:cNvContentPartPr/>
              <p14:nvPr/>
            </p14:nvContentPartPr>
            <p14:xfrm>
              <a:off x="391680" y="367920"/>
              <a:ext cx="11808720" cy="5497200"/>
            </p14:xfrm>
          </p:contentPart>
        </mc:Choice>
        <mc:Fallback>
          <p:pic>
            <p:nvPicPr>
              <p:cNvPr id="3" name="墨迹 2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8440" y="363600"/>
                <a:ext cx="11814480" cy="550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4631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Sophisticated Solution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453" y="5958000"/>
            <a:ext cx="5059093" cy="90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986" y="2953616"/>
            <a:ext cx="2255538" cy="324000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>
            <a:off x="656265" y="291963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7601" y="1571013"/>
            <a:ext cx="6615889" cy="3060000"/>
          </a:xfrm>
          <a:prstGeom prst="rect">
            <a:avLst/>
          </a:prstGeom>
        </p:spPr>
      </p:pic>
      <p:sp>
        <p:nvSpPr>
          <p:cNvPr id="8" name="右箭头 7"/>
          <p:cNvSpPr/>
          <p:nvPr/>
        </p:nvSpPr>
        <p:spPr>
          <a:xfrm>
            <a:off x="4312837" y="291963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下箭头 8"/>
          <p:cNvSpPr/>
          <p:nvPr/>
        </p:nvSpPr>
        <p:spPr>
          <a:xfrm>
            <a:off x="5827594" y="4926842"/>
            <a:ext cx="484632" cy="756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墨迹 2"/>
              <p14:cNvContentPartPr/>
              <p14:nvPr/>
            </p14:nvContentPartPr>
            <p14:xfrm>
              <a:off x="1620720" y="313920"/>
              <a:ext cx="10467000" cy="6545520"/>
            </p14:xfrm>
          </p:contentPart>
        </mc:Choice>
        <mc:Fallback>
          <p:pic>
            <p:nvPicPr>
              <p:cNvPr id="3" name="墨迹 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16400" y="308520"/>
                <a:ext cx="10474560" cy="655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1783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Task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Implement the 3 solutions for Fibonacci number</a:t>
            </a:r>
          </a:p>
          <a:p>
            <a:endParaRPr lang="en-US" altLang="zh-CN" dirty="0"/>
          </a:p>
          <a:p>
            <a:r>
              <a:rPr lang="en-US" altLang="zh-CN" dirty="0" smtClean="0"/>
              <a:t>Compare the running time of the 3 solutions</a:t>
            </a:r>
          </a:p>
          <a:p>
            <a:endParaRPr lang="en-US" altLang="zh-CN" dirty="0"/>
          </a:p>
          <a:p>
            <a:r>
              <a:rPr lang="en-US" altLang="zh-CN" dirty="0" smtClean="0"/>
              <a:t>Which algorithm is fast?</a:t>
            </a:r>
          </a:p>
          <a:p>
            <a:endParaRPr lang="en-US" altLang="zh-CN" dirty="0"/>
          </a:p>
          <a:p>
            <a:r>
              <a:rPr lang="en-US" altLang="zh-CN" dirty="0" smtClean="0"/>
              <a:t>Deadline: 20</a:t>
            </a:r>
            <a:r>
              <a:rPr lang="en-US" altLang="zh-CN" baseline="30000" dirty="0" smtClean="0"/>
              <a:t>th</a:t>
            </a:r>
            <a:r>
              <a:rPr lang="en-US" altLang="zh-CN" dirty="0" smtClean="0"/>
              <a:t> Sep 2021 14:30 PM</a:t>
            </a:r>
            <a:endParaRPr lang="zh-CN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1294560" y="1062720"/>
              <a:ext cx="9979560" cy="485532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0960" y="1056240"/>
                <a:ext cx="9987840" cy="486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6624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79</Words>
  <Application>Microsoft Office PowerPoint</Application>
  <PresentationFormat>宽屏</PresentationFormat>
  <Paragraphs>24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新細明體</vt:lpstr>
      <vt:lpstr>宋体</vt:lpstr>
      <vt:lpstr>Arial</vt:lpstr>
      <vt:lpstr>Calibri</vt:lpstr>
      <vt:lpstr>Calibri Light</vt:lpstr>
      <vt:lpstr>Times New Roman</vt:lpstr>
      <vt:lpstr>Wingdings</vt:lpstr>
      <vt:lpstr>Wingdings 3</vt:lpstr>
      <vt:lpstr>Office 主题</vt:lpstr>
      <vt:lpstr>Fibonacci number</vt:lpstr>
      <vt:lpstr>Recursive solution</vt:lpstr>
      <vt:lpstr>Iterative solution</vt:lpstr>
      <vt:lpstr>Sophisticated Solution</vt:lpstr>
      <vt:lpstr>Sophisticated Solution</vt:lpstr>
      <vt:lpstr>Task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Fibonacci number</dc:title>
  <dc:creator>1351252606@qq.com</dc:creator>
  <cp:lastModifiedBy>1351252606@qq.com</cp:lastModifiedBy>
  <cp:revision>7</cp:revision>
  <dcterms:created xsi:type="dcterms:W3CDTF">2021-09-09T00:54:15Z</dcterms:created>
  <dcterms:modified xsi:type="dcterms:W3CDTF">2021-09-09T03:00:43Z</dcterms:modified>
</cp:coreProperties>
</file>