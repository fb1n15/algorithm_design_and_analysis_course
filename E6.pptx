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8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93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3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8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57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9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9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1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95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3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58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D3D5E-397A-4023-B432-8A5369B53DCC}" type="datetimeFigureOut">
              <a:rPr lang="zh-CN" altLang="en-US" smtClean="0"/>
              <a:t>2021/11/18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84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Experiment 6: </a:t>
            </a:r>
            <a:r>
              <a:rPr lang="en-US" altLang="zh-CN" dirty="0"/>
              <a:t>Chessboard Coverage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Yang </a:t>
            </a:r>
            <a:r>
              <a:rPr lang="en-US" altLang="zh-CN" dirty="0" err="1" smtClean="0"/>
              <a:t>Yang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011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Chessboard Coverage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17423" y="3622711"/>
            <a:ext cx="2794944" cy="324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12" y="1690688"/>
            <a:ext cx="10746076" cy="195792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12" y="3783549"/>
            <a:ext cx="3592744" cy="314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1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Task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Solve the chessboard coverage problem with divide and </a:t>
            </a:r>
            <a:r>
              <a:rPr lang="en-US" altLang="zh-CN" dirty="0" err="1" smtClean="0"/>
              <a:t>conquere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Deadline</a:t>
            </a:r>
            <a:r>
              <a:rPr lang="en-US" altLang="zh-CN" dirty="0"/>
              <a:t>: </a:t>
            </a:r>
            <a:r>
              <a:rPr lang="en-US" altLang="zh-CN" dirty="0" smtClean="0"/>
              <a:t>29</a:t>
            </a:r>
            <a:r>
              <a:rPr lang="en-US" altLang="zh-CN" baseline="30000" dirty="0" smtClean="0"/>
              <a:t>th</a:t>
            </a:r>
            <a:r>
              <a:rPr lang="en-US" altLang="zh-CN" dirty="0" smtClean="0"/>
              <a:t> Nov 2021 </a:t>
            </a:r>
            <a:r>
              <a:rPr lang="en-US" altLang="zh-CN" dirty="0"/>
              <a:t>14:30 PM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380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26</Words>
  <Application>Microsoft Office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Experiment 6: Chessboard Coverage</vt:lpstr>
      <vt:lpstr>Chessboard Coverage</vt:lpstr>
      <vt:lpstr>Task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Clustering</dc:title>
  <dc:creator>1351252606@qq.com</dc:creator>
  <cp:lastModifiedBy>1351252606@qq.com</cp:lastModifiedBy>
  <cp:revision>9</cp:revision>
  <dcterms:created xsi:type="dcterms:W3CDTF">2021-10-21T02:34:34Z</dcterms:created>
  <dcterms:modified xsi:type="dcterms:W3CDTF">2021-11-18T03:09:14Z</dcterms:modified>
</cp:coreProperties>
</file>