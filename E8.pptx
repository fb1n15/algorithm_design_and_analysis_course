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52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9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4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05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0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5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72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1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8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96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64F21-A2F3-4A59-87BC-0EE339A4EADB}" type="datetimeFigureOut">
              <a:rPr lang="zh-CN" altLang="en-US" smtClean="0"/>
              <a:t>2022/11/25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952FB-B871-40C3-9D81-7B6C8793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6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Integer Multiplication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388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Integer Multiplication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374" y="4407136"/>
            <a:ext cx="4457143" cy="9523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374" y="2648912"/>
            <a:ext cx="5133333" cy="1752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2388" y="1690688"/>
            <a:ext cx="10186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Implement the divide and conquer strategy for integer multiplication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813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Deadline</a:t>
            </a:r>
            <a:r>
              <a:rPr lang="en-US" altLang="zh-CN" dirty="0"/>
              <a:t>: </a:t>
            </a:r>
            <a:r>
              <a:rPr lang="en-US" altLang="zh-CN" dirty="0" smtClean="0"/>
              <a:t>9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Dec 2022 </a:t>
            </a:r>
            <a:r>
              <a:rPr lang="en-US" altLang="zh-CN" dirty="0"/>
              <a:t>14:30 PM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4516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Integer Multiplication</vt:lpstr>
      <vt:lpstr>Integer Multiplication</vt:lpstr>
      <vt:lpstr>Due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Integer multiplication</dc:title>
  <dc:creator>1351252606@qq.com</dc:creator>
  <cp:lastModifiedBy>1351252606@qq.com</cp:lastModifiedBy>
  <cp:revision>4</cp:revision>
  <dcterms:created xsi:type="dcterms:W3CDTF">2022-11-25T07:50:09Z</dcterms:created>
  <dcterms:modified xsi:type="dcterms:W3CDTF">2022-11-25T07:53:40Z</dcterms:modified>
</cp:coreProperties>
</file>